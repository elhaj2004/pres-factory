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60" r:id="rId2"/>
    <p:sldId id="261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130" autoAdjust="0"/>
  </p:normalViewPr>
  <p:slideViewPr>
    <p:cSldViewPr showGuides="1">
      <p:cViewPr>
        <p:scale>
          <a:sx n="91" d="100"/>
          <a:sy n="91" d="100"/>
        </p:scale>
        <p:origin x="-504" y="-258"/>
      </p:cViewPr>
      <p:guideLst>
        <p:guide orient="horz" pos="169"/>
        <p:guide orient="horz" pos="636"/>
        <p:guide orient="horz" pos="744"/>
        <p:guide orient="horz" pos="1621"/>
        <p:guide orient="horz" pos="2867"/>
        <p:guide pos="2880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20/09/2016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North America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with </a:t>
            </a: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45" name="Group 4"/>
          <p:cNvGrpSpPr>
            <a:grpSpLocks noChangeAspect="1"/>
          </p:cNvGrpSpPr>
          <p:nvPr/>
        </p:nvGrpSpPr>
        <p:grpSpPr bwMode="auto">
          <a:xfrm>
            <a:off x="1711326" y="660401"/>
            <a:ext cx="5711825" cy="3921125"/>
            <a:chOff x="1078" y="416"/>
            <a:chExt cx="3598" cy="2470"/>
          </a:xfrm>
          <a:solidFill>
            <a:schemeClr val="bg1"/>
          </a:solidFill>
        </p:grpSpPr>
        <p:sp>
          <p:nvSpPr>
            <p:cNvPr id="46" name="Freeform 45"/>
            <p:cNvSpPr>
              <a:spLocks/>
            </p:cNvSpPr>
            <p:nvPr/>
          </p:nvSpPr>
          <p:spPr bwMode="auto">
            <a:xfrm>
              <a:off x="3003" y="2505"/>
              <a:ext cx="247" cy="85"/>
            </a:xfrm>
            <a:custGeom>
              <a:avLst/>
              <a:gdLst>
                <a:gd name="T0" fmla="*/ 64 w 681"/>
                <a:gd name="T1" fmla="*/ 35 h 234"/>
                <a:gd name="T2" fmla="*/ 33 w 681"/>
                <a:gd name="T3" fmla="*/ 50 h 234"/>
                <a:gd name="T4" fmla="*/ 25 w 681"/>
                <a:gd name="T5" fmla="*/ 76 h 234"/>
                <a:gd name="T6" fmla="*/ 0 w 681"/>
                <a:gd name="T7" fmla="*/ 91 h 234"/>
                <a:gd name="T8" fmla="*/ 12 w 681"/>
                <a:gd name="T9" fmla="*/ 89 h 234"/>
                <a:gd name="T10" fmla="*/ 26 w 681"/>
                <a:gd name="T11" fmla="*/ 96 h 234"/>
                <a:gd name="T12" fmla="*/ 46 w 681"/>
                <a:gd name="T13" fmla="*/ 93 h 234"/>
                <a:gd name="T14" fmla="*/ 69 w 681"/>
                <a:gd name="T15" fmla="*/ 77 h 234"/>
                <a:gd name="T16" fmla="*/ 92 w 681"/>
                <a:gd name="T17" fmla="*/ 68 h 234"/>
                <a:gd name="T18" fmla="*/ 124 w 681"/>
                <a:gd name="T19" fmla="*/ 53 h 234"/>
                <a:gd name="T20" fmla="*/ 153 w 681"/>
                <a:gd name="T21" fmla="*/ 35 h 234"/>
                <a:gd name="T22" fmla="*/ 199 w 681"/>
                <a:gd name="T23" fmla="*/ 42 h 234"/>
                <a:gd name="T24" fmla="*/ 188 w 681"/>
                <a:gd name="T25" fmla="*/ 58 h 234"/>
                <a:gd name="T26" fmla="*/ 203 w 681"/>
                <a:gd name="T27" fmla="*/ 77 h 234"/>
                <a:gd name="T28" fmla="*/ 233 w 681"/>
                <a:gd name="T29" fmla="*/ 76 h 234"/>
                <a:gd name="T30" fmla="*/ 269 w 681"/>
                <a:gd name="T31" fmla="*/ 81 h 234"/>
                <a:gd name="T32" fmla="*/ 301 w 681"/>
                <a:gd name="T33" fmla="*/ 95 h 234"/>
                <a:gd name="T34" fmla="*/ 339 w 681"/>
                <a:gd name="T35" fmla="*/ 116 h 234"/>
                <a:gd name="T36" fmla="*/ 377 w 681"/>
                <a:gd name="T37" fmla="*/ 125 h 234"/>
                <a:gd name="T38" fmla="*/ 406 w 681"/>
                <a:gd name="T39" fmla="*/ 140 h 234"/>
                <a:gd name="T40" fmla="*/ 443 w 681"/>
                <a:gd name="T41" fmla="*/ 170 h 234"/>
                <a:gd name="T42" fmla="*/ 496 w 681"/>
                <a:gd name="T43" fmla="*/ 184 h 234"/>
                <a:gd name="T44" fmla="*/ 485 w 681"/>
                <a:gd name="T45" fmla="*/ 202 h 234"/>
                <a:gd name="T46" fmla="*/ 459 w 681"/>
                <a:gd name="T47" fmla="*/ 215 h 234"/>
                <a:gd name="T48" fmla="*/ 475 w 681"/>
                <a:gd name="T49" fmla="*/ 225 h 234"/>
                <a:gd name="T50" fmla="*/ 507 w 681"/>
                <a:gd name="T51" fmla="*/ 217 h 234"/>
                <a:gd name="T52" fmla="*/ 586 w 681"/>
                <a:gd name="T53" fmla="*/ 222 h 234"/>
                <a:gd name="T54" fmla="*/ 624 w 681"/>
                <a:gd name="T55" fmla="*/ 228 h 234"/>
                <a:gd name="T56" fmla="*/ 646 w 681"/>
                <a:gd name="T57" fmla="*/ 212 h 234"/>
                <a:gd name="T58" fmla="*/ 681 w 681"/>
                <a:gd name="T59" fmla="*/ 203 h 234"/>
                <a:gd name="T60" fmla="*/ 656 w 681"/>
                <a:gd name="T61" fmla="*/ 185 h 234"/>
                <a:gd name="T62" fmla="*/ 625 w 681"/>
                <a:gd name="T63" fmla="*/ 171 h 234"/>
                <a:gd name="T64" fmla="*/ 590 w 681"/>
                <a:gd name="T65" fmla="*/ 161 h 234"/>
                <a:gd name="T66" fmla="*/ 570 w 681"/>
                <a:gd name="T67" fmla="*/ 141 h 234"/>
                <a:gd name="T68" fmla="*/ 538 w 681"/>
                <a:gd name="T69" fmla="*/ 129 h 234"/>
                <a:gd name="T70" fmla="*/ 490 w 681"/>
                <a:gd name="T71" fmla="*/ 109 h 234"/>
                <a:gd name="T72" fmla="*/ 463 w 681"/>
                <a:gd name="T73" fmla="*/ 89 h 234"/>
                <a:gd name="T74" fmla="*/ 448 w 681"/>
                <a:gd name="T75" fmla="*/ 69 h 234"/>
                <a:gd name="T76" fmla="*/ 429 w 681"/>
                <a:gd name="T77" fmla="*/ 63 h 234"/>
                <a:gd name="T78" fmla="*/ 419 w 681"/>
                <a:gd name="T79" fmla="*/ 69 h 234"/>
                <a:gd name="T80" fmla="*/ 404 w 681"/>
                <a:gd name="T81" fmla="*/ 40 h 234"/>
                <a:gd name="T82" fmla="*/ 385 w 681"/>
                <a:gd name="T83" fmla="*/ 58 h 234"/>
                <a:gd name="T84" fmla="*/ 349 w 681"/>
                <a:gd name="T85" fmla="*/ 45 h 234"/>
                <a:gd name="T86" fmla="*/ 316 w 681"/>
                <a:gd name="T87" fmla="*/ 18 h 234"/>
                <a:gd name="T88" fmla="*/ 277 w 681"/>
                <a:gd name="T89" fmla="*/ 12 h 234"/>
                <a:gd name="T90" fmla="*/ 232 w 681"/>
                <a:gd name="T91" fmla="*/ 0 h 234"/>
                <a:gd name="T92" fmla="*/ 194 w 681"/>
                <a:gd name="T93" fmla="*/ 3 h 234"/>
                <a:gd name="T94" fmla="*/ 150 w 681"/>
                <a:gd name="T95" fmla="*/ 7 h 234"/>
                <a:gd name="T96" fmla="*/ 104 w 681"/>
                <a:gd name="T97" fmla="*/ 14 h 234"/>
                <a:gd name="T98" fmla="*/ 64 w 681"/>
                <a:gd name="T99" fmla="*/ 35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81" h="234">
                  <a:moveTo>
                    <a:pt x="64" y="35"/>
                  </a:moveTo>
                  <a:cubicBezTo>
                    <a:pt x="64" y="35"/>
                    <a:pt x="37" y="38"/>
                    <a:pt x="33" y="50"/>
                  </a:cubicBezTo>
                  <a:cubicBezTo>
                    <a:pt x="30" y="63"/>
                    <a:pt x="35" y="74"/>
                    <a:pt x="25" y="76"/>
                  </a:cubicBezTo>
                  <a:cubicBezTo>
                    <a:pt x="15" y="78"/>
                    <a:pt x="0" y="83"/>
                    <a:pt x="0" y="91"/>
                  </a:cubicBezTo>
                  <a:cubicBezTo>
                    <a:pt x="0" y="98"/>
                    <a:pt x="8" y="93"/>
                    <a:pt x="12" y="89"/>
                  </a:cubicBezTo>
                  <a:cubicBezTo>
                    <a:pt x="16" y="85"/>
                    <a:pt x="23" y="93"/>
                    <a:pt x="26" y="96"/>
                  </a:cubicBezTo>
                  <a:cubicBezTo>
                    <a:pt x="30" y="98"/>
                    <a:pt x="42" y="100"/>
                    <a:pt x="46" y="93"/>
                  </a:cubicBezTo>
                  <a:cubicBezTo>
                    <a:pt x="49" y="86"/>
                    <a:pt x="56" y="77"/>
                    <a:pt x="69" y="77"/>
                  </a:cubicBezTo>
                  <a:cubicBezTo>
                    <a:pt x="82" y="77"/>
                    <a:pt x="75" y="68"/>
                    <a:pt x="92" y="68"/>
                  </a:cubicBezTo>
                  <a:cubicBezTo>
                    <a:pt x="108" y="67"/>
                    <a:pt x="119" y="61"/>
                    <a:pt x="124" y="53"/>
                  </a:cubicBezTo>
                  <a:cubicBezTo>
                    <a:pt x="128" y="46"/>
                    <a:pt x="135" y="35"/>
                    <a:pt x="153" y="35"/>
                  </a:cubicBezTo>
                  <a:cubicBezTo>
                    <a:pt x="171" y="35"/>
                    <a:pt x="198" y="38"/>
                    <a:pt x="199" y="42"/>
                  </a:cubicBezTo>
                  <a:cubicBezTo>
                    <a:pt x="200" y="46"/>
                    <a:pt x="195" y="53"/>
                    <a:pt x="188" y="58"/>
                  </a:cubicBezTo>
                  <a:cubicBezTo>
                    <a:pt x="180" y="63"/>
                    <a:pt x="190" y="77"/>
                    <a:pt x="203" y="77"/>
                  </a:cubicBezTo>
                  <a:cubicBezTo>
                    <a:pt x="216" y="77"/>
                    <a:pt x="223" y="71"/>
                    <a:pt x="233" y="76"/>
                  </a:cubicBezTo>
                  <a:cubicBezTo>
                    <a:pt x="243" y="80"/>
                    <a:pt x="256" y="80"/>
                    <a:pt x="269" y="81"/>
                  </a:cubicBezTo>
                  <a:cubicBezTo>
                    <a:pt x="282" y="83"/>
                    <a:pt x="290" y="83"/>
                    <a:pt x="301" y="95"/>
                  </a:cubicBezTo>
                  <a:cubicBezTo>
                    <a:pt x="312" y="106"/>
                    <a:pt x="327" y="116"/>
                    <a:pt x="339" y="116"/>
                  </a:cubicBezTo>
                  <a:cubicBezTo>
                    <a:pt x="351" y="117"/>
                    <a:pt x="370" y="119"/>
                    <a:pt x="377" y="125"/>
                  </a:cubicBezTo>
                  <a:cubicBezTo>
                    <a:pt x="384" y="131"/>
                    <a:pt x="395" y="116"/>
                    <a:pt x="406" y="140"/>
                  </a:cubicBezTo>
                  <a:cubicBezTo>
                    <a:pt x="417" y="164"/>
                    <a:pt x="424" y="168"/>
                    <a:pt x="443" y="170"/>
                  </a:cubicBezTo>
                  <a:cubicBezTo>
                    <a:pt x="463" y="172"/>
                    <a:pt x="494" y="172"/>
                    <a:pt x="496" y="184"/>
                  </a:cubicBezTo>
                  <a:cubicBezTo>
                    <a:pt x="499" y="195"/>
                    <a:pt x="497" y="200"/>
                    <a:pt x="485" y="202"/>
                  </a:cubicBezTo>
                  <a:cubicBezTo>
                    <a:pt x="473" y="203"/>
                    <a:pt x="458" y="207"/>
                    <a:pt x="459" y="215"/>
                  </a:cubicBezTo>
                  <a:cubicBezTo>
                    <a:pt x="460" y="224"/>
                    <a:pt x="466" y="225"/>
                    <a:pt x="475" y="225"/>
                  </a:cubicBezTo>
                  <a:cubicBezTo>
                    <a:pt x="484" y="225"/>
                    <a:pt x="491" y="214"/>
                    <a:pt x="507" y="217"/>
                  </a:cubicBezTo>
                  <a:cubicBezTo>
                    <a:pt x="523" y="220"/>
                    <a:pt x="578" y="213"/>
                    <a:pt x="586" y="222"/>
                  </a:cubicBezTo>
                  <a:cubicBezTo>
                    <a:pt x="594" y="230"/>
                    <a:pt x="614" y="234"/>
                    <a:pt x="624" y="228"/>
                  </a:cubicBezTo>
                  <a:cubicBezTo>
                    <a:pt x="634" y="222"/>
                    <a:pt x="630" y="212"/>
                    <a:pt x="646" y="212"/>
                  </a:cubicBezTo>
                  <a:cubicBezTo>
                    <a:pt x="661" y="212"/>
                    <a:pt x="680" y="210"/>
                    <a:pt x="681" y="203"/>
                  </a:cubicBezTo>
                  <a:cubicBezTo>
                    <a:pt x="681" y="197"/>
                    <a:pt x="664" y="197"/>
                    <a:pt x="656" y="185"/>
                  </a:cubicBezTo>
                  <a:cubicBezTo>
                    <a:pt x="647" y="174"/>
                    <a:pt x="638" y="174"/>
                    <a:pt x="625" y="171"/>
                  </a:cubicBezTo>
                  <a:cubicBezTo>
                    <a:pt x="612" y="168"/>
                    <a:pt x="595" y="172"/>
                    <a:pt x="590" y="161"/>
                  </a:cubicBezTo>
                  <a:cubicBezTo>
                    <a:pt x="584" y="149"/>
                    <a:pt x="585" y="143"/>
                    <a:pt x="570" y="141"/>
                  </a:cubicBezTo>
                  <a:cubicBezTo>
                    <a:pt x="555" y="140"/>
                    <a:pt x="555" y="139"/>
                    <a:pt x="538" y="129"/>
                  </a:cubicBezTo>
                  <a:cubicBezTo>
                    <a:pt x="522" y="120"/>
                    <a:pt x="501" y="119"/>
                    <a:pt x="490" y="109"/>
                  </a:cubicBezTo>
                  <a:cubicBezTo>
                    <a:pt x="479" y="99"/>
                    <a:pt x="471" y="93"/>
                    <a:pt x="463" y="89"/>
                  </a:cubicBezTo>
                  <a:cubicBezTo>
                    <a:pt x="454" y="85"/>
                    <a:pt x="458" y="79"/>
                    <a:pt x="448" y="69"/>
                  </a:cubicBezTo>
                  <a:cubicBezTo>
                    <a:pt x="438" y="59"/>
                    <a:pt x="423" y="51"/>
                    <a:pt x="429" y="63"/>
                  </a:cubicBezTo>
                  <a:cubicBezTo>
                    <a:pt x="435" y="74"/>
                    <a:pt x="428" y="81"/>
                    <a:pt x="419" y="69"/>
                  </a:cubicBezTo>
                  <a:cubicBezTo>
                    <a:pt x="410" y="57"/>
                    <a:pt x="413" y="39"/>
                    <a:pt x="404" y="40"/>
                  </a:cubicBezTo>
                  <a:cubicBezTo>
                    <a:pt x="395" y="40"/>
                    <a:pt x="401" y="57"/>
                    <a:pt x="385" y="58"/>
                  </a:cubicBezTo>
                  <a:cubicBezTo>
                    <a:pt x="368" y="58"/>
                    <a:pt x="362" y="60"/>
                    <a:pt x="349" y="45"/>
                  </a:cubicBezTo>
                  <a:cubicBezTo>
                    <a:pt x="336" y="31"/>
                    <a:pt x="334" y="20"/>
                    <a:pt x="316" y="18"/>
                  </a:cubicBezTo>
                  <a:cubicBezTo>
                    <a:pt x="297" y="17"/>
                    <a:pt x="289" y="19"/>
                    <a:pt x="277" y="12"/>
                  </a:cubicBezTo>
                  <a:cubicBezTo>
                    <a:pt x="265" y="5"/>
                    <a:pt x="243" y="0"/>
                    <a:pt x="232" y="0"/>
                  </a:cubicBezTo>
                  <a:cubicBezTo>
                    <a:pt x="221" y="0"/>
                    <a:pt x="214" y="3"/>
                    <a:pt x="194" y="3"/>
                  </a:cubicBezTo>
                  <a:cubicBezTo>
                    <a:pt x="174" y="3"/>
                    <a:pt x="163" y="6"/>
                    <a:pt x="150" y="7"/>
                  </a:cubicBezTo>
                  <a:cubicBezTo>
                    <a:pt x="136" y="9"/>
                    <a:pt x="109" y="8"/>
                    <a:pt x="104" y="14"/>
                  </a:cubicBezTo>
                  <a:cubicBezTo>
                    <a:pt x="99" y="20"/>
                    <a:pt x="79" y="28"/>
                    <a:pt x="64" y="3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46"/>
            <p:cNvSpPr>
              <a:spLocks/>
            </p:cNvSpPr>
            <p:nvPr/>
          </p:nvSpPr>
          <p:spPr bwMode="auto">
            <a:xfrm>
              <a:off x="3042" y="2537"/>
              <a:ext cx="15" cy="13"/>
            </a:xfrm>
            <a:custGeom>
              <a:avLst/>
              <a:gdLst>
                <a:gd name="T0" fmla="*/ 20 w 43"/>
                <a:gd name="T1" fmla="*/ 0 h 36"/>
                <a:gd name="T2" fmla="*/ 5 w 43"/>
                <a:gd name="T3" fmla="*/ 13 h 36"/>
                <a:gd name="T4" fmla="*/ 15 w 43"/>
                <a:gd name="T5" fmla="*/ 33 h 36"/>
                <a:gd name="T6" fmla="*/ 41 w 43"/>
                <a:gd name="T7" fmla="*/ 28 h 36"/>
                <a:gd name="T8" fmla="*/ 31 w 43"/>
                <a:gd name="T9" fmla="*/ 3 h 36"/>
                <a:gd name="T10" fmla="*/ 20 w 43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" h="36">
                  <a:moveTo>
                    <a:pt x="20" y="0"/>
                  </a:moveTo>
                  <a:cubicBezTo>
                    <a:pt x="20" y="0"/>
                    <a:pt x="7" y="1"/>
                    <a:pt x="5" y="13"/>
                  </a:cubicBezTo>
                  <a:cubicBezTo>
                    <a:pt x="4" y="24"/>
                    <a:pt x="0" y="31"/>
                    <a:pt x="15" y="33"/>
                  </a:cubicBezTo>
                  <a:cubicBezTo>
                    <a:pt x="30" y="36"/>
                    <a:pt x="40" y="36"/>
                    <a:pt x="41" y="28"/>
                  </a:cubicBezTo>
                  <a:cubicBezTo>
                    <a:pt x="43" y="21"/>
                    <a:pt x="43" y="5"/>
                    <a:pt x="31" y="3"/>
                  </a:cubicBezTo>
                  <a:cubicBezTo>
                    <a:pt x="20" y="0"/>
                    <a:pt x="24" y="0"/>
                    <a:pt x="20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47"/>
            <p:cNvSpPr>
              <a:spLocks/>
            </p:cNvSpPr>
            <p:nvPr/>
          </p:nvSpPr>
          <p:spPr bwMode="auto">
            <a:xfrm>
              <a:off x="3152" y="2618"/>
              <a:ext cx="50" cy="19"/>
            </a:xfrm>
            <a:custGeom>
              <a:avLst/>
              <a:gdLst>
                <a:gd name="T0" fmla="*/ 66 w 139"/>
                <a:gd name="T1" fmla="*/ 3 h 51"/>
                <a:gd name="T2" fmla="*/ 25 w 139"/>
                <a:gd name="T3" fmla="*/ 3 h 51"/>
                <a:gd name="T4" fmla="*/ 13 w 139"/>
                <a:gd name="T5" fmla="*/ 23 h 51"/>
                <a:gd name="T6" fmla="*/ 34 w 139"/>
                <a:gd name="T7" fmla="*/ 38 h 51"/>
                <a:gd name="T8" fmla="*/ 57 w 139"/>
                <a:gd name="T9" fmla="*/ 49 h 51"/>
                <a:gd name="T10" fmla="*/ 91 w 139"/>
                <a:gd name="T11" fmla="*/ 43 h 51"/>
                <a:gd name="T12" fmla="*/ 106 w 139"/>
                <a:gd name="T13" fmla="*/ 36 h 51"/>
                <a:gd name="T14" fmla="*/ 126 w 139"/>
                <a:gd name="T15" fmla="*/ 45 h 51"/>
                <a:gd name="T16" fmla="*/ 139 w 139"/>
                <a:gd name="T17" fmla="*/ 33 h 51"/>
                <a:gd name="T18" fmla="*/ 123 w 139"/>
                <a:gd name="T19" fmla="*/ 18 h 51"/>
                <a:gd name="T20" fmla="*/ 101 w 139"/>
                <a:gd name="T21" fmla="*/ 8 h 51"/>
                <a:gd name="T22" fmla="*/ 66 w 139"/>
                <a:gd name="T23" fmla="*/ 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51">
                  <a:moveTo>
                    <a:pt x="66" y="3"/>
                  </a:moveTo>
                  <a:cubicBezTo>
                    <a:pt x="66" y="3"/>
                    <a:pt x="36" y="0"/>
                    <a:pt x="25" y="3"/>
                  </a:cubicBezTo>
                  <a:cubicBezTo>
                    <a:pt x="13" y="6"/>
                    <a:pt x="0" y="21"/>
                    <a:pt x="13" y="23"/>
                  </a:cubicBezTo>
                  <a:cubicBezTo>
                    <a:pt x="26" y="26"/>
                    <a:pt x="29" y="32"/>
                    <a:pt x="34" y="38"/>
                  </a:cubicBezTo>
                  <a:cubicBezTo>
                    <a:pt x="39" y="45"/>
                    <a:pt x="44" y="51"/>
                    <a:pt x="57" y="49"/>
                  </a:cubicBezTo>
                  <a:cubicBezTo>
                    <a:pt x="70" y="48"/>
                    <a:pt x="91" y="50"/>
                    <a:pt x="91" y="43"/>
                  </a:cubicBezTo>
                  <a:cubicBezTo>
                    <a:pt x="91" y="37"/>
                    <a:pt x="97" y="33"/>
                    <a:pt x="106" y="36"/>
                  </a:cubicBezTo>
                  <a:cubicBezTo>
                    <a:pt x="114" y="39"/>
                    <a:pt x="119" y="45"/>
                    <a:pt x="126" y="45"/>
                  </a:cubicBezTo>
                  <a:cubicBezTo>
                    <a:pt x="132" y="45"/>
                    <a:pt x="139" y="40"/>
                    <a:pt x="139" y="33"/>
                  </a:cubicBezTo>
                  <a:cubicBezTo>
                    <a:pt x="139" y="26"/>
                    <a:pt x="135" y="18"/>
                    <a:pt x="123" y="18"/>
                  </a:cubicBezTo>
                  <a:cubicBezTo>
                    <a:pt x="111" y="17"/>
                    <a:pt x="112" y="10"/>
                    <a:pt x="101" y="8"/>
                  </a:cubicBezTo>
                  <a:cubicBezTo>
                    <a:pt x="89" y="7"/>
                    <a:pt x="96" y="8"/>
                    <a:pt x="66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48"/>
            <p:cNvSpPr>
              <a:spLocks/>
            </p:cNvSpPr>
            <p:nvPr/>
          </p:nvSpPr>
          <p:spPr bwMode="auto">
            <a:xfrm>
              <a:off x="3082" y="2596"/>
              <a:ext cx="11" cy="8"/>
            </a:xfrm>
            <a:custGeom>
              <a:avLst/>
              <a:gdLst>
                <a:gd name="T0" fmla="*/ 9 w 28"/>
                <a:gd name="T1" fmla="*/ 3 h 21"/>
                <a:gd name="T2" fmla="*/ 0 w 28"/>
                <a:gd name="T3" fmla="*/ 11 h 21"/>
                <a:gd name="T4" fmla="*/ 16 w 28"/>
                <a:gd name="T5" fmla="*/ 11 h 21"/>
                <a:gd name="T6" fmla="*/ 9 w 28"/>
                <a:gd name="T7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21">
                  <a:moveTo>
                    <a:pt x="9" y="3"/>
                  </a:moveTo>
                  <a:cubicBezTo>
                    <a:pt x="9" y="3"/>
                    <a:pt x="0" y="3"/>
                    <a:pt x="0" y="11"/>
                  </a:cubicBezTo>
                  <a:cubicBezTo>
                    <a:pt x="0" y="19"/>
                    <a:pt x="9" y="21"/>
                    <a:pt x="16" y="11"/>
                  </a:cubicBezTo>
                  <a:cubicBezTo>
                    <a:pt x="22" y="0"/>
                    <a:pt x="28" y="1"/>
                    <a:pt x="9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49"/>
            <p:cNvSpPr>
              <a:spLocks noEditPoints="1"/>
            </p:cNvSpPr>
            <p:nvPr/>
          </p:nvSpPr>
          <p:spPr bwMode="auto">
            <a:xfrm>
              <a:off x="3140" y="2411"/>
              <a:ext cx="146" cy="152"/>
            </a:xfrm>
            <a:custGeom>
              <a:avLst/>
              <a:gdLst>
                <a:gd name="T0" fmla="*/ 69 w 403"/>
                <a:gd name="T1" fmla="*/ 0 h 417"/>
                <a:gd name="T2" fmla="*/ 122 w 403"/>
                <a:gd name="T3" fmla="*/ 30 h 417"/>
                <a:gd name="T4" fmla="*/ 114 w 403"/>
                <a:gd name="T5" fmla="*/ 78 h 417"/>
                <a:gd name="T6" fmla="*/ 101 w 403"/>
                <a:gd name="T7" fmla="*/ 58 h 417"/>
                <a:gd name="T8" fmla="*/ 98 w 403"/>
                <a:gd name="T9" fmla="*/ 29 h 417"/>
                <a:gd name="T10" fmla="*/ 66 w 403"/>
                <a:gd name="T11" fmla="*/ 23 h 417"/>
                <a:gd name="T12" fmla="*/ 13 w 403"/>
                <a:gd name="T13" fmla="*/ 37 h 417"/>
                <a:gd name="T14" fmla="*/ 29 w 403"/>
                <a:gd name="T15" fmla="*/ 15 h 417"/>
                <a:gd name="T16" fmla="*/ 54 w 403"/>
                <a:gd name="T17" fmla="*/ 10 h 417"/>
                <a:gd name="T18" fmla="*/ 47 w 403"/>
                <a:gd name="T19" fmla="*/ 148 h 417"/>
                <a:gd name="T20" fmla="*/ 59 w 403"/>
                <a:gd name="T21" fmla="*/ 185 h 417"/>
                <a:gd name="T22" fmla="*/ 76 w 403"/>
                <a:gd name="T23" fmla="*/ 162 h 417"/>
                <a:gd name="T24" fmla="*/ 49 w 403"/>
                <a:gd name="T25" fmla="*/ 124 h 417"/>
                <a:gd name="T26" fmla="*/ 67 w 403"/>
                <a:gd name="T27" fmla="*/ 201 h 417"/>
                <a:gd name="T28" fmla="*/ 92 w 403"/>
                <a:gd name="T29" fmla="*/ 218 h 417"/>
                <a:gd name="T30" fmla="*/ 77 w 403"/>
                <a:gd name="T31" fmla="*/ 189 h 417"/>
                <a:gd name="T32" fmla="*/ 94 w 403"/>
                <a:gd name="T33" fmla="*/ 134 h 417"/>
                <a:gd name="T34" fmla="*/ 100 w 403"/>
                <a:gd name="T35" fmla="*/ 129 h 417"/>
                <a:gd name="T36" fmla="*/ 148 w 403"/>
                <a:gd name="T37" fmla="*/ 115 h 417"/>
                <a:gd name="T38" fmla="*/ 172 w 403"/>
                <a:gd name="T39" fmla="*/ 135 h 417"/>
                <a:gd name="T40" fmla="*/ 183 w 403"/>
                <a:gd name="T41" fmla="*/ 131 h 417"/>
                <a:gd name="T42" fmla="*/ 148 w 403"/>
                <a:gd name="T43" fmla="*/ 102 h 417"/>
                <a:gd name="T44" fmla="*/ 209 w 403"/>
                <a:gd name="T45" fmla="*/ 169 h 417"/>
                <a:gd name="T46" fmla="*/ 227 w 403"/>
                <a:gd name="T47" fmla="*/ 200 h 417"/>
                <a:gd name="T48" fmla="*/ 215 w 403"/>
                <a:gd name="T49" fmla="*/ 158 h 417"/>
                <a:gd name="T50" fmla="*/ 190 w 403"/>
                <a:gd name="T51" fmla="*/ 238 h 417"/>
                <a:gd name="T52" fmla="*/ 191 w 403"/>
                <a:gd name="T53" fmla="*/ 225 h 417"/>
                <a:gd name="T54" fmla="*/ 234 w 403"/>
                <a:gd name="T55" fmla="*/ 242 h 417"/>
                <a:gd name="T56" fmla="*/ 253 w 403"/>
                <a:gd name="T57" fmla="*/ 278 h 417"/>
                <a:gd name="T58" fmla="*/ 251 w 403"/>
                <a:gd name="T59" fmla="*/ 250 h 417"/>
                <a:gd name="T60" fmla="*/ 295 w 403"/>
                <a:gd name="T61" fmla="*/ 282 h 417"/>
                <a:gd name="T62" fmla="*/ 315 w 403"/>
                <a:gd name="T63" fmla="*/ 303 h 417"/>
                <a:gd name="T64" fmla="*/ 297 w 403"/>
                <a:gd name="T65" fmla="*/ 335 h 417"/>
                <a:gd name="T66" fmla="*/ 327 w 403"/>
                <a:gd name="T67" fmla="*/ 303 h 417"/>
                <a:gd name="T68" fmla="*/ 295 w 403"/>
                <a:gd name="T69" fmla="*/ 282 h 417"/>
                <a:gd name="T70" fmla="*/ 382 w 403"/>
                <a:gd name="T71" fmla="*/ 322 h 417"/>
                <a:gd name="T72" fmla="*/ 381 w 403"/>
                <a:gd name="T73" fmla="*/ 313 h 417"/>
                <a:gd name="T74" fmla="*/ 334 w 403"/>
                <a:gd name="T75" fmla="*/ 400 h 417"/>
                <a:gd name="T76" fmla="*/ 367 w 403"/>
                <a:gd name="T77" fmla="*/ 407 h 417"/>
                <a:gd name="T78" fmla="*/ 358 w 403"/>
                <a:gd name="T79" fmla="*/ 392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03" h="417">
                  <a:moveTo>
                    <a:pt x="54" y="10"/>
                  </a:moveTo>
                  <a:cubicBezTo>
                    <a:pt x="54" y="2"/>
                    <a:pt x="63" y="1"/>
                    <a:pt x="69" y="0"/>
                  </a:cubicBezTo>
                  <a:cubicBezTo>
                    <a:pt x="76" y="0"/>
                    <a:pt x="94" y="2"/>
                    <a:pt x="99" y="10"/>
                  </a:cubicBezTo>
                  <a:cubicBezTo>
                    <a:pt x="104" y="18"/>
                    <a:pt x="119" y="24"/>
                    <a:pt x="122" y="30"/>
                  </a:cubicBezTo>
                  <a:cubicBezTo>
                    <a:pt x="126" y="37"/>
                    <a:pt x="127" y="48"/>
                    <a:pt x="117" y="53"/>
                  </a:cubicBezTo>
                  <a:cubicBezTo>
                    <a:pt x="106" y="58"/>
                    <a:pt x="112" y="64"/>
                    <a:pt x="114" y="78"/>
                  </a:cubicBezTo>
                  <a:cubicBezTo>
                    <a:pt x="117" y="91"/>
                    <a:pt x="111" y="88"/>
                    <a:pt x="104" y="78"/>
                  </a:cubicBezTo>
                  <a:cubicBezTo>
                    <a:pt x="97" y="68"/>
                    <a:pt x="94" y="60"/>
                    <a:pt x="101" y="58"/>
                  </a:cubicBezTo>
                  <a:cubicBezTo>
                    <a:pt x="108" y="57"/>
                    <a:pt x="111" y="49"/>
                    <a:pt x="111" y="43"/>
                  </a:cubicBezTo>
                  <a:cubicBezTo>
                    <a:pt x="111" y="36"/>
                    <a:pt x="98" y="35"/>
                    <a:pt x="98" y="29"/>
                  </a:cubicBezTo>
                  <a:cubicBezTo>
                    <a:pt x="98" y="23"/>
                    <a:pt x="93" y="20"/>
                    <a:pt x="87" y="17"/>
                  </a:cubicBezTo>
                  <a:cubicBezTo>
                    <a:pt x="81" y="15"/>
                    <a:pt x="69" y="18"/>
                    <a:pt x="66" y="23"/>
                  </a:cubicBezTo>
                  <a:cubicBezTo>
                    <a:pt x="63" y="28"/>
                    <a:pt x="52" y="28"/>
                    <a:pt x="43" y="32"/>
                  </a:cubicBezTo>
                  <a:cubicBezTo>
                    <a:pt x="35" y="36"/>
                    <a:pt x="25" y="38"/>
                    <a:pt x="13" y="37"/>
                  </a:cubicBezTo>
                  <a:cubicBezTo>
                    <a:pt x="0" y="36"/>
                    <a:pt x="2" y="24"/>
                    <a:pt x="16" y="21"/>
                  </a:cubicBezTo>
                  <a:cubicBezTo>
                    <a:pt x="31" y="18"/>
                    <a:pt x="22" y="10"/>
                    <a:pt x="29" y="15"/>
                  </a:cubicBezTo>
                  <a:cubicBezTo>
                    <a:pt x="36" y="19"/>
                    <a:pt x="42" y="19"/>
                    <a:pt x="42" y="19"/>
                  </a:cubicBezTo>
                  <a:cubicBezTo>
                    <a:pt x="55" y="20"/>
                    <a:pt x="54" y="18"/>
                    <a:pt x="54" y="10"/>
                  </a:cubicBezTo>
                  <a:close/>
                  <a:moveTo>
                    <a:pt x="49" y="124"/>
                  </a:moveTo>
                  <a:cubicBezTo>
                    <a:pt x="49" y="124"/>
                    <a:pt x="56" y="141"/>
                    <a:pt x="47" y="148"/>
                  </a:cubicBezTo>
                  <a:cubicBezTo>
                    <a:pt x="38" y="154"/>
                    <a:pt x="39" y="163"/>
                    <a:pt x="46" y="169"/>
                  </a:cubicBezTo>
                  <a:cubicBezTo>
                    <a:pt x="52" y="176"/>
                    <a:pt x="57" y="181"/>
                    <a:pt x="59" y="185"/>
                  </a:cubicBezTo>
                  <a:cubicBezTo>
                    <a:pt x="60" y="189"/>
                    <a:pt x="61" y="191"/>
                    <a:pt x="67" y="183"/>
                  </a:cubicBezTo>
                  <a:cubicBezTo>
                    <a:pt x="73" y="175"/>
                    <a:pt x="79" y="173"/>
                    <a:pt x="76" y="162"/>
                  </a:cubicBezTo>
                  <a:cubicBezTo>
                    <a:pt x="74" y="152"/>
                    <a:pt x="72" y="154"/>
                    <a:pt x="69" y="143"/>
                  </a:cubicBezTo>
                  <a:cubicBezTo>
                    <a:pt x="65" y="132"/>
                    <a:pt x="46" y="101"/>
                    <a:pt x="49" y="124"/>
                  </a:cubicBezTo>
                  <a:close/>
                  <a:moveTo>
                    <a:pt x="77" y="189"/>
                  </a:moveTo>
                  <a:cubicBezTo>
                    <a:pt x="77" y="189"/>
                    <a:pt x="64" y="195"/>
                    <a:pt x="67" y="201"/>
                  </a:cubicBezTo>
                  <a:cubicBezTo>
                    <a:pt x="71" y="207"/>
                    <a:pt x="79" y="217"/>
                    <a:pt x="79" y="220"/>
                  </a:cubicBezTo>
                  <a:cubicBezTo>
                    <a:pt x="79" y="222"/>
                    <a:pt x="91" y="227"/>
                    <a:pt x="92" y="218"/>
                  </a:cubicBezTo>
                  <a:cubicBezTo>
                    <a:pt x="92" y="210"/>
                    <a:pt x="97" y="205"/>
                    <a:pt x="91" y="201"/>
                  </a:cubicBezTo>
                  <a:cubicBezTo>
                    <a:pt x="85" y="197"/>
                    <a:pt x="82" y="187"/>
                    <a:pt x="77" y="189"/>
                  </a:cubicBezTo>
                  <a:close/>
                  <a:moveTo>
                    <a:pt x="100" y="129"/>
                  </a:moveTo>
                  <a:cubicBezTo>
                    <a:pt x="100" y="129"/>
                    <a:pt x="98" y="132"/>
                    <a:pt x="94" y="134"/>
                  </a:cubicBezTo>
                  <a:cubicBezTo>
                    <a:pt x="91" y="135"/>
                    <a:pt x="89" y="142"/>
                    <a:pt x="95" y="142"/>
                  </a:cubicBezTo>
                  <a:cubicBezTo>
                    <a:pt x="102" y="142"/>
                    <a:pt x="114" y="121"/>
                    <a:pt x="100" y="129"/>
                  </a:cubicBezTo>
                  <a:close/>
                  <a:moveTo>
                    <a:pt x="148" y="102"/>
                  </a:moveTo>
                  <a:cubicBezTo>
                    <a:pt x="148" y="102"/>
                    <a:pt x="142" y="112"/>
                    <a:pt x="148" y="115"/>
                  </a:cubicBezTo>
                  <a:cubicBezTo>
                    <a:pt x="155" y="118"/>
                    <a:pt x="165" y="116"/>
                    <a:pt x="167" y="124"/>
                  </a:cubicBezTo>
                  <a:cubicBezTo>
                    <a:pt x="169" y="132"/>
                    <a:pt x="173" y="125"/>
                    <a:pt x="172" y="135"/>
                  </a:cubicBezTo>
                  <a:cubicBezTo>
                    <a:pt x="170" y="145"/>
                    <a:pt x="172" y="151"/>
                    <a:pt x="175" y="146"/>
                  </a:cubicBezTo>
                  <a:cubicBezTo>
                    <a:pt x="179" y="141"/>
                    <a:pt x="188" y="140"/>
                    <a:pt x="183" y="131"/>
                  </a:cubicBezTo>
                  <a:cubicBezTo>
                    <a:pt x="178" y="121"/>
                    <a:pt x="178" y="119"/>
                    <a:pt x="170" y="114"/>
                  </a:cubicBezTo>
                  <a:cubicBezTo>
                    <a:pt x="162" y="110"/>
                    <a:pt x="155" y="98"/>
                    <a:pt x="148" y="102"/>
                  </a:cubicBezTo>
                  <a:close/>
                  <a:moveTo>
                    <a:pt x="215" y="158"/>
                  </a:moveTo>
                  <a:cubicBezTo>
                    <a:pt x="215" y="158"/>
                    <a:pt x="204" y="160"/>
                    <a:pt x="209" y="169"/>
                  </a:cubicBezTo>
                  <a:cubicBezTo>
                    <a:pt x="214" y="177"/>
                    <a:pt x="220" y="172"/>
                    <a:pt x="220" y="186"/>
                  </a:cubicBezTo>
                  <a:cubicBezTo>
                    <a:pt x="220" y="200"/>
                    <a:pt x="223" y="204"/>
                    <a:pt x="227" y="200"/>
                  </a:cubicBezTo>
                  <a:cubicBezTo>
                    <a:pt x="231" y="197"/>
                    <a:pt x="233" y="189"/>
                    <a:pt x="230" y="181"/>
                  </a:cubicBezTo>
                  <a:cubicBezTo>
                    <a:pt x="227" y="172"/>
                    <a:pt x="228" y="166"/>
                    <a:pt x="215" y="158"/>
                  </a:cubicBezTo>
                  <a:close/>
                  <a:moveTo>
                    <a:pt x="191" y="225"/>
                  </a:moveTo>
                  <a:cubicBezTo>
                    <a:pt x="191" y="225"/>
                    <a:pt x="178" y="235"/>
                    <a:pt x="190" y="238"/>
                  </a:cubicBezTo>
                  <a:cubicBezTo>
                    <a:pt x="202" y="242"/>
                    <a:pt x="223" y="258"/>
                    <a:pt x="215" y="245"/>
                  </a:cubicBezTo>
                  <a:cubicBezTo>
                    <a:pt x="207" y="233"/>
                    <a:pt x="198" y="222"/>
                    <a:pt x="191" y="225"/>
                  </a:cubicBezTo>
                  <a:close/>
                  <a:moveTo>
                    <a:pt x="234" y="228"/>
                  </a:moveTo>
                  <a:cubicBezTo>
                    <a:pt x="234" y="228"/>
                    <a:pt x="228" y="237"/>
                    <a:pt x="234" y="242"/>
                  </a:cubicBezTo>
                  <a:cubicBezTo>
                    <a:pt x="241" y="247"/>
                    <a:pt x="241" y="253"/>
                    <a:pt x="243" y="261"/>
                  </a:cubicBezTo>
                  <a:cubicBezTo>
                    <a:pt x="245" y="269"/>
                    <a:pt x="249" y="278"/>
                    <a:pt x="253" y="278"/>
                  </a:cubicBezTo>
                  <a:cubicBezTo>
                    <a:pt x="258" y="278"/>
                    <a:pt x="266" y="277"/>
                    <a:pt x="260" y="268"/>
                  </a:cubicBezTo>
                  <a:cubicBezTo>
                    <a:pt x="253" y="258"/>
                    <a:pt x="256" y="257"/>
                    <a:pt x="251" y="250"/>
                  </a:cubicBezTo>
                  <a:cubicBezTo>
                    <a:pt x="245" y="243"/>
                    <a:pt x="237" y="220"/>
                    <a:pt x="234" y="228"/>
                  </a:cubicBezTo>
                  <a:close/>
                  <a:moveTo>
                    <a:pt x="295" y="282"/>
                  </a:moveTo>
                  <a:cubicBezTo>
                    <a:pt x="295" y="282"/>
                    <a:pt x="295" y="296"/>
                    <a:pt x="302" y="296"/>
                  </a:cubicBezTo>
                  <a:cubicBezTo>
                    <a:pt x="309" y="296"/>
                    <a:pt x="315" y="295"/>
                    <a:pt x="315" y="303"/>
                  </a:cubicBezTo>
                  <a:cubicBezTo>
                    <a:pt x="315" y="312"/>
                    <a:pt x="312" y="314"/>
                    <a:pt x="305" y="319"/>
                  </a:cubicBezTo>
                  <a:cubicBezTo>
                    <a:pt x="299" y="324"/>
                    <a:pt x="292" y="333"/>
                    <a:pt x="297" y="335"/>
                  </a:cubicBezTo>
                  <a:cubicBezTo>
                    <a:pt x="302" y="337"/>
                    <a:pt x="305" y="334"/>
                    <a:pt x="312" y="327"/>
                  </a:cubicBezTo>
                  <a:cubicBezTo>
                    <a:pt x="319" y="320"/>
                    <a:pt x="327" y="314"/>
                    <a:pt x="327" y="303"/>
                  </a:cubicBezTo>
                  <a:cubicBezTo>
                    <a:pt x="326" y="293"/>
                    <a:pt x="322" y="291"/>
                    <a:pt x="311" y="288"/>
                  </a:cubicBezTo>
                  <a:cubicBezTo>
                    <a:pt x="299" y="284"/>
                    <a:pt x="296" y="274"/>
                    <a:pt x="295" y="282"/>
                  </a:cubicBezTo>
                  <a:close/>
                  <a:moveTo>
                    <a:pt x="381" y="313"/>
                  </a:moveTo>
                  <a:cubicBezTo>
                    <a:pt x="381" y="313"/>
                    <a:pt x="370" y="320"/>
                    <a:pt x="382" y="322"/>
                  </a:cubicBezTo>
                  <a:cubicBezTo>
                    <a:pt x="395" y="324"/>
                    <a:pt x="403" y="327"/>
                    <a:pt x="403" y="321"/>
                  </a:cubicBezTo>
                  <a:cubicBezTo>
                    <a:pt x="403" y="316"/>
                    <a:pt x="390" y="311"/>
                    <a:pt x="381" y="313"/>
                  </a:cubicBezTo>
                  <a:close/>
                  <a:moveTo>
                    <a:pt x="358" y="392"/>
                  </a:moveTo>
                  <a:cubicBezTo>
                    <a:pt x="358" y="392"/>
                    <a:pt x="335" y="395"/>
                    <a:pt x="334" y="400"/>
                  </a:cubicBezTo>
                  <a:cubicBezTo>
                    <a:pt x="332" y="405"/>
                    <a:pt x="330" y="412"/>
                    <a:pt x="344" y="415"/>
                  </a:cubicBezTo>
                  <a:cubicBezTo>
                    <a:pt x="359" y="417"/>
                    <a:pt x="360" y="409"/>
                    <a:pt x="367" y="407"/>
                  </a:cubicBezTo>
                  <a:cubicBezTo>
                    <a:pt x="374" y="405"/>
                    <a:pt x="377" y="399"/>
                    <a:pt x="376" y="393"/>
                  </a:cubicBezTo>
                  <a:cubicBezTo>
                    <a:pt x="375" y="387"/>
                    <a:pt x="365" y="385"/>
                    <a:pt x="358" y="39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3409" y="2618"/>
              <a:ext cx="38" cy="17"/>
            </a:xfrm>
            <a:custGeom>
              <a:avLst/>
              <a:gdLst>
                <a:gd name="T0" fmla="*/ 54 w 106"/>
                <a:gd name="T1" fmla="*/ 2 h 46"/>
                <a:gd name="T2" fmla="*/ 6 w 106"/>
                <a:gd name="T3" fmla="*/ 6 h 46"/>
                <a:gd name="T4" fmla="*/ 5 w 106"/>
                <a:gd name="T5" fmla="*/ 19 h 46"/>
                <a:gd name="T6" fmla="*/ 20 w 106"/>
                <a:gd name="T7" fmla="*/ 41 h 46"/>
                <a:gd name="T8" fmla="*/ 88 w 106"/>
                <a:gd name="T9" fmla="*/ 38 h 46"/>
                <a:gd name="T10" fmla="*/ 103 w 106"/>
                <a:gd name="T11" fmla="*/ 23 h 46"/>
                <a:gd name="T12" fmla="*/ 91 w 106"/>
                <a:gd name="T13" fmla="*/ 4 h 46"/>
                <a:gd name="T14" fmla="*/ 54 w 106"/>
                <a:gd name="T15" fmla="*/ 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46">
                  <a:moveTo>
                    <a:pt x="54" y="2"/>
                  </a:moveTo>
                  <a:cubicBezTo>
                    <a:pt x="54" y="2"/>
                    <a:pt x="11" y="0"/>
                    <a:pt x="6" y="6"/>
                  </a:cubicBezTo>
                  <a:cubicBezTo>
                    <a:pt x="1" y="11"/>
                    <a:pt x="0" y="10"/>
                    <a:pt x="5" y="19"/>
                  </a:cubicBezTo>
                  <a:cubicBezTo>
                    <a:pt x="9" y="28"/>
                    <a:pt x="7" y="41"/>
                    <a:pt x="20" y="41"/>
                  </a:cubicBezTo>
                  <a:cubicBezTo>
                    <a:pt x="32" y="41"/>
                    <a:pt x="85" y="46"/>
                    <a:pt x="88" y="38"/>
                  </a:cubicBezTo>
                  <a:cubicBezTo>
                    <a:pt x="91" y="31"/>
                    <a:pt x="103" y="33"/>
                    <a:pt x="103" y="23"/>
                  </a:cubicBezTo>
                  <a:cubicBezTo>
                    <a:pt x="103" y="13"/>
                    <a:pt x="106" y="4"/>
                    <a:pt x="91" y="4"/>
                  </a:cubicBezTo>
                  <a:cubicBezTo>
                    <a:pt x="77" y="4"/>
                    <a:pt x="83" y="1"/>
                    <a:pt x="54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3501" y="2621"/>
              <a:ext cx="10" cy="14"/>
            </a:xfrm>
            <a:custGeom>
              <a:avLst/>
              <a:gdLst>
                <a:gd name="T0" fmla="*/ 17 w 26"/>
                <a:gd name="T1" fmla="*/ 9 h 39"/>
                <a:gd name="T2" fmla="*/ 7 w 26"/>
                <a:gd name="T3" fmla="*/ 22 h 39"/>
                <a:gd name="T4" fmla="*/ 7 w 26"/>
                <a:gd name="T5" fmla="*/ 37 h 39"/>
                <a:gd name="T6" fmla="*/ 26 w 26"/>
                <a:gd name="T7" fmla="*/ 27 h 39"/>
                <a:gd name="T8" fmla="*/ 17 w 26"/>
                <a:gd name="T9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9">
                  <a:moveTo>
                    <a:pt x="17" y="9"/>
                  </a:moveTo>
                  <a:cubicBezTo>
                    <a:pt x="17" y="9"/>
                    <a:pt x="14" y="19"/>
                    <a:pt x="7" y="22"/>
                  </a:cubicBezTo>
                  <a:cubicBezTo>
                    <a:pt x="1" y="24"/>
                    <a:pt x="0" y="37"/>
                    <a:pt x="7" y="37"/>
                  </a:cubicBezTo>
                  <a:cubicBezTo>
                    <a:pt x="15" y="37"/>
                    <a:pt x="26" y="39"/>
                    <a:pt x="26" y="27"/>
                  </a:cubicBezTo>
                  <a:cubicBezTo>
                    <a:pt x="26" y="15"/>
                    <a:pt x="23" y="0"/>
                    <a:pt x="17" y="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3461" y="2635"/>
              <a:ext cx="16" cy="7"/>
            </a:xfrm>
            <a:custGeom>
              <a:avLst/>
              <a:gdLst>
                <a:gd name="T0" fmla="*/ 20 w 44"/>
                <a:gd name="T1" fmla="*/ 3 h 20"/>
                <a:gd name="T2" fmla="*/ 0 w 44"/>
                <a:gd name="T3" fmla="*/ 10 h 20"/>
                <a:gd name="T4" fmla="*/ 20 w 44"/>
                <a:gd name="T5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0">
                  <a:moveTo>
                    <a:pt x="20" y="3"/>
                  </a:moveTo>
                  <a:cubicBezTo>
                    <a:pt x="20" y="3"/>
                    <a:pt x="0" y="0"/>
                    <a:pt x="0" y="10"/>
                  </a:cubicBezTo>
                  <a:cubicBezTo>
                    <a:pt x="0" y="20"/>
                    <a:pt x="44" y="7"/>
                    <a:pt x="20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53"/>
            <p:cNvSpPr>
              <a:spLocks/>
            </p:cNvSpPr>
            <p:nvPr/>
          </p:nvSpPr>
          <p:spPr bwMode="auto">
            <a:xfrm>
              <a:off x="3510" y="2644"/>
              <a:ext cx="10" cy="8"/>
            </a:xfrm>
            <a:custGeom>
              <a:avLst/>
              <a:gdLst>
                <a:gd name="T0" fmla="*/ 15 w 25"/>
                <a:gd name="T1" fmla="*/ 4 h 20"/>
                <a:gd name="T2" fmla="*/ 3 w 25"/>
                <a:gd name="T3" fmla="*/ 8 h 20"/>
                <a:gd name="T4" fmla="*/ 19 w 25"/>
                <a:gd name="T5" fmla="*/ 15 h 20"/>
                <a:gd name="T6" fmla="*/ 15 w 25"/>
                <a:gd name="T7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0">
                  <a:moveTo>
                    <a:pt x="15" y="4"/>
                  </a:moveTo>
                  <a:cubicBezTo>
                    <a:pt x="15" y="4"/>
                    <a:pt x="0" y="0"/>
                    <a:pt x="3" y="8"/>
                  </a:cubicBezTo>
                  <a:cubicBezTo>
                    <a:pt x="7" y="16"/>
                    <a:pt x="15" y="20"/>
                    <a:pt x="19" y="15"/>
                  </a:cubicBezTo>
                  <a:cubicBezTo>
                    <a:pt x="22" y="9"/>
                    <a:pt x="25" y="6"/>
                    <a:pt x="15" y="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54"/>
            <p:cNvSpPr>
              <a:spLocks/>
            </p:cNvSpPr>
            <p:nvPr/>
          </p:nvSpPr>
          <p:spPr bwMode="auto">
            <a:xfrm>
              <a:off x="3534" y="2660"/>
              <a:ext cx="16" cy="20"/>
            </a:xfrm>
            <a:custGeom>
              <a:avLst/>
              <a:gdLst>
                <a:gd name="T0" fmla="*/ 26 w 44"/>
                <a:gd name="T1" fmla="*/ 13 h 55"/>
                <a:gd name="T2" fmla="*/ 16 w 44"/>
                <a:gd name="T3" fmla="*/ 32 h 55"/>
                <a:gd name="T4" fmla="*/ 5 w 44"/>
                <a:gd name="T5" fmla="*/ 44 h 55"/>
                <a:gd name="T6" fmla="*/ 27 w 44"/>
                <a:gd name="T7" fmla="*/ 43 h 55"/>
                <a:gd name="T8" fmla="*/ 39 w 44"/>
                <a:gd name="T9" fmla="*/ 24 h 55"/>
                <a:gd name="T10" fmla="*/ 26 w 44"/>
                <a:gd name="T11" fmla="*/ 1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55">
                  <a:moveTo>
                    <a:pt x="26" y="13"/>
                  </a:moveTo>
                  <a:cubicBezTo>
                    <a:pt x="26" y="13"/>
                    <a:pt x="27" y="28"/>
                    <a:pt x="16" y="32"/>
                  </a:cubicBezTo>
                  <a:cubicBezTo>
                    <a:pt x="5" y="36"/>
                    <a:pt x="0" y="39"/>
                    <a:pt x="5" y="44"/>
                  </a:cubicBezTo>
                  <a:cubicBezTo>
                    <a:pt x="11" y="49"/>
                    <a:pt x="25" y="55"/>
                    <a:pt x="27" y="43"/>
                  </a:cubicBezTo>
                  <a:cubicBezTo>
                    <a:pt x="29" y="31"/>
                    <a:pt x="44" y="34"/>
                    <a:pt x="39" y="24"/>
                  </a:cubicBezTo>
                  <a:cubicBezTo>
                    <a:pt x="35" y="14"/>
                    <a:pt x="27" y="0"/>
                    <a:pt x="26" y="1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55"/>
            <p:cNvSpPr>
              <a:spLocks/>
            </p:cNvSpPr>
            <p:nvPr/>
          </p:nvSpPr>
          <p:spPr bwMode="auto">
            <a:xfrm>
              <a:off x="3541" y="2686"/>
              <a:ext cx="10" cy="12"/>
            </a:xfrm>
            <a:custGeom>
              <a:avLst/>
              <a:gdLst>
                <a:gd name="T0" fmla="*/ 15 w 28"/>
                <a:gd name="T1" fmla="*/ 3 h 34"/>
                <a:gd name="T2" fmla="*/ 10 w 28"/>
                <a:gd name="T3" fmla="*/ 16 h 34"/>
                <a:gd name="T4" fmla="*/ 27 w 28"/>
                <a:gd name="T5" fmla="*/ 23 h 34"/>
                <a:gd name="T6" fmla="*/ 15 w 28"/>
                <a:gd name="T7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34">
                  <a:moveTo>
                    <a:pt x="15" y="3"/>
                  </a:moveTo>
                  <a:cubicBezTo>
                    <a:pt x="15" y="3"/>
                    <a:pt x="0" y="9"/>
                    <a:pt x="10" y="16"/>
                  </a:cubicBezTo>
                  <a:cubicBezTo>
                    <a:pt x="20" y="22"/>
                    <a:pt x="26" y="34"/>
                    <a:pt x="27" y="23"/>
                  </a:cubicBezTo>
                  <a:cubicBezTo>
                    <a:pt x="28" y="12"/>
                    <a:pt x="20" y="0"/>
                    <a:pt x="15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3550" y="2699"/>
              <a:ext cx="14" cy="18"/>
            </a:xfrm>
            <a:custGeom>
              <a:avLst/>
              <a:gdLst>
                <a:gd name="T0" fmla="*/ 7 w 39"/>
                <a:gd name="T1" fmla="*/ 9 h 49"/>
                <a:gd name="T2" fmla="*/ 6 w 39"/>
                <a:gd name="T3" fmla="*/ 32 h 49"/>
                <a:gd name="T4" fmla="*/ 22 w 39"/>
                <a:gd name="T5" fmla="*/ 49 h 49"/>
                <a:gd name="T6" fmla="*/ 31 w 39"/>
                <a:gd name="T7" fmla="*/ 36 h 49"/>
                <a:gd name="T8" fmla="*/ 14 w 39"/>
                <a:gd name="T9" fmla="*/ 17 h 49"/>
                <a:gd name="T10" fmla="*/ 7 w 39"/>
                <a:gd name="T11" fmla="*/ 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49">
                  <a:moveTo>
                    <a:pt x="7" y="9"/>
                  </a:moveTo>
                  <a:cubicBezTo>
                    <a:pt x="7" y="9"/>
                    <a:pt x="0" y="25"/>
                    <a:pt x="6" y="32"/>
                  </a:cubicBezTo>
                  <a:cubicBezTo>
                    <a:pt x="11" y="40"/>
                    <a:pt x="15" y="49"/>
                    <a:pt x="22" y="49"/>
                  </a:cubicBezTo>
                  <a:cubicBezTo>
                    <a:pt x="30" y="49"/>
                    <a:pt x="39" y="47"/>
                    <a:pt x="31" y="36"/>
                  </a:cubicBezTo>
                  <a:cubicBezTo>
                    <a:pt x="23" y="25"/>
                    <a:pt x="14" y="29"/>
                    <a:pt x="14" y="17"/>
                  </a:cubicBezTo>
                  <a:cubicBezTo>
                    <a:pt x="14" y="5"/>
                    <a:pt x="10" y="0"/>
                    <a:pt x="7" y="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3551" y="2720"/>
              <a:ext cx="7" cy="13"/>
            </a:xfrm>
            <a:custGeom>
              <a:avLst/>
              <a:gdLst>
                <a:gd name="T0" fmla="*/ 7 w 19"/>
                <a:gd name="T1" fmla="*/ 13 h 36"/>
                <a:gd name="T2" fmla="*/ 5 w 19"/>
                <a:gd name="T3" fmla="*/ 30 h 36"/>
                <a:gd name="T4" fmla="*/ 19 w 19"/>
                <a:gd name="T5" fmla="*/ 26 h 36"/>
                <a:gd name="T6" fmla="*/ 7 w 19"/>
                <a:gd name="T7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7" y="13"/>
                  </a:moveTo>
                  <a:cubicBezTo>
                    <a:pt x="7" y="13"/>
                    <a:pt x="0" y="25"/>
                    <a:pt x="5" y="30"/>
                  </a:cubicBezTo>
                  <a:cubicBezTo>
                    <a:pt x="10" y="36"/>
                    <a:pt x="18" y="34"/>
                    <a:pt x="19" y="26"/>
                  </a:cubicBezTo>
                  <a:cubicBezTo>
                    <a:pt x="19" y="18"/>
                    <a:pt x="11" y="0"/>
                    <a:pt x="7" y="1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3583" y="2740"/>
              <a:ext cx="10" cy="7"/>
            </a:xfrm>
            <a:custGeom>
              <a:avLst/>
              <a:gdLst>
                <a:gd name="T0" fmla="*/ 6 w 27"/>
                <a:gd name="T1" fmla="*/ 7 h 19"/>
                <a:gd name="T2" fmla="*/ 7 w 27"/>
                <a:gd name="T3" fmla="*/ 17 h 19"/>
                <a:gd name="T4" fmla="*/ 20 w 27"/>
                <a:gd name="T5" fmla="*/ 14 h 19"/>
                <a:gd name="T6" fmla="*/ 6 w 27"/>
                <a:gd name="T7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9">
                  <a:moveTo>
                    <a:pt x="6" y="7"/>
                  </a:moveTo>
                  <a:cubicBezTo>
                    <a:pt x="6" y="7"/>
                    <a:pt x="0" y="15"/>
                    <a:pt x="7" y="17"/>
                  </a:cubicBezTo>
                  <a:cubicBezTo>
                    <a:pt x="13" y="19"/>
                    <a:pt x="27" y="19"/>
                    <a:pt x="20" y="14"/>
                  </a:cubicBezTo>
                  <a:cubicBezTo>
                    <a:pt x="13" y="9"/>
                    <a:pt x="9" y="0"/>
                    <a:pt x="6" y="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3548" y="2738"/>
              <a:ext cx="5" cy="11"/>
            </a:xfrm>
            <a:custGeom>
              <a:avLst/>
              <a:gdLst>
                <a:gd name="T0" fmla="*/ 5 w 13"/>
                <a:gd name="T1" fmla="*/ 11 h 31"/>
                <a:gd name="T2" fmla="*/ 5 w 13"/>
                <a:gd name="T3" fmla="*/ 29 h 31"/>
                <a:gd name="T4" fmla="*/ 13 w 13"/>
                <a:gd name="T5" fmla="*/ 20 h 31"/>
                <a:gd name="T6" fmla="*/ 5 w 13"/>
                <a:gd name="T7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1">
                  <a:moveTo>
                    <a:pt x="5" y="11"/>
                  </a:moveTo>
                  <a:cubicBezTo>
                    <a:pt x="5" y="11"/>
                    <a:pt x="0" y="28"/>
                    <a:pt x="5" y="29"/>
                  </a:cubicBezTo>
                  <a:cubicBezTo>
                    <a:pt x="10" y="31"/>
                    <a:pt x="13" y="28"/>
                    <a:pt x="13" y="20"/>
                  </a:cubicBezTo>
                  <a:cubicBezTo>
                    <a:pt x="13" y="12"/>
                    <a:pt x="7" y="0"/>
                    <a:pt x="5" y="1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3537" y="2766"/>
              <a:ext cx="6" cy="9"/>
            </a:xfrm>
            <a:custGeom>
              <a:avLst/>
              <a:gdLst>
                <a:gd name="T0" fmla="*/ 2 w 15"/>
                <a:gd name="T1" fmla="*/ 6 h 24"/>
                <a:gd name="T2" fmla="*/ 7 w 15"/>
                <a:gd name="T3" fmla="*/ 24 h 24"/>
                <a:gd name="T4" fmla="*/ 2 w 15"/>
                <a:gd name="T5" fmla="*/ 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24">
                  <a:moveTo>
                    <a:pt x="2" y="6"/>
                  </a:moveTo>
                  <a:cubicBezTo>
                    <a:pt x="2" y="6"/>
                    <a:pt x="0" y="24"/>
                    <a:pt x="7" y="24"/>
                  </a:cubicBezTo>
                  <a:cubicBezTo>
                    <a:pt x="15" y="23"/>
                    <a:pt x="8" y="0"/>
                    <a:pt x="2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3532" y="2786"/>
              <a:ext cx="33" cy="35"/>
            </a:xfrm>
            <a:custGeom>
              <a:avLst/>
              <a:gdLst>
                <a:gd name="T0" fmla="*/ 68 w 90"/>
                <a:gd name="T1" fmla="*/ 69 h 96"/>
                <a:gd name="T2" fmla="*/ 59 w 90"/>
                <a:gd name="T3" fmla="*/ 87 h 96"/>
                <a:gd name="T4" fmla="*/ 16 w 90"/>
                <a:gd name="T5" fmla="*/ 89 h 96"/>
                <a:gd name="T6" fmla="*/ 25 w 90"/>
                <a:gd name="T7" fmla="*/ 75 h 96"/>
                <a:gd name="T8" fmla="*/ 35 w 90"/>
                <a:gd name="T9" fmla="*/ 51 h 96"/>
                <a:gd name="T10" fmla="*/ 53 w 90"/>
                <a:gd name="T11" fmla="*/ 37 h 96"/>
                <a:gd name="T12" fmla="*/ 68 w 90"/>
                <a:gd name="T13" fmla="*/ 69 h 96"/>
                <a:gd name="T14" fmla="*/ 84 w 90"/>
                <a:gd name="T15" fmla="*/ 8 h 96"/>
                <a:gd name="T16" fmla="*/ 74 w 90"/>
                <a:gd name="T17" fmla="*/ 22 h 96"/>
                <a:gd name="T18" fmla="*/ 86 w 90"/>
                <a:gd name="T19" fmla="*/ 20 h 96"/>
                <a:gd name="T20" fmla="*/ 84 w 90"/>
                <a:gd name="T21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6">
                  <a:moveTo>
                    <a:pt x="68" y="69"/>
                  </a:moveTo>
                  <a:cubicBezTo>
                    <a:pt x="75" y="84"/>
                    <a:pt x="60" y="79"/>
                    <a:pt x="59" y="87"/>
                  </a:cubicBezTo>
                  <a:cubicBezTo>
                    <a:pt x="58" y="96"/>
                    <a:pt x="32" y="91"/>
                    <a:pt x="16" y="89"/>
                  </a:cubicBezTo>
                  <a:cubicBezTo>
                    <a:pt x="0" y="87"/>
                    <a:pt x="17" y="76"/>
                    <a:pt x="25" y="75"/>
                  </a:cubicBezTo>
                  <a:cubicBezTo>
                    <a:pt x="33" y="75"/>
                    <a:pt x="34" y="59"/>
                    <a:pt x="35" y="51"/>
                  </a:cubicBezTo>
                  <a:cubicBezTo>
                    <a:pt x="37" y="43"/>
                    <a:pt x="53" y="37"/>
                    <a:pt x="53" y="37"/>
                  </a:cubicBezTo>
                  <a:cubicBezTo>
                    <a:pt x="59" y="23"/>
                    <a:pt x="61" y="54"/>
                    <a:pt x="68" y="69"/>
                  </a:cubicBezTo>
                  <a:close/>
                  <a:moveTo>
                    <a:pt x="84" y="8"/>
                  </a:moveTo>
                  <a:cubicBezTo>
                    <a:pt x="84" y="8"/>
                    <a:pt x="73" y="17"/>
                    <a:pt x="74" y="22"/>
                  </a:cubicBezTo>
                  <a:cubicBezTo>
                    <a:pt x="75" y="27"/>
                    <a:pt x="83" y="24"/>
                    <a:pt x="86" y="20"/>
                  </a:cubicBezTo>
                  <a:cubicBezTo>
                    <a:pt x="89" y="16"/>
                    <a:pt x="90" y="0"/>
                    <a:pt x="84" y="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3244" y="2579"/>
              <a:ext cx="65" cy="52"/>
            </a:xfrm>
            <a:custGeom>
              <a:avLst/>
              <a:gdLst>
                <a:gd name="T0" fmla="*/ 160 w 178"/>
                <a:gd name="T1" fmla="*/ 123 h 142"/>
                <a:gd name="T2" fmla="*/ 168 w 178"/>
                <a:gd name="T3" fmla="*/ 98 h 142"/>
                <a:gd name="T4" fmla="*/ 169 w 178"/>
                <a:gd name="T5" fmla="*/ 67 h 142"/>
                <a:gd name="T6" fmla="*/ 175 w 178"/>
                <a:gd name="T7" fmla="*/ 42 h 142"/>
                <a:gd name="T8" fmla="*/ 167 w 178"/>
                <a:gd name="T9" fmla="*/ 23 h 142"/>
                <a:gd name="T10" fmla="*/ 152 w 178"/>
                <a:gd name="T11" fmla="*/ 28 h 142"/>
                <a:gd name="T12" fmla="*/ 127 w 178"/>
                <a:gd name="T13" fmla="*/ 15 h 142"/>
                <a:gd name="T14" fmla="*/ 92 w 178"/>
                <a:gd name="T15" fmla="*/ 8 h 142"/>
                <a:gd name="T16" fmla="*/ 77 w 178"/>
                <a:gd name="T17" fmla="*/ 16 h 142"/>
                <a:gd name="T18" fmla="*/ 70 w 178"/>
                <a:gd name="T19" fmla="*/ 32 h 142"/>
                <a:gd name="T20" fmla="*/ 89 w 178"/>
                <a:gd name="T21" fmla="*/ 41 h 142"/>
                <a:gd name="T22" fmla="*/ 108 w 178"/>
                <a:gd name="T23" fmla="*/ 50 h 142"/>
                <a:gd name="T24" fmla="*/ 112 w 178"/>
                <a:gd name="T25" fmla="*/ 74 h 142"/>
                <a:gd name="T26" fmla="*/ 110 w 178"/>
                <a:gd name="T27" fmla="*/ 110 h 142"/>
                <a:gd name="T28" fmla="*/ 77 w 178"/>
                <a:gd name="T29" fmla="*/ 103 h 142"/>
                <a:gd name="T30" fmla="*/ 54 w 178"/>
                <a:gd name="T31" fmla="*/ 86 h 142"/>
                <a:gd name="T32" fmla="*/ 26 w 178"/>
                <a:gd name="T33" fmla="*/ 80 h 142"/>
                <a:gd name="T34" fmla="*/ 20 w 178"/>
                <a:gd name="T35" fmla="*/ 102 h 142"/>
                <a:gd name="T36" fmla="*/ 4 w 178"/>
                <a:gd name="T37" fmla="*/ 116 h 142"/>
                <a:gd name="T38" fmla="*/ 19 w 178"/>
                <a:gd name="T39" fmla="*/ 127 h 142"/>
                <a:gd name="T40" fmla="*/ 44 w 178"/>
                <a:gd name="T41" fmla="*/ 134 h 142"/>
                <a:gd name="T42" fmla="*/ 72 w 178"/>
                <a:gd name="T43" fmla="*/ 129 h 142"/>
                <a:gd name="T44" fmla="*/ 162 w 178"/>
                <a:gd name="T45" fmla="*/ 133 h 142"/>
                <a:gd name="T46" fmla="*/ 160 w 178"/>
                <a:gd name="T47" fmla="*/ 12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8" h="142">
                  <a:moveTo>
                    <a:pt x="160" y="123"/>
                  </a:moveTo>
                  <a:cubicBezTo>
                    <a:pt x="158" y="118"/>
                    <a:pt x="162" y="106"/>
                    <a:pt x="168" y="98"/>
                  </a:cubicBezTo>
                  <a:cubicBezTo>
                    <a:pt x="173" y="90"/>
                    <a:pt x="172" y="74"/>
                    <a:pt x="169" y="67"/>
                  </a:cubicBezTo>
                  <a:cubicBezTo>
                    <a:pt x="167" y="59"/>
                    <a:pt x="169" y="55"/>
                    <a:pt x="175" y="42"/>
                  </a:cubicBezTo>
                  <a:cubicBezTo>
                    <a:pt x="178" y="33"/>
                    <a:pt x="172" y="27"/>
                    <a:pt x="167" y="23"/>
                  </a:cubicBezTo>
                  <a:cubicBezTo>
                    <a:pt x="165" y="28"/>
                    <a:pt x="161" y="30"/>
                    <a:pt x="152" y="28"/>
                  </a:cubicBezTo>
                  <a:cubicBezTo>
                    <a:pt x="140" y="24"/>
                    <a:pt x="135" y="21"/>
                    <a:pt x="127" y="15"/>
                  </a:cubicBezTo>
                  <a:cubicBezTo>
                    <a:pt x="120" y="10"/>
                    <a:pt x="102" y="0"/>
                    <a:pt x="92" y="8"/>
                  </a:cubicBezTo>
                  <a:cubicBezTo>
                    <a:pt x="92" y="8"/>
                    <a:pt x="89" y="14"/>
                    <a:pt x="77" y="16"/>
                  </a:cubicBezTo>
                  <a:cubicBezTo>
                    <a:pt x="64" y="18"/>
                    <a:pt x="64" y="27"/>
                    <a:pt x="70" y="32"/>
                  </a:cubicBezTo>
                  <a:cubicBezTo>
                    <a:pt x="77" y="37"/>
                    <a:pt x="82" y="41"/>
                    <a:pt x="89" y="41"/>
                  </a:cubicBezTo>
                  <a:cubicBezTo>
                    <a:pt x="96" y="41"/>
                    <a:pt x="105" y="45"/>
                    <a:pt x="108" y="50"/>
                  </a:cubicBezTo>
                  <a:cubicBezTo>
                    <a:pt x="111" y="55"/>
                    <a:pt x="113" y="65"/>
                    <a:pt x="112" y="74"/>
                  </a:cubicBezTo>
                  <a:cubicBezTo>
                    <a:pt x="112" y="83"/>
                    <a:pt x="139" y="115"/>
                    <a:pt x="110" y="110"/>
                  </a:cubicBezTo>
                  <a:cubicBezTo>
                    <a:pt x="82" y="105"/>
                    <a:pt x="82" y="113"/>
                    <a:pt x="77" y="103"/>
                  </a:cubicBezTo>
                  <a:cubicBezTo>
                    <a:pt x="72" y="94"/>
                    <a:pt x="67" y="88"/>
                    <a:pt x="54" y="86"/>
                  </a:cubicBezTo>
                  <a:cubicBezTo>
                    <a:pt x="40" y="83"/>
                    <a:pt x="29" y="70"/>
                    <a:pt x="26" y="80"/>
                  </a:cubicBezTo>
                  <a:cubicBezTo>
                    <a:pt x="24" y="89"/>
                    <a:pt x="36" y="101"/>
                    <a:pt x="20" y="102"/>
                  </a:cubicBezTo>
                  <a:cubicBezTo>
                    <a:pt x="4" y="103"/>
                    <a:pt x="0" y="108"/>
                    <a:pt x="4" y="116"/>
                  </a:cubicBezTo>
                  <a:cubicBezTo>
                    <a:pt x="8" y="124"/>
                    <a:pt x="12" y="116"/>
                    <a:pt x="19" y="127"/>
                  </a:cubicBezTo>
                  <a:cubicBezTo>
                    <a:pt x="25" y="138"/>
                    <a:pt x="36" y="142"/>
                    <a:pt x="44" y="134"/>
                  </a:cubicBezTo>
                  <a:cubicBezTo>
                    <a:pt x="52" y="126"/>
                    <a:pt x="56" y="128"/>
                    <a:pt x="72" y="129"/>
                  </a:cubicBezTo>
                  <a:cubicBezTo>
                    <a:pt x="86" y="131"/>
                    <a:pt x="145" y="125"/>
                    <a:pt x="162" y="133"/>
                  </a:cubicBezTo>
                  <a:cubicBezTo>
                    <a:pt x="163" y="129"/>
                    <a:pt x="162" y="126"/>
                    <a:pt x="160" y="12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3302" y="2581"/>
              <a:ext cx="85" cy="58"/>
            </a:xfrm>
            <a:custGeom>
              <a:avLst/>
              <a:gdLst>
                <a:gd name="T0" fmla="*/ 224 w 235"/>
                <a:gd name="T1" fmla="*/ 95 h 159"/>
                <a:gd name="T2" fmla="*/ 222 w 235"/>
                <a:gd name="T3" fmla="*/ 64 h 159"/>
                <a:gd name="T4" fmla="*/ 177 w 235"/>
                <a:gd name="T5" fmla="*/ 44 h 159"/>
                <a:gd name="T6" fmla="*/ 131 w 235"/>
                <a:gd name="T7" fmla="*/ 42 h 159"/>
                <a:gd name="T8" fmla="*/ 108 w 235"/>
                <a:gd name="T9" fmla="*/ 27 h 159"/>
                <a:gd name="T10" fmla="*/ 79 w 235"/>
                <a:gd name="T11" fmla="*/ 10 h 159"/>
                <a:gd name="T12" fmla="*/ 31 w 235"/>
                <a:gd name="T13" fmla="*/ 4 h 159"/>
                <a:gd name="T14" fmla="*/ 10 w 235"/>
                <a:gd name="T15" fmla="*/ 14 h 159"/>
                <a:gd name="T16" fmla="*/ 9 w 235"/>
                <a:gd name="T17" fmla="*/ 18 h 159"/>
                <a:gd name="T18" fmla="*/ 17 w 235"/>
                <a:gd name="T19" fmla="*/ 37 h 159"/>
                <a:gd name="T20" fmla="*/ 11 w 235"/>
                <a:gd name="T21" fmla="*/ 62 h 159"/>
                <a:gd name="T22" fmla="*/ 10 w 235"/>
                <a:gd name="T23" fmla="*/ 93 h 159"/>
                <a:gd name="T24" fmla="*/ 2 w 235"/>
                <a:gd name="T25" fmla="*/ 118 h 159"/>
                <a:gd name="T26" fmla="*/ 4 w 235"/>
                <a:gd name="T27" fmla="*/ 128 h 159"/>
                <a:gd name="T28" fmla="*/ 9 w 235"/>
                <a:gd name="T29" fmla="*/ 133 h 159"/>
                <a:gd name="T30" fmla="*/ 31 w 235"/>
                <a:gd name="T31" fmla="*/ 158 h 159"/>
                <a:gd name="T32" fmla="*/ 45 w 235"/>
                <a:gd name="T33" fmla="*/ 145 h 159"/>
                <a:gd name="T34" fmla="*/ 75 w 235"/>
                <a:gd name="T35" fmla="*/ 117 h 159"/>
                <a:gd name="T36" fmla="*/ 113 w 235"/>
                <a:gd name="T37" fmla="*/ 126 h 159"/>
                <a:gd name="T38" fmla="*/ 147 w 235"/>
                <a:gd name="T39" fmla="*/ 114 h 159"/>
                <a:gd name="T40" fmla="*/ 176 w 235"/>
                <a:gd name="T41" fmla="*/ 111 h 159"/>
                <a:gd name="T42" fmla="*/ 231 w 235"/>
                <a:gd name="T43" fmla="*/ 119 h 159"/>
                <a:gd name="T44" fmla="*/ 224 w 235"/>
                <a:gd name="T45" fmla="*/ 9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5" h="159">
                  <a:moveTo>
                    <a:pt x="224" y="95"/>
                  </a:moveTo>
                  <a:cubicBezTo>
                    <a:pt x="214" y="86"/>
                    <a:pt x="228" y="76"/>
                    <a:pt x="222" y="64"/>
                  </a:cubicBezTo>
                  <a:cubicBezTo>
                    <a:pt x="215" y="52"/>
                    <a:pt x="192" y="43"/>
                    <a:pt x="177" y="44"/>
                  </a:cubicBezTo>
                  <a:cubicBezTo>
                    <a:pt x="163" y="45"/>
                    <a:pt x="139" y="56"/>
                    <a:pt x="131" y="42"/>
                  </a:cubicBezTo>
                  <a:cubicBezTo>
                    <a:pt x="123" y="28"/>
                    <a:pt x="122" y="32"/>
                    <a:pt x="108" y="27"/>
                  </a:cubicBezTo>
                  <a:cubicBezTo>
                    <a:pt x="93" y="22"/>
                    <a:pt x="90" y="19"/>
                    <a:pt x="79" y="10"/>
                  </a:cubicBezTo>
                  <a:cubicBezTo>
                    <a:pt x="68" y="0"/>
                    <a:pt x="48" y="2"/>
                    <a:pt x="31" y="4"/>
                  </a:cubicBezTo>
                  <a:cubicBezTo>
                    <a:pt x="15" y="6"/>
                    <a:pt x="10" y="7"/>
                    <a:pt x="10" y="14"/>
                  </a:cubicBezTo>
                  <a:cubicBezTo>
                    <a:pt x="10" y="16"/>
                    <a:pt x="9" y="17"/>
                    <a:pt x="9" y="18"/>
                  </a:cubicBezTo>
                  <a:cubicBezTo>
                    <a:pt x="14" y="22"/>
                    <a:pt x="20" y="28"/>
                    <a:pt x="17" y="37"/>
                  </a:cubicBezTo>
                  <a:cubicBezTo>
                    <a:pt x="11" y="50"/>
                    <a:pt x="9" y="54"/>
                    <a:pt x="11" y="62"/>
                  </a:cubicBezTo>
                  <a:cubicBezTo>
                    <a:pt x="14" y="69"/>
                    <a:pt x="15" y="85"/>
                    <a:pt x="10" y="93"/>
                  </a:cubicBezTo>
                  <a:cubicBezTo>
                    <a:pt x="4" y="101"/>
                    <a:pt x="0" y="113"/>
                    <a:pt x="2" y="118"/>
                  </a:cubicBezTo>
                  <a:cubicBezTo>
                    <a:pt x="4" y="121"/>
                    <a:pt x="5" y="124"/>
                    <a:pt x="4" y="128"/>
                  </a:cubicBezTo>
                  <a:cubicBezTo>
                    <a:pt x="7" y="129"/>
                    <a:pt x="9" y="131"/>
                    <a:pt x="9" y="133"/>
                  </a:cubicBezTo>
                  <a:cubicBezTo>
                    <a:pt x="11" y="147"/>
                    <a:pt x="22" y="157"/>
                    <a:pt x="31" y="158"/>
                  </a:cubicBezTo>
                  <a:cubicBezTo>
                    <a:pt x="40" y="159"/>
                    <a:pt x="45" y="155"/>
                    <a:pt x="45" y="145"/>
                  </a:cubicBezTo>
                  <a:cubicBezTo>
                    <a:pt x="46" y="135"/>
                    <a:pt x="60" y="108"/>
                    <a:pt x="75" y="117"/>
                  </a:cubicBezTo>
                  <a:cubicBezTo>
                    <a:pt x="90" y="126"/>
                    <a:pt x="103" y="137"/>
                    <a:pt x="113" y="126"/>
                  </a:cubicBezTo>
                  <a:cubicBezTo>
                    <a:pt x="124" y="114"/>
                    <a:pt x="137" y="114"/>
                    <a:pt x="147" y="114"/>
                  </a:cubicBezTo>
                  <a:cubicBezTo>
                    <a:pt x="157" y="114"/>
                    <a:pt x="157" y="109"/>
                    <a:pt x="176" y="111"/>
                  </a:cubicBezTo>
                  <a:cubicBezTo>
                    <a:pt x="194" y="114"/>
                    <a:pt x="227" y="125"/>
                    <a:pt x="231" y="119"/>
                  </a:cubicBezTo>
                  <a:cubicBezTo>
                    <a:pt x="235" y="112"/>
                    <a:pt x="234" y="104"/>
                    <a:pt x="224" y="9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64"/>
            <p:cNvSpPr>
              <a:spLocks/>
            </p:cNvSpPr>
            <p:nvPr/>
          </p:nvSpPr>
          <p:spPr bwMode="auto">
            <a:xfrm>
              <a:off x="2903" y="2621"/>
              <a:ext cx="32" cy="63"/>
            </a:xfrm>
            <a:custGeom>
              <a:avLst/>
              <a:gdLst>
                <a:gd name="T0" fmla="*/ 30 w 87"/>
                <a:gd name="T1" fmla="*/ 170 h 174"/>
                <a:gd name="T2" fmla="*/ 27 w 87"/>
                <a:gd name="T3" fmla="*/ 164 h 174"/>
                <a:gd name="T4" fmla="*/ 37 w 87"/>
                <a:gd name="T5" fmla="*/ 147 h 174"/>
                <a:gd name="T6" fmla="*/ 56 w 87"/>
                <a:gd name="T7" fmla="*/ 126 h 174"/>
                <a:gd name="T8" fmla="*/ 66 w 87"/>
                <a:gd name="T9" fmla="*/ 103 h 174"/>
                <a:gd name="T10" fmla="*/ 68 w 87"/>
                <a:gd name="T11" fmla="*/ 39 h 174"/>
                <a:gd name="T12" fmla="*/ 87 w 87"/>
                <a:gd name="T13" fmla="*/ 26 h 174"/>
                <a:gd name="T14" fmla="*/ 74 w 87"/>
                <a:gd name="T15" fmla="*/ 14 h 174"/>
                <a:gd name="T16" fmla="*/ 63 w 87"/>
                <a:gd name="T17" fmla="*/ 3 h 174"/>
                <a:gd name="T18" fmla="*/ 38 w 87"/>
                <a:gd name="T19" fmla="*/ 21 h 174"/>
                <a:gd name="T20" fmla="*/ 16 w 87"/>
                <a:gd name="T21" fmla="*/ 34 h 174"/>
                <a:gd name="T22" fmla="*/ 1 w 87"/>
                <a:gd name="T23" fmla="*/ 45 h 174"/>
                <a:gd name="T24" fmla="*/ 1 w 87"/>
                <a:gd name="T25" fmla="*/ 45 h 174"/>
                <a:gd name="T26" fmla="*/ 0 w 87"/>
                <a:gd name="T27" fmla="*/ 171 h 174"/>
                <a:gd name="T28" fmla="*/ 30 w 87"/>
                <a:gd name="T29" fmla="*/ 17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174">
                  <a:moveTo>
                    <a:pt x="30" y="170"/>
                  </a:moveTo>
                  <a:cubicBezTo>
                    <a:pt x="28" y="168"/>
                    <a:pt x="27" y="166"/>
                    <a:pt x="27" y="164"/>
                  </a:cubicBezTo>
                  <a:cubicBezTo>
                    <a:pt x="26" y="156"/>
                    <a:pt x="27" y="152"/>
                    <a:pt x="37" y="147"/>
                  </a:cubicBezTo>
                  <a:cubicBezTo>
                    <a:pt x="48" y="141"/>
                    <a:pt x="55" y="138"/>
                    <a:pt x="56" y="126"/>
                  </a:cubicBezTo>
                  <a:cubicBezTo>
                    <a:pt x="58" y="114"/>
                    <a:pt x="68" y="122"/>
                    <a:pt x="66" y="103"/>
                  </a:cubicBezTo>
                  <a:cubicBezTo>
                    <a:pt x="64" y="84"/>
                    <a:pt x="58" y="51"/>
                    <a:pt x="68" y="39"/>
                  </a:cubicBezTo>
                  <a:cubicBezTo>
                    <a:pt x="72" y="33"/>
                    <a:pt x="80" y="30"/>
                    <a:pt x="87" y="26"/>
                  </a:cubicBezTo>
                  <a:cubicBezTo>
                    <a:pt x="80" y="24"/>
                    <a:pt x="74" y="18"/>
                    <a:pt x="74" y="14"/>
                  </a:cubicBezTo>
                  <a:cubicBezTo>
                    <a:pt x="72" y="8"/>
                    <a:pt x="70" y="5"/>
                    <a:pt x="63" y="3"/>
                  </a:cubicBezTo>
                  <a:cubicBezTo>
                    <a:pt x="56" y="0"/>
                    <a:pt x="44" y="0"/>
                    <a:pt x="38" y="21"/>
                  </a:cubicBezTo>
                  <a:cubicBezTo>
                    <a:pt x="32" y="43"/>
                    <a:pt x="27" y="38"/>
                    <a:pt x="16" y="34"/>
                  </a:cubicBezTo>
                  <a:cubicBezTo>
                    <a:pt x="4" y="31"/>
                    <a:pt x="7" y="36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171"/>
                    <a:pt x="16" y="174"/>
                    <a:pt x="30" y="17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65"/>
            <p:cNvSpPr>
              <a:spLocks/>
            </p:cNvSpPr>
            <p:nvPr/>
          </p:nvSpPr>
          <p:spPr bwMode="auto">
            <a:xfrm>
              <a:off x="2831" y="2636"/>
              <a:ext cx="94" cy="98"/>
            </a:xfrm>
            <a:custGeom>
              <a:avLst/>
              <a:gdLst>
                <a:gd name="T0" fmla="*/ 145 w 260"/>
                <a:gd name="T1" fmla="*/ 261 h 268"/>
                <a:gd name="T2" fmla="*/ 160 w 260"/>
                <a:gd name="T3" fmla="*/ 246 h 268"/>
                <a:gd name="T4" fmla="*/ 174 w 260"/>
                <a:gd name="T5" fmla="*/ 229 h 268"/>
                <a:gd name="T6" fmla="*/ 196 w 260"/>
                <a:gd name="T7" fmla="*/ 211 h 268"/>
                <a:gd name="T8" fmla="*/ 213 w 260"/>
                <a:gd name="T9" fmla="*/ 177 h 268"/>
                <a:gd name="T10" fmla="*/ 237 w 260"/>
                <a:gd name="T11" fmla="*/ 162 h 268"/>
                <a:gd name="T12" fmla="*/ 260 w 260"/>
                <a:gd name="T13" fmla="*/ 132 h 268"/>
                <a:gd name="T14" fmla="*/ 246 w 260"/>
                <a:gd name="T15" fmla="*/ 133 h 268"/>
                <a:gd name="T16" fmla="*/ 229 w 260"/>
                <a:gd name="T17" fmla="*/ 128 h 268"/>
                <a:gd name="T18" fmla="*/ 199 w 260"/>
                <a:gd name="T19" fmla="*/ 129 h 268"/>
                <a:gd name="T20" fmla="*/ 200 w 260"/>
                <a:gd name="T21" fmla="*/ 3 h 268"/>
                <a:gd name="T22" fmla="*/ 110 w 260"/>
                <a:gd name="T23" fmla="*/ 2 h 268"/>
                <a:gd name="T24" fmla="*/ 84 w 260"/>
                <a:gd name="T25" fmla="*/ 20 h 268"/>
                <a:gd name="T26" fmla="*/ 70 w 260"/>
                <a:gd name="T27" fmla="*/ 37 h 268"/>
                <a:gd name="T28" fmla="*/ 70 w 260"/>
                <a:gd name="T29" fmla="*/ 53 h 268"/>
                <a:gd name="T30" fmla="*/ 107 w 260"/>
                <a:gd name="T31" fmla="*/ 87 h 268"/>
                <a:gd name="T32" fmla="*/ 118 w 260"/>
                <a:gd name="T33" fmla="*/ 112 h 268"/>
                <a:gd name="T34" fmla="*/ 61 w 260"/>
                <a:gd name="T35" fmla="*/ 117 h 268"/>
                <a:gd name="T36" fmla="*/ 41 w 260"/>
                <a:gd name="T37" fmla="*/ 142 h 268"/>
                <a:gd name="T38" fmla="*/ 11 w 260"/>
                <a:gd name="T39" fmla="*/ 188 h 268"/>
                <a:gd name="T40" fmla="*/ 0 w 260"/>
                <a:gd name="T41" fmla="*/ 221 h 268"/>
                <a:gd name="T42" fmla="*/ 6 w 260"/>
                <a:gd name="T43" fmla="*/ 223 h 268"/>
                <a:gd name="T44" fmla="*/ 34 w 260"/>
                <a:gd name="T45" fmla="*/ 237 h 268"/>
                <a:gd name="T46" fmla="*/ 75 w 260"/>
                <a:gd name="T47" fmla="*/ 256 h 268"/>
                <a:gd name="T48" fmla="*/ 116 w 260"/>
                <a:gd name="T49" fmla="*/ 258 h 268"/>
                <a:gd name="T50" fmla="*/ 132 w 260"/>
                <a:gd name="T51" fmla="*/ 268 h 268"/>
                <a:gd name="T52" fmla="*/ 145 w 260"/>
                <a:gd name="T53" fmla="*/ 261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" h="268">
                  <a:moveTo>
                    <a:pt x="145" y="261"/>
                  </a:moveTo>
                  <a:cubicBezTo>
                    <a:pt x="160" y="261"/>
                    <a:pt x="150" y="247"/>
                    <a:pt x="160" y="246"/>
                  </a:cubicBezTo>
                  <a:cubicBezTo>
                    <a:pt x="171" y="244"/>
                    <a:pt x="171" y="237"/>
                    <a:pt x="174" y="229"/>
                  </a:cubicBezTo>
                  <a:cubicBezTo>
                    <a:pt x="178" y="221"/>
                    <a:pt x="194" y="227"/>
                    <a:pt x="196" y="211"/>
                  </a:cubicBezTo>
                  <a:cubicBezTo>
                    <a:pt x="197" y="196"/>
                    <a:pt x="197" y="181"/>
                    <a:pt x="213" y="177"/>
                  </a:cubicBezTo>
                  <a:cubicBezTo>
                    <a:pt x="230" y="173"/>
                    <a:pt x="229" y="169"/>
                    <a:pt x="237" y="162"/>
                  </a:cubicBezTo>
                  <a:cubicBezTo>
                    <a:pt x="244" y="156"/>
                    <a:pt x="255" y="148"/>
                    <a:pt x="260" y="132"/>
                  </a:cubicBezTo>
                  <a:cubicBezTo>
                    <a:pt x="255" y="133"/>
                    <a:pt x="250" y="133"/>
                    <a:pt x="246" y="133"/>
                  </a:cubicBezTo>
                  <a:cubicBezTo>
                    <a:pt x="240" y="133"/>
                    <a:pt x="233" y="131"/>
                    <a:pt x="229" y="128"/>
                  </a:cubicBezTo>
                  <a:cubicBezTo>
                    <a:pt x="215" y="132"/>
                    <a:pt x="199" y="129"/>
                    <a:pt x="199" y="129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4" y="12"/>
                    <a:pt x="134" y="4"/>
                    <a:pt x="110" y="2"/>
                  </a:cubicBezTo>
                  <a:cubicBezTo>
                    <a:pt x="87" y="0"/>
                    <a:pt x="84" y="10"/>
                    <a:pt x="84" y="20"/>
                  </a:cubicBezTo>
                  <a:cubicBezTo>
                    <a:pt x="84" y="29"/>
                    <a:pt x="95" y="37"/>
                    <a:pt x="70" y="37"/>
                  </a:cubicBezTo>
                  <a:cubicBezTo>
                    <a:pt x="45" y="37"/>
                    <a:pt x="56" y="43"/>
                    <a:pt x="70" y="53"/>
                  </a:cubicBezTo>
                  <a:cubicBezTo>
                    <a:pt x="84" y="62"/>
                    <a:pt x="90" y="74"/>
                    <a:pt x="107" y="87"/>
                  </a:cubicBezTo>
                  <a:cubicBezTo>
                    <a:pt x="123" y="100"/>
                    <a:pt x="118" y="99"/>
                    <a:pt x="118" y="112"/>
                  </a:cubicBezTo>
                  <a:cubicBezTo>
                    <a:pt x="118" y="125"/>
                    <a:pt x="88" y="117"/>
                    <a:pt x="61" y="117"/>
                  </a:cubicBezTo>
                  <a:cubicBezTo>
                    <a:pt x="34" y="117"/>
                    <a:pt x="41" y="131"/>
                    <a:pt x="41" y="142"/>
                  </a:cubicBezTo>
                  <a:cubicBezTo>
                    <a:pt x="41" y="152"/>
                    <a:pt x="21" y="170"/>
                    <a:pt x="11" y="188"/>
                  </a:cubicBezTo>
                  <a:cubicBezTo>
                    <a:pt x="5" y="199"/>
                    <a:pt x="2" y="212"/>
                    <a:pt x="0" y="221"/>
                  </a:cubicBezTo>
                  <a:cubicBezTo>
                    <a:pt x="2" y="222"/>
                    <a:pt x="4" y="222"/>
                    <a:pt x="6" y="223"/>
                  </a:cubicBezTo>
                  <a:cubicBezTo>
                    <a:pt x="18" y="226"/>
                    <a:pt x="17" y="218"/>
                    <a:pt x="34" y="237"/>
                  </a:cubicBezTo>
                  <a:cubicBezTo>
                    <a:pt x="52" y="257"/>
                    <a:pt x="64" y="256"/>
                    <a:pt x="75" y="256"/>
                  </a:cubicBezTo>
                  <a:cubicBezTo>
                    <a:pt x="86" y="256"/>
                    <a:pt x="98" y="252"/>
                    <a:pt x="116" y="258"/>
                  </a:cubicBezTo>
                  <a:cubicBezTo>
                    <a:pt x="123" y="260"/>
                    <a:pt x="128" y="264"/>
                    <a:pt x="132" y="268"/>
                  </a:cubicBezTo>
                  <a:cubicBezTo>
                    <a:pt x="135" y="264"/>
                    <a:pt x="139" y="261"/>
                    <a:pt x="145" y="26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66"/>
            <p:cNvSpPr>
              <a:spLocks/>
            </p:cNvSpPr>
            <p:nvPr/>
          </p:nvSpPr>
          <p:spPr bwMode="auto">
            <a:xfrm>
              <a:off x="2879" y="2716"/>
              <a:ext cx="59" cy="33"/>
            </a:xfrm>
            <a:custGeom>
              <a:avLst/>
              <a:gdLst>
                <a:gd name="T0" fmla="*/ 116 w 163"/>
                <a:gd name="T1" fmla="*/ 38 h 91"/>
                <a:gd name="T2" fmla="*/ 80 w 163"/>
                <a:gd name="T3" fmla="*/ 18 h 91"/>
                <a:gd name="T4" fmla="*/ 60 w 163"/>
                <a:gd name="T5" fmla="*/ 0 h 91"/>
                <a:gd name="T6" fmla="*/ 42 w 163"/>
                <a:gd name="T7" fmla="*/ 9 h 91"/>
                <a:gd name="T8" fmla="*/ 28 w 163"/>
                <a:gd name="T9" fmla="*/ 26 h 91"/>
                <a:gd name="T10" fmla="*/ 13 w 163"/>
                <a:gd name="T11" fmla="*/ 41 h 91"/>
                <a:gd name="T12" fmla="*/ 0 w 163"/>
                <a:gd name="T13" fmla="*/ 48 h 91"/>
                <a:gd name="T14" fmla="*/ 26 w 163"/>
                <a:gd name="T15" fmla="*/ 63 h 91"/>
                <a:gd name="T16" fmla="*/ 75 w 163"/>
                <a:gd name="T17" fmla="*/ 76 h 91"/>
                <a:gd name="T18" fmla="*/ 138 w 163"/>
                <a:gd name="T19" fmla="*/ 87 h 91"/>
                <a:gd name="T20" fmla="*/ 159 w 163"/>
                <a:gd name="T21" fmla="*/ 77 h 91"/>
                <a:gd name="T22" fmla="*/ 163 w 163"/>
                <a:gd name="T23" fmla="*/ 70 h 91"/>
                <a:gd name="T24" fmla="*/ 159 w 163"/>
                <a:gd name="T25" fmla="*/ 45 h 91"/>
                <a:gd name="T26" fmla="*/ 116 w 163"/>
                <a:gd name="T27" fmla="*/ 3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3" h="91">
                  <a:moveTo>
                    <a:pt x="116" y="38"/>
                  </a:moveTo>
                  <a:cubicBezTo>
                    <a:pt x="100" y="37"/>
                    <a:pt x="89" y="23"/>
                    <a:pt x="80" y="18"/>
                  </a:cubicBezTo>
                  <a:cubicBezTo>
                    <a:pt x="74" y="15"/>
                    <a:pt x="66" y="6"/>
                    <a:pt x="60" y="0"/>
                  </a:cubicBezTo>
                  <a:cubicBezTo>
                    <a:pt x="55" y="5"/>
                    <a:pt x="45" y="3"/>
                    <a:pt x="42" y="9"/>
                  </a:cubicBezTo>
                  <a:cubicBezTo>
                    <a:pt x="39" y="17"/>
                    <a:pt x="39" y="24"/>
                    <a:pt x="28" y="26"/>
                  </a:cubicBezTo>
                  <a:cubicBezTo>
                    <a:pt x="18" y="27"/>
                    <a:pt x="28" y="41"/>
                    <a:pt x="13" y="41"/>
                  </a:cubicBezTo>
                  <a:cubicBezTo>
                    <a:pt x="7" y="41"/>
                    <a:pt x="3" y="44"/>
                    <a:pt x="0" y="48"/>
                  </a:cubicBezTo>
                  <a:cubicBezTo>
                    <a:pt x="7" y="53"/>
                    <a:pt x="13" y="59"/>
                    <a:pt x="26" y="63"/>
                  </a:cubicBezTo>
                  <a:cubicBezTo>
                    <a:pt x="49" y="68"/>
                    <a:pt x="60" y="67"/>
                    <a:pt x="75" y="76"/>
                  </a:cubicBezTo>
                  <a:cubicBezTo>
                    <a:pt x="89" y="85"/>
                    <a:pt x="120" y="91"/>
                    <a:pt x="138" y="87"/>
                  </a:cubicBezTo>
                  <a:cubicBezTo>
                    <a:pt x="157" y="84"/>
                    <a:pt x="155" y="82"/>
                    <a:pt x="159" y="77"/>
                  </a:cubicBezTo>
                  <a:cubicBezTo>
                    <a:pt x="161" y="73"/>
                    <a:pt x="161" y="71"/>
                    <a:pt x="163" y="70"/>
                  </a:cubicBezTo>
                  <a:cubicBezTo>
                    <a:pt x="161" y="63"/>
                    <a:pt x="161" y="53"/>
                    <a:pt x="159" y="45"/>
                  </a:cubicBezTo>
                  <a:cubicBezTo>
                    <a:pt x="157" y="36"/>
                    <a:pt x="131" y="38"/>
                    <a:pt x="116" y="3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2901" y="2680"/>
              <a:ext cx="144" cy="72"/>
            </a:xfrm>
            <a:custGeom>
              <a:avLst/>
              <a:gdLst>
                <a:gd name="T0" fmla="*/ 129 w 397"/>
                <a:gd name="T1" fmla="*/ 198 h 200"/>
                <a:gd name="T2" fmla="*/ 148 w 397"/>
                <a:gd name="T3" fmla="*/ 192 h 200"/>
                <a:gd name="T4" fmla="*/ 165 w 397"/>
                <a:gd name="T5" fmla="*/ 171 h 200"/>
                <a:gd name="T6" fmla="*/ 177 w 397"/>
                <a:gd name="T7" fmla="*/ 148 h 200"/>
                <a:gd name="T8" fmla="*/ 197 w 397"/>
                <a:gd name="T9" fmla="*/ 137 h 200"/>
                <a:gd name="T10" fmla="*/ 213 w 397"/>
                <a:gd name="T11" fmla="*/ 136 h 200"/>
                <a:gd name="T12" fmla="*/ 231 w 397"/>
                <a:gd name="T13" fmla="*/ 140 h 200"/>
                <a:gd name="T14" fmla="*/ 249 w 397"/>
                <a:gd name="T15" fmla="*/ 122 h 200"/>
                <a:gd name="T16" fmla="*/ 265 w 397"/>
                <a:gd name="T17" fmla="*/ 100 h 200"/>
                <a:gd name="T18" fmla="*/ 282 w 397"/>
                <a:gd name="T19" fmla="*/ 78 h 200"/>
                <a:gd name="T20" fmla="*/ 298 w 397"/>
                <a:gd name="T21" fmla="*/ 84 h 200"/>
                <a:gd name="T22" fmla="*/ 304 w 397"/>
                <a:gd name="T23" fmla="*/ 96 h 200"/>
                <a:gd name="T24" fmla="*/ 325 w 397"/>
                <a:gd name="T25" fmla="*/ 84 h 200"/>
                <a:gd name="T26" fmla="*/ 351 w 397"/>
                <a:gd name="T27" fmla="*/ 80 h 200"/>
                <a:gd name="T28" fmla="*/ 370 w 397"/>
                <a:gd name="T29" fmla="*/ 72 h 200"/>
                <a:gd name="T30" fmla="*/ 396 w 397"/>
                <a:gd name="T31" fmla="*/ 65 h 200"/>
                <a:gd name="T32" fmla="*/ 395 w 397"/>
                <a:gd name="T33" fmla="*/ 55 h 200"/>
                <a:gd name="T34" fmla="*/ 359 w 397"/>
                <a:gd name="T35" fmla="*/ 36 h 200"/>
                <a:gd name="T36" fmla="*/ 301 w 397"/>
                <a:gd name="T37" fmla="*/ 4 h 200"/>
                <a:gd name="T38" fmla="*/ 259 w 397"/>
                <a:gd name="T39" fmla="*/ 3 h 200"/>
                <a:gd name="T40" fmla="*/ 200 w 397"/>
                <a:gd name="T41" fmla="*/ 6 h 200"/>
                <a:gd name="T42" fmla="*/ 161 w 397"/>
                <a:gd name="T43" fmla="*/ 10 h 200"/>
                <a:gd name="T44" fmla="*/ 119 w 397"/>
                <a:gd name="T45" fmla="*/ 9 h 200"/>
                <a:gd name="T46" fmla="*/ 87 w 397"/>
                <a:gd name="T47" fmla="*/ 7 h 200"/>
                <a:gd name="T48" fmla="*/ 68 w 397"/>
                <a:gd name="T49" fmla="*/ 12 h 200"/>
                <a:gd name="T50" fmla="*/ 45 w 397"/>
                <a:gd name="T51" fmla="*/ 42 h 200"/>
                <a:gd name="T52" fmla="*/ 21 w 397"/>
                <a:gd name="T53" fmla="*/ 57 h 200"/>
                <a:gd name="T54" fmla="*/ 4 w 397"/>
                <a:gd name="T55" fmla="*/ 91 h 200"/>
                <a:gd name="T56" fmla="*/ 0 w 397"/>
                <a:gd name="T57" fmla="*/ 100 h 200"/>
                <a:gd name="T58" fmla="*/ 20 w 397"/>
                <a:gd name="T59" fmla="*/ 118 h 200"/>
                <a:gd name="T60" fmla="*/ 56 w 397"/>
                <a:gd name="T61" fmla="*/ 138 h 200"/>
                <a:gd name="T62" fmla="*/ 99 w 397"/>
                <a:gd name="T63" fmla="*/ 145 h 200"/>
                <a:gd name="T64" fmla="*/ 103 w 397"/>
                <a:gd name="T65" fmla="*/ 170 h 200"/>
                <a:gd name="T66" fmla="*/ 109 w 397"/>
                <a:gd name="T67" fmla="*/ 171 h 200"/>
                <a:gd name="T68" fmla="*/ 121 w 397"/>
                <a:gd name="T69" fmla="*/ 189 h 200"/>
                <a:gd name="T70" fmla="*/ 105 w 397"/>
                <a:gd name="T71" fmla="*/ 199 h 200"/>
                <a:gd name="T72" fmla="*/ 129 w 397"/>
                <a:gd name="T73" fmla="*/ 19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97" h="200">
                  <a:moveTo>
                    <a:pt x="129" y="198"/>
                  </a:moveTo>
                  <a:cubicBezTo>
                    <a:pt x="140" y="198"/>
                    <a:pt x="144" y="200"/>
                    <a:pt x="148" y="192"/>
                  </a:cubicBezTo>
                  <a:cubicBezTo>
                    <a:pt x="153" y="183"/>
                    <a:pt x="165" y="185"/>
                    <a:pt x="165" y="171"/>
                  </a:cubicBezTo>
                  <a:cubicBezTo>
                    <a:pt x="165" y="157"/>
                    <a:pt x="166" y="148"/>
                    <a:pt x="177" y="148"/>
                  </a:cubicBezTo>
                  <a:cubicBezTo>
                    <a:pt x="188" y="148"/>
                    <a:pt x="194" y="141"/>
                    <a:pt x="197" y="137"/>
                  </a:cubicBezTo>
                  <a:cubicBezTo>
                    <a:pt x="200" y="133"/>
                    <a:pt x="209" y="129"/>
                    <a:pt x="213" y="136"/>
                  </a:cubicBezTo>
                  <a:cubicBezTo>
                    <a:pt x="217" y="144"/>
                    <a:pt x="225" y="148"/>
                    <a:pt x="231" y="140"/>
                  </a:cubicBezTo>
                  <a:cubicBezTo>
                    <a:pt x="237" y="133"/>
                    <a:pt x="241" y="124"/>
                    <a:pt x="249" y="122"/>
                  </a:cubicBezTo>
                  <a:cubicBezTo>
                    <a:pt x="257" y="120"/>
                    <a:pt x="262" y="106"/>
                    <a:pt x="265" y="100"/>
                  </a:cubicBezTo>
                  <a:cubicBezTo>
                    <a:pt x="268" y="93"/>
                    <a:pt x="273" y="78"/>
                    <a:pt x="282" y="78"/>
                  </a:cubicBezTo>
                  <a:cubicBezTo>
                    <a:pt x="292" y="78"/>
                    <a:pt x="296" y="75"/>
                    <a:pt x="298" y="84"/>
                  </a:cubicBezTo>
                  <a:cubicBezTo>
                    <a:pt x="300" y="94"/>
                    <a:pt x="296" y="97"/>
                    <a:pt x="304" y="96"/>
                  </a:cubicBezTo>
                  <a:cubicBezTo>
                    <a:pt x="311" y="96"/>
                    <a:pt x="315" y="84"/>
                    <a:pt x="325" y="84"/>
                  </a:cubicBezTo>
                  <a:cubicBezTo>
                    <a:pt x="335" y="84"/>
                    <a:pt x="340" y="86"/>
                    <a:pt x="351" y="80"/>
                  </a:cubicBezTo>
                  <a:cubicBezTo>
                    <a:pt x="362" y="73"/>
                    <a:pt x="362" y="72"/>
                    <a:pt x="370" y="72"/>
                  </a:cubicBezTo>
                  <a:cubicBezTo>
                    <a:pt x="378" y="71"/>
                    <a:pt x="383" y="66"/>
                    <a:pt x="396" y="65"/>
                  </a:cubicBezTo>
                  <a:cubicBezTo>
                    <a:pt x="397" y="62"/>
                    <a:pt x="397" y="60"/>
                    <a:pt x="395" y="55"/>
                  </a:cubicBezTo>
                  <a:cubicBezTo>
                    <a:pt x="391" y="44"/>
                    <a:pt x="374" y="51"/>
                    <a:pt x="359" y="36"/>
                  </a:cubicBezTo>
                  <a:cubicBezTo>
                    <a:pt x="345" y="22"/>
                    <a:pt x="318" y="4"/>
                    <a:pt x="301" y="4"/>
                  </a:cubicBezTo>
                  <a:cubicBezTo>
                    <a:pt x="285" y="4"/>
                    <a:pt x="277" y="0"/>
                    <a:pt x="259" y="3"/>
                  </a:cubicBezTo>
                  <a:cubicBezTo>
                    <a:pt x="241" y="6"/>
                    <a:pt x="223" y="6"/>
                    <a:pt x="200" y="6"/>
                  </a:cubicBezTo>
                  <a:cubicBezTo>
                    <a:pt x="177" y="6"/>
                    <a:pt x="177" y="5"/>
                    <a:pt x="161" y="10"/>
                  </a:cubicBezTo>
                  <a:cubicBezTo>
                    <a:pt x="145" y="16"/>
                    <a:pt x="132" y="13"/>
                    <a:pt x="119" y="9"/>
                  </a:cubicBezTo>
                  <a:cubicBezTo>
                    <a:pt x="106" y="5"/>
                    <a:pt x="98" y="2"/>
                    <a:pt x="87" y="7"/>
                  </a:cubicBezTo>
                  <a:cubicBezTo>
                    <a:pt x="81" y="9"/>
                    <a:pt x="74" y="11"/>
                    <a:pt x="68" y="12"/>
                  </a:cubicBezTo>
                  <a:cubicBezTo>
                    <a:pt x="63" y="28"/>
                    <a:pt x="52" y="36"/>
                    <a:pt x="45" y="42"/>
                  </a:cubicBezTo>
                  <a:cubicBezTo>
                    <a:pt x="37" y="49"/>
                    <a:pt x="38" y="53"/>
                    <a:pt x="21" y="57"/>
                  </a:cubicBezTo>
                  <a:cubicBezTo>
                    <a:pt x="5" y="61"/>
                    <a:pt x="5" y="76"/>
                    <a:pt x="4" y="91"/>
                  </a:cubicBezTo>
                  <a:cubicBezTo>
                    <a:pt x="3" y="95"/>
                    <a:pt x="2" y="98"/>
                    <a:pt x="0" y="100"/>
                  </a:cubicBezTo>
                  <a:cubicBezTo>
                    <a:pt x="6" y="106"/>
                    <a:pt x="14" y="115"/>
                    <a:pt x="20" y="118"/>
                  </a:cubicBezTo>
                  <a:cubicBezTo>
                    <a:pt x="29" y="123"/>
                    <a:pt x="40" y="137"/>
                    <a:pt x="56" y="138"/>
                  </a:cubicBezTo>
                  <a:cubicBezTo>
                    <a:pt x="71" y="138"/>
                    <a:pt x="97" y="136"/>
                    <a:pt x="99" y="145"/>
                  </a:cubicBezTo>
                  <a:cubicBezTo>
                    <a:pt x="101" y="153"/>
                    <a:pt x="101" y="163"/>
                    <a:pt x="103" y="170"/>
                  </a:cubicBezTo>
                  <a:cubicBezTo>
                    <a:pt x="105" y="170"/>
                    <a:pt x="106" y="170"/>
                    <a:pt x="109" y="171"/>
                  </a:cubicBezTo>
                  <a:cubicBezTo>
                    <a:pt x="117" y="172"/>
                    <a:pt x="133" y="188"/>
                    <a:pt x="121" y="189"/>
                  </a:cubicBezTo>
                  <a:cubicBezTo>
                    <a:pt x="112" y="190"/>
                    <a:pt x="106" y="194"/>
                    <a:pt x="105" y="199"/>
                  </a:cubicBezTo>
                  <a:cubicBezTo>
                    <a:pt x="112" y="198"/>
                    <a:pt x="122" y="197"/>
                    <a:pt x="129" y="19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2939" y="2703"/>
              <a:ext cx="105" cy="103"/>
            </a:xfrm>
            <a:custGeom>
              <a:avLst/>
              <a:gdLst>
                <a:gd name="T0" fmla="*/ 135 w 291"/>
                <a:gd name="T1" fmla="*/ 253 h 283"/>
                <a:gd name="T2" fmla="*/ 162 w 291"/>
                <a:gd name="T3" fmla="*/ 259 h 283"/>
                <a:gd name="T4" fmla="*/ 209 w 291"/>
                <a:gd name="T5" fmla="*/ 263 h 283"/>
                <a:gd name="T6" fmla="*/ 229 w 291"/>
                <a:gd name="T7" fmla="*/ 280 h 283"/>
                <a:gd name="T8" fmla="*/ 246 w 291"/>
                <a:gd name="T9" fmla="*/ 273 h 283"/>
                <a:gd name="T10" fmla="*/ 257 w 291"/>
                <a:gd name="T11" fmla="*/ 264 h 283"/>
                <a:gd name="T12" fmla="*/ 255 w 291"/>
                <a:gd name="T13" fmla="*/ 252 h 283"/>
                <a:gd name="T14" fmla="*/ 253 w 291"/>
                <a:gd name="T15" fmla="*/ 234 h 283"/>
                <a:gd name="T16" fmla="*/ 258 w 291"/>
                <a:gd name="T17" fmla="*/ 209 h 283"/>
                <a:gd name="T18" fmla="*/ 262 w 291"/>
                <a:gd name="T19" fmla="*/ 177 h 283"/>
                <a:gd name="T20" fmla="*/ 275 w 291"/>
                <a:gd name="T21" fmla="*/ 141 h 283"/>
                <a:gd name="T22" fmla="*/ 267 w 291"/>
                <a:gd name="T23" fmla="*/ 104 h 283"/>
                <a:gd name="T24" fmla="*/ 276 w 291"/>
                <a:gd name="T25" fmla="*/ 74 h 283"/>
                <a:gd name="T26" fmla="*/ 288 w 291"/>
                <a:gd name="T27" fmla="*/ 45 h 283"/>
                <a:gd name="T28" fmla="*/ 282 w 291"/>
                <a:gd name="T29" fmla="*/ 15 h 283"/>
                <a:gd name="T30" fmla="*/ 291 w 291"/>
                <a:gd name="T31" fmla="*/ 0 h 283"/>
                <a:gd name="T32" fmla="*/ 265 w 291"/>
                <a:gd name="T33" fmla="*/ 7 h 283"/>
                <a:gd name="T34" fmla="*/ 246 w 291"/>
                <a:gd name="T35" fmla="*/ 15 h 283"/>
                <a:gd name="T36" fmla="*/ 220 w 291"/>
                <a:gd name="T37" fmla="*/ 19 h 283"/>
                <a:gd name="T38" fmla="*/ 199 w 291"/>
                <a:gd name="T39" fmla="*/ 31 h 283"/>
                <a:gd name="T40" fmla="*/ 193 w 291"/>
                <a:gd name="T41" fmla="*/ 19 h 283"/>
                <a:gd name="T42" fmla="*/ 177 w 291"/>
                <a:gd name="T43" fmla="*/ 13 h 283"/>
                <a:gd name="T44" fmla="*/ 160 w 291"/>
                <a:gd name="T45" fmla="*/ 35 h 283"/>
                <a:gd name="T46" fmla="*/ 144 w 291"/>
                <a:gd name="T47" fmla="*/ 57 h 283"/>
                <a:gd name="T48" fmla="*/ 126 w 291"/>
                <a:gd name="T49" fmla="*/ 75 h 283"/>
                <a:gd name="T50" fmla="*/ 108 w 291"/>
                <a:gd name="T51" fmla="*/ 71 h 283"/>
                <a:gd name="T52" fmla="*/ 92 w 291"/>
                <a:gd name="T53" fmla="*/ 72 h 283"/>
                <a:gd name="T54" fmla="*/ 72 w 291"/>
                <a:gd name="T55" fmla="*/ 83 h 283"/>
                <a:gd name="T56" fmla="*/ 60 w 291"/>
                <a:gd name="T57" fmla="*/ 106 h 283"/>
                <a:gd name="T58" fmla="*/ 43 w 291"/>
                <a:gd name="T59" fmla="*/ 127 h 283"/>
                <a:gd name="T60" fmla="*/ 24 w 291"/>
                <a:gd name="T61" fmla="*/ 133 h 283"/>
                <a:gd name="T62" fmla="*/ 0 w 291"/>
                <a:gd name="T63" fmla="*/ 134 h 283"/>
                <a:gd name="T64" fmla="*/ 5 w 291"/>
                <a:gd name="T65" fmla="*/ 142 h 283"/>
                <a:gd name="T66" fmla="*/ 22 w 291"/>
                <a:gd name="T67" fmla="*/ 162 h 283"/>
                <a:gd name="T68" fmla="*/ 50 w 291"/>
                <a:gd name="T69" fmla="*/ 180 h 283"/>
                <a:gd name="T70" fmla="*/ 80 w 291"/>
                <a:gd name="T71" fmla="*/ 214 h 283"/>
                <a:gd name="T72" fmla="*/ 119 w 291"/>
                <a:gd name="T73" fmla="*/ 248 h 283"/>
                <a:gd name="T74" fmla="*/ 119 w 291"/>
                <a:gd name="T75" fmla="*/ 248 h 283"/>
                <a:gd name="T76" fmla="*/ 135 w 291"/>
                <a:gd name="T77" fmla="*/ 25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1" h="283">
                  <a:moveTo>
                    <a:pt x="135" y="253"/>
                  </a:moveTo>
                  <a:cubicBezTo>
                    <a:pt x="149" y="265"/>
                    <a:pt x="152" y="259"/>
                    <a:pt x="162" y="259"/>
                  </a:cubicBezTo>
                  <a:cubicBezTo>
                    <a:pt x="172" y="259"/>
                    <a:pt x="203" y="253"/>
                    <a:pt x="209" y="263"/>
                  </a:cubicBezTo>
                  <a:cubicBezTo>
                    <a:pt x="215" y="272"/>
                    <a:pt x="214" y="277"/>
                    <a:pt x="229" y="280"/>
                  </a:cubicBezTo>
                  <a:cubicBezTo>
                    <a:pt x="245" y="283"/>
                    <a:pt x="243" y="281"/>
                    <a:pt x="246" y="273"/>
                  </a:cubicBezTo>
                  <a:cubicBezTo>
                    <a:pt x="248" y="269"/>
                    <a:pt x="252" y="266"/>
                    <a:pt x="257" y="264"/>
                  </a:cubicBezTo>
                  <a:cubicBezTo>
                    <a:pt x="257" y="260"/>
                    <a:pt x="258" y="256"/>
                    <a:pt x="255" y="252"/>
                  </a:cubicBezTo>
                  <a:cubicBezTo>
                    <a:pt x="251" y="244"/>
                    <a:pt x="247" y="242"/>
                    <a:pt x="253" y="234"/>
                  </a:cubicBezTo>
                  <a:cubicBezTo>
                    <a:pt x="258" y="225"/>
                    <a:pt x="262" y="221"/>
                    <a:pt x="258" y="209"/>
                  </a:cubicBezTo>
                  <a:cubicBezTo>
                    <a:pt x="253" y="196"/>
                    <a:pt x="256" y="185"/>
                    <a:pt x="262" y="177"/>
                  </a:cubicBezTo>
                  <a:cubicBezTo>
                    <a:pt x="269" y="169"/>
                    <a:pt x="280" y="157"/>
                    <a:pt x="275" y="141"/>
                  </a:cubicBezTo>
                  <a:cubicBezTo>
                    <a:pt x="271" y="126"/>
                    <a:pt x="260" y="114"/>
                    <a:pt x="267" y="104"/>
                  </a:cubicBezTo>
                  <a:cubicBezTo>
                    <a:pt x="274" y="94"/>
                    <a:pt x="274" y="85"/>
                    <a:pt x="276" y="74"/>
                  </a:cubicBezTo>
                  <a:cubicBezTo>
                    <a:pt x="278" y="63"/>
                    <a:pt x="289" y="62"/>
                    <a:pt x="288" y="45"/>
                  </a:cubicBezTo>
                  <a:cubicBezTo>
                    <a:pt x="288" y="29"/>
                    <a:pt x="277" y="27"/>
                    <a:pt x="282" y="15"/>
                  </a:cubicBezTo>
                  <a:cubicBezTo>
                    <a:pt x="285" y="7"/>
                    <a:pt x="289" y="4"/>
                    <a:pt x="291" y="0"/>
                  </a:cubicBezTo>
                  <a:cubicBezTo>
                    <a:pt x="278" y="1"/>
                    <a:pt x="273" y="6"/>
                    <a:pt x="265" y="7"/>
                  </a:cubicBezTo>
                  <a:cubicBezTo>
                    <a:pt x="257" y="7"/>
                    <a:pt x="257" y="8"/>
                    <a:pt x="246" y="15"/>
                  </a:cubicBezTo>
                  <a:cubicBezTo>
                    <a:pt x="235" y="21"/>
                    <a:pt x="230" y="19"/>
                    <a:pt x="220" y="19"/>
                  </a:cubicBezTo>
                  <a:cubicBezTo>
                    <a:pt x="210" y="19"/>
                    <a:pt x="206" y="31"/>
                    <a:pt x="199" y="31"/>
                  </a:cubicBezTo>
                  <a:cubicBezTo>
                    <a:pt x="191" y="32"/>
                    <a:pt x="195" y="29"/>
                    <a:pt x="193" y="19"/>
                  </a:cubicBezTo>
                  <a:cubicBezTo>
                    <a:pt x="191" y="10"/>
                    <a:pt x="187" y="13"/>
                    <a:pt x="177" y="13"/>
                  </a:cubicBezTo>
                  <a:cubicBezTo>
                    <a:pt x="168" y="13"/>
                    <a:pt x="163" y="28"/>
                    <a:pt x="160" y="35"/>
                  </a:cubicBezTo>
                  <a:cubicBezTo>
                    <a:pt x="157" y="41"/>
                    <a:pt x="152" y="55"/>
                    <a:pt x="144" y="57"/>
                  </a:cubicBezTo>
                  <a:cubicBezTo>
                    <a:pt x="136" y="59"/>
                    <a:pt x="132" y="68"/>
                    <a:pt x="126" y="75"/>
                  </a:cubicBezTo>
                  <a:cubicBezTo>
                    <a:pt x="120" y="83"/>
                    <a:pt x="112" y="79"/>
                    <a:pt x="108" y="71"/>
                  </a:cubicBezTo>
                  <a:cubicBezTo>
                    <a:pt x="104" y="64"/>
                    <a:pt x="95" y="68"/>
                    <a:pt x="92" y="72"/>
                  </a:cubicBezTo>
                  <a:cubicBezTo>
                    <a:pt x="89" y="76"/>
                    <a:pt x="83" y="83"/>
                    <a:pt x="72" y="83"/>
                  </a:cubicBezTo>
                  <a:cubicBezTo>
                    <a:pt x="61" y="83"/>
                    <a:pt x="60" y="92"/>
                    <a:pt x="60" y="106"/>
                  </a:cubicBezTo>
                  <a:cubicBezTo>
                    <a:pt x="60" y="120"/>
                    <a:pt x="48" y="118"/>
                    <a:pt x="43" y="127"/>
                  </a:cubicBezTo>
                  <a:cubicBezTo>
                    <a:pt x="39" y="135"/>
                    <a:pt x="35" y="133"/>
                    <a:pt x="24" y="133"/>
                  </a:cubicBezTo>
                  <a:cubicBezTo>
                    <a:pt x="17" y="132"/>
                    <a:pt x="7" y="133"/>
                    <a:pt x="0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15" y="150"/>
                    <a:pt x="8" y="159"/>
                    <a:pt x="22" y="162"/>
                  </a:cubicBezTo>
                  <a:cubicBezTo>
                    <a:pt x="37" y="164"/>
                    <a:pt x="44" y="167"/>
                    <a:pt x="50" y="180"/>
                  </a:cubicBezTo>
                  <a:cubicBezTo>
                    <a:pt x="56" y="192"/>
                    <a:pt x="68" y="206"/>
                    <a:pt x="80" y="214"/>
                  </a:cubicBezTo>
                  <a:cubicBezTo>
                    <a:pt x="91" y="222"/>
                    <a:pt x="117" y="239"/>
                    <a:pt x="119" y="248"/>
                  </a:cubicBezTo>
                  <a:cubicBezTo>
                    <a:pt x="119" y="248"/>
                    <a:pt x="119" y="248"/>
                    <a:pt x="119" y="248"/>
                  </a:cubicBezTo>
                  <a:cubicBezTo>
                    <a:pt x="124" y="247"/>
                    <a:pt x="129" y="248"/>
                    <a:pt x="135" y="25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2979" y="2793"/>
              <a:ext cx="76" cy="71"/>
            </a:xfrm>
            <a:custGeom>
              <a:avLst/>
              <a:gdLst>
                <a:gd name="T0" fmla="*/ 198 w 211"/>
                <a:gd name="T1" fmla="*/ 172 h 195"/>
                <a:gd name="T2" fmla="*/ 203 w 211"/>
                <a:gd name="T3" fmla="*/ 157 h 195"/>
                <a:gd name="T4" fmla="*/ 199 w 211"/>
                <a:gd name="T5" fmla="*/ 145 h 195"/>
                <a:gd name="T6" fmla="*/ 192 w 211"/>
                <a:gd name="T7" fmla="*/ 128 h 195"/>
                <a:gd name="T8" fmla="*/ 199 w 211"/>
                <a:gd name="T9" fmla="*/ 106 h 195"/>
                <a:gd name="T10" fmla="*/ 208 w 211"/>
                <a:gd name="T11" fmla="*/ 90 h 195"/>
                <a:gd name="T12" fmla="*/ 172 w 211"/>
                <a:gd name="T13" fmla="*/ 59 h 195"/>
                <a:gd name="T14" fmla="*/ 158 w 211"/>
                <a:gd name="T15" fmla="*/ 33 h 195"/>
                <a:gd name="T16" fmla="*/ 147 w 211"/>
                <a:gd name="T17" fmla="*/ 17 h 195"/>
                <a:gd name="T18" fmla="*/ 136 w 211"/>
                <a:gd name="T19" fmla="*/ 26 h 195"/>
                <a:gd name="T20" fmla="*/ 119 w 211"/>
                <a:gd name="T21" fmla="*/ 33 h 195"/>
                <a:gd name="T22" fmla="*/ 99 w 211"/>
                <a:gd name="T23" fmla="*/ 16 h 195"/>
                <a:gd name="T24" fmla="*/ 52 w 211"/>
                <a:gd name="T25" fmla="*/ 12 h 195"/>
                <a:gd name="T26" fmla="*/ 25 w 211"/>
                <a:gd name="T27" fmla="*/ 6 h 195"/>
                <a:gd name="T28" fmla="*/ 9 w 211"/>
                <a:gd name="T29" fmla="*/ 1 h 195"/>
                <a:gd name="T30" fmla="*/ 11 w 211"/>
                <a:gd name="T31" fmla="*/ 27 h 195"/>
                <a:gd name="T32" fmla="*/ 9 w 211"/>
                <a:gd name="T33" fmla="*/ 44 h 195"/>
                <a:gd name="T34" fmla="*/ 10 w 211"/>
                <a:gd name="T35" fmla="*/ 72 h 195"/>
                <a:gd name="T36" fmla="*/ 37 w 211"/>
                <a:gd name="T37" fmla="*/ 91 h 195"/>
                <a:gd name="T38" fmla="*/ 64 w 211"/>
                <a:gd name="T39" fmla="*/ 98 h 195"/>
                <a:gd name="T40" fmla="*/ 81 w 211"/>
                <a:gd name="T41" fmla="*/ 90 h 195"/>
                <a:gd name="T42" fmla="*/ 99 w 211"/>
                <a:gd name="T43" fmla="*/ 110 h 195"/>
                <a:gd name="T44" fmla="*/ 141 w 211"/>
                <a:gd name="T45" fmla="*/ 127 h 195"/>
                <a:gd name="T46" fmla="*/ 151 w 211"/>
                <a:gd name="T47" fmla="*/ 150 h 195"/>
                <a:gd name="T48" fmla="*/ 154 w 211"/>
                <a:gd name="T49" fmla="*/ 177 h 195"/>
                <a:gd name="T50" fmla="*/ 195 w 211"/>
                <a:gd name="T51" fmla="*/ 191 h 195"/>
                <a:gd name="T52" fmla="*/ 198 w 211"/>
                <a:gd name="T53" fmla="*/ 172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1" h="195">
                  <a:moveTo>
                    <a:pt x="198" y="172"/>
                  </a:moveTo>
                  <a:cubicBezTo>
                    <a:pt x="198" y="167"/>
                    <a:pt x="199" y="162"/>
                    <a:pt x="203" y="157"/>
                  </a:cubicBezTo>
                  <a:cubicBezTo>
                    <a:pt x="207" y="152"/>
                    <a:pt x="211" y="146"/>
                    <a:pt x="199" y="145"/>
                  </a:cubicBezTo>
                  <a:cubicBezTo>
                    <a:pt x="188" y="144"/>
                    <a:pt x="193" y="133"/>
                    <a:pt x="192" y="128"/>
                  </a:cubicBezTo>
                  <a:cubicBezTo>
                    <a:pt x="191" y="122"/>
                    <a:pt x="192" y="112"/>
                    <a:pt x="199" y="106"/>
                  </a:cubicBezTo>
                  <a:cubicBezTo>
                    <a:pt x="202" y="102"/>
                    <a:pt x="205" y="96"/>
                    <a:pt x="208" y="90"/>
                  </a:cubicBezTo>
                  <a:cubicBezTo>
                    <a:pt x="198" y="88"/>
                    <a:pt x="185" y="69"/>
                    <a:pt x="172" y="59"/>
                  </a:cubicBezTo>
                  <a:cubicBezTo>
                    <a:pt x="160" y="49"/>
                    <a:pt x="173" y="46"/>
                    <a:pt x="158" y="33"/>
                  </a:cubicBezTo>
                  <a:cubicBezTo>
                    <a:pt x="150" y="27"/>
                    <a:pt x="148" y="22"/>
                    <a:pt x="147" y="17"/>
                  </a:cubicBezTo>
                  <a:cubicBezTo>
                    <a:pt x="142" y="19"/>
                    <a:pt x="138" y="22"/>
                    <a:pt x="136" y="26"/>
                  </a:cubicBezTo>
                  <a:cubicBezTo>
                    <a:pt x="133" y="34"/>
                    <a:pt x="135" y="36"/>
                    <a:pt x="119" y="33"/>
                  </a:cubicBezTo>
                  <a:cubicBezTo>
                    <a:pt x="104" y="30"/>
                    <a:pt x="105" y="25"/>
                    <a:pt x="99" y="16"/>
                  </a:cubicBezTo>
                  <a:cubicBezTo>
                    <a:pt x="93" y="6"/>
                    <a:pt x="62" y="12"/>
                    <a:pt x="52" y="12"/>
                  </a:cubicBezTo>
                  <a:cubicBezTo>
                    <a:pt x="42" y="12"/>
                    <a:pt x="39" y="18"/>
                    <a:pt x="25" y="6"/>
                  </a:cubicBezTo>
                  <a:cubicBezTo>
                    <a:pt x="19" y="1"/>
                    <a:pt x="14" y="0"/>
                    <a:pt x="9" y="1"/>
                  </a:cubicBezTo>
                  <a:cubicBezTo>
                    <a:pt x="10" y="9"/>
                    <a:pt x="5" y="20"/>
                    <a:pt x="11" y="27"/>
                  </a:cubicBezTo>
                  <a:cubicBezTo>
                    <a:pt x="18" y="34"/>
                    <a:pt x="16" y="40"/>
                    <a:pt x="9" y="44"/>
                  </a:cubicBezTo>
                  <a:cubicBezTo>
                    <a:pt x="1" y="48"/>
                    <a:pt x="0" y="62"/>
                    <a:pt x="10" y="72"/>
                  </a:cubicBezTo>
                  <a:cubicBezTo>
                    <a:pt x="20" y="82"/>
                    <a:pt x="32" y="81"/>
                    <a:pt x="37" y="91"/>
                  </a:cubicBezTo>
                  <a:cubicBezTo>
                    <a:pt x="42" y="102"/>
                    <a:pt x="59" y="108"/>
                    <a:pt x="64" y="98"/>
                  </a:cubicBezTo>
                  <a:cubicBezTo>
                    <a:pt x="69" y="89"/>
                    <a:pt x="80" y="73"/>
                    <a:pt x="81" y="90"/>
                  </a:cubicBezTo>
                  <a:cubicBezTo>
                    <a:pt x="82" y="108"/>
                    <a:pt x="87" y="108"/>
                    <a:pt x="99" y="110"/>
                  </a:cubicBezTo>
                  <a:cubicBezTo>
                    <a:pt x="112" y="112"/>
                    <a:pt x="135" y="118"/>
                    <a:pt x="141" y="127"/>
                  </a:cubicBezTo>
                  <a:cubicBezTo>
                    <a:pt x="146" y="137"/>
                    <a:pt x="154" y="139"/>
                    <a:pt x="151" y="150"/>
                  </a:cubicBezTo>
                  <a:cubicBezTo>
                    <a:pt x="148" y="161"/>
                    <a:pt x="140" y="170"/>
                    <a:pt x="154" y="177"/>
                  </a:cubicBezTo>
                  <a:cubicBezTo>
                    <a:pt x="168" y="183"/>
                    <a:pt x="181" y="195"/>
                    <a:pt x="195" y="191"/>
                  </a:cubicBezTo>
                  <a:cubicBezTo>
                    <a:pt x="195" y="182"/>
                    <a:pt x="198" y="176"/>
                    <a:pt x="198" y="17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70"/>
            <p:cNvSpPr>
              <a:spLocks noEditPoints="1"/>
            </p:cNvSpPr>
            <p:nvPr/>
          </p:nvSpPr>
          <p:spPr bwMode="auto">
            <a:xfrm>
              <a:off x="3047" y="2826"/>
              <a:ext cx="134" cy="60"/>
            </a:xfrm>
            <a:custGeom>
              <a:avLst/>
              <a:gdLst>
                <a:gd name="T0" fmla="*/ 210 w 370"/>
                <a:gd name="T1" fmla="*/ 69 h 166"/>
                <a:gd name="T2" fmla="*/ 182 w 370"/>
                <a:gd name="T3" fmla="*/ 92 h 166"/>
                <a:gd name="T4" fmla="*/ 166 w 370"/>
                <a:gd name="T5" fmla="*/ 108 h 166"/>
                <a:gd name="T6" fmla="*/ 188 w 370"/>
                <a:gd name="T7" fmla="*/ 131 h 166"/>
                <a:gd name="T8" fmla="*/ 193 w 370"/>
                <a:gd name="T9" fmla="*/ 149 h 166"/>
                <a:gd name="T10" fmla="*/ 172 w 370"/>
                <a:gd name="T11" fmla="*/ 157 h 166"/>
                <a:gd name="T12" fmla="*/ 153 w 370"/>
                <a:gd name="T13" fmla="*/ 163 h 166"/>
                <a:gd name="T14" fmla="*/ 134 w 370"/>
                <a:gd name="T15" fmla="*/ 153 h 166"/>
                <a:gd name="T16" fmla="*/ 124 w 370"/>
                <a:gd name="T17" fmla="*/ 136 h 166"/>
                <a:gd name="T18" fmla="*/ 101 w 370"/>
                <a:gd name="T19" fmla="*/ 131 h 166"/>
                <a:gd name="T20" fmla="*/ 77 w 370"/>
                <a:gd name="T21" fmla="*/ 112 h 166"/>
                <a:gd name="T22" fmla="*/ 43 w 370"/>
                <a:gd name="T23" fmla="*/ 98 h 166"/>
                <a:gd name="T24" fmla="*/ 7 w 370"/>
                <a:gd name="T25" fmla="*/ 101 h 166"/>
                <a:gd name="T26" fmla="*/ 7 w 370"/>
                <a:gd name="T27" fmla="*/ 101 h 166"/>
                <a:gd name="T28" fmla="*/ 10 w 370"/>
                <a:gd name="T29" fmla="*/ 82 h 166"/>
                <a:gd name="T30" fmla="*/ 15 w 370"/>
                <a:gd name="T31" fmla="*/ 67 h 166"/>
                <a:gd name="T32" fmla="*/ 11 w 370"/>
                <a:gd name="T33" fmla="*/ 55 h 166"/>
                <a:gd name="T34" fmla="*/ 4 w 370"/>
                <a:gd name="T35" fmla="*/ 38 h 166"/>
                <a:gd name="T36" fmla="*/ 11 w 370"/>
                <a:gd name="T37" fmla="*/ 16 h 166"/>
                <a:gd name="T38" fmla="*/ 20 w 370"/>
                <a:gd name="T39" fmla="*/ 0 h 166"/>
                <a:gd name="T40" fmla="*/ 20 w 370"/>
                <a:gd name="T41" fmla="*/ 0 h 166"/>
                <a:gd name="T42" fmla="*/ 38 w 370"/>
                <a:gd name="T43" fmla="*/ 20 h 166"/>
                <a:gd name="T44" fmla="*/ 68 w 370"/>
                <a:gd name="T45" fmla="*/ 34 h 166"/>
                <a:gd name="T46" fmla="*/ 95 w 370"/>
                <a:gd name="T47" fmla="*/ 58 h 166"/>
                <a:gd name="T48" fmla="*/ 148 w 370"/>
                <a:gd name="T49" fmla="*/ 55 h 166"/>
                <a:gd name="T50" fmla="*/ 181 w 370"/>
                <a:gd name="T51" fmla="*/ 34 h 166"/>
                <a:gd name="T52" fmla="*/ 204 w 370"/>
                <a:gd name="T53" fmla="*/ 50 h 166"/>
                <a:gd name="T54" fmla="*/ 210 w 370"/>
                <a:gd name="T55" fmla="*/ 69 h 166"/>
                <a:gd name="T56" fmla="*/ 333 w 370"/>
                <a:gd name="T57" fmla="*/ 159 h 166"/>
                <a:gd name="T58" fmla="*/ 335 w 370"/>
                <a:gd name="T59" fmla="*/ 134 h 166"/>
                <a:gd name="T60" fmla="*/ 346 w 370"/>
                <a:gd name="T61" fmla="*/ 142 h 166"/>
                <a:gd name="T62" fmla="*/ 364 w 370"/>
                <a:gd name="T63" fmla="*/ 132 h 166"/>
                <a:gd name="T64" fmla="*/ 369 w 370"/>
                <a:gd name="T65" fmla="*/ 115 h 166"/>
                <a:gd name="T66" fmla="*/ 362 w 370"/>
                <a:gd name="T67" fmla="*/ 103 h 166"/>
                <a:gd name="T68" fmla="*/ 356 w 370"/>
                <a:gd name="T69" fmla="*/ 90 h 166"/>
                <a:gd name="T70" fmla="*/ 357 w 370"/>
                <a:gd name="T71" fmla="*/ 76 h 166"/>
                <a:gd name="T72" fmla="*/ 360 w 370"/>
                <a:gd name="T73" fmla="*/ 65 h 166"/>
                <a:gd name="T74" fmla="*/ 330 w 370"/>
                <a:gd name="T75" fmla="*/ 39 h 166"/>
                <a:gd name="T76" fmla="*/ 282 w 370"/>
                <a:gd name="T77" fmla="*/ 21 h 166"/>
                <a:gd name="T78" fmla="*/ 228 w 370"/>
                <a:gd name="T79" fmla="*/ 12 h 166"/>
                <a:gd name="T80" fmla="*/ 215 w 370"/>
                <a:gd name="T81" fmla="*/ 19 h 166"/>
                <a:gd name="T82" fmla="*/ 203 w 370"/>
                <a:gd name="T83" fmla="*/ 30 h 166"/>
                <a:gd name="T84" fmla="*/ 213 w 370"/>
                <a:gd name="T85" fmla="*/ 47 h 166"/>
                <a:gd name="T86" fmla="*/ 221 w 370"/>
                <a:gd name="T87" fmla="*/ 69 h 166"/>
                <a:gd name="T88" fmla="*/ 242 w 370"/>
                <a:gd name="T89" fmla="*/ 78 h 166"/>
                <a:gd name="T90" fmla="*/ 261 w 370"/>
                <a:gd name="T91" fmla="*/ 70 h 166"/>
                <a:gd name="T92" fmla="*/ 277 w 370"/>
                <a:gd name="T93" fmla="*/ 72 h 166"/>
                <a:gd name="T94" fmla="*/ 308 w 370"/>
                <a:gd name="T95" fmla="*/ 74 h 166"/>
                <a:gd name="T96" fmla="*/ 314 w 370"/>
                <a:gd name="T97" fmla="*/ 89 h 166"/>
                <a:gd name="T98" fmla="*/ 300 w 370"/>
                <a:gd name="T99" fmla="*/ 113 h 166"/>
                <a:gd name="T100" fmla="*/ 313 w 370"/>
                <a:gd name="T101" fmla="*/ 142 h 166"/>
                <a:gd name="T102" fmla="*/ 330 w 370"/>
                <a:gd name="T103" fmla="*/ 163 h 166"/>
                <a:gd name="T104" fmla="*/ 333 w 370"/>
                <a:gd name="T105" fmla="*/ 159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70" h="166">
                  <a:moveTo>
                    <a:pt x="210" y="69"/>
                  </a:moveTo>
                  <a:cubicBezTo>
                    <a:pt x="208" y="80"/>
                    <a:pt x="193" y="89"/>
                    <a:pt x="182" y="92"/>
                  </a:cubicBezTo>
                  <a:cubicBezTo>
                    <a:pt x="171" y="95"/>
                    <a:pt x="170" y="99"/>
                    <a:pt x="166" y="108"/>
                  </a:cubicBezTo>
                  <a:cubicBezTo>
                    <a:pt x="162" y="117"/>
                    <a:pt x="179" y="127"/>
                    <a:pt x="188" y="131"/>
                  </a:cubicBezTo>
                  <a:cubicBezTo>
                    <a:pt x="197" y="135"/>
                    <a:pt x="194" y="142"/>
                    <a:pt x="193" y="149"/>
                  </a:cubicBezTo>
                  <a:cubicBezTo>
                    <a:pt x="191" y="157"/>
                    <a:pt x="175" y="149"/>
                    <a:pt x="172" y="157"/>
                  </a:cubicBezTo>
                  <a:cubicBezTo>
                    <a:pt x="170" y="165"/>
                    <a:pt x="167" y="164"/>
                    <a:pt x="153" y="163"/>
                  </a:cubicBezTo>
                  <a:cubicBezTo>
                    <a:pt x="138" y="162"/>
                    <a:pt x="140" y="166"/>
                    <a:pt x="134" y="153"/>
                  </a:cubicBezTo>
                  <a:cubicBezTo>
                    <a:pt x="128" y="140"/>
                    <a:pt x="124" y="148"/>
                    <a:pt x="124" y="136"/>
                  </a:cubicBezTo>
                  <a:cubicBezTo>
                    <a:pt x="124" y="125"/>
                    <a:pt x="114" y="132"/>
                    <a:pt x="101" y="131"/>
                  </a:cubicBezTo>
                  <a:cubicBezTo>
                    <a:pt x="88" y="131"/>
                    <a:pt x="84" y="122"/>
                    <a:pt x="77" y="112"/>
                  </a:cubicBezTo>
                  <a:cubicBezTo>
                    <a:pt x="70" y="101"/>
                    <a:pt x="61" y="100"/>
                    <a:pt x="43" y="98"/>
                  </a:cubicBezTo>
                  <a:cubicBezTo>
                    <a:pt x="26" y="96"/>
                    <a:pt x="22" y="97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7" y="92"/>
                    <a:pt x="10" y="86"/>
                    <a:pt x="10" y="82"/>
                  </a:cubicBezTo>
                  <a:cubicBezTo>
                    <a:pt x="10" y="77"/>
                    <a:pt x="11" y="72"/>
                    <a:pt x="15" y="67"/>
                  </a:cubicBezTo>
                  <a:cubicBezTo>
                    <a:pt x="19" y="62"/>
                    <a:pt x="23" y="56"/>
                    <a:pt x="11" y="55"/>
                  </a:cubicBezTo>
                  <a:cubicBezTo>
                    <a:pt x="0" y="54"/>
                    <a:pt x="5" y="43"/>
                    <a:pt x="4" y="38"/>
                  </a:cubicBezTo>
                  <a:cubicBezTo>
                    <a:pt x="3" y="32"/>
                    <a:pt x="4" y="22"/>
                    <a:pt x="11" y="16"/>
                  </a:cubicBezTo>
                  <a:cubicBezTo>
                    <a:pt x="14" y="12"/>
                    <a:pt x="17" y="6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9" y="2"/>
                    <a:pt x="33" y="7"/>
                    <a:pt x="38" y="20"/>
                  </a:cubicBezTo>
                  <a:cubicBezTo>
                    <a:pt x="42" y="33"/>
                    <a:pt x="55" y="33"/>
                    <a:pt x="68" y="34"/>
                  </a:cubicBezTo>
                  <a:cubicBezTo>
                    <a:pt x="82" y="34"/>
                    <a:pt x="89" y="45"/>
                    <a:pt x="95" y="58"/>
                  </a:cubicBezTo>
                  <a:cubicBezTo>
                    <a:pt x="101" y="72"/>
                    <a:pt x="132" y="57"/>
                    <a:pt x="148" y="55"/>
                  </a:cubicBezTo>
                  <a:cubicBezTo>
                    <a:pt x="164" y="52"/>
                    <a:pt x="171" y="41"/>
                    <a:pt x="181" y="34"/>
                  </a:cubicBezTo>
                  <a:cubicBezTo>
                    <a:pt x="190" y="27"/>
                    <a:pt x="198" y="44"/>
                    <a:pt x="204" y="50"/>
                  </a:cubicBezTo>
                  <a:cubicBezTo>
                    <a:pt x="210" y="56"/>
                    <a:pt x="212" y="58"/>
                    <a:pt x="210" y="69"/>
                  </a:cubicBezTo>
                  <a:close/>
                  <a:moveTo>
                    <a:pt x="333" y="159"/>
                  </a:moveTo>
                  <a:cubicBezTo>
                    <a:pt x="335" y="156"/>
                    <a:pt x="334" y="140"/>
                    <a:pt x="335" y="134"/>
                  </a:cubicBezTo>
                  <a:cubicBezTo>
                    <a:pt x="335" y="129"/>
                    <a:pt x="343" y="135"/>
                    <a:pt x="346" y="142"/>
                  </a:cubicBezTo>
                  <a:cubicBezTo>
                    <a:pt x="349" y="148"/>
                    <a:pt x="359" y="137"/>
                    <a:pt x="364" y="132"/>
                  </a:cubicBezTo>
                  <a:cubicBezTo>
                    <a:pt x="370" y="127"/>
                    <a:pt x="369" y="119"/>
                    <a:pt x="369" y="115"/>
                  </a:cubicBezTo>
                  <a:cubicBezTo>
                    <a:pt x="369" y="112"/>
                    <a:pt x="368" y="104"/>
                    <a:pt x="362" y="103"/>
                  </a:cubicBezTo>
                  <a:cubicBezTo>
                    <a:pt x="355" y="101"/>
                    <a:pt x="359" y="97"/>
                    <a:pt x="356" y="90"/>
                  </a:cubicBezTo>
                  <a:cubicBezTo>
                    <a:pt x="353" y="83"/>
                    <a:pt x="358" y="83"/>
                    <a:pt x="357" y="76"/>
                  </a:cubicBezTo>
                  <a:cubicBezTo>
                    <a:pt x="357" y="72"/>
                    <a:pt x="358" y="68"/>
                    <a:pt x="360" y="65"/>
                  </a:cubicBezTo>
                  <a:cubicBezTo>
                    <a:pt x="352" y="55"/>
                    <a:pt x="343" y="47"/>
                    <a:pt x="330" y="39"/>
                  </a:cubicBezTo>
                  <a:cubicBezTo>
                    <a:pt x="305" y="25"/>
                    <a:pt x="295" y="25"/>
                    <a:pt x="282" y="21"/>
                  </a:cubicBezTo>
                  <a:cubicBezTo>
                    <a:pt x="269" y="16"/>
                    <a:pt x="261" y="9"/>
                    <a:pt x="228" y="12"/>
                  </a:cubicBezTo>
                  <a:cubicBezTo>
                    <a:pt x="228" y="12"/>
                    <a:pt x="224" y="15"/>
                    <a:pt x="215" y="19"/>
                  </a:cubicBezTo>
                  <a:cubicBezTo>
                    <a:pt x="207" y="23"/>
                    <a:pt x="198" y="24"/>
                    <a:pt x="203" y="30"/>
                  </a:cubicBezTo>
                  <a:cubicBezTo>
                    <a:pt x="208" y="37"/>
                    <a:pt x="210" y="44"/>
                    <a:pt x="213" y="47"/>
                  </a:cubicBezTo>
                  <a:cubicBezTo>
                    <a:pt x="215" y="50"/>
                    <a:pt x="221" y="61"/>
                    <a:pt x="221" y="69"/>
                  </a:cubicBezTo>
                  <a:cubicBezTo>
                    <a:pt x="221" y="78"/>
                    <a:pt x="235" y="88"/>
                    <a:pt x="242" y="78"/>
                  </a:cubicBezTo>
                  <a:cubicBezTo>
                    <a:pt x="250" y="67"/>
                    <a:pt x="253" y="65"/>
                    <a:pt x="261" y="70"/>
                  </a:cubicBezTo>
                  <a:cubicBezTo>
                    <a:pt x="268" y="74"/>
                    <a:pt x="267" y="65"/>
                    <a:pt x="277" y="72"/>
                  </a:cubicBezTo>
                  <a:cubicBezTo>
                    <a:pt x="287" y="80"/>
                    <a:pt x="303" y="72"/>
                    <a:pt x="308" y="74"/>
                  </a:cubicBezTo>
                  <a:cubicBezTo>
                    <a:pt x="313" y="76"/>
                    <a:pt x="326" y="83"/>
                    <a:pt x="314" y="89"/>
                  </a:cubicBezTo>
                  <a:cubicBezTo>
                    <a:pt x="301" y="95"/>
                    <a:pt x="297" y="101"/>
                    <a:pt x="300" y="113"/>
                  </a:cubicBezTo>
                  <a:cubicBezTo>
                    <a:pt x="303" y="125"/>
                    <a:pt x="301" y="131"/>
                    <a:pt x="313" y="142"/>
                  </a:cubicBezTo>
                  <a:cubicBezTo>
                    <a:pt x="322" y="151"/>
                    <a:pt x="324" y="153"/>
                    <a:pt x="330" y="163"/>
                  </a:cubicBezTo>
                  <a:cubicBezTo>
                    <a:pt x="332" y="162"/>
                    <a:pt x="333" y="161"/>
                    <a:pt x="333" y="15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31"/>
            <p:cNvSpPr>
              <a:spLocks/>
            </p:cNvSpPr>
            <p:nvPr/>
          </p:nvSpPr>
          <p:spPr bwMode="auto">
            <a:xfrm>
              <a:off x="3464" y="2273"/>
              <a:ext cx="5" cy="6"/>
            </a:xfrm>
            <a:custGeom>
              <a:avLst/>
              <a:gdLst>
                <a:gd name="T0" fmla="*/ 10 w 15"/>
                <a:gd name="T1" fmla="*/ 0 h 15"/>
                <a:gd name="T2" fmla="*/ 6 w 15"/>
                <a:gd name="T3" fmla="*/ 3 h 15"/>
                <a:gd name="T4" fmla="*/ 2 w 15"/>
                <a:gd name="T5" fmla="*/ 8 h 15"/>
                <a:gd name="T6" fmla="*/ 8 w 15"/>
                <a:gd name="T7" fmla="*/ 15 h 15"/>
                <a:gd name="T8" fmla="*/ 15 w 15"/>
                <a:gd name="T9" fmla="*/ 12 h 15"/>
                <a:gd name="T10" fmla="*/ 10 w 15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5">
                  <a:moveTo>
                    <a:pt x="10" y="0"/>
                  </a:moveTo>
                  <a:cubicBezTo>
                    <a:pt x="10" y="0"/>
                    <a:pt x="8" y="1"/>
                    <a:pt x="6" y="3"/>
                  </a:cubicBezTo>
                  <a:cubicBezTo>
                    <a:pt x="3" y="6"/>
                    <a:pt x="0" y="7"/>
                    <a:pt x="2" y="8"/>
                  </a:cubicBezTo>
                  <a:cubicBezTo>
                    <a:pt x="4" y="10"/>
                    <a:pt x="6" y="15"/>
                    <a:pt x="8" y="15"/>
                  </a:cubicBezTo>
                  <a:cubicBezTo>
                    <a:pt x="10" y="14"/>
                    <a:pt x="15" y="15"/>
                    <a:pt x="15" y="12"/>
                  </a:cubicBezTo>
                  <a:cubicBezTo>
                    <a:pt x="15" y="9"/>
                    <a:pt x="14" y="0"/>
                    <a:pt x="10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32"/>
            <p:cNvSpPr>
              <a:spLocks/>
            </p:cNvSpPr>
            <p:nvPr/>
          </p:nvSpPr>
          <p:spPr bwMode="auto">
            <a:xfrm>
              <a:off x="2255" y="2266"/>
              <a:ext cx="707" cy="450"/>
            </a:xfrm>
            <a:custGeom>
              <a:avLst/>
              <a:gdLst>
                <a:gd name="T0" fmla="*/ 1142 w 1948"/>
                <a:gd name="T1" fmla="*/ 433 h 1242"/>
                <a:gd name="T2" fmla="*/ 1090 w 1948"/>
                <a:gd name="T3" fmla="*/ 337 h 1242"/>
                <a:gd name="T4" fmla="*/ 952 w 1948"/>
                <a:gd name="T5" fmla="*/ 211 h 1242"/>
                <a:gd name="T6" fmla="*/ 791 w 1948"/>
                <a:gd name="T7" fmla="*/ 192 h 1242"/>
                <a:gd name="T8" fmla="*/ 694 w 1948"/>
                <a:gd name="T9" fmla="*/ 86 h 1242"/>
                <a:gd name="T10" fmla="*/ 386 w 1948"/>
                <a:gd name="T11" fmla="*/ 111 h 1242"/>
                <a:gd name="T12" fmla="*/ 45 w 1948"/>
                <a:gd name="T13" fmla="*/ 21 h 1242"/>
                <a:gd name="T14" fmla="*/ 43 w 1948"/>
                <a:gd name="T15" fmla="*/ 103 h 1242"/>
                <a:gd name="T16" fmla="*/ 128 w 1948"/>
                <a:gd name="T17" fmla="*/ 240 h 1242"/>
                <a:gd name="T18" fmla="*/ 186 w 1948"/>
                <a:gd name="T19" fmla="*/ 346 h 1242"/>
                <a:gd name="T20" fmla="*/ 222 w 1948"/>
                <a:gd name="T21" fmla="*/ 420 h 1242"/>
                <a:gd name="T22" fmla="*/ 325 w 1948"/>
                <a:gd name="T23" fmla="*/ 494 h 1242"/>
                <a:gd name="T24" fmla="*/ 379 w 1948"/>
                <a:gd name="T25" fmla="*/ 598 h 1242"/>
                <a:gd name="T26" fmla="*/ 483 w 1948"/>
                <a:gd name="T27" fmla="*/ 676 h 1242"/>
                <a:gd name="T28" fmla="*/ 443 w 1948"/>
                <a:gd name="T29" fmla="*/ 590 h 1242"/>
                <a:gd name="T30" fmla="*/ 403 w 1948"/>
                <a:gd name="T31" fmla="*/ 516 h 1242"/>
                <a:gd name="T32" fmla="*/ 352 w 1948"/>
                <a:gd name="T33" fmla="*/ 420 h 1242"/>
                <a:gd name="T34" fmla="*/ 244 w 1948"/>
                <a:gd name="T35" fmla="*/ 276 h 1242"/>
                <a:gd name="T36" fmla="*/ 215 w 1948"/>
                <a:gd name="T37" fmla="*/ 234 h 1242"/>
                <a:gd name="T38" fmla="*/ 165 w 1948"/>
                <a:gd name="T39" fmla="*/ 79 h 1242"/>
                <a:gd name="T40" fmla="*/ 259 w 1948"/>
                <a:gd name="T41" fmla="*/ 128 h 1242"/>
                <a:gd name="T42" fmla="*/ 303 w 1948"/>
                <a:gd name="T43" fmla="*/ 250 h 1242"/>
                <a:gd name="T44" fmla="*/ 366 w 1948"/>
                <a:gd name="T45" fmla="*/ 321 h 1242"/>
                <a:gd name="T46" fmla="*/ 462 w 1948"/>
                <a:gd name="T47" fmla="*/ 411 h 1242"/>
                <a:gd name="T48" fmla="*/ 500 w 1948"/>
                <a:gd name="T49" fmla="*/ 491 h 1242"/>
                <a:gd name="T50" fmla="*/ 671 w 1948"/>
                <a:gd name="T51" fmla="*/ 640 h 1242"/>
                <a:gd name="T52" fmla="*/ 747 w 1948"/>
                <a:gd name="T53" fmla="*/ 824 h 1242"/>
                <a:gd name="T54" fmla="*/ 790 w 1948"/>
                <a:gd name="T55" fmla="*/ 931 h 1242"/>
                <a:gd name="T56" fmla="*/ 994 w 1948"/>
                <a:gd name="T57" fmla="*/ 1024 h 1242"/>
                <a:gd name="T58" fmla="*/ 1191 w 1948"/>
                <a:gd name="T59" fmla="*/ 1117 h 1242"/>
                <a:gd name="T60" fmla="*/ 1399 w 1948"/>
                <a:gd name="T61" fmla="*/ 1137 h 1242"/>
                <a:gd name="T62" fmla="*/ 1570 w 1948"/>
                <a:gd name="T63" fmla="*/ 1218 h 1242"/>
                <a:gd name="T64" fmla="*/ 1648 w 1948"/>
                <a:gd name="T65" fmla="*/ 1138 h 1242"/>
                <a:gd name="T66" fmla="*/ 1657 w 1948"/>
                <a:gd name="T67" fmla="*/ 1058 h 1242"/>
                <a:gd name="T68" fmla="*/ 1802 w 1948"/>
                <a:gd name="T69" fmla="*/ 1013 h 1242"/>
                <a:gd name="T70" fmla="*/ 1873 w 1948"/>
                <a:gd name="T71" fmla="*/ 1005 h 1242"/>
                <a:gd name="T72" fmla="*/ 1895 w 1948"/>
                <a:gd name="T73" fmla="*/ 886 h 1242"/>
                <a:gd name="T74" fmla="*/ 1940 w 1948"/>
                <a:gd name="T75" fmla="*/ 841 h 1242"/>
                <a:gd name="T76" fmla="*/ 1905 w 1948"/>
                <a:gd name="T77" fmla="*/ 772 h 1242"/>
                <a:gd name="T78" fmla="*/ 1733 w 1948"/>
                <a:gd name="T79" fmla="*/ 794 h 1242"/>
                <a:gd name="T80" fmla="*/ 1665 w 1948"/>
                <a:gd name="T81" fmla="*/ 932 h 1242"/>
                <a:gd name="T82" fmla="*/ 1616 w 1948"/>
                <a:gd name="T83" fmla="*/ 968 h 1242"/>
                <a:gd name="T84" fmla="*/ 1485 w 1948"/>
                <a:gd name="T85" fmla="*/ 985 h 1242"/>
                <a:gd name="T86" fmla="*/ 1409 w 1948"/>
                <a:gd name="T87" fmla="*/ 958 h 1242"/>
                <a:gd name="T88" fmla="*/ 1323 w 1948"/>
                <a:gd name="T89" fmla="*/ 876 h 1242"/>
                <a:gd name="T90" fmla="*/ 1265 w 1948"/>
                <a:gd name="T91" fmla="*/ 780 h 1242"/>
                <a:gd name="T92" fmla="*/ 1245 w 1948"/>
                <a:gd name="T93" fmla="*/ 679 h 1242"/>
                <a:gd name="T94" fmla="*/ 1284 w 1948"/>
                <a:gd name="T95" fmla="*/ 487 h 1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48" h="1242">
                  <a:moveTo>
                    <a:pt x="1233" y="478"/>
                  </a:moveTo>
                  <a:cubicBezTo>
                    <a:pt x="1221" y="475"/>
                    <a:pt x="1203" y="472"/>
                    <a:pt x="1194" y="464"/>
                  </a:cubicBezTo>
                  <a:cubicBezTo>
                    <a:pt x="1185" y="456"/>
                    <a:pt x="1173" y="452"/>
                    <a:pt x="1159" y="451"/>
                  </a:cubicBezTo>
                  <a:cubicBezTo>
                    <a:pt x="1145" y="450"/>
                    <a:pt x="1142" y="443"/>
                    <a:pt x="1142" y="433"/>
                  </a:cubicBezTo>
                  <a:cubicBezTo>
                    <a:pt x="1142" y="423"/>
                    <a:pt x="1137" y="416"/>
                    <a:pt x="1132" y="412"/>
                  </a:cubicBezTo>
                  <a:cubicBezTo>
                    <a:pt x="1127" y="408"/>
                    <a:pt x="1127" y="397"/>
                    <a:pt x="1127" y="386"/>
                  </a:cubicBezTo>
                  <a:cubicBezTo>
                    <a:pt x="1127" y="375"/>
                    <a:pt x="1126" y="367"/>
                    <a:pt x="1120" y="365"/>
                  </a:cubicBezTo>
                  <a:cubicBezTo>
                    <a:pt x="1114" y="363"/>
                    <a:pt x="1102" y="349"/>
                    <a:pt x="1090" y="337"/>
                  </a:cubicBezTo>
                  <a:cubicBezTo>
                    <a:pt x="1078" y="325"/>
                    <a:pt x="1068" y="301"/>
                    <a:pt x="1061" y="288"/>
                  </a:cubicBezTo>
                  <a:cubicBezTo>
                    <a:pt x="1054" y="275"/>
                    <a:pt x="1050" y="250"/>
                    <a:pt x="1037" y="250"/>
                  </a:cubicBezTo>
                  <a:cubicBezTo>
                    <a:pt x="1024" y="250"/>
                    <a:pt x="1024" y="240"/>
                    <a:pt x="1013" y="226"/>
                  </a:cubicBezTo>
                  <a:cubicBezTo>
                    <a:pt x="1002" y="212"/>
                    <a:pt x="976" y="214"/>
                    <a:pt x="952" y="211"/>
                  </a:cubicBezTo>
                  <a:cubicBezTo>
                    <a:pt x="928" y="208"/>
                    <a:pt x="927" y="216"/>
                    <a:pt x="911" y="252"/>
                  </a:cubicBezTo>
                  <a:cubicBezTo>
                    <a:pt x="895" y="288"/>
                    <a:pt x="863" y="261"/>
                    <a:pt x="849" y="253"/>
                  </a:cubicBezTo>
                  <a:cubicBezTo>
                    <a:pt x="835" y="245"/>
                    <a:pt x="820" y="233"/>
                    <a:pt x="810" y="230"/>
                  </a:cubicBezTo>
                  <a:cubicBezTo>
                    <a:pt x="800" y="227"/>
                    <a:pt x="792" y="205"/>
                    <a:pt x="791" y="192"/>
                  </a:cubicBezTo>
                  <a:cubicBezTo>
                    <a:pt x="790" y="179"/>
                    <a:pt x="781" y="173"/>
                    <a:pt x="780" y="164"/>
                  </a:cubicBezTo>
                  <a:cubicBezTo>
                    <a:pt x="779" y="155"/>
                    <a:pt x="775" y="149"/>
                    <a:pt x="764" y="147"/>
                  </a:cubicBezTo>
                  <a:cubicBezTo>
                    <a:pt x="753" y="145"/>
                    <a:pt x="746" y="138"/>
                    <a:pt x="739" y="132"/>
                  </a:cubicBezTo>
                  <a:cubicBezTo>
                    <a:pt x="732" y="126"/>
                    <a:pt x="706" y="105"/>
                    <a:pt x="694" y="86"/>
                  </a:cubicBezTo>
                  <a:cubicBezTo>
                    <a:pt x="682" y="67"/>
                    <a:pt x="619" y="75"/>
                    <a:pt x="591" y="76"/>
                  </a:cubicBezTo>
                  <a:cubicBezTo>
                    <a:pt x="563" y="77"/>
                    <a:pt x="569" y="88"/>
                    <a:pt x="568" y="101"/>
                  </a:cubicBezTo>
                  <a:cubicBezTo>
                    <a:pt x="567" y="114"/>
                    <a:pt x="558" y="112"/>
                    <a:pt x="558" y="112"/>
                  </a:cubicBezTo>
                  <a:cubicBezTo>
                    <a:pt x="558" y="112"/>
                    <a:pt x="429" y="111"/>
                    <a:pt x="386" y="111"/>
                  </a:cubicBezTo>
                  <a:cubicBezTo>
                    <a:pt x="365" y="105"/>
                    <a:pt x="306" y="76"/>
                    <a:pt x="278" y="66"/>
                  </a:cubicBezTo>
                  <a:cubicBezTo>
                    <a:pt x="250" y="56"/>
                    <a:pt x="209" y="46"/>
                    <a:pt x="190" y="39"/>
                  </a:cubicBezTo>
                  <a:cubicBezTo>
                    <a:pt x="171" y="32"/>
                    <a:pt x="168" y="30"/>
                    <a:pt x="150" y="15"/>
                  </a:cubicBezTo>
                  <a:cubicBezTo>
                    <a:pt x="132" y="0"/>
                    <a:pt x="70" y="21"/>
                    <a:pt x="45" y="21"/>
                  </a:cubicBezTo>
                  <a:cubicBezTo>
                    <a:pt x="31" y="21"/>
                    <a:pt x="13" y="24"/>
                    <a:pt x="0" y="26"/>
                  </a:cubicBezTo>
                  <a:cubicBezTo>
                    <a:pt x="1" y="29"/>
                    <a:pt x="2" y="31"/>
                    <a:pt x="5" y="33"/>
                  </a:cubicBezTo>
                  <a:cubicBezTo>
                    <a:pt x="17" y="45"/>
                    <a:pt x="23" y="47"/>
                    <a:pt x="27" y="62"/>
                  </a:cubicBezTo>
                  <a:cubicBezTo>
                    <a:pt x="31" y="77"/>
                    <a:pt x="32" y="91"/>
                    <a:pt x="43" y="103"/>
                  </a:cubicBezTo>
                  <a:cubicBezTo>
                    <a:pt x="53" y="116"/>
                    <a:pt x="50" y="124"/>
                    <a:pt x="60" y="136"/>
                  </a:cubicBezTo>
                  <a:cubicBezTo>
                    <a:pt x="71" y="148"/>
                    <a:pt x="79" y="154"/>
                    <a:pt x="84" y="169"/>
                  </a:cubicBezTo>
                  <a:cubicBezTo>
                    <a:pt x="88" y="183"/>
                    <a:pt x="87" y="212"/>
                    <a:pt x="99" y="220"/>
                  </a:cubicBezTo>
                  <a:cubicBezTo>
                    <a:pt x="111" y="228"/>
                    <a:pt x="113" y="235"/>
                    <a:pt x="128" y="240"/>
                  </a:cubicBezTo>
                  <a:cubicBezTo>
                    <a:pt x="144" y="246"/>
                    <a:pt x="147" y="250"/>
                    <a:pt x="151" y="260"/>
                  </a:cubicBezTo>
                  <a:cubicBezTo>
                    <a:pt x="154" y="269"/>
                    <a:pt x="162" y="270"/>
                    <a:pt x="172" y="280"/>
                  </a:cubicBezTo>
                  <a:cubicBezTo>
                    <a:pt x="182" y="289"/>
                    <a:pt x="197" y="296"/>
                    <a:pt x="197" y="311"/>
                  </a:cubicBezTo>
                  <a:cubicBezTo>
                    <a:pt x="197" y="327"/>
                    <a:pt x="197" y="346"/>
                    <a:pt x="186" y="346"/>
                  </a:cubicBezTo>
                  <a:cubicBezTo>
                    <a:pt x="174" y="346"/>
                    <a:pt x="153" y="345"/>
                    <a:pt x="147" y="346"/>
                  </a:cubicBezTo>
                  <a:cubicBezTo>
                    <a:pt x="142" y="347"/>
                    <a:pt x="129" y="354"/>
                    <a:pt x="141" y="360"/>
                  </a:cubicBezTo>
                  <a:cubicBezTo>
                    <a:pt x="153" y="365"/>
                    <a:pt x="161" y="388"/>
                    <a:pt x="178" y="392"/>
                  </a:cubicBezTo>
                  <a:cubicBezTo>
                    <a:pt x="194" y="396"/>
                    <a:pt x="209" y="412"/>
                    <a:pt x="222" y="420"/>
                  </a:cubicBezTo>
                  <a:cubicBezTo>
                    <a:pt x="234" y="429"/>
                    <a:pt x="244" y="412"/>
                    <a:pt x="258" y="426"/>
                  </a:cubicBezTo>
                  <a:cubicBezTo>
                    <a:pt x="273" y="440"/>
                    <a:pt x="279" y="453"/>
                    <a:pt x="290" y="458"/>
                  </a:cubicBezTo>
                  <a:cubicBezTo>
                    <a:pt x="302" y="462"/>
                    <a:pt x="314" y="464"/>
                    <a:pt x="317" y="472"/>
                  </a:cubicBezTo>
                  <a:cubicBezTo>
                    <a:pt x="320" y="479"/>
                    <a:pt x="327" y="484"/>
                    <a:pt x="325" y="494"/>
                  </a:cubicBezTo>
                  <a:cubicBezTo>
                    <a:pt x="324" y="503"/>
                    <a:pt x="326" y="522"/>
                    <a:pt x="322" y="529"/>
                  </a:cubicBezTo>
                  <a:cubicBezTo>
                    <a:pt x="318" y="535"/>
                    <a:pt x="307" y="549"/>
                    <a:pt x="316" y="556"/>
                  </a:cubicBezTo>
                  <a:cubicBezTo>
                    <a:pt x="326" y="564"/>
                    <a:pt x="334" y="574"/>
                    <a:pt x="347" y="576"/>
                  </a:cubicBezTo>
                  <a:cubicBezTo>
                    <a:pt x="361" y="579"/>
                    <a:pt x="372" y="590"/>
                    <a:pt x="379" y="598"/>
                  </a:cubicBezTo>
                  <a:cubicBezTo>
                    <a:pt x="386" y="605"/>
                    <a:pt x="404" y="613"/>
                    <a:pt x="413" y="623"/>
                  </a:cubicBezTo>
                  <a:cubicBezTo>
                    <a:pt x="422" y="632"/>
                    <a:pt x="439" y="636"/>
                    <a:pt x="450" y="656"/>
                  </a:cubicBezTo>
                  <a:cubicBezTo>
                    <a:pt x="460" y="677"/>
                    <a:pt x="453" y="687"/>
                    <a:pt x="466" y="689"/>
                  </a:cubicBezTo>
                  <a:cubicBezTo>
                    <a:pt x="480" y="691"/>
                    <a:pt x="478" y="684"/>
                    <a:pt x="483" y="676"/>
                  </a:cubicBezTo>
                  <a:cubicBezTo>
                    <a:pt x="489" y="669"/>
                    <a:pt x="498" y="659"/>
                    <a:pt x="498" y="650"/>
                  </a:cubicBezTo>
                  <a:cubicBezTo>
                    <a:pt x="498" y="641"/>
                    <a:pt x="489" y="630"/>
                    <a:pt x="483" y="626"/>
                  </a:cubicBezTo>
                  <a:cubicBezTo>
                    <a:pt x="478" y="622"/>
                    <a:pt x="481" y="605"/>
                    <a:pt x="468" y="600"/>
                  </a:cubicBezTo>
                  <a:cubicBezTo>
                    <a:pt x="456" y="595"/>
                    <a:pt x="447" y="587"/>
                    <a:pt x="443" y="590"/>
                  </a:cubicBezTo>
                  <a:cubicBezTo>
                    <a:pt x="438" y="594"/>
                    <a:pt x="428" y="597"/>
                    <a:pt x="422" y="589"/>
                  </a:cubicBezTo>
                  <a:cubicBezTo>
                    <a:pt x="417" y="582"/>
                    <a:pt x="409" y="569"/>
                    <a:pt x="415" y="557"/>
                  </a:cubicBezTo>
                  <a:cubicBezTo>
                    <a:pt x="420" y="545"/>
                    <a:pt x="432" y="536"/>
                    <a:pt x="421" y="531"/>
                  </a:cubicBezTo>
                  <a:cubicBezTo>
                    <a:pt x="410" y="526"/>
                    <a:pt x="408" y="529"/>
                    <a:pt x="403" y="516"/>
                  </a:cubicBezTo>
                  <a:cubicBezTo>
                    <a:pt x="398" y="502"/>
                    <a:pt x="374" y="496"/>
                    <a:pt x="383" y="486"/>
                  </a:cubicBezTo>
                  <a:cubicBezTo>
                    <a:pt x="392" y="475"/>
                    <a:pt x="390" y="466"/>
                    <a:pt x="383" y="465"/>
                  </a:cubicBezTo>
                  <a:cubicBezTo>
                    <a:pt x="376" y="464"/>
                    <a:pt x="373" y="463"/>
                    <a:pt x="371" y="449"/>
                  </a:cubicBezTo>
                  <a:cubicBezTo>
                    <a:pt x="369" y="436"/>
                    <a:pt x="365" y="433"/>
                    <a:pt x="352" y="420"/>
                  </a:cubicBezTo>
                  <a:cubicBezTo>
                    <a:pt x="340" y="407"/>
                    <a:pt x="322" y="375"/>
                    <a:pt x="311" y="369"/>
                  </a:cubicBezTo>
                  <a:cubicBezTo>
                    <a:pt x="300" y="362"/>
                    <a:pt x="297" y="360"/>
                    <a:pt x="294" y="344"/>
                  </a:cubicBezTo>
                  <a:cubicBezTo>
                    <a:pt x="290" y="327"/>
                    <a:pt x="294" y="328"/>
                    <a:pt x="280" y="314"/>
                  </a:cubicBezTo>
                  <a:cubicBezTo>
                    <a:pt x="266" y="299"/>
                    <a:pt x="254" y="289"/>
                    <a:pt x="244" y="276"/>
                  </a:cubicBezTo>
                  <a:cubicBezTo>
                    <a:pt x="234" y="264"/>
                    <a:pt x="235" y="253"/>
                    <a:pt x="246" y="261"/>
                  </a:cubicBezTo>
                  <a:cubicBezTo>
                    <a:pt x="257" y="268"/>
                    <a:pt x="267" y="260"/>
                    <a:pt x="259" y="249"/>
                  </a:cubicBezTo>
                  <a:cubicBezTo>
                    <a:pt x="252" y="238"/>
                    <a:pt x="242" y="226"/>
                    <a:pt x="236" y="231"/>
                  </a:cubicBezTo>
                  <a:cubicBezTo>
                    <a:pt x="230" y="237"/>
                    <a:pt x="225" y="244"/>
                    <a:pt x="215" y="234"/>
                  </a:cubicBezTo>
                  <a:cubicBezTo>
                    <a:pt x="204" y="224"/>
                    <a:pt x="168" y="212"/>
                    <a:pt x="166" y="193"/>
                  </a:cubicBezTo>
                  <a:cubicBezTo>
                    <a:pt x="164" y="174"/>
                    <a:pt x="172" y="154"/>
                    <a:pt x="163" y="139"/>
                  </a:cubicBezTo>
                  <a:cubicBezTo>
                    <a:pt x="153" y="124"/>
                    <a:pt x="148" y="124"/>
                    <a:pt x="149" y="106"/>
                  </a:cubicBezTo>
                  <a:cubicBezTo>
                    <a:pt x="150" y="88"/>
                    <a:pt x="159" y="74"/>
                    <a:pt x="165" y="79"/>
                  </a:cubicBezTo>
                  <a:cubicBezTo>
                    <a:pt x="171" y="83"/>
                    <a:pt x="173" y="90"/>
                    <a:pt x="185" y="90"/>
                  </a:cubicBezTo>
                  <a:cubicBezTo>
                    <a:pt x="197" y="89"/>
                    <a:pt x="209" y="85"/>
                    <a:pt x="213" y="89"/>
                  </a:cubicBezTo>
                  <a:cubicBezTo>
                    <a:pt x="217" y="94"/>
                    <a:pt x="221" y="110"/>
                    <a:pt x="235" y="110"/>
                  </a:cubicBezTo>
                  <a:cubicBezTo>
                    <a:pt x="249" y="110"/>
                    <a:pt x="259" y="109"/>
                    <a:pt x="259" y="128"/>
                  </a:cubicBezTo>
                  <a:cubicBezTo>
                    <a:pt x="259" y="147"/>
                    <a:pt x="255" y="153"/>
                    <a:pt x="267" y="164"/>
                  </a:cubicBezTo>
                  <a:cubicBezTo>
                    <a:pt x="279" y="174"/>
                    <a:pt x="278" y="178"/>
                    <a:pt x="282" y="194"/>
                  </a:cubicBezTo>
                  <a:cubicBezTo>
                    <a:pt x="287" y="209"/>
                    <a:pt x="286" y="219"/>
                    <a:pt x="297" y="228"/>
                  </a:cubicBezTo>
                  <a:cubicBezTo>
                    <a:pt x="309" y="236"/>
                    <a:pt x="309" y="244"/>
                    <a:pt x="303" y="250"/>
                  </a:cubicBezTo>
                  <a:cubicBezTo>
                    <a:pt x="298" y="255"/>
                    <a:pt x="289" y="268"/>
                    <a:pt x="296" y="276"/>
                  </a:cubicBezTo>
                  <a:cubicBezTo>
                    <a:pt x="304" y="284"/>
                    <a:pt x="313" y="290"/>
                    <a:pt x="315" y="282"/>
                  </a:cubicBezTo>
                  <a:cubicBezTo>
                    <a:pt x="317" y="275"/>
                    <a:pt x="328" y="264"/>
                    <a:pt x="337" y="282"/>
                  </a:cubicBezTo>
                  <a:cubicBezTo>
                    <a:pt x="345" y="301"/>
                    <a:pt x="354" y="316"/>
                    <a:pt x="366" y="321"/>
                  </a:cubicBezTo>
                  <a:cubicBezTo>
                    <a:pt x="378" y="326"/>
                    <a:pt x="376" y="353"/>
                    <a:pt x="395" y="351"/>
                  </a:cubicBezTo>
                  <a:cubicBezTo>
                    <a:pt x="414" y="348"/>
                    <a:pt x="416" y="350"/>
                    <a:pt x="418" y="365"/>
                  </a:cubicBezTo>
                  <a:cubicBezTo>
                    <a:pt x="420" y="380"/>
                    <a:pt x="424" y="388"/>
                    <a:pt x="438" y="393"/>
                  </a:cubicBezTo>
                  <a:cubicBezTo>
                    <a:pt x="451" y="397"/>
                    <a:pt x="459" y="398"/>
                    <a:pt x="462" y="411"/>
                  </a:cubicBezTo>
                  <a:cubicBezTo>
                    <a:pt x="465" y="423"/>
                    <a:pt x="467" y="426"/>
                    <a:pt x="482" y="427"/>
                  </a:cubicBezTo>
                  <a:cubicBezTo>
                    <a:pt x="496" y="429"/>
                    <a:pt x="507" y="437"/>
                    <a:pt x="503" y="449"/>
                  </a:cubicBezTo>
                  <a:cubicBezTo>
                    <a:pt x="500" y="461"/>
                    <a:pt x="500" y="467"/>
                    <a:pt x="494" y="471"/>
                  </a:cubicBezTo>
                  <a:cubicBezTo>
                    <a:pt x="488" y="475"/>
                    <a:pt x="484" y="483"/>
                    <a:pt x="500" y="491"/>
                  </a:cubicBezTo>
                  <a:cubicBezTo>
                    <a:pt x="516" y="499"/>
                    <a:pt x="527" y="515"/>
                    <a:pt x="537" y="514"/>
                  </a:cubicBezTo>
                  <a:cubicBezTo>
                    <a:pt x="546" y="513"/>
                    <a:pt x="568" y="512"/>
                    <a:pt x="573" y="530"/>
                  </a:cubicBezTo>
                  <a:cubicBezTo>
                    <a:pt x="579" y="548"/>
                    <a:pt x="561" y="553"/>
                    <a:pt x="590" y="567"/>
                  </a:cubicBezTo>
                  <a:cubicBezTo>
                    <a:pt x="620" y="581"/>
                    <a:pt x="656" y="618"/>
                    <a:pt x="671" y="640"/>
                  </a:cubicBezTo>
                  <a:cubicBezTo>
                    <a:pt x="686" y="662"/>
                    <a:pt x="694" y="681"/>
                    <a:pt x="714" y="689"/>
                  </a:cubicBezTo>
                  <a:cubicBezTo>
                    <a:pt x="734" y="698"/>
                    <a:pt x="760" y="730"/>
                    <a:pt x="760" y="753"/>
                  </a:cubicBezTo>
                  <a:cubicBezTo>
                    <a:pt x="760" y="776"/>
                    <a:pt x="767" y="798"/>
                    <a:pt x="761" y="806"/>
                  </a:cubicBezTo>
                  <a:cubicBezTo>
                    <a:pt x="755" y="814"/>
                    <a:pt x="744" y="817"/>
                    <a:pt x="747" y="824"/>
                  </a:cubicBezTo>
                  <a:cubicBezTo>
                    <a:pt x="750" y="831"/>
                    <a:pt x="755" y="835"/>
                    <a:pt x="746" y="841"/>
                  </a:cubicBezTo>
                  <a:cubicBezTo>
                    <a:pt x="737" y="846"/>
                    <a:pt x="732" y="856"/>
                    <a:pt x="738" y="862"/>
                  </a:cubicBezTo>
                  <a:cubicBezTo>
                    <a:pt x="743" y="869"/>
                    <a:pt x="739" y="871"/>
                    <a:pt x="752" y="887"/>
                  </a:cubicBezTo>
                  <a:cubicBezTo>
                    <a:pt x="765" y="903"/>
                    <a:pt x="771" y="925"/>
                    <a:pt x="790" y="931"/>
                  </a:cubicBezTo>
                  <a:cubicBezTo>
                    <a:pt x="810" y="936"/>
                    <a:pt x="832" y="939"/>
                    <a:pt x="847" y="954"/>
                  </a:cubicBezTo>
                  <a:cubicBezTo>
                    <a:pt x="862" y="969"/>
                    <a:pt x="889" y="995"/>
                    <a:pt x="906" y="1002"/>
                  </a:cubicBezTo>
                  <a:cubicBezTo>
                    <a:pt x="923" y="1009"/>
                    <a:pt x="928" y="1012"/>
                    <a:pt x="951" y="1012"/>
                  </a:cubicBezTo>
                  <a:cubicBezTo>
                    <a:pt x="974" y="1012"/>
                    <a:pt x="981" y="1009"/>
                    <a:pt x="994" y="1024"/>
                  </a:cubicBezTo>
                  <a:cubicBezTo>
                    <a:pt x="1006" y="1038"/>
                    <a:pt x="1027" y="1058"/>
                    <a:pt x="1043" y="1063"/>
                  </a:cubicBezTo>
                  <a:cubicBezTo>
                    <a:pt x="1059" y="1067"/>
                    <a:pt x="1080" y="1076"/>
                    <a:pt x="1094" y="1081"/>
                  </a:cubicBezTo>
                  <a:cubicBezTo>
                    <a:pt x="1109" y="1086"/>
                    <a:pt x="1121" y="1096"/>
                    <a:pt x="1142" y="1099"/>
                  </a:cubicBezTo>
                  <a:cubicBezTo>
                    <a:pt x="1163" y="1103"/>
                    <a:pt x="1177" y="1107"/>
                    <a:pt x="1191" y="1117"/>
                  </a:cubicBezTo>
                  <a:cubicBezTo>
                    <a:pt x="1205" y="1126"/>
                    <a:pt x="1225" y="1144"/>
                    <a:pt x="1248" y="1146"/>
                  </a:cubicBezTo>
                  <a:cubicBezTo>
                    <a:pt x="1271" y="1147"/>
                    <a:pt x="1276" y="1146"/>
                    <a:pt x="1287" y="1155"/>
                  </a:cubicBezTo>
                  <a:cubicBezTo>
                    <a:pt x="1298" y="1164"/>
                    <a:pt x="1339" y="1165"/>
                    <a:pt x="1351" y="1160"/>
                  </a:cubicBezTo>
                  <a:cubicBezTo>
                    <a:pt x="1364" y="1154"/>
                    <a:pt x="1379" y="1144"/>
                    <a:pt x="1399" y="1137"/>
                  </a:cubicBezTo>
                  <a:cubicBezTo>
                    <a:pt x="1418" y="1131"/>
                    <a:pt x="1418" y="1121"/>
                    <a:pt x="1442" y="1125"/>
                  </a:cubicBezTo>
                  <a:cubicBezTo>
                    <a:pt x="1465" y="1128"/>
                    <a:pt x="1476" y="1129"/>
                    <a:pt x="1494" y="1147"/>
                  </a:cubicBezTo>
                  <a:cubicBezTo>
                    <a:pt x="1513" y="1164"/>
                    <a:pt x="1531" y="1179"/>
                    <a:pt x="1542" y="1188"/>
                  </a:cubicBezTo>
                  <a:cubicBezTo>
                    <a:pt x="1554" y="1197"/>
                    <a:pt x="1563" y="1201"/>
                    <a:pt x="1570" y="1218"/>
                  </a:cubicBezTo>
                  <a:cubicBezTo>
                    <a:pt x="1576" y="1231"/>
                    <a:pt x="1580" y="1238"/>
                    <a:pt x="1587" y="1242"/>
                  </a:cubicBezTo>
                  <a:cubicBezTo>
                    <a:pt x="1589" y="1233"/>
                    <a:pt x="1592" y="1220"/>
                    <a:pt x="1598" y="1209"/>
                  </a:cubicBezTo>
                  <a:cubicBezTo>
                    <a:pt x="1608" y="1191"/>
                    <a:pt x="1628" y="1173"/>
                    <a:pt x="1628" y="1163"/>
                  </a:cubicBezTo>
                  <a:cubicBezTo>
                    <a:pt x="1628" y="1152"/>
                    <a:pt x="1621" y="1138"/>
                    <a:pt x="1648" y="1138"/>
                  </a:cubicBezTo>
                  <a:cubicBezTo>
                    <a:pt x="1675" y="1138"/>
                    <a:pt x="1705" y="1146"/>
                    <a:pt x="1705" y="1133"/>
                  </a:cubicBezTo>
                  <a:cubicBezTo>
                    <a:pt x="1705" y="1120"/>
                    <a:pt x="1710" y="1121"/>
                    <a:pt x="1694" y="1108"/>
                  </a:cubicBezTo>
                  <a:cubicBezTo>
                    <a:pt x="1677" y="1095"/>
                    <a:pt x="1671" y="1083"/>
                    <a:pt x="1657" y="1074"/>
                  </a:cubicBezTo>
                  <a:cubicBezTo>
                    <a:pt x="1643" y="1064"/>
                    <a:pt x="1632" y="1058"/>
                    <a:pt x="1657" y="1058"/>
                  </a:cubicBezTo>
                  <a:cubicBezTo>
                    <a:pt x="1682" y="1058"/>
                    <a:pt x="1671" y="1050"/>
                    <a:pt x="1671" y="1041"/>
                  </a:cubicBezTo>
                  <a:cubicBezTo>
                    <a:pt x="1671" y="1031"/>
                    <a:pt x="1674" y="1021"/>
                    <a:pt x="1697" y="1023"/>
                  </a:cubicBezTo>
                  <a:cubicBezTo>
                    <a:pt x="1721" y="1025"/>
                    <a:pt x="1781" y="1034"/>
                    <a:pt x="1787" y="1024"/>
                  </a:cubicBezTo>
                  <a:cubicBezTo>
                    <a:pt x="1793" y="1015"/>
                    <a:pt x="1790" y="1010"/>
                    <a:pt x="1802" y="1013"/>
                  </a:cubicBezTo>
                  <a:cubicBezTo>
                    <a:pt x="1813" y="1017"/>
                    <a:pt x="1818" y="1022"/>
                    <a:pt x="1824" y="1000"/>
                  </a:cubicBezTo>
                  <a:cubicBezTo>
                    <a:pt x="1830" y="979"/>
                    <a:pt x="1842" y="979"/>
                    <a:pt x="1849" y="982"/>
                  </a:cubicBezTo>
                  <a:cubicBezTo>
                    <a:pt x="1856" y="984"/>
                    <a:pt x="1858" y="987"/>
                    <a:pt x="1860" y="993"/>
                  </a:cubicBezTo>
                  <a:cubicBezTo>
                    <a:pt x="1860" y="997"/>
                    <a:pt x="1866" y="1003"/>
                    <a:pt x="1873" y="1005"/>
                  </a:cubicBezTo>
                  <a:cubicBezTo>
                    <a:pt x="1880" y="1001"/>
                    <a:pt x="1885" y="996"/>
                    <a:pt x="1886" y="988"/>
                  </a:cubicBezTo>
                  <a:cubicBezTo>
                    <a:pt x="1886" y="971"/>
                    <a:pt x="1879" y="975"/>
                    <a:pt x="1887" y="963"/>
                  </a:cubicBezTo>
                  <a:cubicBezTo>
                    <a:pt x="1895" y="951"/>
                    <a:pt x="1899" y="942"/>
                    <a:pt x="1896" y="927"/>
                  </a:cubicBezTo>
                  <a:cubicBezTo>
                    <a:pt x="1893" y="913"/>
                    <a:pt x="1887" y="898"/>
                    <a:pt x="1895" y="886"/>
                  </a:cubicBezTo>
                  <a:cubicBezTo>
                    <a:pt x="1903" y="874"/>
                    <a:pt x="1902" y="858"/>
                    <a:pt x="1910" y="851"/>
                  </a:cubicBezTo>
                  <a:cubicBezTo>
                    <a:pt x="1917" y="843"/>
                    <a:pt x="1923" y="841"/>
                    <a:pt x="1924" y="850"/>
                  </a:cubicBezTo>
                  <a:cubicBezTo>
                    <a:pt x="1925" y="859"/>
                    <a:pt x="1930" y="866"/>
                    <a:pt x="1933" y="858"/>
                  </a:cubicBezTo>
                  <a:cubicBezTo>
                    <a:pt x="1936" y="850"/>
                    <a:pt x="1948" y="842"/>
                    <a:pt x="1940" y="841"/>
                  </a:cubicBezTo>
                  <a:cubicBezTo>
                    <a:pt x="1933" y="839"/>
                    <a:pt x="1928" y="835"/>
                    <a:pt x="1933" y="826"/>
                  </a:cubicBezTo>
                  <a:cubicBezTo>
                    <a:pt x="1937" y="818"/>
                    <a:pt x="1944" y="824"/>
                    <a:pt x="1941" y="804"/>
                  </a:cubicBezTo>
                  <a:cubicBezTo>
                    <a:pt x="1938" y="784"/>
                    <a:pt x="1948" y="782"/>
                    <a:pt x="1938" y="775"/>
                  </a:cubicBezTo>
                  <a:cubicBezTo>
                    <a:pt x="1928" y="768"/>
                    <a:pt x="1917" y="765"/>
                    <a:pt x="1905" y="772"/>
                  </a:cubicBezTo>
                  <a:cubicBezTo>
                    <a:pt x="1894" y="779"/>
                    <a:pt x="1878" y="777"/>
                    <a:pt x="1872" y="770"/>
                  </a:cubicBezTo>
                  <a:cubicBezTo>
                    <a:pt x="1865" y="764"/>
                    <a:pt x="1850" y="765"/>
                    <a:pt x="1838" y="768"/>
                  </a:cubicBezTo>
                  <a:cubicBezTo>
                    <a:pt x="1826" y="771"/>
                    <a:pt x="1827" y="773"/>
                    <a:pt x="1808" y="778"/>
                  </a:cubicBezTo>
                  <a:cubicBezTo>
                    <a:pt x="1788" y="783"/>
                    <a:pt x="1740" y="783"/>
                    <a:pt x="1733" y="794"/>
                  </a:cubicBezTo>
                  <a:cubicBezTo>
                    <a:pt x="1725" y="806"/>
                    <a:pt x="1710" y="798"/>
                    <a:pt x="1709" y="815"/>
                  </a:cubicBezTo>
                  <a:cubicBezTo>
                    <a:pt x="1708" y="832"/>
                    <a:pt x="1704" y="863"/>
                    <a:pt x="1702" y="875"/>
                  </a:cubicBezTo>
                  <a:cubicBezTo>
                    <a:pt x="1700" y="887"/>
                    <a:pt x="1690" y="885"/>
                    <a:pt x="1687" y="899"/>
                  </a:cubicBezTo>
                  <a:cubicBezTo>
                    <a:pt x="1685" y="914"/>
                    <a:pt x="1680" y="926"/>
                    <a:pt x="1665" y="932"/>
                  </a:cubicBezTo>
                  <a:cubicBezTo>
                    <a:pt x="1650" y="937"/>
                    <a:pt x="1626" y="956"/>
                    <a:pt x="1634" y="961"/>
                  </a:cubicBezTo>
                  <a:cubicBezTo>
                    <a:pt x="1642" y="966"/>
                    <a:pt x="1652" y="960"/>
                    <a:pt x="1649" y="969"/>
                  </a:cubicBezTo>
                  <a:cubicBezTo>
                    <a:pt x="1645" y="978"/>
                    <a:pt x="1641" y="982"/>
                    <a:pt x="1630" y="982"/>
                  </a:cubicBezTo>
                  <a:cubicBezTo>
                    <a:pt x="1619" y="982"/>
                    <a:pt x="1616" y="972"/>
                    <a:pt x="1616" y="968"/>
                  </a:cubicBezTo>
                  <a:cubicBezTo>
                    <a:pt x="1615" y="964"/>
                    <a:pt x="1607" y="957"/>
                    <a:pt x="1595" y="958"/>
                  </a:cubicBezTo>
                  <a:cubicBezTo>
                    <a:pt x="1583" y="960"/>
                    <a:pt x="1568" y="963"/>
                    <a:pt x="1560" y="970"/>
                  </a:cubicBezTo>
                  <a:cubicBezTo>
                    <a:pt x="1551" y="978"/>
                    <a:pt x="1529" y="978"/>
                    <a:pt x="1516" y="979"/>
                  </a:cubicBezTo>
                  <a:cubicBezTo>
                    <a:pt x="1503" y="980"/>
                    <a:pt x="1493" y="979"/>
                    <a:pt x="1485" y="985"/>
                  </a:cubicBezTo>
                  <a:cubicBezTo>
                    <a:pt x="1476" y="992"/>
                    <a:pt x="1467" y="999"/>
                    <a:pt x="1457" y="996"/>
                  </a:cubicBezTo>
                  <a:cubicBezTo>
                    <a:pt x="1447" y="993"/>
                    <a:pt x="1446" y="993"/>
                    <a:pt x="1445" y="987"/>
                  </a:cubicBezTo>
                  <a:cubicBezTo>
                    <a:pt x="1444" y="981"/>
                    <a:pt x="1432" y="975"/>
                    <a:pt x="1426" y="974"/>
                  </a:cubicBezTo>
                  <a:cubicBezTo>
                    <a:pt x="1419" y="973"/>
                    <a:pt x="1422" y="957"/>
                    <a:pt x="1409" y="958"/>
                  </a:cubicBezTo>
                  <a:cubicBezTo>
                    <a:pt x="1396" y="959"/>
                    <a:pt x="1360" y="958"/>
                    <a:pt x="1358" y="950"/>
                  </a:cubicBezTo>
                  <a:cubicBezTo>
                    <a:pt x="1357" y="941"/>
                    <a:pt x="1350" y="937"/>
                    <a:pt x="1343" y="926"/>
                  </a:cubicBezTo>
                  <a:cubicBezTo>
                    <a:pt x="1337" y="915"/>
                    <a:pt x="1333" y="910"/>
                    <a:pt x="1331" y="899"/>
                  </a:cubicBezTo>
                  <a:cubicBezTo>
                    <a:pt x="1330" y="887"/>
                    <a:pt x="1334" y="886"/>
                    <a:pt x="1323" y="876"/>
                  </a:cubicBezTo>
                  <a:cubicBezTo>
                    <a:pt x="1311" y="866"/>
                    <a:pt x="1314" y="857"/>
                    <a:pt x="1300" y="848"/>
                  </a:cubicBezTo>
                  <a:cubicBezTo>
                    <a:pt x="1285" y="838"/>
                    <a:pt x="1283" y="829"/>
                    <a:pt x="1281" y="823"/>
                  </a:cubicBezTo>
                  <a:cubicBezTo>
                    <a:pt x="1279" y="816"/>
                    <a:pt x="1276" y="811"/>
                    <a:pt x="1268" y="801"/>
                  </a:cubicBezTo>
                  <a:cubicBezTo>
                    <a:pt x="1260" y="792"/>
                    <a:pt x="1257" y="786"/>
                    <a:pt x="1265" y="780"/>
                  </a:cubicBezTo>
                  <a:cubicBezTo>
                    <a:pt x="1273" y="773"/>
                    <a:pt x="1269" y="772"/>
                    <a:pt x="1261" y="766"/>
                  </a:cubicBezTo>
                  <a:cubicBezTo>
                    <a:pt x="1253" y="760"/>
                    <a:pt x="1253" y="758"/>
                    <a:pt x="1247" y="743"/>
                  </a:cubicBezTo>
                  <a:cubicBezTo>
                    <a:pt x="1242" y="728"/>
                    <a:pt x="1240" y="727"/>
                    <a:pt x="1240" y="710"/>
                  </a:cubicBezTo>
                  <a:cubicBezTo>
                    <a:pt x="1240" y="694"/>
                    <a:pt x="1239" y="688"/>
                    <a:pt x="1245" y="679"/>
                  </a:cubicBezTo>
                  <a:cubicBezTo>
                    <a:pt x="1250" y="671"/>
                    <a:pt x="1252" y="663"/>
                    <a:pt x="1250" y="639"/>
                  </a:cubicBezTo>
                  <a:cubicBezTo>
                    <a:pt x="1247" y="614"/>
                    <a:pt x="1241" y="591"/>
                    <a:pt x="1249" y="574"/>
                  </a:cubicBezTo>
                  <a:cubicBezTo>
                    <a:pt x="1257" y="558"/>
                    <a:pt x="1255" y="540"/>
                    <a:pt x="1263" y="530"/>
                  </a:cubicBezTo>
                  <a:cubicBezTo>
                    <a:pt x="1271" y="520"/>
                    <a:pt x="1284" y="499"/>
                    <a:pt x="1284" y="487"/>
                  </a:cubicBezTo>
                  <a:cubicBezTo>
                    <a:pt x="1284" y="481"/>
                    <a:pt x="1284" y="477"/>
                    <a:pt x="1284" y="473"/>
                  </a:cubicBezTo>
                  <a:cubicBezTo>
                    <a:pt x="1276" y="475"/>
                    <a:pt x="1271" y="478"/>
                    <a:pt x="1263" y="481"/>
                  </a:cubicBezTo>
                  <a:cubicBezTo>
                    <a:pt x="1250" y="485"/>
                    <a:pt x="1245" y="481"/>
                    <a:pt x="1233" y="47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33"/>
            <p:cNvSpPr>
              <a:spLocks noEditPoints="1"/>
            </p:cNvSpPr>
            <p:nvPr/>
          </p:nvSpPr>
          <p:spPr bwMode="auto">
            <a:xfrm>
              <a:off x="1078" y="1027"/>
              <a:ext cx="2337" cy="1585"/>
            </a:xfrm>
            <a:custGeom>
              <a:avLst/>
              <a:gdLst>
                <a:gd name="T0" fmla="*/ 20 w 6442"/>
                <a:gd name="T1" fmla="*/ 1828 h 4369"/>
                <a:gd name="T2" fmla="*/ 231 w 6442"/>
                <a:gd name="T3" fmla="*/ 1722 h 4369"/>
                <a:gd name="T4" fmla="*/ 878 w 6442"/>
                <a:gd name="T5" fmla="*/ 1422 h 4369"/>
                <a:gd name="T6" fmla="*/ 1284 w 6442"/>
                <a:gd name="T7" fmla="*/ 1191 h 4369"/>
                <a:gd name="T8" fmla="*/ 1338 w 6442"/>
                <a:gd name="T9" fmla="*/ 1186 h 4369"/>
                <a:gd name="T10" fmla="*/ 1886 w 6442"/>
                <a:gd name="T11" fmla="*/ 1243 h 4369"/>
                <a:gd name="T12" fmla="*/ 1287 w 6442"/>
                <a:gd name="T13" fmla="*/ 137 h 4369"/>
                <a:gd name="T14" fmla="*/ 804 w 6442"/>
                <a:gd name="T15" fmla="*/ 47 h 4369"/>
                <a:gd name="T16" fmla="*/ 520 w 6442"/>
                <a:gd name="T17" fmla="*/ 119 h 4369"/>
                <a:gd name="T18" fmla="*/ 99 w 6442"/>
                <a:gd name="T19" fmla="*/ 350 h 4369"/>
                <a:gd name="T20" fmla="*/ 348 w 6442"/>
                <a:gd name="T21" fmla="*/ 512 h 4369"/>
                <a:gd name="T22" fmla="*/ 366 w 6442"/>
                <a:gd name="T23" fmla="*/ 602 h 4369"/>
                <a:gd name="T24" fmla="*/ 46 w 6442"/>
                <a:gd name="T25" fmla="*/ 673 h 4369"/>
                <a:gd name="T26" fmla="*/ 401 w 6442"/>
                <a:gd name="T27" fmla="*/ 732 h 4369"/>
                <a:gd name="T28" fmla="*/ 299 w 6442"/>
                <a:gd name="T29" fmla="*/ 913 h 4369"/>
                <a:gd name="T30" fmla="*/ 192 w 6442"/>
                <a:gd name="T31" fmla="*/ 1110 h 4369"/>
                <a:gd name="T32" fmla="*/ 330 w 6442"/>
                <a:gd name="T33" fmla="*/ 1220 h 4369"/>
                <a:gd name="T34" fmla="*/ 440 w 6442"/>
                <a:gd name="T35" fmla="*/ 1322 h 4369"/>
                <a:gd name="T36" fmla="*/ 695 w 6442"/>
                <a:gd name="T37" fmla="*/ 1328 h 4369"/>
                <a:gd name="T38" fmla="*/ 409 w 6442"/>
                <a:gd name="T39" fmla="*/ 1588 h 4369"/>
                <a:gd name="T40" fmla="*/ 505 w 6442"/>
                <a:gd name="T41" fmla="*/ 1609 h 4369"/>
                <a:gd name="T42" fmla="*/ 882 w 6442"/>
                <a:gd name="T43" fmla="*/ 1379 h 4369"/>
                <a:gd name="T44" fmla="*/ 1095 w 6442"/>
                <a:gd name="T45" fmla="*/ 1121 h 4369"/>
                <a:gd name="T46" fmla="*/ 1266 w 6442"/>
                <a:gd name="T47" fmla="*/ 1155 h 4369"/>
                <a:gd name="T48" fmla="*/ 1464 w 6442"/>
                <a:gd name="T49" fmla="*/ 1163 h 4369"/>
                <a:gd name="T50" fmla="*/ 1817 w 6442"/>
                <a:gd name="T51" fmla="*/ 1267 h 4369"/>
                <a:gd name="T52" fmla="*/ 2092 w 6442"/>
                <a:gd name="T53" fmla="*/ 1305 h 4369"/>
                <a:gd name="T54" fmla="*/ 2277 w 6442"/>
                <a:gd name="T55" fmla="*/ 1537 h 4369"/>
                <a:gd name="T56" fmla="*/ 2414 w 6442"/>
                <a:gd name="T57" fmla="*/ 1648 h 4369"/>
                <a:gd name="T58" fmla="*/ 2011 w 6442"/>
                <a:gd name="T59" fmla="*/ 1401 h 4369"/>
                <a:gd name="T60" fmla="*/ 2208 w 6442"/>
                <a:gd name="T61" fmla="*/ 1546 h 4369"/>
                <a:gd name="T62" fmla="*/ 2248 w 6442"/>
                <a:gd name="T63" fmla="*/ 1700 h 4369"/>
                <a:gd name="T64" fmla="*/ 2231 w 6442"/>
                <a:gd name="T65" fmla="*/ 1566 h 4369"/>
                <a:gd name="T66" fmla="*/ 2280 w 6442"/>
                <a:gd name="T67" fmla="*/ 1579 h 4369"/>
                <a:gd name="T68" fmla="*/ 6309 w 6442"/>
                <a:gd name="T69" fmla="*/ 2318 h 4369"/>
                <a:gd name="T70" fmla="*/ 5671 w 6442"/>
                <a:gd name="T71" fmla="*/ 2637 h 4369"/>
                <a:gd name="T72" fmla="*/ 5453 w 6442"/>
                <a:gd name="T73" fmla="*/ 2626 h 4369"/>
                <a:gd name="T74" fmla="*/ 5257 w 6442"/>
                <a:gd name="T75" fmla="*/ 2509 h 4369"/>
                <a:gd name="T76" fmla="*/ 5115 w 6442"/>
                <a:gd name="T77" fmla="*/ 2624 h 4369"/>
                <a:gd name="T78" fmla="*/ 5313 w 6442"/>
                <a:gd name="T79" fmla="*/ 2431 h 4369"/>
                <a:gd name="T80" fmla="*/ 5087 w 6442"/>
                <a:gd name="T81" fmla="*/ 2335 h 4369"/>
                <a:gd name="T82" fmla="*/ 4893 w 6442"/>
                <a:gd name="T83" fmla="*/ 2320 h 4369"/>
                <a:gd name="T84" fmla="*/ 4672 w 6442"/>
                <a:gd name="T85" fmla="*/ 2188 h 4369"/>
                <a:gd name="T86" fmla="*/ 2861 w 6442"/>
                <a:gd name="T87" fmla="*/ 2221 h 4369"/>
                <a:gd name="T88" fmla="*/ 2800 w 6442"/>
                <a:gd name="T89" fmla="*/ 2594 h 4369"/>
                <a:gd name="T90" fmla="*/ 2950 w 6442"/>
                <a:gd name="T91" fmla="*/ 3128 h 4369"/>
                <a:gd name="T92" fmla="*/ 3812 w 6442"/>
                <a:gd name="T93" fmla="*/ 3515 h 4369"/>
                <a:gd name="T94" fmla="*/ 4386 w 6442"/>
                <a:gd name="T95" fmla="*/ 3847 h 4369"/>
                <a:gd name="T96" fmla="*/ 4694 w 6442"/>
                <a:gd name="T97" fmla="*/ 3646 h 4369"/>
                <a:gd name="T98" fmla="*/ 5003 w 6442"/>
                <a:gd name="T99" fmla="*/ 3597 h 4369"/>
                <a:gd name="T100" fmla="*/ 5421 w 6442"/>
                <a:gd name="T101" fmla="*/ 3665 h 4369"/>
                <a:gd name="T102" fmla="*/ 5581 w 6442"/>
                <a:gd name="T103" fmla="*/ 3726 h 4369"/>
                <a:gd name="T104" fmla="*/ 5849 w 6442"/>
                <a:gd name="T105" fmla="*/ 3272 h 4369"/>
                <a:gd name="T106" fmla="*/ 5844 w 6442"/>
                <a:gd name="T107" fmla="*/ 3061 h 4369"/>
                <a:gd name="T108" fmla="*/ 5904 w 6442"/>
                <a:gd name="T109" fmla="*/ 2947 h 4369"/>
                <a:gd name="T110" fmla="*/ 6061 w 6442"/>
                <a:gd name="T111" fmla="*/ 2794 h 4369"/>
                <a:gd name="T112" fmla="*/ 6243 w 6442"/>
                <a:gd name="T113" fmla="*/ 2605 h 4369"/>
                <a:gd name="T114" fmla="*/ 505 w 6442"/>
                <a:gd name="T115" fmla="*/ 1651 h 4369"/>
                <a:gd name="T116" fmla="*/ 788 w 6442"/>
                <a:gd name="T117" fmla="*/ 1585 h 4369"/>
                <a:gd name="T118" fmla="*/ 1029 w 6442"/>
                <a:gd name="T119" fmla="*/ 1166 h 4369"/>
                <a:gd name="T120" fmla="*/ 768 w 6442"/>
                <a:gd name="T121" fmla="*/ 4239 h 4369"/>
                <a:gd name="T122" fmla="*/ 651 w 6442"/>
                <a:gd name="T123" fmla="*/ 4213 h 4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442" h="4369">
                  <a:moveTo>
                    <a:pt x="39" y="1207"/>
                  </a:moveTo>
                  <a:cubicBezTo>
                    <a:pt x="31" y="1200"/>
                    <a:pt x="42" y="1195"/>
                    <a:pt x="47" y="1189"/>
                  </a:cubicBezTo>
                  <a:cubicBezTo>
                    <a:pt x="52" y="1183"/>
                    <a:pt x="55" y="1185"/>
                    <a:pt x="72" y="1185"/>
                  </a:cubicBezTo>
                  <a:cubicBezTo>
                    <a:pt x="89" y="1185"/>
                    <a:pt x="87" y="1178"/>
                    <a:pt x="95" y="1175"/>
                  </a:cubicBezTo>
                  <a:cubicBezTo>
                    <a:pt x="103" y="1172"/>
                    <a:pt x="127" y="1171"/>
                    <a:pt x="127" y="1171"/>
                  </a:cubicBezTo>
                  <a:cubicBezTo>
                    <a:pt x="145" y="1170"/>
                    <a:pt x="146" y="1187"/>
                    <a:pt x="156" y="1193"/>
                  </a:cubicBezTo>
                  <a:cubicBezTo>
                    <a:pt x="165" y="1199"/>
                    <a:pt x="158" y="1208"/>
                    <a:pt x="157" y="1222"/>
                  </a:cubicBezTo>
                  <a:cubicBezTo>
                    <a:pt x="156" y="1236"/>
                    <a:pt x="146" y="1240"/>
                    <a:pt x="138" y="1241"/>
                  </a:cubicBezTo>
                  <a:cubicBezTo>
                    <a:pt x="130" y="1242"/>
                    <a:pt x="125" y="1234"/>
                    <a:pt x="117" y="1230"/>
                  </a:cubicBezTo>
                  <a:cubicBezTo>
                    <a:pt x="109" y="1227"/>
                    <a:pt x="98" y="1231"/>
                    <a:pt x="96" y="1237"/>
                  </a:cubicBezTo>
                  <a:cubicBezTo>
                    <a:pt x="94" y="1243"/>
                    <a:pt x="84" y="1243"/>
                    <a:pt x="74" y="1237"/>
                  </a:cubicBezTo>
                  <a:cubicBezTo>
                    <a:pt x="63" y="1232"/>
                    <a:pt x="63" y="1222"/>
                    <a:pt x="59" y="1216"/>
                  </a:cubicBezTo>
                  <a:cubicBezTo>
                    <a:pt x="55" y="1210"/>
                    <a:pt x="47" y="1214"/>
                    <a:pt x="39" y="1207"/>
                  </a:cubicBezTo>
                  <a:close/>
                  <a:moveTo>
                    <a:pt x="100" y="1763"/>
                  </a:moveTo>
                  <a:cubicBezTo>
                    <a:pt x="90" y="1762"/>
                    <a:pt x="65" y="1748"/>
                    <a:pt x="62" y="1764"/>
                  </a:cubicBezTo>
                  <a:cubicBezTo>
                    <a:pt x="62" y="1764"/>
                    <a:pt x="54" y="1783"/>
                    <a:pt x="58" y="1791"/>
                  </a:cubicBezTo>
                  <a:cubicBezTo>
                    <a:pt x="62" y="1799"/>
                    <a:pt x="58" y="1804"/>
                    <a:pt x="48" y="1807"/>
                  </a:cubicBezTo>
                  <a:cubicBezTo>
                    <a:pt x="38" y="1810"/>
                    <a:pt x="19" y="1822"/>
                    <a:pt x="20" y="1828"/>
                  </a:cubicBezTo>
                  <a:cubicBezTo>
                    <a:pt x="21" y="1834"/>
                    <a:pt x="33" y="1829"/>
                    <a:pt x="42" y="1823"/>
                  </a:cubicBezTo>
                  <a:cubicBezTo>
                    <a:pt x="51" y="1817"/>
                    <a:pt x="61" y="1811"/>
                    <a:pt x="73" y="1808"/>
                  </a:cubicBezTo>
                  <a:cubicBezTo>
                    <a:pt x="85" y="1805"/>
                    <a:pt x="90" y="1810"/>
                    <a:pt x="95" y="1798"/>
                  </a:cubicBezTo>
                  <a:cubicBezTo>
                    <a:pt x="100" y="1786"/>
                    <a:pt x="126" y="1788"/>
                    <a:pt x="119" y="1778"/>
                  </a:cubicBezTo>
                  <a:cubicBezTo>
                    <a:pt x="113" y="1768"/>
                    <a:pt x="110" y="1764"/>
                    <a:pt x="100" y="1763"/>
                  </a:cubicBezTo>
                  <a:close/>
                  <a:moveTo>
                    <a:pt x="153" y="1734"/>
                  </a:moveTo>
                  <a:cubicBezTo>
                    <a:pt x="153" y="1734"/>
                    <a:pt x="124" y="1740"/>
                    <a:pt x="126" y="1751"/>
                  </a:cubicBezTo>
                  <a:cubicBezTo>
                    <a:pt x="127" y="1762"/>
                    <a:pt x="140" y="1763"/>
                    <a:pt x="143" y="1758"/>
                  </a:cubicBezTo>
                  <a:cubicBezTo>
                    <a:pt x="146" y="1753"/>
                    <a:pt x="165" y="1750"/>
                    <a:pt x="165" y="1744"/>
                  </a:cubicBezTo>
                  <a:cubicBezTo>
                    <a:pt x="165" y="1738"/>
                    <a:pt x="163" y="1732"/>
                    <a:pt x="153" y="1734"/>
                  </a:cubicBezTo>
                  <a:close/>
                  <a:moveTo>
                    <a:pt x="338" y="1673"/>
                  </a:moveTo>
                  <a:cubicBezTo>
                    <a:pt x="336" y="1663"/>
                    <a:pt x="335" y="1652"/>
                    <a:pt x="315" y="1653"/>
                  </a:cubicBezTo>
                  <a:cubicBezTo>
                    <a:pt x="296" y="1654"/>
                    <a:pt x="305" y="1677"/>
                    <a:pt x="288" y="1667"/>
                  </a:cubicBezTo>
                  <a:cubicBezTo>
                    <a:pt x="271" y="1657"/>
                    <a:pt x="271" y="1657"/>
                    <a:pt x="263" y="1665"/>
                  </a:cubicBezTo>
                  <a:cubicBezTo>
                    <a:pt x="255" y="1673"/>
                    <a:pt x="266" y="1674"/>
                    <a:pt x="240" y="1680"/>
                  </a:cubicBezTo>
                  <a:cubicBezTo>
                    <a:pt x="240" y="1680"/>
                    <a:pt x="218" y="1681"/>
                    <a:pt x="216" y="1691"/>
                  </a:cubicBezTo>
                  <a:cubicBezTo>
                    <a:pt x="214" y="1701"/>
                    <a:pt x="193" y="1706"/>
                    <a:pt x="199" y="1715"/>
                  </a:cubicBezTo>
                  <a:cubicBezTo>
                    <a:pt x="205" y="1724"/>
                    <a:pt x="227" y="1732"/>
                    <a:pt x="231" y="1722"/>
                  </a:cubicBezTo>
                  <a:cubicBezTo>
                    <a:pt x="235" y="1712"/>
                    <a:pt x="244" y="1706"/>
                    <a:pt x="257" y="1706"/>
                  </a:cubicBezTo>
                  <a:cubicBezTo>
                    <a:pt x="270" y="1706"/>
                    <a:pt x="306" y="1697"/>
                    <a:pt x="306" y="1697"/>
                  </a:cubicBezTo>
                  <a:cubicBezTo>
                    <a:pt x="306" y="1697"/>
                    <a:pt x="299" y="1681"/>
                    <a:pt x="308" y="1677"/>
                  </a:cubicBezTo>
                  <a:cubicBezTo>
                    <a:pt x="317" y="1673"/>
                    <a:pt x="340" y="1683"/>
                    <a:pt x="338" y="1673"/>
                  </a:cubicBezTo>
                  <a:close/>
                  <a:moveTo>
                    <a:pt x="1021" y="1370"/>
                  </a:moveTo>
                  <a:cubicBezTo>
                    <a:pt x="1007" y="1359"/>
                    <a:pt x="987" y="1365"/>
                    <a:pt x="990" y="1355"/>
                  </a:cubicBezTo>
                  <a:cubicBezTo>
                    <a:pt x="994" y="1345"/>
                    <a:pt x="997" y="1335"/>
                    <a:pt x="988" y="1336"/>
                  </a:cubicBezTo>
                  <a:cubicBezTo>
                    <a:pt x="979" y="1338"/>
                    <a:pt x="978" y="1350"/>
                    <a:pt x="971" y="1357"/>
                  </a:cubicBezTo>
                  <a:cubicBezTo>
                    <a:pt x="964" y="1363"/>
                    <a:pt x="980" y="1354"/>
                    <a:pt x="963" y="1367"/>
                  </a:cubicBezTo>
                  <a:cubicBezTo>
                    <a:pt x="963" y="1367"/>
                    <a:pt x="948" y="1378"/>
                    <a:pt x="942" y="1385"/>
                  </a:cubicBezTo>
                  <a:cubicBezTo>
                    <a:pt x="935" y="1392"/>
                    <a:pt x="931" y="1399"/>
                    <a:pt x="937" y="1404"/>
                  </a:cubicBezTo>
                  <a:cubicBezTo>
                    <a:pt x="944" y="1409"/>
                    <a:pt x="952" y="1411"/>
                    <a:pt x="941" y="1419"/>
                  </a:cubicBezTo>
                  <a:cubicBezTo>
                    <a:pt x="930" y="1426"/>
                    <a:pt x="927" y="1427"/>
                    <a:pt x="922" y="1418"/>
                  </a:cubicBezTo>
                  <a:cubicBezTo>
                    <a:pt x="917" y="1409"/>
                    <a:pt x="914" y="1404"/>
                    <a:pt x="907" y="1407"/>
                  </a:cubicBezTo>
                  <a:cubicBezTo>
                    <a:pt x="900" y="1410"/>
                    <a:pt x="892" y="1416"/>
                    <a:pt x="899" y="1422"/>
                  </a:cubicBezTo>
                  <a:cubicBezTo>
                    <a:pt x="907" y="1428"/>
                    <a:pt x="911" y="1435"/>
                    <a:pt x="911" y="1442"/>
                  </a:cubicBezTo>
                  <a:cubicBezTo>
                    <a:pt x="911" y="1448"/>
                    <a:pt x="906" y="1457"/>
                    <a:pt x="898" y="1446"/>
                  </a:cubicBezTo>
                  <a:cubicBezTo>
                    <a:pt x="889" y="1435"/>
                    <a:pt x="886" y="1418"/>
                    <a:pt x="878" y="1422"/>
                  </a:cubicBezTo>
                  <a:cubicBezTo>
                    <a:pt x="869" y="1426"/>
                    <a:pt x="876" y="1437"/>
                    <a:pt x="862" y="1440"/>
                  </a:cubicBezTo>
                  <a:cubicBezTo>
                    <a:pt x="849" y="1443"/>
                    <a:pt x="841" y="1459"/>
                    <a:pt x="847" y="1464"/>
                  </a:cubicBezTo>
                  <a:cubicBezTo>
                    <a:pt x="854" y="1469"/>
                    <a:pt x="857" y="1492"/>
                    <a:pt x="869" y="1492"/>
                  </a:cubicBezTo>
                  <a:cubicBezTo>
                    <a:pt x="882" y="1492"/>
                    <a:pt x="886" y="1496"/>
                    <a:pt x="887" y="1504"/>
                  </a:cubicBezTo>
                  <a:cubicBezTo>
                    <a:pt x="888" y="1511"/>
                    <a:pt x="899" y="1522"/>
                    <a:pt x="905" y="1509"/>
                  </a:cubicBezTo>
                  <a:cubicBezTo>
                    <a:pt x="910" y="1496"/>
                    <a:pt x="909" y="1485"/>
                    <a:pt x="918" y="1486"/>
                  </a:cubicBezTo>
                  <a:cubicBezTo>
                    <a:pt x="927" y="1488"/>
                    <a:pt x="928" y="1468"/>
                    <a:pt x="934" y="1482"/>
                  </a:cubicBezTo>
                  <a:cubicBezTo>
                    <a:pt x="940" y="1496"/>
                    <a:pt x="953" y="1490"/>
                    <a:pt x="957" y="1479"/>
                  </a:cubicBezTo>
                  <a:cubicBezTo>
                    <a:pt x="961" y="1468"/>
                    <a:pt x="977" y="1474"/>
                    <a:pt x="967" y="1463"/>
                  </a:cubicBezTo>
                  <a:cubicBezTo>
                    <a:pt x="957" y="1452"/>
                    <a:pt x="972" y="1446"/>
                    <a:pt x="983" y="1451"/>
                  </a:cubicBezTo>
                  <a:cubicBezTo>
                    <a:pt x="994" y="1456"/>
                    <a:pt x="1001" y="1452"/>
                    <a:pt x="1001" y="1442"/>
                  </a:cubicBezTo>
                  <a:cubicBezTo>
                    <a:pt x="1001" y="1433"/>
                    <a:pt x="1000" y="1427"/>
                    <a:pt x="992" y="1421"/>
                  </a:cubicBezTo>
                  <a:cubicBezTo>
                    <a:pt x="985" y="1414"/>
                    <a:pt x="986" y="1404"/>
                    <a:pt x="978" y="1405"/>
                  </a:cubicBezTo>
                  <a:cubicBezTo>
                    <a:pt x="969" y="1405"/>
                    <a:pt x="949" y="1405"/>
                    <a:pt x="964" y="1397"/>
                  </a:cubicBezTo>
                  <a:cubicBezTo>
                    <a:pt x="979" y="1389"/>
                    <a:pt x="996" y="1388"/>
                    <a:pt x="998" y="1382"/>
                  </a:cubicBezTo>
                  <a:cubicBezTo>
                    <a:pt x="1000" y="1376"/>
                    <a:pt x="1009" y="1370"/>
                    <a:pt x="1014" y="1379"/>
                  </a:cubicBezTo>
                  <a:cubicBezTo>
                    <a:pt x="1019" y="1389"/>
                    <a:pt x="1034" y="1381"/>
                    <a:pt x="1021" y="1370"/>
                  </a:cubicBezTo>
                  <a:close/>
                  <a:moveTo>
                    <a:pt x="1284" y="1191"/>
                  </a:moveTo>
                  <a:cubicBezTo>
                    <a:pt x="1290" y="1190"/>
                    <a:pt x="1291" y="1183"/>
                    <a:pt x="1296" y="1183"/>
                  </a:cubicBezTo>
                  <a:cubicBezTo>
                    <a:pt x="1301" y="1182"/>
                    <a:pt x="1299" y="1176"/>
                    <a:pt x="1299" y="1168"/>
                  </a:cubicBezTo>
                  <a:cubicBezTo>
                    <a:pt x="1299" y="1160"/>
                    <a:pt x="1293" y="1153"/>
                    <a:pt x="1289" y="1160"/>
                  </a:cubicBezTo>
                  <a:cubicBezTo>
                    <a:pt x="1289" y="1160"/>
                    <a:pt x="1281" y="1170"/>
                    <a:pt x="1278" y="1172"/>
                  </a:cubicBezTo>
                  <a:cubicBezTo>
                    <a:pt x="1275" y="1174"/>
                    <a:pt x="1284" y="1181"/>
                    <a:pt x="1275" y="1184"/>
                  </a:cubicBezTo>
                  <a:cubicBezTo>
                    <a:pt x="1265" y="1186"/>
                    <a:pt x="1266" y="1193"/>
                    <a:pt x="1264" y="1200"/>
                  </a:cubicBezTo>
                  <a:cubicBezTo>
                    <a:pt x="1263" y="1207"/>
                    <a:pt x="1266" y="1217"/>
                    <a:pt x="1270" y="1209"/>
                  </a:cubicBezTo>
                  <a:cubicBezTo>
                    <a:pt x="1275" y="1202"/>
                    <a:pt x="1278" y="1193"/>
                    <a:pt x="1284" y="1191"/>
                  </a:cubicBezTo>
                  <a:close/>
                  <a:moveTo>
                    <a:pt x="1334" y="1174"/>
                  </a:moveTo>
                  <a:cubicBezTo>
                    <a:pt x="1328" y="1175"/>
                    <a:pt x="1326" y="1172"/>
                    <a:pt x="1323" y="1176"/>
                  </a:cubicBezTo>
                  <a:cubicBezTo>
                    <a:pt x="1323" y="1176"/>
                    <a:pt x="1321" y="1185"/>
                    <a:pt x="1313" y="1190"/>
                  </a:cubicBezTo>
                  <a:cubicBezTo>
                    <a:pt x="1305" y="1195"/>
                    <a:pt x="1301" y="1199"/>
                    <a:pt x="1298" y="1203"/>
                  </a:cubicBezTo>
                  <a:cubicBezTo>
                    <a:pt x="1295" y="1207"/>
                    <a:pt x="1289" y="1208"/>
                    <a:pt x="1284" y="1211"/>
                  </a:cubicBezTo>
                  <a:cubicBezTo>
                    <a:pt x="1280" y="1214"/>
                    <a:pt x="1278" y="1227"/>
                    <a:pt x="1281" y="1231"/>
                  </a:cubicBezTo>
                  <a:cubicBezTo>
                    <a:pt x="1284" y="1236"/>
                    <a:pt x="1287" y="1237"/>
                    <a:pt x="1297" y="1234"/>
                  </a:cubicBezTo>
                  <a:cubicBezTo>
                    <a:pt x="1306" y="1230"/>
                    <a:pt x="1310" y="1226"/>
                    <a:pt x="1314" y="1215"/>
                  </a:cubicBezTo>
                  <a:cubicBezTo>
                    <a:pt x="1319" y="1204"/>
                    <a:pt x="1321" y="1202"/>
                    <a:pt x="1328" y="1197"/>
                  </a:cubicBezTo>
                  <a:cubicBezTo>
                    <a:pt x="1335" y="1193"/>
                    <a:pt x="1337" y="1191"/>
                    <a:pt x="1338" y="1186"/>
                  </a:cubicBezTo>
                  <a:cubicBezTo>
                    <a:pt x="1339" y="1181"/>
                    <a:pt x="1340" y="1174"/>
                    <a:pt x="1334" y="1174"/>
                  </a:cubicBezTo>
                  <a:close/>
                  <a:moveTo>
                    <a:pt x="2373" y="1553"/>
                  </a:moveTo>
                  <a:cubicBezTo>
                    <a:pt x="2355" y="1545"/>
                    <a:pt x="2327" y="1536"/>
                    <a:pt x="2314" y="1528"/>
                  </a:cubicBezTo>
                  <a:cubicBezTo>
                    <a:pt x="2301" y="1520"/>
                    <a:pt x="2280" y="1493"/>
                    <a:pt x="2278" y="1477"/>
                  </a:cubicBezTo>
                  <a:cubicBezTo>
                    <a:pt x="2276" y="1461"/>
                    <a:pt x="2269" y="1451"/>
                    <a:pt x="2257" y="1441"/>
                  </a:cubicBezTo>
                  <a:cubicBezTo>
                    <a:pt x="2245" y="1430"/>
                    <a:pt x="2222" y="1389"/>
                    <a:pt x="2213" y="1372"/>
                  </a:cubicBezTo>
                  <a:cubicBezTo>
                    <a:pt x="2203" y="1355"/>
                    <a:pt x="2186" y="1333"/>
                    <a:pt x="2171" y="1329"/>
                  </a:cubicBezTo>
                  <a:cubicBezTo>
                    <a:pt x="2155" y="1325"/>
                    <a:pt x="2138" y="1317"/>
                    <a:pt x="2137" y="1303"/>
                  </a:cubicBezTo>
                  <a:cubicBezTo>
                    <a:pt x="2135" y="1289"/>
                    <a:pt x="2117" y="1283"/>
                    <a:pt x="2108" y="1279"/>
                  </a:cubicBezTo>
                  <a:cubicBezTo>
                    <a:pt x="2099" y="1275"/>
                    <a:pt x="2099" y="1260"/>
                    <a:pt x="2093" y="1245"/>
                  </a:cubicBezTo>
                  <a:cubicBezTo>
                    <a:pt x="2087" y="1229"/>
                    <a:pt x="2061" y="1230"/>
                    <a:pt x="2055" y="1235"/>
                  </a:cubicBezTo>
                  <a:cubicBezTo>
                    <a:pt x="2049" y="1239"/>
                    <a:pt x="2042" y="1243"/>
                    <a:pt x="2026" y="1244"/>
                  </a:cubicBezTo>
                  <a:cubicBezTo>
                    <a:pt x="2010" y="1245"/>
                    <a:pt x="2010" y="1267"/>
                    <a:pt x="2010" y="1275"/>
                  </a:cubicBezTo>
                  <a:cubicBezTo>
                    <a:pt x="2010" y="1283"/>
                    <a:pt x="1992" y="1291"/>
                    <a:pt x="1981" y="1291"/>
                  </a:cubicBezTo>
                  <a:cubicBezTo>
                    <a:pt x="1971" y="1292"/>
                    <a:pt x="1965" y="1297"/>
                    <a:pt x="1962" y="1303"/>
                  </a:cubicBezTo>
                  <a:cubicBezTo>
                    <a:pt x="1959" y="1309"/>
                    <a:pt x="1956" y="1312"/>
                    <a:pt x="1950" y="1311"/>
                  </a:cubicBezTo>
                  <a:cubicBezTo>
                    <a:pt x="1944" y="1309"/>
                    <a:pt x="1939" y="1294"/>
                    <a:pt x="1931" y="1279"/>
                  </a:cubicBezTo>
                  <a:cubicBezTo>
                    <a:pt x="1923" y="1263"/>
                    <a:pt x="1897" y="1252"/>
                    <a:pt x="1886" y="1243"/>
                  </a:cubicBezTo>
                  <a:cubicBezTo>
                    <a:pt x="1874" y="1235"/>
                    <a:pt x="1863" y="1217"/>
                    <a:pt x="1851" y="1217"/>
                  </a:cubicBezTo>
                  <a:cubicBezTo>
                    <a:pt x="1840" y="1217"/>
                    <a:pt x="1834" y="1203"/>
                    <a:pt x="1834" y="1189"/>
                  </a:cubicBezTo>
                  <a:cubicBezTo>
                    <a:pt x="1835" y="1175"/>
                    <a:pt x="1826" y="1178"/>
                    <a:pt x="1809" y="1177"/>
                  </a:cubicBezTo>
                  <a:cubicBezTo>
                    <a:pt x="1792" y="1176"/>
                    <a:pt x="1792" y="1186"/>
                    <a:pt x="1784" y="1189"/>
                  </a:cubicBezTo>
                  <a:cubicBezTo>
                    <a:pt x="1776" y="1192"/>
                    <a:pt x="1769" y="1190"/>
                    <a:pt x="1761" y="1183"/>
                  </a:cubicBezTo>
                  <a:cubicBezTo>
                    <a:pt x="1753" y="1176"/>
                    <a:pt x="1744" y="1190"/>
                    <a:pt x="1739" y="1190"/>
                  </a:cubicBezTo>
                  <a:cubicBezTo>
                    <a:pt x="1733" y="1190"/>
                    <a:pt x="1727" y="1186"/>
                    <a:pt x="1724" y="1180"/>
                  </a:cubicBezTo>
                  <a:cubicBezTo>
                    <a:pt x="1721" y="1175"/>
                    <a:pt x="1714" y="1168"/>
                    <a:pt x="1714" y="1168"/>
                  </a:cubicBezTo>
                  <a:cubicBezTo>
                    <a:pt x="1712" y="204"/>
                    <a:pt x="1712" y="204"/>
                    <a:pt x="1712" y="204"/>
                  </a:cubicBezTo>
                  <a:cubicBezTo>
                    <a:pt x="1701" y="203"/>
                    <a:pt x="1694" y="206"/>
                    <a:pt x="1684" y="200"/>
                  </a:cubicBezTo>
                  <a:cubicBezTo>
                    <a:pt x="1674" y="193"/>
                    <a:pt x="1670" y="185"/>
                    <a:pt x="1654" y="186"/>
                  </a:cubicBezTo>
                  <a:cubicBezTo>
                    <a:pt x="1638" y="188"/>
                    <a:pt x="1618" y="157"/>
                    <a:pt x="1599" y="159"/>
                  </a:cubicBezTo>
                  <a:cubicBezTo>
                    <a:pt x="1580" y="160"/>
                    <a:pt x="1583" y="147"/>
                    <a:pt x="1563" y="150"/>
                  </a:cubicBezTo>
                  <a:cubicBezTo>
                    <a:pt x="1544" y="153"/>
                    <a:pt x="1534" y="161"/>
                    <a:pt x="1515" y="161"/>
                  </a:cubicBezTo>
                  <a:cubicBezTo>
                    <a:pt x="1496" y="161"/>
                    <a:pt x="1496" y="165"/>
                    <a:pt x="1485" y="169"/>
                  </a:cubicBezTo>
                  <a:cubicBezTo>
                    <a:pt x="1474" y="174"/>
                    <a:pt x="1460" y="175"/>
                    <a:pt x="1443" y="167"/>
                  </a:cubicBezTo>
                  <a:cubicBezTo>
                    <a:pt x="1426" y="160"/>
                    <a:pt x="1403" y="148"/>
                    <a:pt x="1385" y="146"/>
                  </a:cubicBezTo>
                  <a:cubicBezTo>
                    <a:pt x="1367" y="143"/>
                    <a:pt x="1294" y="142"/>
                    <a:pt x="1287" y="137"/>
                  </a:cubicBezTo>
                  <a:cubicBezTo>
                    <a:pt x="1281" y="132"/>
                    <a:pt x="1272" y="127"/>
                    <a:pt x="1257" y="127"/>
                  </a:cubicBezTo>
                  <a:cubicBezTo>
                    <a:pt x="1242" y="127"/>
                    <a:pt x="1225" y="123"/>
                    <a:pt x="1219" y="116"/>
                  </a:cubicBezTo>
                  <a:cubicBezTo>
                    <a:pt x="1214" y="108"/>
                    <a:pt x="1195" y="109"/>
                    <a:pt x="1176" y="110"/>
                  </a:cubicBezTo>
                  <a:cubicBezTo>
                    <a:pt x="1158" y="111"/>
                    <a:pt x="1152" y="104"/>
                    <a:pt x="1145" y="114"/>
                  </a:cubicBezTo>
                  <a:cubicBezTo>
                    <a:pt x="1139" y="125"/>
                    <a:pt x="1119" y="123"/>
                    <a:pt x="1117" y="119"/>
                  </a:cubicBezTo>
                  <a:cubicBezTo>
                    <a:pt x="1115" y="114"/>
                    <a:pt x="1112" y="110"/>
                    <a:pt x="1099" y="110"/>
                  </a:cubicBezTo>
                  <a:cubicBezTo>
                    <a:pt x="1086" y="110"/>
                    <a:pt x="1088" y="107"/>
                    <a:pt x="1084" y="117"/>
                  </a:cubicBezTo>
                  <a:cubicBezTo>
                    <a:pt x="1080" y="126"/>
                    <a:pt x="1069" y="122"/>
                    <a:pt x="1054" y="122"/>
                  </a:cubicBezTo>
                  <a:cubicBezTo>
                    <a:pt x="1039" y="122"/>
                    <a:pt x="1031" y="122"/>
                    <a:pt x="1028" y="114"/>
                  </a:cubicBezTo>
                  <a:cubicBezTo>
                    <a:pt x="1025" y="107"/>
                    <a:pt x="1025" y="103"/>
                    <a:pt x="1013" y="103"/>
                  </a:cubicBezTo>
                  <a:cubicBezTo>
                    <a:pt x="1001" y="103"/>
                    <a:pt x="987" y="100"/>
                    <a:pt x="988" y="91"/>
                  </a:cubicBezTo>
                  <a:cubicBezTo>
                    <a:pt x="989" y="81"/>
                    <a:pt x="1002" y="66"/>
                    <a:pt x="989" y="66"/>
                  </a:cubicBezTo>
                  <a:cubicBezTo>
                    <a:pt x="976" y="66"/>
                    <a:pt x="967" y="74"/>
                    <a:pt x="958" y="66"/>
                  </a:cubicBezTo>
                  <a:cubicBezTo>
                    <a:pt x="950" y="59"/>
                    <a:pt x="921" y="59"/>
                    <a:pt x="903" y="60"/>
                  </a:cubicBezTo>
                  <a:cubicBezTo>
                    <a:pt x="886" y="61"/>
                    <a:pt x="898" y="75"/>
                    <a:pt x="881" y="75"/>
                  </a:cubicBezTo>
                  <a:cubicBezTo>
                    <a:pt x="864" y="75"/>
                    <a:pt x="852" y="68"/>
                    <a:pt x="850" y="56"/>
                  </a:cubicBezTo>
                  <a:cubicBezTo>
                    <a:pt x="847" y="45"/>
                    <a:pt x="837" y="42"/>
                    <a:pt x="827" y="42"/>
                  </a:cubicBezTo>
                  <a:cubicBezTo>
                    <a:pt x="817" y="42"/>
                    <a:pt x="811" y="33"/>
                    <a:pt x="804" y="47"/>
                  </a:cubicBezTo>
                  <a:cubicBezTo>
                    <a:pt x="798" y="61"/>
                    <a:pt x="792" y="77"/>
                    <a:pt x="781" y="77"/>
                  </a:cubicBezTo>
                  <a:cubicBezTo>
                    <a:pt x="770" y="77"/>
                    <a:pt x="749" y="60"/>
                    <a:pt x="763" y="57"/>
                  </a:cubicBezTo>
                  <a:cubicBezTo>
                    <a:pt x="777" y="55"/>
                    <a:pt x="792" y="50"/>
                    <a:pt x="791" y="43"/>
                  </a:cubicBezTo>
                  <a:cubicBezTo>
                    <a:pt x="789" y="37"/>
                    <a:pt x="789" y="31"/>
                    <a:pt x="773" y="31"/>
                  </a:cubicBezTo>
                  <a:cubicBezTo>
                    <a:pt x="757" y="31"/>
                    <a:pt x="760" y="25"/>
                    <a:pt x="753" y="22"/>
                  </a:cubicBezTo>
                  <a:cubicBezTo>
                    <a:pt x="745" y="19"/>
                    <a:pt x="734" y="23"/>
                    <a:pt x="734" y="13"/>
                  </a:cubicBezTo>
                  <a:cubicBezTo>
                    <a:pt x="734" y="4"/>
                    <a:pt x="724" y="0"/>
                    <a:pt x="717" y="8"/>
                  </a:cubicBezTo>
                  <a:cubicBezTo>
                    <a:pt x="711" y="16"/>
                    <a:pt x="703" y="26"/>
                    <a:pt x="696" y="33"/>
                  </a:cubicBezTo>
                  <a:cubicBezTo>
                    <a:pt x="688" y="39"/>
                    <a:pt x="672" y="41"/>
                    <a:pt x="666" y="54"/>
                  </a:cubicBezTo>
                  <a:cubicBezTo>
                    <a:pt x="659" y="67"/>
                    <a:pt x="655" y="57"/>
                    <a:pt x="644" y="65"/>
                  </a:cubicBezTo>
                  <a:cubicBezTo>
                    <a:pt x="634" y="73"/>
                    <a:pt x="623" y="79"/>
                    <a:pt x="607" y="79"/>
                  </a:cubicBezTo>
                  <a:cubicBezTo>
                    <a:pt x="591" y="79"/>
                    <a:pt x="562" y="80"/>
                    <a:pt x="558" y="75"/>
                  </a:cubicBezTo>
                  <a:cubicBezTo>
                    <a:pt x="555" y="69"/>
                    <a:pt x="549" y="65"/>
                    <a:pt x="536" y="68"/>
                  </a:cubicBezTo>
                  <a:cubicBezTo>
                    <a:pt x="523" y="71"/>
                    <a:pt x="524" y="80"/>
                    <a:pt x="514" y="88"/>
                  </a:cubicBezTo>
                  <a:cubicBezTo>
                    <a:pt x="505" y="95"/>
                    <a:pt x="508" y="104"/>
                    <a:pt x="520" y="106"/>
                  </a:cubicBezTo>
                  <a:cubicBezTo>
                    <a:pt x="531" y="108"/>
                    <a:pt x="537" y="107"/>
                    <a:pt x="546" y="107"/>
                  </a:cubicBezTo>
                  <a:cubicBezTo>
                    <a:pt x="556" y="107"/>
                    <a:pt x="568" y="111"/>
                    <a:pt x="555" y="113"/>
                  </a:cubicBezTo>
                  <a:cubicBezTo>
                    <a:pt x="542" y="116"/>
                    <a:pt x="520" y="113"/>
                    <a:pt x="520" y="119"/>
                  </a:cubicBezTo>
                  <a:cubicBezTo>
                    <a:pt x="520" y="124"/>
                    <a:pt x="517" y="157"/>
                    <a:pt x="515" y="146"/>
                  </a:cubicBezTo>
                  <a:cubicBezTo>
                    <a:pt x="513" y="134"/>
                    <a:pt x="513" y="136"/>
                    <a:pt x="505" y="136"/>
                  </a:cubicBezTo>
                  <a:cubicBezTo>
                    <a:pt x="496" y="136"/>
                    <a:pt x="497" y="131"/>
                    <a:pt x="497" y="121"/>
                  </a:cubicBezTo>
                  <a:cubicBezTo>
                    <a:pt x="497" y="111"/>
                    <a:pt x="493" y="98"/>
                    <a:pt x="484" y="107"/>
                  </a:cubicBezTo>
                  <a:cubicBezTo>
                    <a:pt x="476" y="116"/>
                    <a:pt x="459" y="119"/>
                    <a:pt x="455" y="128"/>
                  </a:cubicBezTo>
                  <a:cubicBezTo>
                    <a:pt x="451" y="138"/>
                    <a:pt x="438" y="137"/>
                    <a:pt x="425" y="138"/>
                  </a:cubicBezTo>
                  <a:cubicBezTo>
                    <a:pt x="412" y="139"/>
                    <a:pt x="399" y="129"/>
                    <a:pt x="390" y="137"/>
                  </a:cubicBezTo>
                  <a:cubicBezTo>
                    <a:pt x="380" y="145"/>
                    <a:pt x="381" y="147"/>
                    <a:pt x="368" y="145"/>
                  </a:cubicBezTo>
                  <a:cubicBezTo>
                    <a:pt x="355" y="142"/>
                    <a:pt x="351" y="149"/>
                    <a:pt x="344" y="161"/>
                  </a:cubicBezTo>
                  <a:cubicBezTo>
                    <a:pt x="338" y="172"/>
                    <a:pt x="327" y="176"/>
                    <a:pt x="321" y="183"/>
                  </a:cubicBezTo>
                  <a:cubicBezTo>
                    <a:pt x="314" y="191"/>
                    <a:pt x="307" y="203"/>
                    <a:pt x="306" y="222"/>
                  </a:cubicBezTo>
                  <a:cubicBezTo>
                    <a:pt x="305" y="241"/>
                    <a:pt x="298" y="249"/>
                    <a:pt x="290" y="255"/>
                  </a:cubicBezTo>
                  <a:cubicBezTo>
                    <a:pt x="281" y="262"/>
                    <a:pt x="267" y="276"/>
                    <a:pt x="257" y="278"/>
                  </a:cubicBezTo>
                  <a:cubicBezTo>
                    <a:pt x="248" y="280"/>
                    <a:pt x="235" y="292"/>
                    <a:pt x="209" y="292"/>
                  </a:cubicBezTo>
                  <a:cubicBezTo>
                    <a:pt x="183" y="292"/>
                    <a:pt x="184" y="290"/>
                    <a:pt x="164" y="293"/>
                  </a:cubicBezTo>
                  <a:cubicBezTo>
                    <a:pt x="143" y="296"/>
                    <a:pt x="111" y="291"/>
                    <a:pt x="110" y="299"/>
                  </a:cubicBezTo>
                  <a:cubicBezTo>
                    <a:pt x="109" y="308"/>
                    <a:pt x="115" y="332"/>
                    <a:pt x="108" y="336"/>
                  </a:cubicBezTo>
                  <a:cubicBezTo>
                    <a:pt x="100" y="340"/>
                    <a:pt x="100" y="344"/>
                    <a:pt x="99" y="350"/>
                  </a:cubicBezTo>
                  <a:cubicBezTo>
                    <a:pt x="98" y="355"/>
                    <a:pt x="89" y="349"/>
                    <a:pt x="78" y="350"/>
                  </a:cubicBezTo>
                  <a:cubicBezTo>
                    <a:pt x="67" y="351"/>
                    <a:pt x="64" y="357"/>
                    <a:pt x="81" y="360"/>
                  </a:cubicBezTo>
                  <a:cubicBezTo>
                    <a:pt x="98" y="362"/>
                    <a:pt x="109" y="369"/>
                    <a:pt x="114" y="376"/>
                  </a:cubicBezTo>
                  <a:cubicBezTo>
                    <a:pt x="120" y="382"/>
                    <a:pt x="138" y="389"/>
                    <a:pt x="149" y="389"/>
                  </a:cubicBezTo>
                  <a:cubicBezTo>
                    <a:pt x="159" y="389"/>
                    <a:pt x="180" y="393"/>
                    <a:pt x="187" y="406"/>
                  </a:cubicBezTo>
                  <a:cubicBezTo>
                    <a:pt x="195" y="419"/>
                    <a:pt x="198" y="415"/>
                    <a:pt x="215" y="423"/>
                  </a:cubicBezTo>
                  <a:cubicBezTo>
                    <a:pt x="233" y="430"/>
                    <a:pt x="255" y="439"/>
                    <a:pt x="258" y="454"/>
                  </a:cubicBezTo>
                  <a:cubicBezTo>
                    <a:pt x="262" y="469"/>
                    <a:pt x="266" y="494"/>
                    <a:pt x="280" y="495"/>
                  </a:cubicBezTo>
                  <a:cubicBezTo>
                    <a:pt x="294" y="496"/>
                    <a:pt x="308" y="496"/>
                    <a:pt x="312" y="500"/>
                  </a:cubicBezTo>
                  <a:cubicBezTo>
                    <a:pt x="316" y="505"/>
                    <a:pt x="328" y="504"/>
                    <a:pt x="331" y="504"/>
                  </a:cubicBezTo>
                  <a:cubicBezTo>
                    <a:pt x="335" y="504"/>
                    <a:pt x="343" y="506"/>
                    <a:pt x="344" y="498"/>
                  </a:cubicBezTo>
                  <a:cubicBezTo>
                    <a:pt x="345" y="491"/>
                    <a:pt x="355" y="487"/>
                    <a:pt x="359" y="495"/>
                  </a:cubicBezTo>
                  <a:cubicBezTo>
                    <a:pt x="364" y="503"/>
                    <a:pt x="368" y="501"/>
                    <a:pt x="378" y="503"/>
                  </a:cubicBezTo>
                  <a:cubicBezTo>
                    <a:pt x="387" y="504"/>
                    <a:pt x="410" y="498"/>
                    <a:pt x="410" y="503"/>
                  </a:cubicBezTo>
                  <a:cubicBezTo>
                    <a:pt x="410" y="507"/>
                    <a:pt x="401" y="508"/>
                    <a:pt x="398" y="513"/>
                  </a:cubicBezTo>
                  <a:cubicBezTo>
                    <a:pt x="395" y="519"/>
                    <a:pt x="385" y="526"/>
                    <a:pt x="380" y="523"/>
                  </a:cubicBezTo>
                  <a:cubicBezTo>
                    <a:pt x="374" y="521"/>
                    <a:pt x="373" y="520"/>
                    <a:pt x="365" y="515"/>
                  </a:cubicBezTo>
                  <a:cubicBezTo>
                    <a:pt x="358" y="511"/>
                    <a:pt x="352" y="506"/>
                    <a:pt x="348" y="512"/>
                  </a:cubicBezTo>
                  <a:cubicBezTo>
                    <a:pt x="343" y="517"/>
                    <a:pt x="338" y="529"/>
                    <a:pt x="354" y="533"/>
                  </a:cubicBezTo>
                  <a:cubicBezTo>
                    <a:pt x="370" y="537"/>
                    <a:pt x="379" y="541"/>
                    <a:pt x="381" y="550"/>
                  </a:cubicBezTo>
                  <a:cubicBezTo>
                    <a:pt x="384" y="559"/>
                    <a:pt x="385" y="572"/>
                    <a:pt x="394" y="570"/>
                  </a:cubicBezTo>
                  <a:cubicBezTo>
                    <a:pt x="404" y="568"/>
                    <a:pt x="405" y="562"/>
                    <a:pt x="397" y="556"/>
                  </a:cubicBezTo>
                  <a:cubicBezTo>
                    <a:pt x="388" y="549"/>
                    <a:pt x="378" y="537"/>
                    <a:pt x="380" y="535"/>
                  </a:cubicBezTo>
                  <a:cubicBezTo>
                    <a:pt x="383" y="533"/>
                    <a:pt x="397" y="531"/>
                    <a:pt x="400" y="539"/>
                  </a:cubicBezTo>
                  <a:cubicBezTo>
                    <a:pt x="404" y="547"/>
                    <a:pt x="409" y="552"/>
                    <a:pt x="420" y="551"/>
                  </a:cubicBezTo>
                  <a:cubicBezTo>
                    <a:pt x="430" y="550"/>
                    <a:pt x="431" y="543"/>
                    <a:pt x="439" y="543"/>
                  </a:cubicBezTo>
                  <a:cubicBezTo>
                    <a:pt x="447" y="544"/>
                    <a:pt x="448" y="536"/>
                    <a:pt x="457" y="540"/>
                  </a:cubicBezTo>
                  <a:cubicBezTo>
                    <a:pt x="466" y="544"/>
                    <a:pt x="473" y="542"/>
                    <a:pt x="482" y="543"/>
                  </a:cubicBezTo>
                  <a:cubicBezTo>
                    <a:pt x="491" y="544"/>
                    <a:pt x="495" y="547"/>
                    <a:pt x="494" y="556"/>
                  </a:cubicBezTo>
                  <a:cubicBezTo>
                    <a:pt x="492" y="564"/>
                    <a:pt x="486" y="569"/>
                    <a:pt x="474" y="567"/>
                  </a:cubicBezTo>
                  <a:cubicBezTo>
                    <a:pt x="462" y="565"/>
                    <a:pt x="457" y="566"/>
                    <a:pt x="448" y="561"/>
                  </a:cubicBezTo>
                  <a:cubicBezTo>
                    <a:pt x="438" y="556"/>
                    <a:pt x="433" y="558"/>
                    <a:pt x="429" y="561"/>
                  </a:cubicBezTo>
                  <a:cubicBezTo>
                    <a:pt x="425" y="564"/>
                    <a:pt x="426" y="569"/>
                    <a:pt x="430" y="571"/>
                  </a:cubicBezTo>
                  <a:cubicBezTo>
                    <a:pt x="434" y="574"/>
                    <a:pt x="436" y="586"/>
                    <a:pt x="425" y="586"/>
                  </a:cubicBezTo>
                  <a:cubicBezTo>
                    <a:pt x="414" y="586"/>
                    <a:pt x="403" y="579"/>
                    <a:pt x="401" y="587"/>
                  </a:cubicBezTo>
                  <a:cubicBezTo>
                    <a:pt x="399" y="595"/>
                    <a:pt x="377" y="602"/>
                    <a:pt x="366" y="602"/>
                  </a:cubicBezTo>
                  <a:cubicBezTo>
                    <a:pt x="356" y="602"/>
                    <a:pt x="341" y="600"/>
                    <a:pt x="329" y="601"/>
                  </a:cubicBezTo>
                  <a:cubicBezTo>
                    <a:pt x="318" y="603"/>
                    <a:pt x="274" y="604"/>
                    <a:pt x="270" y="597"/>
                  </a:cubicBezTo>
                  <a:cubicBezTo>
                    <a:pt x="266" y="590"/>
                    <a:pt x="259" y="588"/>
                    <a:pt x="252" y="588"/>
                  </a:cubicBezTo>
                  <a:cubicBezTo>
                    <a:pt x="246" y="588"/>
                    <a:pt x="249" y="583"/>
                    <a:pt x="256" y="577"/>
                  </a:cubicBezTo>
                  <a:cubicBezTo>
                    <a:pt x="263" y="570"/>
                    <a:pt x="270" y="563"/>
                    <a:pt x="270" y="554"/>
                  </a:cubicBezTo>
                  <a:cubicBezTo>
                    <a:pt x="270" y="545"/>
                    <a:pt x="264" y="542"/>
                    <a:pt x="254" y="542"/>
                  </a:cubicBezTo>
                  <a:cubicBezTo>
                    <a:pt x="244" y="542"/>
                    <a:pt x="222" y="541"/>
                    <a:pt x="216" y="547"/>
                  </a:cubicBezTo>
                  <a:cubicBezTo>
                    <a:pt x="211" y="552"/>
                    <a:pt x="208" y="556"/>
                    <a:pt x="194" y="556"/>
                  </a:cubicBezTo>
                  <a:cubicBezTo>
                    <a:pt x="181" y="557"/>
                    <a:pt x="174" y="559"/>
                    <a:pt x="166" y="564"/>
                  </a:cubicBezTo>
                  <a:cubicBezTo>
                    <a:pt x="158" y="568"/>
                    <a:pt x="147" y="564"/>
                    <a:pt x="146" y="571"/>
                  </a:cubicBezTo>
                  <a:cubicBezTo>
                    <a:pt x="146" y="577"/>
                    <a:pt x="153" y="601"/>
                    <a:pt x="139" y="601"/>
                  </a:cubicBezTo>
                  <a:cubicBezTo>
                    <a:pt x="125" y="601"/>
                    <a:pt x="121" y="586"/>
                    <a:pt x="108" y="589"/>
                  </a:cubicBezTo>
                  <a:cubicBezTo>
                    <a:pt x="96" y="591"/>
                    <a:pt x="90" y="599"/>
                    <a:pt x="81" y="604"/>
                  </a:cubicBezTo>
                  <a:cubicBezTo>
                    <a:pt x="72" y="609"/>
                    <a:pt x="72" y="622"/>
                    <a:pt x="55" y="623"/>
                  </a:cubicBezTo>
                  <a:cubicBezTo>
                    <a:pt x="37" y="623"/>
                    <a:pt x="33" y="634"/>
                    <a:pt x="23" y="635"/>
                  </a:cubicBezTo>
                  <a:cubicBezTo>
                    <a:pt x="13" y="635"/>
                    <a:pt x="0" y="638"/>
                    <a:pt x="0" y="647"/>
                  </a:cubicBezTo>
                  <a:cubicBezTo>
                    <a:pt x="0" y="655"/>
                    <a:pt x="0" y="658"/>
                    <a:pt x="16" y="662"/>
                  </a:cubicBezTo>
                  <a:cubicBezTo>
                    <a:pt x="32" y="665"/>
                    <a:pt x="35" y="673"/>
                    <a:pt x="46" y="673"/>
                  </a:cubicBezTo>
                  <a:cubicBezTo>
                    <a:pt x="56" y="673"/>
                    <a:pt x="72" y="678"/>
                    <a:pt x="82" y="677"/>
                  </a:cubicBezTo>
                  <a:cubicBezTo>
                    <a:pt x="92" y="676"/>
                    <a:pt x="98" y="677"/>
                    <a:pt x="105" y="681"/>
                  </a:cubicBezTo>
                  <a:cubicBezTo>
                    <a:pt x="112" y="686"/>
                    <a:pt x="111" y="699"/>
                    <a:pt x="95" y="696"/>
                  </a:cubicBezTo>
                  <a:cubicBezTo>
                    <a:pt x="79" y="693"/>
                    <a:pt x="58" y="692"/>
                    <a:pt x="69" y="701"/>
                  </a:cubicBezTo>
                  <a:cubicBezTo>
                    <a:pt x="80" y="711"/>
                    <a:pt x="93" y="719"/>
                    <a:pt x="94" y="733"/>
                  </a:cubicBezTo>
                  <a:cubicBezTo>
                    <a:pt x="96" y="748"/>
                    <a:pt x="103" y="758"/>
                    <a:pt x="118" y="759"/>
                  </a:cubicBezTo>
                  <a:cubicBezTo>
                    <a:pt x="133" y="760"/>
                    <a:pt x="137" y="761"/>
                    <a:pt x="144" y="766"/>
                  </a:cubicBezTo>
                  <a:cubicBezTo>
                    <a:pt x="152" y="772"/>
                    <a:pt x="160" y="773"/>
                    <a:pt x="179" y="772"/>
                  </a:cubicBezTo>
                  <a:cubicBezTo>
                    <a:pt x="199" y="771"/>
                    <a:pt x="215" y="774"/>
                    <a:pt x="218" y="768"/>
                  </a:cubicBezTo>
                  <a:cubicBezTo>
                    <a:pt x="221" y="762"/>
                    <a:pt x="220" y="758"/>
                    <a:pt x="240" y="758"/>
                  </a:cubicBezTo>
                  <a:cubicBezTo>
                    <a:pt x="261" y="758"/>
                    <a:pt x="278" y="752"/>
                    <a:pt x="284" y="759"/>
                  </a:cubicBezTo>
                  <a:cubicBezTo>
                    <a:pt x="291" y="767"/>
                    <a:pt x="295" y="769"/>
                    <a:pt x="304" y="772"/>
                  </a:cubicBezTo>
                  <a:cubicBezTo>
                    <a:pt x="313" y="776"/>
                    <a:pt x="320" y="774"/>
                    <a:pt x="314" y="766"/>
                  </a:cubicBezTo>
                  <a:cubicBezTo>
                    <a:pt x="307" y="758"/>
                    <a:pt x="315" y="755"/>
                    <a:pt x="325" y="765"/>
                  </a:cubicBezTo>
                  <a:cubicBezTo>
                    <a:pt x="334" y="774"/>
                    <a:pt x="340" y="779"/>
                    <a:pt x="343" y="770"/>
                  </a:cubicBezTo>
                  <a:cubicBezTo>
                    <a:pt x="346" y="760"/>
                    <a:pt x="349" y="761"/>
                    <a:pt x="357" y="759"/>
                  </a:cubicBezTo>
                  <a:cubicBezTo>
                    <a:pt x="365" y="757"/>
                    <a:pt x="365" y="750"/>
                    <a:pt x="377" y="748"/>
                  </a:cubicBezTo>
                  <a:cubicBezTo>
                    <a:pt x="390" y="747"/>
                    <a:pt x="389" y="732"/>
                    <a:pt x="401" y="732"/>
                  </a:cubicBezTo>
                  <a:cubicBezTo>
                    <a:pt x="414" y="732"/>
                    <a:pt x="427" y="736"/>
                    <a:pt x="428" y="731"/>
                  </a:cubicBezTo>
                  <a:cubicBezTo>
                    <a:pt x="430" y="726"/>
                    <a:pt x="437" y="719"/>
                    <a:pt x="442" y="724"/>
                  </a:cubicBezTo>
                  <a:cubicBezTo>
                    <a:pt x="448" y="729"/>
                    <a:pt x="445" y="734"/>
                    <a:pt x="453" y="738"/>
                  </a:cubicBezTo>
                  <a:cubicBezTo>
                    <a:pt x="461" y="743"/>
                    <a:pt x="460" y="754"/>
                    <a:pt x="451" y="755"/>
                  </a:cubicBezTo>
                  <a:cubicBezTo>
                    <a:pt x="441" y="756"/>
                    <a:pt x="443" y="763"/>
                    <a:pt x="434" y="762"/>
                  </a:cubicBezTo>
                  <a:cubicBezTo>
                    <a:pt x="424" y="761"/>
                    <a:pt x="419" y="764"/>
                    <a:pt x="431" y="776"/>
                  </a:cubicBezTo>
                  <a:cubicBezTo>
                    <a:pt x="443" y="787"/>
                    <a:pt x="441" y="791"/>
                    <a:pt x="447" y="800"/>
                  </a:cubicBezTo>
                  <a:cubicBezTo>
                    <a:pt x="453" y="810"/>
                    <a:pt x="458" y="823"/>
                    <a:pt x="456" y="834"/>
                  </a:cubicBezTo>
                  <a:cubicBezTo>
                    <a:pt x="455" y="845"/>
                    <a:pt x="459" y="843"/>
                    <a:pt x="449" y="852"/>
                  </a:cubicBezTo>
                  <a:cubicBezTo>
                    <a:pt x="438" y="860"/>
                    <a:pt x="436" y="865"/>
                    <a:pt x="426" y="866"/>
                  </a:cubicBezTo>
                  <a:cubicBezTo>
                    <a:pt x="416" y="867"/>
                    <a:pt x="420" y="873"/>
                    <a:pt x="409" y="873"/>
                  </a:cubicBezTo>
                  <a:cubicBezTo>
                    <a:pt x="399" y="873"/>
                    <a:pt x="385" y="873"/>
                    <a:pt x="381" y="868"/>
                  </a:cubicBezTo>
                  <a:cubicBezTo>
                    <a:pt x="378" y="863"/>
                    <a:pt x="376" y="864"/>
                    <a:pt x="370" y="861"/>
                  </a:cubicBezTo>
                  <a:cubicBezTo>
                    <a:pt x="365" y="858"/>
                    <a:pt x="355" y="850"/>
                    <a:pt x="350" y="852"/>
                  </a:cubicBezTo>
                  <a:cubicBezTo>
                    <a:pt x="346" y="855"/>
                    <a:pt x="345" y="856"/>
                    <a:pt x="352" y="861"/>
                  </a:cubicBezTo>
                  <a:cubicBezTo>
                    <a:pt x="360" y="866"/>
                    <a:pt x="361" y="869"/>
                    <a:pt x="357" y="876"/>
                  </a:cubicBezTo>
                  <a:cubicBezTo>
                    <a:pt x="354" y="882"/>
                    <a:pt x="348" y="890"/>
                    <a:pt x="335" y="895"/>
                  </a:cubicBezTo>
                  <a:cubicBezTo>
                    <a:pt x="323" y="900"/>
                    <a:pt x="306" y="917"/>
                    <a:pt x="299" y="913"/>
                  </a:cubicBezTo>
                  <a:cubicBezTo>
                    <a:pt x="292" y="908"/>
                    <a:pt x="281" y="910"/>
                    <a:pt x="276" y="905"/>
                  </a:cubicBezTo>
                  <a:cubicBezTo>
                    <a:pt x="270" y="899"/>
                    <a:pt x="267" y="891"/>
                    <a:pt x="257" y="889"/>
                  </a:cubicBezTo>
                  <a:cubicBezTo>
                    <a:pt x="247" y="887"/>
                    <a:pt x="236" y="893"/>
                    <a:pt x="227" y="898"/>
                  </a:cubicBezTo>
                  <a:cubicBezTo>
                    <a:pt x="219" y="902"/>
                    <a:pt x="225" y="917"/>
                    <a:pt x="211" y="921"/>
                  </a:cubicBezTo>
                  <a:cubicBezTo>
                    <a:pt x="196" y="925"/>
                    <a:pt x="196" y="937"/>
                    <a:pt x="200" y="943"/>
                  </a:cubicBezTo>
                  <a:cubicBezTo>
                    <a:pt x="205" y="949"/>
                    <a:pt x="214" y="949"/>
                    <a:pt x="212" y="956"/>
                  </a:cubicBezTo>
                  <a:cubicBezTo>
                    <a:pt x="209" y="964"/>
                    <a:pt x="205" y="963"/>
                    <a:pt x="197" y="963"/>
                  </a:cubicBezTo>
                  <a:cubicBezTo>
                    <a:pt x="188" y="963"/>
                    <a:pt x="187" y="965"/>
                    <a:pt x="180" y="970"/>
                  </a:cubicBezTo>
                  <a:cubicBezTo>
                    <a:pt x="174" y="976"/>
                    <a:pt x="162" y="992"/>
                    <a:pt x="152" y="998"/>
                  </a:cubicBezTo>
                  <a:cubicBezTo>
                    <a:pt x="142" y="1004"/>
                    <a:pt x="141" y="1012"/>
                    <a:pt x="144" y="1019"/>
                  </a:cubicBezTo>
                  <a:cubicBezTo>
                    <a:pt x="148" y="1025"/>
                    <a:pt x="152" y="1032"/>
                    <a:pt x="142" y="1036"/>
                  </a:cubicBezTo>
                  <a:cubicBezTo>
                    <a:pt x="133" y="1040"/>
                    <a:pt x="113" y="1044"/>
                    <a:pt x="120" y="1051"/>
                  </a:cubicBezTo>
                  <a:cubicBezTo>
                    <a:pt x="126" y="1058"/>
                    <a:pt x="137" y="1074"/>
                    <a:pt x="141" y="1084"/>
                  </a:cubicBezTo>
                  <a:cubicBezTo>
                    <a:pt x="145" y="1093"/>
                    <a:pt x="147" y="1096"/>
                    <a:pt x="153" y="1103"/>
                  </a:cubicBezTo>
                  <a:cubicBezTo>
                    <a:pt x="159" y="1109"/>
                    <a:pt x="165" y="1107"/>
                    <a:pt x="168" y="1100"/>
                  </a:cubicBezTo>
                  <a:cubicBezTo>
                    <a:pt x="171" y="1093"/>
                    <a:pt x="178" y="1091"/>
                    <a:pt x="181" y="1085"/>
                  </a:cubicBezTo>
                  <a:cubicBezTo>
                    <a:pt x="184" y="1078"/>
                    <a:pt x="186" y="1083"/>
                    <a:pt x="186" y="1093"/>
                  </a:cubicBezTo>
                  <a:cubicBezTo>
                    <a:pt x="185" y="1103"/>
                    <a:pt x="186" y="1106"/>
                    <a:pt x="192" y="1110"/>
                  </a:cubicBezTo>
                  <a:cubicBezTo>
                    <a:pt x="198" y="1115"/>
                    <a:pt x="192" y="1125"/>
                    <a:pt x="205" y="1125"/>
                  </a:cubicBezTo>
                  <a:cubicBezTo>
                    <a:pt x="217" y="1125"/>
                    <a:pt x="221" y="1125"/>
                    <a:pt x="230" y="1128"/>
                  </a:cubicBezTo>
                  <a:cubicBezTo>
                    <a:pt x="240" y="1130"/>
                    <a:pt x="245" y="1133"/>
                    <a:pt x="251" y="1127"/>
                  </a:cubicBezTo>
                  <a:cubicBezTo>
                    <a:pt x="257" y="1120"/>
                    <a:pt x="269" y="1112"/>
                    <a:pt x="273" y="1120"/>
                  </a:cubicBezTo>
                  <a:cubicBezTo>
                    <a:pt x="278" y="1128"/>
                    <a:pt x="285" y="1137"/>
                    <a:pt x="283" y="1145"/>
                  </a:cubicBezTo>
                  <a:cubicBezTo>
                    <a:pt x="281" y="1153"/>
                    <a:pt x="273" y="1158"/>
                    <a:pt x="268" y="1150"/>
                  </a:cubicBezTo>
                  <a:cubicBezTo>
                    <a:pt x="262" y="1141"/>
                    <a:pt x="252" y="1134"/>
                    <a:pt x="249" y="1139"/>
                  </a:cubicBezTo>
                  <a:cubicBezTo>
                    <a:pt x="246" y="1145"/>
                    <a:pt x="237" y="1159"/>
                    <a:pt x="234" y="1152"/>
                  </a:cubicBezTo>
                  <a:cubicBezTo>
                    <a:pt x="230" y="1145"/>
                    <a:pt x="233" y="1142"/>
                    <a:pt x="222" y="1137"/>
                  </a:cubicBezTo>
                  <a:cubicBezTo>
                    <a:pt x="212" y="1132"/>
                    <a:pt x="200" y="1131"/>
                    <a:pt x="194" y="1135"/>
                  </a:cubicBezTo>
                  <a:cubicBezTo>
                    <a:pt x="187" y="1138"/>
                    <a:pt x="186" y="1141"/>
                    <a:pt x="179" y="1146"/>
                  </a:cubicBezTo>
                  <a:cubicBezTo>
                    <a:pt x="172" y="1151"/>
                    <a:pt x="166" y="1164"/>
                    <a:pt x="179" y="1165"/>
                  </a:cubicBezTo>
                  <a:cubicBezTo>
                    <a:pt x="191" y="1165"/>
                    <a:pt x="184" y="1181"/>
                    <a:pt x="196" y="1182"/>
                  </a:cubicBezTo>
                  <a:cubicBezTo>
                    <a:pt x="207" y="1184"/>
                    <a:pt x="222" y="1188"/>
                    <a:pt x="232" y="1199"/>
                  </a:cubicBezTo>
                  <a:cubicBezTo>
                    <a:pt x="241" y="1209"/>
                    <a:pt x="242" y="1211"/>
                    <a:pt x="244" y="1219"/>
                  </a:cubicBezTo>
                  <a:cubicBezTo>
                    <a:pt x="246" y="1227"/>
                    <a:pt x="244" y="1232"/>
                    <a:pt x="259" y="1232"/>
                  </a:cubicBezTo>
                  <a:cubicBezTo>
                    <a:pt x="275" y="1232"/>
                    <a:pt x="305" y="1240"/>
                    <a:pt x="309" y="1230"/>
                  </a:cubicBezTo>
                  <a:cubicBezTo>
                    <a:pt x="314" y="1220"/>
                    <a:pt x="326" y="1230"/>
                    <a:pt x="330" y="1220"/>
                  </a:cubicBezTo>
                  <a:cubicBezTo>
                    <a:pt x="335" y="1209"/>
                    <a:pt x="354" y="1218"/>
                    <a:pt x="351" y="1204"/>
                  </a:cubicBezTo>
                  <a:cubicBezTo>
                    <a:pt x="348" y="1190"/>
                    <a:pt x="342" y="1182"/>
                    <a:pt x="348" y="1174"/>
                  </a:cubicBezTo>
                  <a:cubicBezTo>
                    <a:pt x="355" y="1165"/>
                    <a:pt x="368" y="1161"/>
                    <a:pt x="366" y="1152"/>
                  </a:cubicBezTo>
                  <a:cubicBezTo>
                    <a:pt x="365" y="1143"/>
                    <a:pt x="364" y="1137"/>
                    <a:pt x="374" y="1139"/>
                  </a:cubicBezTo>
                  <a:cubicBezTo>
                    <a:pt x="385" y="1142"/>
                    <a:pt x="396" y="1141"/>
                    <a:pt x="385" y="1146"/>
                  </a:cubicBezTo>
                  <a:cubicBezTo>
                    <a:pt x="374" y="1152"/>
                    <a:pt x="373" y="1156"/>
                    <a:pt x="372" y="1162"/>
                  </a:cubicBezTo>
                  <a:cubicBezTo>
                    <a:pt x="372" y="1168"/>
                    <a:pt x="356" y="1171"/>
                    <a:pt x="360" y="1180"/>
                  </a:cubicBezTo>
                  <a:cubicBezTo>
                    <a:pt x="364" y="1189"/>
                    <a:pt x="358" y="1204"/>
                    <a:pt x="366" y="1209"/>
                  </a:cubicBezTo>
                  <a:cubicBezTo>
                    <a:pt x="374" y="1215"/>
                    <a:pt x="377" y="1218"/>
                    <a:pt x="381" y="1227"/>
                  </a:cubicBezTo>
                  <a:cubicBezTo>
                    <a:pt x="385" y="1236"/>
                    <a:pt x="380" y="1243"/>
                    <a:pt x="388" y="1247"/>
                  </a:cubicBezTo>
                  <a:cubicBezTo>
                    <a:pt x="397" y="1251"/>
                    <a:pt x="400" y="1256"/>
                    <a:pt x="394" y="1263"/>
                  </a:cubicBezTo>
                  <a:cubicBezTo>
                    <a:pt x="387" y="1269"/>
                    <a:pt x="379" y="1271"/>
                    <a:pt x="381" y="1281"/>
                  </a:cubicBezTo>
                  <a:cubicBezTo>
                    <a:pt x="383" y="1292"/>
                    <a:pt x="394" y="1290"/>
                    <a:pt x="392" y="1300"/>
                  </a:cubicBezTo>
                  <a:cubicBezTo>
                    <a:pt x="389" y="1309"/>
                    <a:pt x="399" y="1329"/>
                    <a:pt x="391" y="1330"/>
                  </a:cubicBezTo>
                  <a:cubicBezTo>
                    <a:pt x="382" y="1331"/>
                    <a:pt x="365" y="1333"/>
                    <a:pt x="372" y="1338"/>
                  </a:cubicBezTo>
                  <a:cubicBezTo>
                    <a:pt x="379" y="1343"/>
                    <a:pt x="391" y="1343"/>
                    <a:pt x="399" y="1346"/>
                  </a:cubicBezTo>
                  <a:cubicBezTo>
                    <a:pt x="408" y="1349"/>
                    <a:pt x="416" y="1347"/>
                    <a:pt x="421" y="1339"/>
                  </a:cubicBezTo>
                  <a:cubicBezTo>
                    <a:pt x="426" y="1331"/>
                    <a:pt x="429" y="1323"/>
                    <a:pt x="440" y="1322"/>
                  </a:cubicBezTo>
                  <a:cubicBezTo>
                    <a:pt x="450" y="1320"/>
                    <a:pt x="448" y="1322"/>
                    <a:pt x="444" y="1330"/>
                  </a:cubicBezTo>
                  <a:cubicBezTo>
                    <a:pt x="441" y="1338"/>
                    <a:pt x="434" y="1346"/>
                    <a:pt x="443" y="1346"/>
                  </a:cubicBezTo>
                  <a:cubicBezTo>
                    <a:pt x="452" y="1346"/>
                    <a:pt x="457" y="1349"/>
                    <a:pt x="459" y="1338"/>
                  </a:cubicBezTo>
                  <a:cubicBezTo>
                    <a:pt x="462" y="1328"/>
                    <a:pt x="464" y="1323"/>
                    <a:pt x="467" y="1317"/>
                  </a:cubicBezTo>
                  <a:cubicBezTo>
                    <a:pt x="471" y="1310"/>
                    <a:pt x="474" y="1302"/>
                    <a:pt x="483" y="1302"/>
                  </a:cubicBezTo>
                  <a:cubicBezTo>
                    <a:pt x="491" y="1302"/>
                    <a:pt x="494" y="1301"/>
                    <a:pt x="497" y="1310"/>
                  </a:cubicBezTo>
                  <a:cubicBezTo>
                    <a:pt x="500" y="1320"/>
                    <a:pt x="505" y="1328"/>
                    <a:pt x="515" y="1324"/>
                  </a:cubicBezTo>
                  <a:cubicBezTo>
                    <a:pt x="525" y="1321"/>
                    <a:pt x="529" y="1313"/>
                    <a:pt x="537" y="1325"/>
                  </a:cubicBezTo>
                  <a:cubicBezTo>
                    <a:pt x="545" y="1337"/>
                    <a:pt x="556" y="1335"/>
                    <a:pt x="559" y="1346"/>
                  </a:cubicBezTo>
                  <a:cubicBezTo>
                    <a:pt x="563" y="1358"/>
                    <a:pt x="568" y="1359"/>
                    <a:pt x="573" y="1359"/>
                  </a:cubicBezTo>
                  <a:cubicBezTo>
                    <a:pt x="578" y="1359"/>
                    <a:pt x="582" y="1358"/>
                    <a:pt x="582" y="1347"/>
                  </a:cubicBezTo>
                  <a:cubicBezTo>
                    <a:pt x="582" y="1337"/>
                    <a:pt x="584" y="1329"/>
                    <a:pt x="589" y="1326"/>
                  </a:cubicBezTo>
                  <a:cubicBezTo>
                    <a:pt x="594" y="1323"/>
                    <a:pt x="590" y="1315"/>
                    <a:pt x="600" y="1315"/>
                  </a:cubicBezTo>
                  <a:cubicBezTo>
                    <a:pt x="610" y="1314"/>
                    <a:pt x="601" y="1326"/>
                    <a:pt x="611" y="1331"/>
                  </a:cubicBezTo>
                  <a:cubicBezTo>
                    <a:pt x="621" y="1336"/>
                    <a:pt x="630" y="1349"/>
                    <a:pt x="636" y="1342"/>
                  </a:cubicBezTo>
                  <a:cubicBezTo>
                    <a:pt x="642" y="1334"/>
                    <a:pt x="648" y="1328"/>
                    <a:pt x="658" y="1328"/>
                  </a:cubicBezTo>
                  <a:cubicBezTo>
                    <a:pt x="667" y="1328"/>
                    <a:pt x="682" y="1330"/>
                    <a:pt x="686" y="1323"/>
                  </a:cubicBezTo>
                  <a:cubicBezTo>
                    <a:pt x="690" y="1315"/>
                    <a:pt x="700" y="1320"/>
                    <a:pt x="695" y="1328"/>
                  </a:cubicBezTo>
                  <a:cubicBezTo>
                    <a:pt x="689" y="1336"/>
                    <a:pt x="686" y="1340"/>
                    <a:pt x="680" y="1344"/>
                  </a:cubicBezTo>
                  <a:cubicBezTo>
                    <a:pt x="673" y="1347"/>
                    <a:pt x="663" y="1351"/>
                    <a:pt x="666" y="1362"/>
                  </a:cubicBezTo>
                  <a:cubicBezTo>
                    <a:pt x="669" y="1373"/>
                    <a:pt x="674" y="1392"/>
                    <a:pt x="666" y="1397"/>
                  </a:cubicBezTo>
                  <a:cubicBezTo>
                    <a:pt x="658" y="1403"/>
                    <a:pt x="653" y="1408"/>
                    <a:pt x="656" y="1417"/>
                  </a:cubicBezTo>
                  <a:cubicBezTo>
                    <a:pt x="659" y="1427"/>
                    <a:pt x="666" y="1437"/>
                    <a:pt x="653" y="1440"/>
                  </a:cubicBezTo>
                  <a:cubicBezTo>
                    <a:pt x="641" y="1443"/>
                    <a:pt x="632" y="1452"/>
                    <a:pt x="622" y="1457"/>
                  </a:cubicBezTo>
                  <a:cubicBezTo>
                    <a:pt x="612" y="1462"/>
                    <a:pt x="600" y="1468"/>
                    <a:pt x="596" y="1480"/>
                  </a:cubicBezTo>
                  <a:cubicBezTo>
                    <a:pt x="592" y="1491"/>
                    <a:pt x="595" y="1503"/>
                    <a:pt x="583" y="1505"/>
                  </a:cubicBezTo>
                  <a:cubicBezTo>
                    <a:pt x="570" y="1507"/>
                    <a:pt x="562" y="1512"/>
                    <a:pt x="551" y="1519"/>
                  </a:cubicBezTo>
                  <a:cubicBezTo>
                    <a:pt x="540" y="1527"/>
                    <a:pt x="530" y="1524"/>
                    <a:pt x="521" y="1530"/>
                  </a:cubicBezTo>
                  <a:cubicBezTo>
                    <a:pt x="512" y="1536"/>
                    <a:pt x="510" y="1539"/>
                    <a:pt x="500" y="1548"/>
                  </a:cubicBezTo>
                  <a:cubicBezTo>
                    <a:pt x="490" y="1557"/>
                    <a:pt x="484" y="1561"/>
                    <a:pt x="480" y="1567"/>
                  </a:cubicBezTo>
                  <a:cubicBezTo>
                    <a:pt x="476" y="1573"/>
                    <a:pt x="472" y="1578"/>
                    <a:pt x="473" y="1585"/>
                  </a:cubicBezTo>
                  <a:cubicBezTo>
                    <a:pt x="474" y="1593"/>
                    <a:pt x="480" y="1588"/>
                    <a:pt x="483" y="1597"/>
                  </a:cubicBezTo>
                  <a:cubicBezTo>
                    <a:pt x="486" y="1607"/>
                    <a:pt x="468" y="1604"/>
                    <a:pt x="461" y="1601"/>
                  </a:cubicBezTo>
                  <a:cubicBezTo>
                    <a:pt x="454" y="1598"/>
                    <a:pt x="451" y="1598"/>
                    <a:pt x="451" y="1590"/>
                  </a:cubicBezTo>
                  <a:cubicBezTo>
                    <a:pt x="451" y="1582"/>
                    <a:pt x="449" y="1580"/>
                    <a:pt x="437" y="1581"/>
                  </a:cubicBezTo>
                  <a:cubicBezTo>
                    <a:pt x="426" y="1582"/>
                    <a:pt x="421" y="1582"/>
                    <a:pt x="409" y="1588"/>
                  </a:cubicBezTo>
                  <a:cubicBezTo>
                    <a:pt x="398" y="1594"/>
                    <a:pt x="397" y="1587"/>
                    <a:pt x="390" y="1594"/>
                  </a:cubicBezTo>
                  <a:cubicBezTo>
                    <a:pt x="384" y="1602"/>
                    <a:pt x="378" y="1595"/>
                    <a:pt x="368" y="1605"/>
                  </a:cubicBezTo>
                  <a:cubicBezTo>
                    <a:pt x="357" y="1615"/>
                    <a:pt x="363" y="1624"/>
                    <a:pt x="348" y="1632"/>
                  </a:cubicBezTo>
                  <a:cubicBezTo>
                    <a:pt x="334" y="1641"/>
                    <a:pt x="324" y="1641"/>
                    <a:pt x="334" y="1647"/>
                  </a:cubicBezTo>
                  <a:cubicBezTo>
                    <a:pt x="344" y="1652"/>
                    <a:pt x="345" y="1660"/>
                    <a:pt x="349" y="1666"/>
                  </a:cubicBezTo>
                  <a:cubicBezTo>
                    <a:pt x="354" y="1673"/>
                    <a:pt x="361" y="1672"/>
                    <a:pt x="363" y="1664"/>
                  </a:cubicBezTo>
                  <a:cubicBezTo>
                    <a:pt x="365" y="1657"/>
                    <a:pt x="383" y="1664"/>
                    <a:pt x="387" y="1653"/>
                  </a:cubicBezTo>
                  <a:cubicBezTo>
                    <a:pt x="392" y="1643"/>
                    <a:pt x="399" y="1640"/>
                    <a:pt x="402" y="1631"/>
                  </a:cubicBezTo>
                  <a:cubicBezTo>
                    <a:pt x="405" y="1622"/>
                    <a:pt x="411" y="1616"/>
                    <a:pt x="414" y="1625"/>
                  </a:cubicBezTo>
                  <a:cubicBezTo>
                    <a:pt x="417" y="1635"/>
                    <a:pt x="415" y="1642"/>
                    <a:pt x="423" y="1640"/>
                  </a:cubicBezTo>
                  <a:cubicBezTo>
                    <a:pt x="432" y="1639"/>
                    <a:pt x="441" y="1630"/>
                    <a:pt x="444" y="1634"/>
                  </a:cubicBezTo>
                  <a:cubicBezTo>
                    <a:pt x="447" y="1638"/>
                    <a:pt x="454" y="1632"/>
                    <a:pt x="455" y="1639"/>
                  </a:cubicBezTo>
                  <a:cubicBezTo>
                    <a:pt x="456" y="1646"/>
                    <a:pt x="459" y="1653"/>
                    <a:pt x="467" y="1652"/>
                  </a:cubicBezTo>
                  <a:cubicBezTo>
                    <a:pt x="476" y="1651"/>
                    <a:pt x="478" y="1650"/>
                    <a:pt x="480" y="1645"/>
                  </a:cubicBezTo>
                  <a:cubicBezTo>
                    <a:pt x="481" y="1639"/>
                    <a:pt x="495" y="1641"/>
                    <a:pt x="485" y="1638"/>
                  </a:cubicBezTo>
                  <a:cubicBezTo>
                    <a:pt x="474" y="1634"/>
                    <a:pt x="465" y="1636"/>
                    <a:pt x="469" y="1630"/>
                  </a:cubicBezTo>
                  <a:cubicBezTo>
                    <a:pt x="473" y="1624"/>
                    <a:pt x="481" y="1631"/>
                    <a:pt x="483" y="1622"/>
                  </a:cubicBezTo>
                  <a:cubicBezTo>
                    <a:pt x="485" y="1612"/>
                    <a:pt x="505" y="1616"/>
                    <a:pt x="505" y="1609"/>
                  </a:cubicBezTo>
                  <a:cubicBezTo>
                    <a:pt x="506" y="1602"/>
                    <a:pt x="521" y="1597"/>
                    <a:pt x="521" y="1608"/>
                  </a:cubicBezTo>
                  <a:cubicBezTo>
                    <a:pt x="521" y="1619"/>
                    <a:pt x="528" y="1621"/>
                    <a:pt x="532" y="1618"/>
                  </a:cubicBezTo>
                  <a:cubicBezTo>
                    <a:pt x="536" y="1615"/>
                    <a:pt x="542" y="1612"/>
                    <a:pt x="544" y="1605"/>
                  </a:cubicBezTo>
                  <a:cubicBezTo>
                    <a:pt x="546" y="1599"/>
                    <a:pt x="552" y="1594"/>
                    <a:pt x="564" y="1594"/>
                  </a:cubicBezTo>
                  <a:cubicBezTo>
                    <a:pt x="575" y="1594"/>
                    <a:pt x="576" y="1593"/>
                    <a:pt x="579" y="1589"/>
                  </a:cubicBezTo>
                  <a:cubicBezTo>
                    <a:pt x="581" y="1586"/>
                    <a:pt x="592" y="1586"/>
                    <a:pt x="601" y="1583"/>
                  </a:cubicBezTo>
                  <a:cubicBezTo>
                    <a:pt x="611" y="1581"/>
                    <a:pt x="614" y="1582"/>
                    <a:pt x="617" y="1574"/>
                  </a:cubicBezTo>
                  <a:cubicBezTo>
                    <a:pt x="620" y="1566"/>
                    <a:pt x="629" y="1562"/>
                    <a:pt x="621" y="1558"/>
                  </a:cubicBezTo>
                  <a:cubicBezTo>
                    <a:pt x="614" y="1554"/>
                    <a:pt x="612" y="1555"/>
                    <a:pt x="612" y="1548"/>
                  </a:cubicBezTo>
                  <a:cubicBezTo>
                    <a:pt x="613" y="1541"/>
                    <a:pt x="615" y="1539"/>
                    <a:pt x="628" y="1535"/>
                  </a:cubicBezTo>
                  <a:cubicBezTo>
                    <a:pt x="641" y="1531"/>
                    <a:pt x="658" y="1524"/>
                    <a:pt x="667" y="1515"/>
                  </a:cubicBezTo>
                  <a:cubicBezTo>
                    <a:pt x="675" y="1506"/>
                    <a:pt x="697" y="1514"/>
                    <a:pt x="705" y="1501"/>
                  </a:cubicBezTo>
                  <a:cubicBezTo>
                    <a:pt x="712" y="1489"/>
                    <a:pt x="734" y="1501"/>
                    <a:pt x="736" y="1480"/>
                  </a:cubicBezTo>
                  <a:cubicBezTo>
                    <a:pt x="738" y="1459"/>
                    <a:pt x="738" y="1455"/>
                    <a:pt x="757" y="1450"/>
                  </a:cubicBezTo>
                  <a:cubicBezTo>
                    <a:pt x="775" y="1444"/>
                    <a:pt x="784" y="1438"/>
                    <a:pt x="793" y="1427"/>
                  </a:cubicBezTo>
                  <a:cubicBezTo>
                    <a:pt x="803" y="1416"/>
                    <a:pt x="819" y="1421"/>
                    <a:pt x="825" y="1410"/>
                  </a:cubicBezTo>
                  <a:cubicBezTo>
                    <a:pt x="832" y="1399"/>
                    <a:pt x="831" y="1399"/>
                    <a:pt x="850" y="1396"/>
                  </a:cubicBezTo>
                  <a:cubicBezTo>
                    <a:pt x="868" y="1394"/>
                    <a:pt x="879" y="1400"/>
                    <a:pt x="882" y="1379"/>
                  </a:cubicBezTo>
                  <a:cubicBezTo>
                    <a:pt x="885" y="1358"/>
                    <a:pt x="885" y="1347"/>
                    <a:pt x="894" y="1342"/>
                  </a:cubicBezTo>
                  <a:cubicBezTo>
                    <a:pt x="903" y="1337"/>
                    <a:pt x="928" y="1339"/>
                    <a:pt x="930" y="1325"/>
                  </a:cubicBezTo>
                  <a:cubicBezTo>
                    <a:pt x="931" y="1311"/>
                    <a:pt x="933" y="1306"/>
                    <a:pt x="922" y="1303"/>
                  </a:cubicBezTo>
                  <a:cubicBezTo>
                    <a:pt x="911" y="1300"/>
                    <a:pt x="906" y="1291"/>
                    <a:pt x="899" y="1294"/>
                  </a:cubicBezTo>
                  <a:cubicBezTo>
                    <a:pt x="891" y="1296"/>
                    <a:pt x="875" y="1296"/>
                    <a:pt x="879" y="1285"/>
                  </a:cubicBezTo>
                  <a:cubicBezTo>
                    <a:pt x="882" y="1274"/>
                    <a:pt x="898" y="1275"/>
                    <a:pt x="899" y="1264"/>
                  </a:cubicBezTo>
                  <a:cubicBezTo>
                    <a:pt x="899" y="1252"/>
                    <a:pt x="910" y="1245"/>
                    <a:pt x="925" y="1242"/>
                  </a:cubicBezTo>
                  <a:cubicBezTo>
                    <a:pt x="941" y="1239"/>
                    <a:pt x="959" y="1243"/>
                    <a:pt x="962" y="1228"/>
                  </a:cubicBezTo>
                  <a:cubicBezTo>
                    <a:pt x="965" y="1214"/>
                    <a:pt x="973" y="1218"/>
                    <a:pt x="978" y="1203"/>
                  </a:cubicBezTo>
                  <a:cubicBezTo>
                    <a:pt x="983" y="1188"/>
                    <a:pt x="989" y="1188"/>
                    <a:pt x="995" y="1174"/>
                  </a:cubicBezTo>
                  <a:cubicBezTo>
                    <a:pt x="1001" y="1160"/>
                    <a:pt x="1011" y="1152"/>
                    <a:pt x="1021" y="1144"/>
                  </a:cubicBezTo>
                  <a:cubicBezTo>
                    <a:pt x="1031" y="1136"/>
                    <a:pt x="1035" y="1136"/>
                    <a:pt x="1042" y="1124"/>
                  </a:cubicBezTo>
                  <a:cubicBezTo>
                    <a:pt x="1049" y="1112"/>
                    <a:pt x="1071" y="1117"/>
                    <a:pt x="1076" y="1106"/>
                  </a:cubicBezTo>
                  <a:cubicBezTo>
                    <a:pt x="1082" y="1094"/>
                    <a:pt x="1090" y="1103"/>
                    <a:pt x="1096" y="1094"/>
                  </a:cubicBezTo>
                  <a:cubicBezTo>
                    <a:pt x="1102" y="1084"/>
                    <a:pt x="1108" y="1081"/>
                    <a:pt x="1121" y="1085"/>
                  </a:cubicBezTo>
                  <a:cubicBezTo>
                    <a:pt x="1133" y="1088"/>
                    <a:pt x="1138" y="1091"/>
                    <a:pt x="1136" y="1099"/>
                  </a:cubicBezTo>
                  <a:cubicBezTo>
                    <a:pt x="1133" y="1106"/>
                    <a:pt x="1122" y="1109"/>
                    <a:pt x="1111" y="1108"/>
                  </a:cubicBezTo>
                  <a:cubicBezTo>
                    <a:pt x="1100" y="1106"/>
                    <a:pt x="1109" y="1114"/>
                    <a:pt x="1095" y="1121"/>
                  </a:cubicBezTo>
                  <a:cubicBezTo>
                    <a:pt x="1081" y="1128"/>
                    <a:pt x="1086" y="1132"/>
                    <a:pt x="1071" y="1134"/>
                  </a:cubicBezTo>
                  <a:cubicBezTo>
                    <a:pt x="1056" y="1136"/>
                    <a:pt x="1059" y="1141"/>
                    <a:pt x="1057" y="1155"/>
                  </a:cubicBezTo>
                  <a:cubicBezTo>
                    <a:pt x="1055" y="1169"/>
                    <a:pt x="1062" y="1181"/>
                    <a:pt x="1052" y="1189"/>
                  </a:cubicBezTo>
                  <a:cubicBezTo>
                    <a:pt x="1041" y="1196"/>
                    <a:pt x="1045" y="1212"/>
                    <a:pt x="1033" y="1218"/>
                  </a:cubicBezTo>
                  <a:cubicBezTo>
                    <a:pt x="1021" y="1224"/>
                    <a:pt x="1021" y="1231"/>
                    <a:pt x="1033" y="1237"/>
                  </a:cubicBezTo>
                  <a:cubicBezTo>
                    <a:pt x="1045" y="1242"/>
                    <a:pt x="1054" y="1247"/>
                    <a:pt x="1051" y="1252"/>
                  </a:cubicBezTo>
                  <a:cubicBezTo>
                    <a:pt x="1048" y="1257"/>
                    <a:pt x="1025" y="1258"/>
                    <a:pt x="1022" y="1265"/>
                  </a:cubicBezTo>
                  <a:cubicBezTo>
                    <a:pt x="1019" y="1272"/>
                    <a:pt x="1015" y="1284"/>
                    <a:pt x="1025" y="1287"/>
                  </a:cubicBezTo>
                  <a:cubicBezTo>
                    <a:pt x="1035" y="1290"/>
                    <a:pt x="1047" y="1290"/>
                    <a:pt x="1051" y="1284"/>
                  </a:cubicBezTo>
                  <a:cubicBezTo>
                    <a:pt x="1056" y="1278"/>
                    <a:pt x="1067" y="1274"/>
                    <a:pt x="1076" y="1277"/>
                  </a:cubicBezTo>
                  <a:cubicBezTo>
                    <a:pt x="1085" y="1280"/>
                    <a:pt x="1094" y="1281"/>
                    <a:pt x="1103" y="1267"/>
                  </a:cubicBezTo>
                  <a:cubicBezTo>
                    <a:pt x="1113" y="1252"/>
                    <a:pt x="1116" y="1242"/>
                    <a:pt x="1130" y="1242"/>
                  </a:cubicBezTo>
                  <a:cubicBezTo>
                    <a:pt x="1144" y="1242"/>
                    <a:pt x="1155" y="1244"/>
                    <a:pt x="1159" y="1236"/>
                  </a:cubicBezTo>
                  <a:cubicBezTo>
                    <a:pt x="1163" y="1228"/>
                    <a:pt x="1174" y="1211"/>
                    <a:pt x="1186" y="1210"/>
                  </a:cubicBezTo>
                  <a:cubicBezTo>
                    <a:pt x="1197" y="1209"/>
                    <a:pt x="1231" y="1216"/>
                    <a:pt x="1237" y="1208"/>
                  </a:cubicBezTo>
                  <a:cubicBezTo>
                    <a:pt x="1243" y="1200"/>
                    <a:pt x="1253" y="1209"/>
                    <a:pt x="1258" y="1197"/>
                  </a:cubicBezTo>
                  <a:cubicBezTo>
                    <a:pt x="1263" y="1185"/>
                    <a:pt x="1259" y="1180"/>
                    <a:pt x="1267" y="1174"/>
                  </a:cubicBezTo>
                  <a:cubicBezTo>
                    <a:pt x="1276" y="1168"/>
                    <a:pt x="1274" y="1159"/>
                    <a:pt x="1266" y="1155"/>
                  </a:cubicBezTo>
                  <a:cubicBezTo>
                    <a:pt x="1257" y="1151"/>
                    <a:pt x="1260" y="1138"/>
                    <a:pt x="1252" y="1145"/>
                  </a:cubicBezTo>
                  <a:cubicBezTo>
                    <a:pt x="1243" y="1152"/>
                    <a:pt x="1236" y="1151"/>
                    <a:pt x="1239" y="1142"/>
                  </a:cubicBezTo>
                  <a:cubicBezTo>
                    <a:pt x="1243" y="1133"/>
                    <a:pt x="1256" y="1134"/>
                    <a:pt x="1257" y="1125"/>
                  </a:cubicBezTo>
                  <a:cubicBezTo>
                    <a:pt x="1257" y="1117"/>
                    <a:pt x="1263" y="1108"/>
                    <a:pt x="1270" y="1115"/>
                  </a:cubicBezTo>
                  <a:cubicBezTo>
                    <a:pt x="1277" y="1121"/>
                    <a:pt x="1295" y="1122"/>
                    <a:pt x="1300" y="1116"/>
                  </a:cubicBezTo>
                  <a:cubicBezTo>
                    <a:pt x="1304" y="1110"/>
                    <a:pt x="1311" y="1113"/>
                    <a:pt x="1324" y="1112"/>
                  </a:cubicBezTo>
                  <a:cubicBezTo>
                    <a:pt x="1338" y="1111"/>
                    <a:pt x="1354" y="1111"/>
                    <a:pt x="1354" y="1118"/>
                  </a:cubicBezTo>
                  <a:cubicBezTo>
                    <a:pt x="1354" y="1126"/>
                    <a:pt x="1366" y="1123"/>
                    <a:pt x="1365" y="1132"/>
                  </a:cubicBezTo>
                  <a:cubicBezTo>
                    <a:pt x="1363" y="1141"/>
                    <a:pt x="1367" y="1142"/>
                    <a:pt x="1374" y="1139"/>
                  </a:cubicBezTo>
                  <a:cubicBezTo>
                    <a:pt x="1382" y="1137"/>
                    <a:pt x="1393" y="1134"/>
                    <a:pt x="1394" y="1139"/>
                  </a:cubicBezTo>
                  <a:cubicBezTo>
                    <a:pt x="1395" y="1144"/>
                    <a:pt x="1408" y="1158"/>
                    <a:pt x="1393" y="1159"/>
                  </a:cubicBezTo>
                  <a:cubicBezTo>
                    <a:pt x="1378" y="1160"/>
                    <a:pt x="1368" y="1160"/>
                    <a:pt x="1364" y="1162"/>
                  </a:cubicBezTo>
                  <a:cubicBezTo>
                    <a:pt x="1360" y="1164"/>
                    <a:pt x="1352" y="1170"/>
                    <a:pt x="1360" y="1175"/>
                  </a:cubicBezTo>
                  <a:cubicBezTo>
                    <a:pt x="1368" y="1180"/>
                    <a:pt x="1374" y="1188"/>
                    <a:pt x="1380" y="1178"/>
                  </a:cubicBezTo>
                  <a:cubicBezTo>
                    <a:pt x="1385" y="1168"/>
                    <a:pt x="1383" y="1167"/>
                    <a:pt x="1393" y="1167"/>
                  </a:cubicBezTo>
                  <a:cubicBezTo>
                    <a:pt x="1403" y="1167"/>
                    <a:pt x="1413" y="1158"/>
                    <a:pt x="1417" y="1167"/>
                  </a:cubicBezTo>
                  <a:cubicBezTo>
                    <a:pt x="1420" y="1176"/>
                    <a:pt x="1432" y="1178"/>
                    <a:pt x="1443" y="1173"/>
                  </a:cubicBezTo>
                  <a:cubicBezTo>
                    <a:pt x="1454" y="1169"/>
                    <a:pt x="1456" y="1169"/>
                    <a:pt x="1464" y="1163"/>
                  </a:cubicBezTo>
                  <a:cubicBezTo>
                    <a:pt x="1472" y="1157"/>
                    <a:pt x="1473" y="1164"/>
                    <a:pt x="1473" y="1174"/>
                  </a:cubicBezTo>
                  <a:cubicBezTo>
                    <a:pt x="1473" y="1185"/>
                    <a:pt x="1469" y="1186"/>
                    <a:pt x="1482" y="1186"/>
                  </a:cubicBezTo>
                  <a:cubicBezTo>
                    <a:pt x="1495" y="1185"/>
                    <a:pt x="1486" y="1198"/>
                    <a:pt x="1501" y="1198"/>
                  </a:cubicBezTo>
                  <a:cubicBezTo>
                    <a:pt x="1516" y="1198"/>
                    <a:pt x="1511" y="1214"/>
                    <a:pt x="1530" y="1210"/>
                  </a:cubicBezTo>
                  <a:cubicBezTo>
                    <a:pt x="1548" y="1206"/>
                    <a:pt x="1557" y="1207"/>
                    <a:pt x="1580" y="1208"/>
                  </a:cubicBezTo>
                  <a:cubicBezTo>
                    <a:pt x="1602" y="1208"/>
                    <a:pt x="1611" y="1201"/>
                    <a:pt x="1617" y="1208"/>
                  </a:cubicBezTo>
                  <a:cubicBezTo>
                    <a:pt x="1622" y="1215"/>
                    <a:pt x="1624" y="1210"/>
                    <a:pt x="1633" y="1206"/>
                  </a:cubicBezTo>
                  <a:cubicBezTo>
                    <a:pt x="1642" y="1202"/>
                    <a:pt x="1649" y="1201"/>
                    <a:pt x="1660" y="1209"/>
                  </a:cubicBezTo>
                  <a:cubicBezTo>
                    <a:pt x="1671" y="1216"/>
                    <a:pt x="1683" y="1218"/>
                    <a:pt x="1687" y="1215"/>
                  </a:cubicBezTo>
                  <a:cubicBezTo>
                    <a:pt x="1690" y="1212"/>
                    <a:pt x="1701" y="1213"/>
                    <a:pt x="1701" y="1221"/>
                  </a:cubicBezTo>
                  <a:cubicBezTo>
                    <a:pt x="1701" y="1229"/>
                    <a:pt x="1708" y="1233"/>
                    <a:pt x="1716" y="1231"/>
                  </a:cubicBezTo>
                  <a:cubicBezTo>
                    <a:pt x="1724" y="1230"/>
                    <a:pt x="1723" y="1238"/>
                    <a:pt x="1737" y="1239"/>
                  </a:cubicBezTo>
                  <a:cubicBezTo>
                    <a:pt x="1752" y="1240"/>
                    <a:pt x="1771" y="1242"/>
                    <a:pt x="1777" y="1237"/>
                  </a:cubicBezTo>
                  <a:cubicBezTo>
                    <a:pt x="1784" y="1232"/>
                    <a:pt x="1789" y="1238"/>
                    <a:pt x="1793" y="1229"/>
                  </a:cubicBezTo>
                  <a:cubicBezTo>
                    <a:pt x="1797" y="1221"/>
                    <a:pt x="1799" y="1219"/>
                    <a:pt x="1806" y="1222"/>
                  </a:cubicBezTo>
                  <a:cubicBezTo>
                    <a:pt x="1812" y="1224"/>
                    <a:pt x="1817" y="1232"/>
                    <a:pt x="1809" y="1239"/>
                  </a:cubicBezTo>
                  <a:cubicBezTo>
                    <a:pt x="1802" y="1245"/>
                    <a:pt x="1784" y="1253"/>
                    <a:pt x="1795" y="1257"/>
                  </a:cubicBezTo>
                  <a:cubicBezTo>
                    <a:pt x="1805" y="1260"/>
                    <a:pt x="1807" y="1265"/>
                    <a:pt x="1817" y="1267"/>
                  </a:cubicBezTo>
                  <a:cubicBezTo>
                    <a:pt x="1827" y="1269"/>
                    <a:pt x="1834" y="1273"/>
                    <a:pt x="1846" y="1283"/>
                  </a:cubicBezTo>
                  <a:cubicBezTo>
                    <a:pt x="1859" y="1293"/>
                    <a:pt x="1863" y="1296"/>
                    <a:pt x="1876" y="1296"/>
                  </a:cubicBezTo>
                  <a:cubicBezTo>
                    <a:pt x="1889" y="1296"/>
                    <a:pt x="1897" y="1298"/>
                    <a:pt x="1907" y="1311"/>
                  </a:cubicBezTo>
                  <a:cubicBezTo>
                    <a:pt x="1918" y="1325"/>
                    <a:pt x="1922" y="1334"/>
                    <a:pt x="1936" y="1342"/>
                  </a:cubicBezTo>
                  <a:cubicBezTo>
                    <a:pt x="1950" y="1350"/>
                    <a:pt x="1963" y="1351"/>
                    <a:pt x="1972" y="1359"/>
                  </a:cubicBezTo>
                  <a:cubicBezTo>
                    <a:pt x="1981" y="1367"/>
                    <a:pt x="1994" y="1378"/>
                    <a:pt x="2001" y="1371"/>
                  </a:cubicBezTo>
                  <a:cubicBezTo>
                    <a:pt x="2008" y="1364"/>
                    <a:pt x="2010" y="1370"/>
                    <a:pt x="2014" y="1360"/>
                  </a:cubicBezTo>
                  <a:cubicBezTo>
                    <a:pt x="2018" y="1350"/>
                    <a:pt x="2031" y="1353"/>
                    <a:pt x="2025" y="1343"/>
                  </a:cubicBezTo>
                  <a:cubicBezTo>
                    <a:pt x="2020" y="1333"/>
                    <a:pt x="2015" y="1323"/>
                    <a:pt x="2024" y="1321"/>
                  </a:cubicBezTo>
                  <a:cubicBezTo>
                    <a:pt x="2033" y="1319"/>
                    <a:pt x="2038" y="1320"/>
                    <a:pt x="2038" y="1329"/>
                  </a:cubicBezTo>
                  <a:cubicBezTo>
                    <a:pt x="2039" y="1338"/>
                    <a:pt x="2041" y="1347"/>
                    <a:pt x="2048" y="1350"/>
                  </a:cubicBezTo>
                  <a:cubicBezTo>
                    <a:pt x="2056" y="1353"/>
                    <a:pt x="2055" y="1361"/>
                    <a:pt x="2066" y="1360"/>
                  </a:cubicBezTo>
                  <a:cubicBezTo>
                    <a:pt x="2077" y="1359"/>
                    <a:pt x="2078" y="1374"/>
                    <a:pt x="2089" y="1372"/>
                  </a:cubicBezTo>
                  <a:cubicBezTo>
                    <a:pt x="2100" y="1371"/>
                    <a:pt x="2103" y="1372"/>
                    <a:pt x="2100" y="1362"/>
                  </a:cubicBezTo>
                  <a:cubicBezTo>
                    <a:pt x="2098" y="1352"/>
                    <a:pt x="2101" y="1345"/>
                    <a:pt x="2092" y="1338"/>
                  </a:cubicBezTo>
                  <a:cubicBezTo>
                    <a:pt x="2084" y="1331"/>
                    <a:pt x="2090" y="1328"/>
                    <a:pt x="2083" y="1317"/>
                  </a:cubicBezTo>
                  <a:cubicBezTo>
                    <a:pt x="2077" y="1306"/>
                    <a:pt x="2082" y="1306"/>
                    <a:pt x="2076" y="1296"/>
                  </a:cubicBezTo>
                  <a:cubicBezTo>
                    <a:pt x="2071" y="1287"/>
                    <a:pt x="2087" y="1290"/>
                    <a:pt x="2092" y="1305"/>
                  </a:cubicBezTo>
                  <a:cubicBezTo>
                    <a:pt x="2098" y="1320"/>
                    <a:pt x="2097" y="1337"/>
                    <a:pt x="2107" y="1342"/>
                  </a:cubicBezTo>
                  <a:cubicBezTo>
                    <a:pt x="2117" y="1346"/>
                    <a:pt x="2117" y="1358"/>
                    <a:pt x="2115" y="1368"/>
                  </a:cubicBezTo>
                  <a:cubicBezTo>
                    <a:pt x="2113" y="1379"/>
                    <a:pt x="2115" y="1378"/>
                    <a:pt x="2115" y="1392"/>
                  </a:cubicBezTo>
                  <a:cubicBezTo>
                    <a:pt x="2115" y="1407"/>
                    <a:pt x="2113" y="1421"/>
                    <a:pt x="2120" y="1425"/>
                  </a:cubicBezTo>
                  <a:cubicBezTo>
                    <a:pt x="2126" y="1430"/>
                    <a:pt x="2125" y="1429"/>
                    <a:pt x="2127" y="1440"/>
                  </a:cubicBezTo>
                  <a:cubicBezTo>
                    <a:pt x="2129" y="1451"/>
                    <a:pt x="2122" y="1473"/>
                    <a:pt x="2134" y="1474"/>
                  </a:cubicBezTo>
                  <a:cubicBezTo>
                    <a:pt x="2146" y="1475"/>
                    <a:pt x="2149" y="1478"/>
                    <a:pt x="2152" y="1468"/>
                  </a:cubicBezTo>
                  <a:cubicBezTo>
                    <a:pt x="2155" y="1458"/>
                    <a:pt x="2168" y="1460"/>
                    <a:pt x="2169" y="1451"/>
                  </a:cubicBezTo>
                  <a:cubicBezTo>
                    <a:pt x="2169" y="1441"/>
                    <a:pt x="2179" y="1437"/>
                    <a:pt x="2172" y="1428"/>
                  </a:cubicBezTo>
                  <a:cubicBezTo>
                    <a:pt x="2165" y="1419"/>
                    <a:pt x="2153" y="1411"/>
                    <a:pt x="2153" y="1400"/>
                  </a:cubicBezTo>
                  <a:cubicBezTo>
                    <a:pt x="2153" y="1388"/>
                    <a:pt x="2161" y="1383"/>
                    <a:pt x="2168" y="1393"/>
                  </a:cubicBezTo>
                  <a:cubicBezTo>
                    <a:pt x="2174" y="1402"/>
                    <a:pt x="2176" y="1411"/>
                    <a:pt x="2184" y="1411"/>
                  </a:cubicBezTo>
                  <a:cubicBezTo>
                    <a:pt x="2192" y="1411"/>
                    <a:pt x="2186" y="1429"/>
                    <a:pt x="2193" y="1432"/>
                  </a:cubicBezTo>
                  <a:cubicBezTo>
                    <a:pt x="2201" y="1435"/>
                    <a:pt x="2205" y="1442"/>
                    <a:pt x="2205" y="1453"/>
                  </a:cubicBezTo>
                  <a:cubicBezTo>
                    <a:pt x="2205" y="1464"/>
                    <a:pt x="2201" y="1476"/>
                    <a:pt x="2211" y="1480"/>
                  </a:cubicBezTo>
                  <a:cubicBezTo>
                    <a:pt x="2221" y="1484"/>
                    <a:pt x="2241" y="1483"/>
                    <a:pt x="2245" y="1495"/>
                  </a:cubicBezTo>
                  <a:cubicBezTo>
                    <a:pt x="2249" y="1507"/>
                    <a:pt x="2254" y="1516"/>
                    <a:pt x="2264" y="1518"/>
                  </a:cubicBezTo>
                  <a:cubicBezTo>
                    <a:pt x="2273" y="1521"/>
                    <a:pt x="2274" y="1526"/>
                    <a:pt x="2277" y="1537"/>
                  </a:cubicBezTo>
                  <a:cubicBezTo>
                    <a:pt x="2279" y="1547"/>
                    <a:pt x="2285" y="1547"/>
                    <a:pt x="2290" y="1551"/>
                  </a:cubicBezTo>
                  <a:cubicBezTo>
                    <a:pt x="2296" y="1554"/>
                    <a:pt x="2298" y="1562"/>
                    <a:pt x="2303" y="1562"/>
                  </a:cubicBezTo>
                  <a:cubicBezTo>
                    <a:pt x="2308" y="1562"/>
                    <a:pt x="2305" y="1571"/>
                    <a:pt x="2295" y="1580"/>
                  </a:cubicBezTo>
                  <a:cubicBezTo>
                    <a:pt x="2285" y="1588"/>
                    <a:pt x="2275" y="1604"/>
                    <a:pt x="2286" y="1610"/>
                  </a:cubicBezTo>
                  <a:cubicBezTo>
                    <a:pt x="2298" y="1615"/>
                    <a:pt x="2298" y="1619"/>
                    <a:pt x="2303" y="1610"/>
                  </a:cubicBezTo>
                  <a:cubicBezTo>
                    <a:pt x="2308" y="1601"/>
                    <a:pt x="2310" y="1596"/>
                    <a:pt x="2319" y="1591"/>
                  </a:cubicBezTo>
                  <a:cubicBezTo>
                    <a:pt x="2327" y="1586"/>
                    <a:pt x="2307" y="1625"/>
                    <a:pt x="2321" y="1626"/>
                  </a:cubicBezTo>
                  <a:cubicBezTo>
                    <a:pt x="2334" y="1627"/>
                    <a:pt x="2316" y="1636"/>
                    <a:pt x="2308" y="1638"/>
                  </a:cubicBezTo>
                  <a:cubicBezTo>
                    <a:pt x="2300" y="1640"/>
                    <a:pt x="2298" y="1644"/>
                    <a:pt x="2306" y="1648"/>
                  </a:cubicBezTo>
                  <a:cubicBezTo>
                    <a:pt x="2314" y="1652"/>
                    <a:pt x="2319" y="1655"/>
                    <a:pt x="2319" y="1661"/>
                  </a:cubicBezTo>
                  <a:cubicBezTo>
                    <a:pt x="2319" y="1667"/>
                    <a:pt x="2320" y="1670"/>
                    <a:pt x="2329" y="1670"/>
                  </a:cubicBezTo>
                  <a:cubicBezTo>
                    <a:pt x="2337" y="1671"/>
                    <a:pt x="2349" y="1682"/>
                    <a:pt x="2343" y="1670"/>
                  </a:cubicBezTo>
                  <a:cubicBezTo>
                    <a:pt x="2337" y="1659"/>
                    <a:pt x="2335" y="1658"/>
                    <a:pt x="2336" y="1649"/>
                  </a:cubicBezTo>
                  <a:cubicBezTo>
                    <a:pt x="2337" y="1640"/>
                    <a:pt x="2339" y="1639"/>
                    <a:pt x="2347" y="1643"/>
                  </a:cubicBezTo>
                  <a:cubicBezTo>
                    <a:pt x="2354" y="1647"/>
                    <a:pt x="2360" y="1645"/>
                    <a:pt x="2359" y="1655"/>
                  </a:cubicBezTo>
                  <a:cubicBezTo>
                    <a:pt x="2359" y="1666"/>
                    <a:pt x="2358" y="1684"/>
                    <a:pt x="2371" y="1685"/>
                  </a:cubicBezTo>
                  <a:cubicBezTo>
                    <a:pt x="2383" y="1686"/>
                    <a:pt x="2389" y="1683"/>
                    <a:pt x="2398" y="1672"/>
                  </a:cubicBezTo>
                  <a:cubicBezTo>
                    <a:pt x="2408" y="1661"/>
                    <a:pt x="2415" y="1660"/>
                    <a:pt x="2414" y="1648"/>
                  </a:cubicBezTo>
                  <a:cubicBezTo>
                    <a:pt x="2412" y="1636"/>
                    <a:pt x="2407" y="1619"/>
                    <a:pt x="2412" y="1619"/>
                  </a:cubicBezTo>
                  <a:cubicBezTo>
                    <a:pt x="2413" y="1619"/>
                    <a:pt x="2414" y="1620"/>
                    <a:pt x="2415" y="1620"/>
                  </a:cubicBezTo>
                  <a:cubicBezTo>
                    <a:pt x="2416" y="1616"/>
                    <a:pt x="2417" y="1610"/>
                    <a:pt x="2417" y="1596"/>
                  </a:cubicBezTo>
                  <a:cubicBezTo>
                    <a:pt x="2419" y="1567"/>
                    <a:pt x="2391" y="1561"/>
                    <a:pt x="2373" y="1553"/>
                  </a:cubicBezTo>
                  <a:close/>
                  <a:moveTo>
                    <a:pt x="2118" y="1474"/>
                  </a:moveTo>
                  <a:cubicBezTo>
                    <a:pt x="2114" y="1470"/>
                    <a:pt x="2114" y="1458"/>
                    <a:pt x="2109" y="1456"/>
                  </a:cubicBezTo>
                  <a:cubicBezTo>
                    <a:pt x="2103" y="1454"/>
                    <a:pt x="2100" y="1439"/>
                    <a:pt x="2107" y="1440"/>
                  </a:cubicBezTo>
                  <a:cubicBezTo>
                    <a:pt x="2113" y="1441"/>
                    <a:pt x="2116" y="1438"/>
                    <a:pt x="2116" y="1433"/>
                  </a:cubicBezTo>
                  <a:cubicBezTo>
                    <a:pt x="2116" y="1427"/>
                    <a:pt x="2118" y="1423"/>
                    <a:pt x="2110" y="1421"/>
                  </a:cubicBezTo>
                  <a:cubicBezTo>
                    <a:pt x="2103" y="1419"/>
                    <a:pt x="2103" y="1422"/>
                    <a:pt x="2102" y="1411"/>
                  </a:cubicBezTo>
                  <a:cubicBezTo>
                    <a:pt x="2102" y="1400"/>
                    <a:pt x="2109" y="1390"/>
                    <a:pt x="2100" y="1387"/>
                  </a:cubicBezTo>
                  <a:cubicBezTo>
                    <a:pt x="2091" y="1385"/>
                    <a:pt x="2086" y="1385"/>
                    <a:pt x="2080" y="1386"/>
                  </a:cubicBezTo>
                  <a:cubicBezTo>
                    <a:pt x="2073" y="1386"/>
                    <a:pt x="2069" y="1372"/>
                    <a:pt x="2058" y="1372"/>
                  </a:cubicBezTo>
                  <a:cubicBezTo>
                    <a:pt x="2058" y="1372"/>
                    <a:pt x="2041" y="1370"/>
                    <a:pt x="2039" y="1372"/>
                  </a:cubicBezTo>
                  <a:cubicBezTo>
                    <a:pt x="2037" y="1374"/>
                    <a:pt x="2033" y="1375"/>
                    <a:pt x="2028" y="1376"/>
                  </a:cubicBezTo>
                  <a:cubicBezTo>
                    <a:pt x="2023" y="1376"/>
                    <a:pt x="2017" y="1376"/>
                    <a:pt x="2016" y="1381"/>
                  </a:cubicBezTo>
                  <a:cubicBezTo>
                    <a:pt x="2015" y="1385"/>
                    <a:pt x="2001" y="1380"/>
                    <a:pt x="2003" y="1385"/>
                  </a:cubicBezTo>
                  <a:cubicBezTo>
                    <a:pt x="2006" y="1390"/>
                    <a:pt x="2011" y="1393"/>
                    <a:pt x="2011" y="1401"/>
                  </a:cubicBezTo>
                  <a:cubicBezTo>
                    <a:pt x="2011" y="1409"/>
                    <a:pt x="2013" y="1420"/>
                    <a:pt x="2019" y="1423"/>
                  </a:cubicBezTo>
                  <a:cubicBezTo>
                    <a:pt x="2025" y="1425"/>
                    <a:pt x="2030" y="1435"/>
                    <a:pt x="2034" y="1441"/>
                  </a:cubicBezTo>
                  <a:cubicBezTo>
                    <a:pt x="2039" y="1446"/>
                    <a:pt x="2044" y="1446"/>
                    <a:pt x="2046" y="1453"/>
                  </a:cubicBezTo>
                  <a:cubicBezTo>
                    <a:pt x="2049" y="1461"/>
                    <a:pt x="2045" y="1487"/>
                    <a:pt x="2050" y="1488"/>
                  </a:cubicBezTo>
                  <a:cubicBezTo>
                    <a:pt x="2055" y="1489"/>
                    <a:pt x="2064" y="1491"/>
                    <a:pt x="2063" y="1484"/>
                  </a:cubicBezTo>
                  <a:cubicBezTo>
                    <a:pt x="2062" y="1477"/>
                    <a:pt x="2063" y="1456"/>
                    <a:pt x="2071" y="1455"/>
                  </a:cubicBezTo>
                  <a:cubicBezTo>
                    <a:pt x="2078" y="1454"/>
                    <a:pt x="2069" y="1472"/>
                    <a:pt x="2076" y="1472"/>
                  </a:cubicBezTo>
                  <a:cubicBezTo>
                    <a:pt x="2083" y="1472"/>
                    <a:pt x="2082" y="1480"/>
                    <a:pt x="2081" y="1483"/>
                  </a:cubicBezTo>
                  <a:cubicBezTo>
                    <a:pt x="2080" y="1487"/>
                    <a:pt x="2070" y="1494"/>
                    <a:pt x="2073" y="1498"/>
                  </a:cubicBezTo>
                  <a:cubicBezTo>
                    <a:pt x="2075" y="1503"/>
                    <a:pt x="2083" y="1509"/>
                    <a:pt x="2088" y="1517"/>
                  </a:cubicBezTo>
                  <a:cubicBezTo>
                    <a:pt x="2093" y="1526"/>
                    <a:pt x="2098" y="1521"/>
                    <a:pt x="2100" y="1533"/>
                  </a:cubicBezTo>
                  <a:cubicBezTo>
                    <a:pt x="2102" y="1544"/>
                    <a:pt x="2104" y="1549"/>
                    <a:pt x="2112" y="1551"/>
                  </a:cubicBezTo>
                  <a:cubicBezTo>
                    <a:pt x="2121" y="1553"/>
                    <a:pt x="2121" y="1548"/>
                    <a:pt x="2126" y="1547"/>
                  </a:cubicBezTo>
                  <a:cubicBezTo>
                    <a:pt x="2131" y="1545"/>
                    <a:pt x="2129" y="1534"/>
                    <a:pt x="2130" y="1524"/>
                  </a:cubicBezTo>
                  <a:cubicBezTo>
                    <a:pt x="2131" y="1515"/>
                    <a:pt x="2131" y="1501"/>
                    <a:pt x="2126" y="1496"/>
                  </a:cubicBezTo>
                  <a:cubicBezTo>
                    <a:pt x="2120" y="1490"/>
                    <a:pt x="2121" y="1478"/>
                    <a:pt x="2118" y="1474"/>
                  </a:cubicBezTo>
                  <a:close/>
                  <a:moveTo>
                    <a:pt x="2207" y="1570"/>
                  </a:moveTo>
                  <a:cubicBezTo>
                    <a:pt x="2207" y="1560"/>
                    <a:pt x="2203" y="1547"/>
                    <a:pt x="2208" y="1546"/>
                  </a:cubicBezTo>
                  <a:cubicBezTo>
                    <a:pt x="2213" y="1545"/>
                    <a:pt x="2217" y="1549"/>
                    <a:pt x="2217" y="1540"/>
                  </a:cubicBezTo>
                  <a:cubicBezTo>
                    <a:pt x="2217" y="1531"/>
                    <a:pt x="2213" y="1527"/>
                    <a:pt x="2221" y="1525"/>
                  </a:cubicBezTo>
                  <a:cubicBezTo>
                    <a:pt x="2229" y="1522"/>
                    <a:pt x="2237" y="1528"/>
                    <a:pt x="2237" y="1517"/>
                  </a:cubicBezTo>
                  <a:cubicBezTo>
                    <a:pt x="2238" y="1507"/>
                    <a:pt x="2241" y="1501"/>
                    <a:pt x="2233" y="1497"/>
                  </a:cubicBezTo>
                  <a:cubicBezTo>
                    <a:pt x="2226" y="1494"/>
                    <a:pt x="2225" y="1490"/>
                    <a:pt x="2219" y="1488"/>
                  </a:cubicBezTo>
                  <a:cubicBezTo>
                    <a:pt x="2213" y="1486"/>
                    <a:pt x="2211" y="1484"/>
                    <a:pt x="2201" y="1482"/>
                  </a:cubicBezTo>
                  <a:cubicBezTo>
                    <a:pt x="2201" y="1482"/>
                    <a:pt x="2197" y="1482"/>
                    <a:pt x="2185" y="1479"/>
                  </a:cubicBezTo>
                  <a:cubicBezTo>
                    <a:pt x="2173" y="1477"/>
                    <a:pt x="2171" y="1479"/>
                    <a:pt x="2174" y="1489"/>
                  </a:cubicBezTo>
                  <a:cubicBezTo>
                    <a:pt x="2177" y="1499"/>
                    <a:pt x="2171" y="1499"/>
                    <a:pt x="2180" y="1501"/>
                  </a:cubicBezTo>
                  <a:cubicBezTo>
                    <a:pt x="2189" y="1504"/>
                    <a:pt x="2193" y="1509"/>
                    <a:pt x="2194" y="1516"/>
                  </a:cubicBezTo>
                  <a:cubicBezTo>
                    <a:pt x="2195" y="1523"/>
                    <a:pt x="2199" y="1530"/>
                    <a:pt x="2195" y="1536"/>
                  </a:cubicBezTo>
                  <a:cubicBezTo>
                    <a:pt x="2191" y="1542"/>
                    <a:pt x="2188" y="1547"/>
                    <a:pt x="2189" y="1554"/>
                  </a:cubicBezTo>
                  <a:cubicBezTo>
                    <a:pt x="2191" y="1561"/>
                    <a:pt x="2194" y="1565"/>
                    <a:pt x="2190" y="1570"/>
                  </a:cubicBezTo>
                  <a:cubicBezTo>
                    <a:pt x="2186" y="1574"/>
                    <a:pt x="2177" y="1588"/>
                    <a:pt x="2184" y="1588"/>
                  </a:cubicBezTo>
                  <a:cubicBezTo>
                    <a:pt x="2191" y="1588"/>
                    <a:pt x="2193" y="1585"/>
                    <a:pt x="2198" y="1582"/>
                  </a:cubicBezTo>
                  <a:cubicBezTo>
                    <a:pt x="2204" y="1580"/>
                    <a:pt x="2206" y="1580"/>
                    <a:pt x="2207" y="1570"/>
                  </a:cubicBezTo>
                  <a:close/>
                  <a:moveTo>
                    <a:pt x="2235" y="1690"/>
                  </a:moveTo>
                  <a:cubicBezTo>
                    <a:pt x="2238" y="1695"/>
                    <a:pt x="2241" y="1705"/>
                    <a:pt x="2248" y="1700"/>
                  </a:cubicBezTo>
                  <a:cubicBezTo>
                    <a:pt x="2255" y="1695"/>
                    <a:pt x="2256" y="1697"/>
                    <a:pt x="2255" y="1687"/>
                  </a:cubicBezTo>
                  <a:cubicBezTo>
                    <a:pt x="2254" y="1677"/>
                    <a:pt x="2246" y="1678"/>
                    <a:pt x="2245" y="1670"/>
                  </a:cubicBezTo>
                  <a:cubicBezTo>
                    <a:pt x="2244" y="1662"/>
                    <a:pt x="2231" y="1655"/>
                    <a:pt x="2238" y="1654"/>
                  </a:cubicBezTo>
                  <a:cubicBezTo>
                    <a:pt x="2244" y="1653"/>
                    <a:pt x="2249" y="1658"/>
                    <a:pt x="2255" y="1662"/>
                  </a:cubicBezTo>
                  <a:cubicBezTo>
                    <a:pt x="2261" y="1666"/>
                    <a:pt x="2263" y="1666"/>
                    <a:pt x="2263" y="1672"/>
                  </a:cubicBezTo>
                  <a:cubicBezTo>
                    <a:pt x="2263" y="1678"/>
                    <a:pt x="2270" y="1679"/>
                    <a:pt x="2271" y="1686"/>
                  </a:cubicBezTo>
                  <a:cubicBezTo>
                    <a:pt x="2271" y="1692"/>
                    <a:pt x="2274" y="1693"/>
                    <a:pt x="2279" y="1694"/>
                  </a:cubicBezTo>
                  <a:cubicBezTo>
                    <a:pt x="2285" y="1695"/>
                    <a:pt x="2294" y="1697"/>
                    <a:pt x="2295" y="1691"/>
                  </a:cubicBezTo>
                  <a:cubicBezTo>
                    <a:pt x="2297" y="1686"/>
                    <a:pt x="2297" y="1680"/>
                    <a:pt x="2300" y="1677"/>
                  </a:cubicBezTo>
                  <a:cubicBezTo>
                    <a:pt x="2304" y="1675"/>
                    <a:pt x="2306" y="1670"/>
                    <a:pt x="2301" y="1669"/>
                  </a:cubicBezTo>
                  <a:cubicBezTo>
                    <a:pt x="2295" y="1669"/>
                    <a:pt x="2294" y="1662"/>
                    <a:pt x="2294" y="1656"/>
                  </a:cubicBezTo>
                  <a:cubicBezTo>
                    <a:pt x="2294" y="1649"/>
                    <a:pt x="2300" y="1645"/>
                    <a:pt x="2293" y="1641"/>
                  </a:cubicBezTo>
                  <a:cubicBezTo>
                    <a:pt x="2286" y="1636"/>
                    <a:pt x="2282" y="1629"/>
                    <a:pt x="2275" y="1629"/>
                  </a:cubicBezTo>
                  <a:cubicBezTo>
                    <a:pt x="2268" y="1629"/>
                    <a:pt x="2263" y="1628"/>
                    <a:pt x="2265" y="1622"/>
                  </a:cubicBezTo>
                  <a:cubicBezTo>
                    <a:pt x="2266" y="1616"/>
                    <a:pt x="2271" y="1612"/>
                    <a:pt x="2269" y="1602"/>
                  </a:cubicBezTo>
                  <a:cubicBezTo>
                    <a:pt x="2268" y="1593"/>
                    <a:pt x="2268" y="1592"/>
                    <a:pt x="2261" y="1588"/>
                  </a:cubicBezTo>
                  <a:cubicBezTo>
                    <a:pt x="2253" y="1584"/>
                    <a:pt x="2247" y="1581"/>
                    <a:pt x="2246" y="1577"/>
                  </a:cubicBezTo>
                  <a:cubicBezTo>
                    <a:pt x="2245" y="1574"/>
                    <a:pt x="2232" y="1572"/>
                    <a:pt x="2231" y="1566"/>
                  </a:cubicBezTo>
                  <a:cubicBezTo>
                    <a:pt x="2230" y="1559"/>
                    <a:pt x="2228" y="1552"/>
                    <a:pt x="2222" y="1553"/>
                  </a:cubicBezTo>
                  <a:cubicBezTo>
                    <a:pt x="2222" y="1553"/>
                    <a:pt x="2215" y="1555"/>
                    <a:pt x="2215" y="1562"/>
                  </a:cubicBezTo>
                  <a:cubicBezTo>
                    <a:pt x="2214" y="1570"/>
                    <a:pt x="2215" y="1579"/>
                    <a:pt x="2212" y="1588"/>
                  </a:cubicBezTo>
                  <a:cubicBezTo>
                    <a:pt x="2209" y="1596"/>
                    <a:pt x="2200" y="1606"/>
                    <a:pt x="2207" y="1611"/>
                  </a:cubicBezTo>
                  <a:cubicBezTo>
                    <a:pt x="2214" y="1615"/>
                    <a:pt x="2222" y="1617"/>
                    <a:pt x="2221" y="1625"/>
                  </a:cubicBezTo>
                  <a:cubicBezTo>
                    <a:pt x="2220" y="1634"/>
                    <a:pt x="2214" y="1636"/>
                    <a:pt x="2219" y="1639"/>
                  </a:cubicBezTo>
                  <a:cubicBezTo>
                    <a:pt x="2223" y="1641"/>
                    <a:pt x="2223" y="1645"/>
                    <a:pt x="2217" y="1647"/>
                  </a:cubicBezTo>
                  <a:cubicBezTo>
                    <a:pt x="2211" y="1649"/>
                    <a:pt x="2209" y="1663"/>
                    <a:pt x="2216" y="1670"/>
                  </a:cubicBezTo>
                  <a:cubicBezTo>
                    <a:pt x="2222" y="1677"/>
                    <a:pt x="2232" y="1684"/>
                    <a:pt x="2235" y="1690"/>
                  </a:cubicBezTo>
                  <a:close/>
                  <a:moveTo>
                    <a:pt x="2251" y="1531"/>
                  </a:moveTo>
                  <a:cubicBezTo>
                    <a:pt x="2255" y="1528"/>
                    <a:pt x="2257" y="1529"/>
                    <a:pt x="2254" y="1525"/>
                  </a:cubicBezTo>
                  <a:cubicBezTo>
                    <a:pt x="2252" y="1520"/>
                    <a:pt x="2247" y="1513"/>
                    <a:pt x="2240" y="1526"/>
                  </a:cubicBezTo>
                  <a:cubicBezTo>
                    <a:pt x="2240" y="1526"/>
                    <a:pt x="2231" y="1534"/>
                    <a:pt x="2232" y="1539"/>
                  </a:cubicBezTo>
                  <a:cubicBezTo>
                    <a:pt x="2232" y="1544"/>
                    <a:pt x="2228" y="1553"/>
                    <a:pt x="2235" y="1553"/>
                  </a:cubicBezTo>
                  <a:cubicBezTo>
                    <a:pt x="2241" y="1554"/>
                    <a:pt x="2245" y="1555"/>
                    <a:pt x="2247" y="1559"/>
                  </a:cubicBezTo>
                  <a:cubicBezTo>
                    <a:pt x="2249" y="1563"/>
                    <a:pt x="2255" y="1564"/>
                    <a:pt x="2256" y="1569"/>
                  </a:cubicBezTo>
                  <a:cubicBezTo>
                    <a:pt x="2257" y="1574"/>
                    <a:pt x="2259" y="1580"/>
                    <a:pt x="2263" y="1581"/>
                  </a:cubicBezTo>
                  <a:cubicBezTo>
                    <a:pt x="2267" y="1583"/>
                    <a:pt x="2276" y="1579"/>
                    <a:pt x="2280" y="1579"/>
                  </a:cubicBezTo>
                  <a:cubicBezTo>
                    <a:pt x="2283" y="1579"/>
                    <a:pt x="2287" y="1581"/>
                    <a:pt x="2287" y="1574"/>
                  </a:cubicBezTo>
                  <a:cubicBezTo>
                    <a:pt x="2287" y="1567"/>
                    <a:pt x="2289" y="1565"/>
                    <a:pt x="2283" y="1561"/>
                  </a:cubicBezTo>
                  <a:cubicBezTo>
                    <a:pt x="2276" y="1557"/>
                    <a:pt x="2278" y="1548"/>
                    <a:pt x="2270" y="1546"/>
                  </a:cubicBezTo>
                  <a:cubicBezTo>
                    <a:pt x="2262" y="1544"/>
                    <a:pt x="2256" y="1541"/>
                    <a:pt x="2254" y="1539"/>
                  </a:cubicBezTo>
                  <a:cubicBezTo>
                    <a:pt x="2253" y="1537"/>
                    <a:pt x="2246" y="1534"/>
                    <a:pt x="2251" y="1531"/>
                  </a:cubicBezTo>
                  <a:close/>
                  <a:moveTo>
                    <a:pt x="2189" y="1629"/>
                  </a:moveTo>
                  <a:cubicBezTo>
                    <a:pt x="2189" y="1629"/>
                    <a:pt x="2187" y="1644"/>
                    <a:pt x="2190" y="1648"/>
                  </a:cubicBezTo>
                  <a:cubicBezTo>
                    <a:pt x="2192" y="1652"/>
                    <a:pt x="2195" y="1650"/>
                    <a:pt x="2197" y="1643"/>
                  </a:cubicBezTo>
                  <a:cubicBezTo>
                    <a:pt x="2199" y="1636"/>
                    <a:pt x="2206" y="1637"/>
                    <a:pt x="2204" y="1633"/>
                  </a:cubicBezTo>
                  <a:cubicBezTo>
                    <a:pt x="2203" y="1630"/>
                    <a:pt x="2190" y="1623"/>
                    <a:pt x="2189" y="1629"/>
                  </a:cubicBezTo>
                  <a:close/>
                  <a:moveTo>
                    <a:pt x="6419" y="2484"/>
                  </a:moveTo>
                  <a:cubicBezTo>
                    <a:pt x="6413" y="2481"/>
                    <a:pt x="6409" y="2478"/>
                    <a:pt x="6409" y="2471"/>
                  </a:cubicBezTo>
                  <a:cubicBezTo>
                    <a:pt x="6409" y="2464"/>
                    <a:pt x="6403" y="2453"/>
                    <a:pt x="6394" y="2453"/>
                  </a:cubicBezTo>
                  <a:cubicBezTo>
                    <a:pt x="6385" y="2452"/>
                    <a:pt x="6386" y="2387"/>
                    <a:pt x="6386" y="2372"/>
                  </a:cubicBezTo>
                  <a:cubicBezTo>
                    <a:pt x="6386" y="2356"/>
                    <a:pt x="6388" y="2346"/>
                    <a:pt x="6383" y="2339"/>
                  </a:cubicBezTo>
                  <a:cubicBezTo>
                    <a:pt x="6378" y="2333"/>
                    <a:pt x="6381" y="2326"/>
                    <a:pt x="6366" y="2315"/>
                  </a:cubicBezTo>
                  <a:cubicBezTo>
                    <a:pt x="6351" y="2304"/>
                    <a:pt x="6338" y="2312"/>
                    <a:pt x="6330" y="2323"/>
                  </a:cubicBezTo>
                  <a:cubicBezTo>
                    <a:pt x="6323" y="2334"/>
                    <a:pt x="6317" y="2333"/>
                    <a:pt x="6309" y="2318"/>
                  </a:cubicBezTo>
                  <a:cubicBezTo>
                    <a:pt x="6300" y="2303"/>
                    <a:pt x="6292" y="2312"/>
                    <a:pt x="6281" y="2323"/>
                  </a:cubicBezTo>
                  <a:cubicBezTo>
                    <a:pt x="6269" y="2333"/>
                    <a:pt x="6258" y="2351"/>
                    <a:pt x="6248" y="2364"/>
                  </a:cubicBezTo>
                  <a:cubicBezTo>
                    <a:pt x="6238" y="2377"/>
                    <a:pt x="6229" y="2390"/>
                    <a:pt x="6228" y="2404"/>
                  </a:cubicBezTo>
                  <a:cubicBezTo>
                    <a:pt x="6227" y="2418"/>
                    <a:pt x="6223" y="2430"/>
                    <a:pt x="6209" y="2451"/>
                  </a:cubicBezTo>
                  <a:cubicBezTo>
                    <a:pt x="6194" y="2471"/>
                    <a:pt x="6188" y="2481"/>
                    <a:pt x="6171" y="2481"/>
                  </a:cubicBezTo>
                  <a:cubicBezTo>
                    <a:pt x="6154" y="2482"/>
                    <a:pt x="6144" y="2500"/>
                    <a:pt x="6142" y="2500"/>
                  </a:cubicBezTo>
                  <a:cubicBezTo>
                    <a:pt x="6139" y="2500"/>
                    <a:pt x="6007" y="2501"/>
                    <a:pt x="5951" y="2501"/>
                  </a:cubicBezTo>
                  <a:cubicBezTo>
                    <a:pt x="5894" y="2501"/>
                    <a:pt x="5909" y="2533"/>
                    <a:pt x="5878" y="2542"/>
                  </a:cubicBezTo>
                  <a:cubicBezTo>
                    <a:pt x="5866" y="2545"/>
                    <a:pt x="5857" y="2552"/>
                    <a:pt x="5850" y="2560"/>
                  </a:cubicBezTo>
                  <a:cubicBezTo>
                    <a:pt x="5853" y="2561"/>
                    <a:pt x="5855" y="2562"/>
                    <a:pt x="5857" y="2564"/>
                  </a:cubicBezTo>
                  <a:cubicBezTo>
                    <a:pt x="5863" y="2571"/>
                    <a:pt x="5863" y="2572"/>
                    <a:pt x="5859" y="2576"/>
                  </a:cubicBezTo>
                  <a:cubicBezTo>
                    <a:pt x="5854" y="2580"/>
                    <a:pt x="5855" y="2586"/>
                    <a:pt x="5852" y="2598"/>
                  </a:cubicBezTo>
                  <a:cubicBezTo>
                    <a:pt x="5849" y="2610"/>
                    <a:pt x="5845" y="2612"/>
                    <a:pt x="5837" y="2613"/>
                  </a:cubicBezTo>
                  <a:cubicBezTo>
                    <a:pt x="5830" y="2615"/>
                    <a:pt x="5826" y="2619"/>
                    <a:pt x="5821" y="2627"/>
                  </a:cubicBezTo>
                  <a:cubicBezTo>
                    <a:pt x="5817" y="2636"/>
                    <a:pt x="5799" y="2633"/>
                    <a:pt x="5783" y="2635"/>
                  </a:cubicBezTo>
                  <a:cubicBezTo>
                    <a:pt x="5766" y="2637"/>
                    <a:pt x="5755" y="2634"/>
                    <a:pt x="5740" y="2627"/>
                  </a:cubicBezTo>
                  <a:cubicBezTo>
                    <a:pt x="5725" y="2621"/>
                    <a:pt x="5709" y="2627"/>
                    <a:pt x="5692" y="2627"/>
                  </a:cubicBezTo>
                  <a:cubicBezTo>
                    <a:pt x="5675" y="2626"/>
                    <a:pt x="5677" y="2629"/>
                    <a:pt x="5671" y="2637"/>
                  </a:cubicBezTo>
                  <a:cubicBezTo>
                    <a:pt x="5670" y="2639"/>
                    <a:pt x="5668" y="2640"/>
                    <a:pt x="5666" y="2641"/>
                  </a:cubicBezTo>
                  <a:cubicBezTo>
                    <a:pt x="5668" y="2646"/>
                    <a:pt x="5671" y="2652"/>
                    <a:pt x="5674" y="2658"/>
                  </a:cubicBezTo>
                  <a:cubicBezTo>
                    <a:pt x="5676" y="2664"/>
                    <a:pt x="5674" y="2669"/>
                    <a:pt x="5671" y="2673"/>
                  </a:cubicBezTo>
                  <a:cubicBezTo>
                    <a:pt x="5674" y="2677"/>
                    <a:pt x="5674" y="2681"/>
                    <a:pt x="5672" y="2686"/>
                  </a:cubicBezTo>
                  <a:cubicBezTo>
                    <a:pt x="5667" y="2695"/>
                    <a:pt x="5649" y="2700"/>
                    <a:pt x="5637" y="2706"/>
                  </a:cubicBezTo>
                  <a:cubicBezTo>
                    <a:pt x="5625" y="2712"/>
                    <a:pt x="5617" y="2719"/>
                    <a:pt x="5601" y="2724"/>
                  </a:cubicBezTo>
                  <a:cubicBezTo>
                    <a:pt x="5586" y="2729"/>
                    <a:pt x="5580" y="2731"/>
                    <a:pt x="5571" y="2733"/>
                  </a:cubicBezTo>
                  <a:cubicBezTo>
                    <a:pt x="5561" y="2735"/>
                    <a:pt x="5552" y="2740"/>
                    <a:pt x="5540" y="2745"/>
                  </a:cubicBezTo>
                  <a:cubicBezTo>
                    <a:pt x="5528" y="2749"/>
                    <a:pt x="5511" y="2760"/>
                    <a:pt x="5503" y="2767"/>
                  </a:cubicBezTo>
                  <a:cubicBezTo>
                    <a:pt x="5495" y="2775"/>
                    <a:pt x="5477" y="2771"/>
                    <a:pt x="5468" y="2769"/>
                  </a:cubicBezTo>
                  <a:cubicBezTo>
                    <a:pt x="5459" y="2767"/>
                    <a:pt x="5453" y="2771"/>
                    <a:pt x="5443" y="2774"/>
                  </a:cubicBezTo>
                  <a:cubicBezTo>
                    <a:pt x="5433" y="2777"/>
                    <a:pt x="5423" y="2767"/>
                    <a:pt x="5415" y="2759"/>
                  </a:cubicBezTo>
                  <a:cubicBezTo>
                    <a:pt x="5408" y="2753"/>
                    <a:pt x="5406" y="2746"/>
                    <a:pt x="5411" y="2741"/>
                  </a:cubicBezTo>
                  <a:cubicBezTo>
                    <a:pt x="5405" y="2732"/>
                    <a:pt x="5410" y="2719"/>
                    <a:pt x="5416" y="2715"/>
                  </a:cubicBezTo>
                  <a:cubicBezTo>
                    <a:pt x="5422" y="2710"/>
                    <a:pt x="5430" y="2697"/>
                    <a:pt x="5445" y="2688"/>
                  </a:cubicBezTo>
                  <a:cubicBezTo>
                    <a:pt x="5460" y="2679"/>
                    <a:pt x="5461" y="2653"/>
                    <a:pt x="5460" y="2644"/>
                  </a:cubicBezTo>
                  <a:cubicBezTo>
                    <a:pt x="5460" y="2640"/>
                    <a:pt x="5461" y="2636"/>
                    <a:pt x="5464" y="2632"/>
                  </a:cubicBezTo>
                  <a:cubicBezTo>
                    <a:pt x="5463" y="2624"/>
                    <a:pt x="5462" y="2625"/>
                    <a:pt x="5453" y="2626"/>
                  </a:cubicBezTo>
                  <a:cubicBezTo>
                    <a:pt x="5444" y="2627"/>
                    <a:pt x="5447" y="2612"/>
                    <a:pt x="5448" y="2605"/>
                  </a:cubicBezTo>
                  <a:cubicBezTo>
                    <a:pt x="5449" y="2597"/>
                    <a:pt x="5443" y="2581"/>
                    <a:pt x="5440" y="2575"/>
                  </a:cubicBezTo>
                  <a:cubicBezTo>
                    <a:pt x="5437" y="2569"/>
                    <a:pt x="5433" y="2571"/>
                    <a:pt x="5421" y="2571"/>
                  </a:cubicBezTo>
                  <a:cubicBezTo>
                    <a:pt x="5409" y="2571"/>
                    <a:pt x="5413" y="2575"/>
                    <a:pt x="5401" y="2579"/>
                  </a:cubicBezTo>
                  <a:cubicBezTo>
                    <a:pt x="5390" y="2583"/>
                    <a:pt x="5393" y="2587"/>
                    <a:pt x="5389" y="2597"/>
                  </a:cubicBezTo>
                  <a:cubicBezTo>
                    <a:pt x="5384" y="2607"/>
                    <a:pt x="5381" y="2611"/>
                    <a:pt x="5369" y="2607"/>
                  </a:cubicBezTo>
                  <a:cubicBezTo>
                    <a:pt x="5358" y="2603"/>
                    <a:pt x="5365" y="2589"/>
                    <a:pt x="5369" y="2585"/>
                  </a:cubicBezTo>
                  <a:cubicBezTo>
                    <a:pt x="5374" y="2582"/>
                    <a:pt x="5381" y="2568"/>
                    <a:pt x="5393" y="2560"/>
                  </a:cubicBezTo>
                  <a:cubicBezTo>
                    <a:pt x="5406" y="2552"/>
                    <a:pt x="5405" y="2540"/>
                    <a:pt x="5405" y="2531"/>
                  </a:cubicBezTo>
                  <a:cubicBezTo>
                    <a:pt x="5406" y="2523"/>
                    <a:pt x="5405" y="2515"/>
                    <a:pt x="5401" y="2510"/>
                  </a:cubicBezTo>
                  <a:cubicBezTo>
                    <a:pt x="5396" y="2505"/>
                    <a:pt x="5402" y="2500"/>
                    <a:pt x="5408" y="2496"/>
                  </a:cubicBezTo>
                  <a:cubicBezTo>
                    <a:pt x="5414" y="2492"/>
                    <a:pt x="5395" y="2473"/>
                    <a:pt x="5383" y="2469"/>
                  </a:cubicBezTo>
                  <a:cubicBezTo>
                    <a:pt x="5371" y="2465"/>
                    <a:pt x="5367" y="2458"/>
                    <a:pt x="5351" y="2448"/>
                  </a:cubicBezTo>
                  <a:cubicBezTo>
                    <a:pt x="5335" y="2438"/>
                    <a:pt x="5313" y="2438"/>
                    <a:pt x="5302" y="2438"/>
                  </a:cubicBezTo>
                  <a:cubicBezTo>
                    <a:pt x="5291" y="2438"/>
                    <a:pt x="5285" y="2440"/>
                    <a:pt x="5284" y="2447"/>
                  </a:cubicBezTo>
                  <a:cubicBezTo>
                    <a:pt x="5283" y="2455"/>
                    <a:pt x="5283" y="2470"/>
                    <a:pt x="5275" y="2471"/>
                  </a:cubicBezTo>
                  <a:cubicBezTo>
                    <a:pt x="5267" y="2473"/>
                    <a:pt x="5268" y="2495"/>
                    <a:pt x="5268" y="2503"/>
                  </a:cubicBezTo>
                  <a:cubicBezTo>
                    <a:pt x="5268" y="2512"/>
                    <a:pt x="5260" y="2516"/>
                    <a:pt x="5257" y="2509"/>
                  </a:cubicBezTo>
                  <a:cubicBezTo>
                    <a:pt x="5255" y="2501"/>
                    <a:pt x="5253" y="2497"/>
                    <a:pt x="5253" y="2491"/>
                  </a:cubicBezTo>
                  <a:cubicBezTo>
                    <a:pt x="5252" y="2485"/>
                    <a:pt x="5245" y="2481"/>
                    <a:pt x="5244" y="2487"/>
                  </a:cubicBezTo>
                  <a:cubicBezTo>
                    <a:pt x="5243" y="2493"/>
                    <a:pt x="5238" y="2493"/>
                    <a:pt x="5229" y="2495"/>
                  </a:cubicBezTo>
                  <a:cubicBezTo>
                    <a:pt x="5219" y="2496"/>
                    <a:pt x="5221" y="2508"/>
                    <a:pt x="5215" y="2511"/>
                  </a:cubicBezTo>
                  <a:cubicBezTo>
                    <a:pt x="5209" y="2515"/>
                    <a:pt x="5212" y="2529"/>
                    <a:pt x="5211" y="2539"/>
                  </a:cubicBezTo>
                  <a:cubicBezTo>
                    <a:pt x="5211" y="2548"/>
                    <a:pt x="5208" y="2555"/>
                    <a:pt x="5199" y="2562"/>
                  </a:cubicBezTo>
                  <a:cubicBezTo>
                    <a:pt x="5189" y="2569"/>
                    <a:pt x="5194" y="2603"/>
                    <a:pt x="5193" y="2614"/>
                  </a:cubicBezTo>
                  <a:cubicBezTo>
                    <a:pt x="5193" y="2625"/>
                    <a:pt x="5195" y="2623"/>
                    <a:pt x="5205" y="2630"/>
                  </a:cubicBezTo>
                  <a:cubicBezTo>
                    <a:pt x="5216" y="2637"/>
                    <a:pt x="5214" y="2661"/>
                    <a:pt x="5213" y="2677"/>
                  </a:cubicBezTo>
                  <a:cubicBezTo>
                    <a:pt x="5213" y="2693"/>
                    <a:pt x="5213" y="2701"/>
                    <a:pt x="5209" y="2703"/>
                  </a:cubicBezTo>
                  <a:cubicBezTo>
                    <a:pt x="5205" y="2704"/>
                    <a:pt x="5196" y="2721"/>
                    <a:pt x="5192" y="2730"/>
                  </a:cubicBezTo>
                  <a:cubicBezTo>
                    <a:pt x="5188" y="2739"/>
                    <a:pt x="5190" y="2740"/>
                    <a:pt x="5176" y="2743"/>
                  </a:cubicBezTo>
                  <a:cubicBezTo>
                    <a:pt x="5162" y="2747"/>
                    <a:pt x="5159" y="2758"/>
                    <a:pt x="5149" y="2759"/>
                  </a:cubicBezTo>
                  <a:cubicBezTo>
                    <a:pt x="5139" y="2759"/>
                    <a:pt x="5135" y="2756"/>
                    <a:pt x="5134" y="2748"/>
                  </a:cubicBezTo>
                  <a:cubicBezTo>
                    <a:pt x="5133" y="2740"/>
                    <a:pt x="5126" y="2733"/>
                    <a:pt x="5123" y="2725"/>
                  </a:cubicBezTo>
                  <a:cubicBezTo>
                    <a:pt x="5121" y="2717"/>
                    <a:pt x="5117" y="2687"/>
                    <a:pt x="5120" y="2677"/>
                  </a:cubicBezTo>
                  <a:cubicBezTo>
                    <a:pt x="5123" y="2666"/>
                    <a:pt x="5109" y="2657"/>
                    <a:pt x="5109" y="2647"/>
                  </a:cubicBezTo>
                  <a:cubicBezTo>
                    <a:pt x="5109" y="2638"/>
                    <a:pt x="5110" y="2629"/>
                    <a:pt x="5115" y="2624"/>
                  </a:cubicBezTo>
                  <a:cubicBezTo>
                    <a:pt x="5121" y="2619"/>
                    <a:pt x="5116" y="2611"/>
                    <a:pt x="5121" y="2608"/>
                  </a:cubicBezTo>
                  <a:cubicBezTo>
                    <a:pt x="5127" y="2605"/>
                    <a:pt x="5125" y="2599"/>
                    <a:pt x="5125" y="2591"/>
                  </a:cubicBezTo>
                  <a:cubicBezTo>
                    <a:pt x="5125" y="2583"/>
                    <a:pt x="5125" y="2578"/>
                    <a:pt x="5133" y="2574"/>
                  </a:cubicBezTo>
                  <a:cubicBezTo>
                    <a:pt x="5142" y="2570"/>
                    <a:pt x="5137" y="2542"/>
                    <a:pt x="5139" y="2535"/>
                  </a:cubicBezTo>
                  <a:cubicBezTo>
                    <a:pt x="5141" y="2527"/>
                    <a:pt x="5147" y="2518"/>
                    <a:pt x="5150" y="2511"/>
                  </a:cubicBezTo>
                  <a:cubicBezTo>
                    <a:pt x="5153" y="2505"/>
                    <a:pt x="5156" y="2504"/>
                    <a:pt x="5159" y="2489"/>
                  </a:cubicBezTo>
                  <a:cubicBezTo>
                    <a:pt x="5163" y="2475"/>
                    <a:pt x="5152" y="2482"/>
                    <a:pt x="5145" y="2491"/>
                  </a:cubicBezTo>
                  <a:cubicBezTo>
                    <a:pt x="5139" y="2501"/>
                    <a:pt x="5137" y="2497"/>
                    <a:pt x="5131" y="2507"/>
                  </a:cubicBezTo>
                  <a:cubicBezTo>
                    <a:pt x="5125" y="2518"/>
                    <a:pt x="5119" y="2513"/>
                    <a:pt x="5117" y="2511"/>
                  </a:cubicBezTo>
                  <a:cubicBezTo>
                    <a:pt x="5114" y="2508"/>
                    <a:pt x="5121" y="2494"/>
                    <a:pt x="5127" y="2488"/>
                  </a:cubicBezTo>
                  <a:cubicBezTo>
                    <a:pt x="5132" y="2482"/>
                    <a:pt x="5148" y="2464"/>
                    <a:pt x="5148" y="2464"/>
                  </a:cubicBezTo>
                  <a:cubicBezTo>
                    <a:pt x="5161" y="2443"/>
                    <a:pt x="5173" y="2446"/>
                    <a:pt x="5176" y="2441"/>
                  </a:cubicBezTo>
                  <a:cubicBezTo>
                    <a:pt x="5179" y="2435"/>
                    <a:pt x="5185" y="2441"/>
                    <a:pt x="5197" y="2443"/>
                  </a:cubicBezTo>
                  <a:cubicBezTo>
                    <a:pt x="5209" y="2446"/>
                    <a:pt x="5207" y="2441"/>
                    <a:pt x="5215" y="2433"/>
                  </a:cubicBezTo>
                  <a:cubicBezTo>
                    <a:pt x="5223" y="2425"/>
                    <a:pt x="5231" y="2432"/>
                    <a:pt x="5245" y="2429"/>
                  </a:cubicBezTo>
                  <a:cubicBezTo>
                    <a:pt x="5260" y="2425"/>
                    <a:pt x="5256" y="2411"/>
                    <a:pt x="5265" y="2411"/>
                  </a:cubicBezTo>
                  <a:cubicBezTo>
                    <a:pt x="5273" y="2412"/>
                    <a:pt x="5283" y="2419"/>
                    <a:pt x="5288" y="2427"/>
                  </a:cubicBezTo>
                  <a:cubicBezTo>
                    <a:pt x="5293" y="2435"/>
                    <a:pt x="5297" y="2430"/>
                    <a:pt x="5313" y="2431"/>
                  </a:cubicBezTo>
                  <a:cubicBezTo>
                    <a:pt x="5328" y="2431"/>
                    <a:pt x="5344" y="2427"/>
                    <a:pt x="5354" y="2427"/>
                  </a:cubicBezTo>
                  <a:cubicBezTo>
                    <a:pt x="5364" y="2427"/>
                    <a:pt x="5367" y="2425"/>
                    <a:pt x="5371" y="2421"/>
                  </a:cubicBezTo>
                  <a:cubicBezTo>
                    <a:pt x="5372" y="2418"/>
                    <a:pt x="5376" y="2415"/>
                    <a:pt x="5379" y="2412"/>
                  </a:cubicBezTo>
                  <a:cubicBezTo>
                    <a:pt x="5374" y="2409"/>
                    <a:pt x="5368" y="2408"/>
                    <a:pt x="5362" y="2408"/>
                  </a:cubicBezTo>
                  <a:cubicBezTo>
                    <a:pt x="5351" y="2406"/>
                    <a:pt x="5344" y="2399"/>
                    <a:pt x="5343" y="2388"/>
                  </a:cubicBezTo>
                  <a:cubicBezTo>
                    <a:pt x="5341" y="2380"/>
                    <a:pt x="5334" y="2379"/>
                    <a:pt x="5325" y="2378"/>
                  </a:cubicBezTo>
                  <a:cubicBezTo>
                    <a:pt x="5324" y="2381"/>
                    <a:pt x="5321" y="2382"/>
                    <a:pt x="5315" y="2382"/>
                  </a:cubicBezTo>
                  <a:cubicBezTo>
                    <a:pt x="5306" y="2382"/>
                    <a:pt x="5300" y="2369"/>
                    <a:pt x="5296" y="2364"/>
                  </a:cubicBezTo>
                  <a:cubicBezTo>
                    <a:pt x="5292" y="2359"/>
                    <a:pt x="5279" y="2351"/>
                    <a:pt x="5273" y="2355"/>
                  </a:cubicBezTo>
                  <a:cubicBezTo>
                    <a:pt x="5267" y="2358"/>
                    <a:pt x="5252" y="2357"/>
                    <a:pt x="5241" y="2361"/>
                  </a:cubicBezTo>
                  <a:cubicBezTo>
                    <a:pt x="5230" y="2366"/>
                    <a:pt x="5225" y="2363"/>
                    <a:pt x="5213" y="2364"/>
                  </a:cubicBezTo>
                  <a:cubicBezTo>
                    <a:pt x="5201" y="2365"/>
                    <a:pt x="5194" y="2373"/>
                    <a:pt x="5193" y="2378"/>
                  </a:cubicBezTo>
                  <a:cubicBezTo>
                    <a:pt x="5192" y="2384"/>
                    <a:pt x="5182" y="2381"/>
                    <a:pt x="5176" y="2374"/>
                  </a:cubicBezTo>
                  <a:cubicBezTo>
                    <a:pt x="5169" y="2368"/>
                    <a:pt x="5161" y="2375"/>
                    <a:pt x="5150" y="2373"/>
                  </a:cubicBezTo>
                  <a:cubicBezTo>
                    <a:pt x="5138" y="2371"/>
                    <a:pt x="5139" y="2366"/>
                    <a:pt x="5135" y="2358"/>
                  </a:cubicBezTo>
                  <a:cubicBezTo>
                    <a:pt x="5130" y="2349"/>
                    <a:pt x="5123" y="2347"/>
                    <a:pt x="5115" y="2346"/>
                  </a:cubicBezTo>
                  <a:cubicBezTo>
                    <a:pt x="5106" y="2346"/>
                    <a:pt x="5107" y="2340"/>
                    <a:pt x="5102" y="2340"/>
                  </a:cubicBezTo>
                  <a:cubicBezTo>
                    <a:pt x="5098" y="2340"/>
                    <a:pt x="5087" y="2340"/>
                    <a:pt x="5087" y="2335"/>
                  </a:cubicBezTo>
                  <a:cubicBezTo>
                    <a:pt x="5087" y="2330"/>
                    <a:pt x="5096" y="2325"/>
                    <a:pt x="5102" y="2318"/>
                  </a:cubicBezTo>
                  <a:cubicBezTo>
                    <a:pt x="5109" y="2311"/>
                    <a:pt x="5111" y="2318"/>
                    <a:pt x="5117" y="2311"/>
                  </a:cubicBezTo>
                  <a:cubicBezTo>
                    <a:pt x="5123" y="2303"/>
                    <a:pt x="5118" y="2298"/>
                    <a:pt x="5112" y="2298"/>
                  </a:cubicBezTo>
                  <a:cubicBezTo>
                    <a:pt x="5107" y="2298"/>
                    <a:pt x="5097" y="2298"/>
                    <a:pt x="5085" y="2301"/>
                  </a:cubicBezTo>
                  <a:cubicBezTo>
                    <a:pt x="5072" y="2304"/>
                    <a:pt x="5070" y="2310"/>
                    <a:pt x="5056" y="2320"/>
                  </a:cubicBezTo>
                  <a:cubicBezTo>
                    <a:pt x="5042" y="2329"/>
                    <a:pt x="5033" y="2337"/>
                    <a:pt x="5025" y="2342"/>
                  </a:cubicBezTo>
                  <a:cubicBezTo>
                    <a:pt x="5017" y="2348"/>
                    <a:pt x="5001" y="2348"/>
                    <a:pt x="4988" y="2348"/>
                  </a:cubicBezTo>
                  <a:cubicBezTo>
                    <a:pt x="4975" y="2348"/>
                    <a:pt x="4970" y="2361"/>
                    <a:pt x="4961" y="2361"/>
                  </a:cubicBezTo>
                  <a:cubicBezTo>
                    <a:pt x="4952" y="2361"/>
                    <a:pt x="4952" y="2370"/>
                    <a:pt x="4943" y="2369"/>
                  </a:cubicBezTo>
                  <a:cubicBezTo>
                    <a:pt x="4934" y="2369"/>
                    <a:pt x="4935" y="2360"/>
                    <a:pt x="4935" y="2355"/>
                  </a:cubicBezTo>
                  <a:cubicBezTo>
                    <a:pt x="4935" y="2350"/>
                    <a:pt x="4930" y="2353"/>
                    <a:pt x="4922" y="2353"/>
                  </a:cubicBezTo>
                  <a:cubicBezTo>
                    <a:pt x="4914" y="2353"/>
                    <a:pt x="4919" y="2348"/>
                    <a:pt x="4918" y="2341"/>
                  </a:cubicBezTo>
                  <a:cubicBezTo>
                    <a:pt x="4917" y="2334"/>
                    <a:pt x="4912" y="2338"/>
                    <a:pt x="4910" y="2344"/>
                  </a:cubicBezTo>
                  <a:cubicBezTo>
                    <a:pt x="4908" y="2350"/>
                    <a:pt x="4904" y="2348"/>
                    <a:pt x="4894" y="2350"/>
                  </a:cubicBezTo>
                  <a:cubicBezTo>
                    <a:pt x="4884" y="2351"/>
                    <a:pt x="4881" y="2358"/>
                    <a:pt x="4874" y="2363"/>
                  </a:cubicBezTo>
                  <a:cubicBezTo>
                    <a:pt x="4868" y="2367"/>
                    <a:pt x="4859" y="2368"/>
                    <a:pt x="4857" y="2362"/>
                  </a:cubicBezTo>
                  <a:cubicBezTo>
                    <a:pt x="4855" y="2357"/>
                    <a:pt x="4855" y="2351"/>
                    <a:pt x="4868" y="2345"/>
                  </a:cubicBezTo>
                  <a:cubicBezTo>
                    <a:pt x="4882" y="2339"/>
                    <a:pt x="4893" y="2320"/>
                    <a:pt x="4893" y="2320"/>
                  </a:cubicBezTo>
                  <a:cubicBezTo>
                    <a:pt x="4901" y="2310"/>
                    <a:pt x="4909" y="2306"/>
                    <a:pt x="4919" y="2301"/>
                  </a:cubicBezTo>
                  <a:cubicBezTo>
                    <a:pt x="4929" y="2296"/>
                    <a:pt x="4958" y="2282"/>
                    <a:pt x="4968" y="2276"/>
                  </a:cubicBezTo>
                  <a:cubicBezTo>
                    <a:pt x="4977" y="2270"/>
                    <a:pt x="4985" y="2271"/>
                    <a:pt x="5004" y="2270"/>
                  </a:cubicBezTo>
                  <a:cubicBezTo>
                    <a:pt x="5014" y="2269"/>
                    <a:pt x="5016" y="2266"/>
                    <a:pt x="5017" y="2262"/>
                  </a:cubicBezTo>
                  <a:cubicBezTo>
                    <a:pt x="5006" y="2265"/>
                    <a:pt x="4998" y="2261"/>
                    <a:pt x="4988" y="2260"/>
                  </a:cubicBezTo>
                  <a:cubicBezTo>
                    <a:pt x="4977" y="2259"/>
                    <a:pt x="4973" y="2262"/>
                    <a:pt x="4962" y="2254"/>
                  </a:cubicBezTo>
                  <a:cubicBezTo>
                    <a:pt x="4950" y="2247"/>
                    <a:pt x="4938" y="2252"/>
                    <a:pt x="4932" y="2252"/>
                  </a:cubicBezTo>
                  <a:cubicBezTo>
                    <a:pt x="4926" y="2252"/>
                    <a:pt x="4921" y="2246"/>
                    <a:pt x="4914" y="2244"/>
                  </a:cubicBezTo>
                  <a:cubicBezTo>
                    <a:pt x="4906" y="2242"/>
                    <a:pt x="4898" y="2250"/>
                    <a:pt x="4894" y="2255"/>
                  </a:cubicBezTo>
                  <a:cubicBezTo>
                    <a:pt x="4890" y="2260"/>
                    <a:pt x="4883" y="2263"/>
                    <a:pt x="4874" y="2258"/>
                  </a:cubicBezTo>
                  <a:cubicBezTo>
                    <a:pt x="4866" y="2253"/>
                    <a:pt x="4854" y="2252"/>
                    <a:pt x="4851" y="2243"/>
                  </a:cubicBezTo>
                  <a:cubicBezTo>
                    <a:pt x="4847" y="2235"/>
                    <a:pt x="4836" y="2233"/>
                    <a:pt x="4832" y="2239"/>
                  </a:cubicBezTo>
                  <a:cubicBezTo>
                    <a:pt x="4828" y="2244"/>
                    <a:pt x="4809" y="2238"/>
                    <a:pt x="4805" y="2229"/>
                  </a:cubicBezTo>
                  <a:cubicBezTo>
                    <a:pt x="4801" y="2221"/>
                    <a:pt x="4792" y="2217"/>
                    <a:pt x="4783" y="2214"/>
                  </a:cubicBezTo>
                  <a:cubicBezTo>
                    <a:pt x="4773" y="2211"/>
                    <a:pt x="4763" y="2209"/>
                    <a:pt x="4753" y="2217"/>
                  </a:cubicBezTo>
                  <a:cubicBezTo>
                    <a:pt x="4743" y="2225"/>
                    <a:pt x="4728" y="2225"/>
                    <a:pt x="4723" y="2215"/>
                  </a:cubicBezTo>
                  <a:cubicBezTo>
                    <a:pt x="4718" y="2205"/>
                    <a:pt x="4694" y="2208"/>
                    <a:pt x="4686" y="2205"/>
                  </a:cubicBezTo>
                  <a:cubicBezTo>
                    <a:pt x="4677" y="2202"/>
                    <a:pt x="4675" y="2197"/>
                    <a:pt x="4672" y="2188"/>
                  </a:cubicBezTo>
                  <a:cubicBezTo>
                    <a:pt x="4670" y="2180"/>
                    <a:pt x="4665" y="2174"/>
                    <a:pt x="4665" y="2167"/>
                  </a:cubicBezTo>
                  <a:cubicBezTo>
                    <a:pt x="4665" y="2161"/>
                    <a:pt x="4654" y="2151"/>
                    <a:pt x="4647" y="2150"/>
                  </a:cubicBezTo>
                  <a:cubicBezTo>
                    <a:pt x="4639" y="2149"/>
                    <a:pt x="4640" y="2161"/>
                    <a:pt x="4640" y="2169"/>
                  </a:cubicBezTo>
                  <a:cubicBezTo>
                    <a:pt x="4640" y="2176"/>
                    <a:pt x="4622" y="2183"/>
                    <a:pt x="4622" y="2183"/>
                  </a:cubicBezTo>
                  <a:cubicBezTo>
                    <a:pt x="4622" y="2183"/>
                    <a:pt x="2901" y="2185"/>
                    <a:pt x="2873" y="2186"/>
                  </a:cubicBezTo>
                  <a:cubicBezTo>
                    <a:pt x="2874" y="2187"/>
                    <a:pt x="2874" y="2187"/>
                    <a:pt x="2875" y="2188"/>
                  </a:cubicBezTo>
                  <a:cubicBezTo>
                    <a:pt x="2875" y="2189"/>
                    <a:pt x="2876" y="2190"/>
                    <a:pt x="2877" y="2191"/>
                  </a:cubicBezTo>
                  <a:cubicBezTo>
                    <a:pt x="2878" y="2191"/>
                    <a:pt x="2878" y="2192"/>
                    <a:pt x="2879" y="2192"/>
                  </a:cubicBezTo>
                  <a:cubicBezTo>
                    <a:pt x="2882" y="2192"/>
                    <a:pt x="2884" y="2194"/>
                    <a:pt x="2887" y="2196"/>
                  </a:cubicBezTo>
                  <a:cubicBezTo>
                    <a:pt x="2896" y="2203"/>
                    <a:pt x="2899" y="2213"/>
                    <a:pt x="2904" y="2216"/>
                  </a:cubicBezTo>
                  <a:cubicBezTo>
                    <a:pt x="2908" y="2219"/>
                    <a:pt x="2904" y="2225"/>
                    <a:pt x="2900" y="2233"/>
                  </a:cubicBezTo>
                  <a:cubicBezTo>
                    <a:pt x="2896" y="2241"/>
                    <a:pt x="2894" y="2240"/>
                    <a:pt x="2900" y="2249"/>
                  </a:cubicBezTo>
                  <a:cubicBezTo>
                    <a:pt x="2906" y="2257"/>
                    <a:pt x="2907" y="2257"/>
                    <a:pt x="2908" y="2274"/>
                  </a:cubicBezTo>
                  <a:cubicBezTo>
                    <a:pt x="2910" y="2292"/>
                    <a:pt x="2894" y="2288"/>
                    <a:pt x="2889" y="2283"/>
                  </a:cubicBezTo>
                  <a:cubicBezTo>
                    <a:pt x="2884" y="2277"/>
                    <a:pt x="2892" y="2266"/>
                    <a:pt x="2890" y="2259"/>
                  </a:cubicBezTo>
                  <a:cubicBezTo>
                    <a:pt x="2888" y="2251"/>
                    <a:pt x="2877" y="2248"/>
                    <a:pt x="2868" y="2246"/>
                  </a:cubicBezTo>
                  <a:cubicBezTo>
                    <a:pt x="2858" y="2244"/>
                    <a:pt x="2866" y="2227"/>
                    <a:pt x="2862" y="2221"/>
                  </a:cubicBezTo>
                  <a:cubicBezTo>
                    <a:pt x="2861" y="2221"/>
                    <a:pt x="2861" y="2221"/>
                    <a:pt x="2861" y="2221"/>
                  </a:cubicBezTo>
                  <a:cubicBezTo>
                    <a:pt x="2857" y="2217"/>
                    <a:pt x="2857" y="2216"/>
                    <a:pt x="2854" y="2215"/>
                  </a:cubicBezTo>
                  <a:cubicBezTo>
                    <a:pt x="2853" y="2215"/>
                    <a:pt x="2851" y="2213"/>
                    <a:pt x="2849" y="2212"/>
                  </a:cubicBezTo>
                  <a:cubicBezTo>
                    <a:pt x="2847" y="2213"/>
                    <a:pt x="2847" y="2215"/>
                    <a:pt x="2850" y="2218"/>
                  </a:cubicBezTo>
                  <a:cubicBezTo>
                    <a:pt x="2857" y="2224"/>
                    <a:pt x="2857" y="2229"/>
                    <a:pt x="2852" y="2239"/>
                  </a:cubicBezTo>
                  <a:cubicBezTo>
                    <a:pt x="2847" y="2249"/>
                    <a:pt x="2822" y="2246"/>
                    <a:pt x="2812" y="2245"/>
                  </a:cubicBezTo>
                  <a:cubicBezTo>
                    <a:pt x="2802" y="2244"/>
                    <a:pt x="2787" y="2239"/>
                    <a:pt x="2774" y="2231"/>
                  </a:cubicBezTo>
                  <a:cubicBezTo>
                    <a:pt x="2768" y="2227"/>
                    <a:pt x="2761" y="2226"/>
                    <a:pt x="2756" y="2225"/>
                  </a:cubicBezTo>
                  <a:cubicBezTo>
                    <a:pt x="2756" y="2230"/>
                    <a:pt x="2755" y="2235"/>
                    <a:pt x="2756" y="2240"/>
                  </a:cubicBezTo>
                  <a:cubicBezTo>
                    <a:pt x="2757" y="2252"/>
                    <a:pt x="2757" y="2265"/>
                    <a:pt x="2764" y="2271"/>
                  </a:cubicBezTo>
                  <a:cubicBezTo>
                    <a:pt x="2771" y="2277"/>
                    <a:pt x="2779" y="2285"/>
                    <a:pt x="2783" y="2298"/>
                  </a:cubicBezTo>
                  <a:cubicBezTo>
                    <a:pt x="2787" y="2311"/>
                    <a:pt x="2790" y="2324"/>
                    <a:pt x="2798" y="2331"/>
                  </a:cubicBezTo>
                  <a:cubicBezTo>
                    <a:pt x="2806" y="2338"/>
                    <a:pt x="2808" y="2342"/>
                    <a:pt x="2801" y="2348"/>
                  </a:cubicBezTo>
                  <a:cubicBezTo>
                    <a:pt x="2795" y="2354"/>
                    <a:pt x="2803" y="2355"/>
                    <a:pt x="2801" y="2370"/>
                  </a:cubicBezTo>
                  <a:cubicBezTo>
                    <a:pt x="2799" y="2385"/>
                    <a:pt x="2798" y="2390"/>
                    <a:pt x="2803" y="2397"/>
                  </a:cubicBezTo>
                  <a:cubicBezTo>
                    <a:pt x="2808" y="2403"/>
                    <a:pt x="2808" y="2412"/>
                    <a:pt x="2810" y="2421"/>
                  </a:cubicBezTo>
                  <a:cubicBezTo>
                    <a:pt x="2812" y="2431"/>
                    <a:pt x="2814" y="2453"/>
                    <a:pt x="2809" y="2469"/>
                  </a:cubicBezTo>
                  <a:cubicBezTo>
                    <a:pt x="2805" y="2485"/>
                    <a:pt x="2802" y="2490"/>
                    <a:pt x="2801" y="2514"/>
                  </a:cubicBezTo>
                  <a:cubicBezTo>
                    <a:pt x="2800" y="2539"/>
                    <a:pt x="2805" y="2574"/>
                    <a:pt x="2800" y="2594"/>
                  </a:cubicBezTo>
                  <a:cubicBezTo>
                    <a:pt x="2795" y="2614"/>
                    <a:pt x="2795" y="2622"/>
                    <a:pt x="2788" y="2632"/>
                  </a:cubicBezTo>
                  <a:cubicBezTo>
                    <a:pt x="2781" y="2641"/>
                    <a:pt x="2772" y="2657"/>
                    <a:pt x="2773" y="2666"/>
                  </a:cubicBezTo>
                  <a:cubicBezTo>
                    <a:pt x="2774" y="2675"/>
                    <a:pt x="2770" y="2677"/>
                    <a:pt x="2777" y="2694"/>
                  </a:cubicBezTo>
                  <a:cubicBezTo>
                    <a:pt x="2784" y="2712"/>
                    <a:pt x="2776" y="2711"/>
                    <a:pt x="2787" y="2729"/>
                  </a:cubicBezTo>
                  <a:cubicBezTo>
                    <a:pt x="2799" y="2747"/>
                    <a:pt x="2801" y="2748"/>
                    <a:pt x="2801" y="2766"/>
                  </a:cubicBezTo>
                  <a:cubicBezTo>
                    <a:pt x="2800" y="2784"/>
                    <a:pt x="2800" y="2794"/>
                    <a:pt x="2795" y="2800"/>
                  </a:cubicBezTo>
                  <a:cubicBezTo>
                    <a:pt x="2791" y="2805"/>
                    <a:pt x="2791" y="2809"/>
                    <a:pt x="2793" y="2818"/>
                  </a:cubicBezTo>
                  <a:cubicBezTo>
                    <a:pt x="2794" y="2826"/>
                    <a:pt x="2791" y="2833"/>
                    <a:pt x="2785" y="2840"/>
                  </a:cubicBezTo>
                  <a:cubicBezTo>
                    <a:pt x="2778" y="2848"/>
                    <a:pt x="2781" y="2855"/>
                    <a:pt x="2787" y="2868"/>
                  </a:cubicBezTo>
                  <a:cubicBezTo>
                    <a:pt x="2794" y="2880"/>
                    <a:pt x="2815" y="2894"/>
                    <a:pt x="2815" y="2913"/>
                  </a:cubicBezTo>
                  <a:cubicBezTo>
                    <a:pt x="2815" y="2933"/>
                    <a:pt x="2821" y="2951"/>
                    <a:pt x="2827" y="2963"/>
                  </a:cubicBezTo>
                  <a:cubicBezTo>
                    <a:pt x="2832" y="2974"/>
                    <a:pt x="2829" y="2977"/>
                    <a:pt x="2845" y="2990"/>
                  </a:cubicBezTo>
                  <a:cubicBezTo>
                    <a:pt x="2861" y="3003"/>
                    <a:pt x="2873" y="3015"/>
                    <a:pt x="2875" y="3028"/>
                  </a:cubicBezTo>
                  <a:cubicBezTo>
                    <a:pt x="2877" y="3041"/>
                    <a:pt x="2879" y="3048"/>
                    <a:pt x="2892" y="3049"/>
                  </a:cubicBezTo>
                  <a:cubicBezTo>
                    <a:pt x="2905" y="3050"/>
                    <a:pt x="2914" y="3049"/>
                    <a:pt x="2911" y="3058"/>
                  </a:cubicBezTo>
                  <a:cubicBezTo>
                    <a:pt x="2908" y="3067"/>
                    <a:pt x="2903" y="3078"/>
                    <a:pt x="2908" y="3088"/>
                  </a:cubicBezTo>
                  <a:cubicBezTo>
                    <a:pt x="2913" y="3099"/>
                    <a:pt x="2910" y="3100"/>
                    <a:pt x="2925" y="3107"/>
                  </a:cubicBezTo>
                  <a:cubicBezTo>
                    <a:pt x="2941" y="3114"/>
                    <a:pt x="2952" y="3121"/>
                    <a:pt x="2950" y="3128"/>
                  </a:cubicBezTo>
                  <a:cubicBezTo>
                    <a:pt x="2948" y="3134"/>
                    <a:pt x="2947" y="3135"/>
                    <a:pt x="2942" y="3142"/>
                  </a:cubicBezTo>
                  <a:cubicBezTo>
                    <a:pt x="2937" y="3149"/>
                    <a:pt x="2935" y="3157"/>
                    <a:pt x="2945" y="3164"/>
                  </a:cubicBezTo>
                  <a:cubicBezTo>
                    <a:pt x="2956" y="3172"/>
                    <a:pt x="2985" y="3209"/>
                    <a:pt x="2996" y="3222"/>
                  </a:cubicBezTo>
                  <a:cubicBezTo>
                    <a:pt x="3008" y="3235"/>
                    <a:pt x="3020" y="3240"/>
                    <a:pt x="3020" y="3259"/>
                  </a:cubicBezTo>
                  <a:cubicBezTo>
                    <a:pt x="3021" y="3278"/>
                    <a:pt x="3017" y="3294"/>
                    <a:pt x="3035" y="3294"/>
                  </a:cubicBezTo>
                  <a:cubicBezTo>
                    <a:pt x="3052" y="3294"/>
                    <a:pt x="3083" y="3294"/>
                    <a:pt x="3096" y="3304"/>
                  </a:cubicBezTo>
                  <a:cubicBezTo>
                    <a:pt x="3108" y="3315"/>
                    <a:pt x="3114" y="3323"/>
                    <a:pt x="3133" y="3326"/>
                  </a:cubicBezTo>
                  <a:cubicBezTo>
                    <a:pt x="3153" y="3329"/>
                    <a:pt x="3168" y="3334"/>
                    <a:pt x="3176" y="3344"/>
                  </a:cubicBezTo>
                  <a:cubicBezTo>
                    <a:pt x="3184" y="3354"/>
                    <a:pt x="3196" y="3354"/>
                    <a:pt x="3215" y="3370"/>
                  </a:cubicBezTo>
                  <a:cubicBezTo>
                    <a:pt x="3233" y="3386"/>
                    <a:pt x="3236" y="3387"/>
                    <a:pt x="3239" y="3406"/>
                  </a:cubicBezTo>
                  <a:cubicBezTo>
                    <a:pt x="3242" y="3421"/>
                    <a:pt x="3239" y="3431"/>
                    <a:pt x="3244" y="3440"/>
                  </a:cubicBezTo>
                  <a:cubicBezTo>
                    <a:pt x="3257" y="3438"/>
                    <a:pt x="3275" y="3435"/>
                    <a:pt x="3289" y="3435"/>
                  </a:cubicBezTo>
                  <a:cubicBezTo>
                    <a:pt x="3314" y="3435"/>
                    <a:pt x="3376" y="3414"/>
                    <a:pt x="3394" y="3429"/>
                  </a:cubicBezTo>
                  <a:cubicBezTo>
                    <a:pt x="3412" y="3444"/>
                    <a:pt x="3415" y="3446"/>
                    <a:pt x="3434" y="3453"/>
                  </a:cubicBezTo>
                  <a:cubicBezTo>
                    <a:pt x="3453" y="3460"/>
                    <a:pt x="3494" y="3470"/>
                    <a:pt x="3522" y="3480"/>
                  </a:cubicBezTo>
                  <a:cubicBezTo>
                    <a:pt x="3550" y="3490"/>
                    <a:pt x="3609" y="3519"/>
                    <a:pt x="3630" y="3525"/>
                  </a:cubicBezTo>
                  <a:cubicBezTo>
                    <a:pt x="3673" y="3525"/>
                    <a:pt x="3802" y="3526"/>
                    <a:pt x="3802" y="3526"/>
                  </a:cubicBezTo>
                  <a:cubicBezTo>
                    <a:pt x="3802" y="3526"/>
                    <a:pt x="3811" y="3528"/>
                    <a:pt x="3812" y="3515"/>
                  </a:cubicBezTo>
                  <a:cubicBezTo>
                    <a:pt x="3813" y="3502"/>
                    <a:pt x="3807" y="3491"/>
                    <a:pt x="3835" y="3490"/>
                  </a:cubicBezTo>
                  <a:cubicBezTo>
                    <a:pt x="3863" y="3489"/>
                    <a:pt x="3926" y="3481"/>
                    <a:pt x="3938" y="3500"/>
                  </a:cubicBezTo>
                  <a:cubicBezTo>
                    <a:pt x="3950" y="3519"/>
                    <a:pt x="3976" y="3540"/>
                    <a:pt x="3983" y="3546"/>
                  </a:cubicBezTo>
                  <a:cubicBezTo>
                    <a:pt x="3990" y="3552"/>
                    <a:pt x="3997" y="3559"/>
                    <a:pt x="4008" y="3561"/>
                  </a:cubicBezTo>
                  <a:cubicBezTo>
                    <a:pt x="4019" y="3563"/>
                    <a:pt x="4023" y="3569"/>
                    <a:pt x="4024" y="3578"/>
                  </a:cubicBezTo>
                  <a:cubicBezTo>
                    <a:pt x="4025" y="3587"/>
                    <a:pt x="4034" y="3593"/>
                    <a:pt x="4035" y="3606"/>
                  </a:cubicBezTo>
                  <a:cubicBezTo>
                    <a:pt x="4036" y="3619"/>
                    <a:pt x="4044" y="3641"/>
                    <a:pt x="4054" y="3644"/>
                  </a:cubicBezTo>
                  <a:cubicBezTo>
                    <a:pt x="4064" y="3647"/>
                    <a:pt x="4079" y="3659"/>
                    <a:pt x="4093" y="3667"/>
                  </a:cubicBezTo>
                  <a:cubicBezTo>
                    <a:pt x="4107" y="3675"/>
                    <a:pt x="4139" y="3702"/>
                    <a:pt x="4155" y="3666"/>
                  </a:cubicBezTo>
                  <a:cubicBezTo>
                    <a:pt x="4171" y="3630"/>
                    <a:pt x="4172" y="3622"/>
                    <a:pt x="4196" y="3625"/>
                  </a:cubicBezTo>
                  <a:cubicBezTo>
                    <a:pt x="4220" y="3628"/>
                    <a:pt x="4246" y="3626"/>
                    <a:pt x="4257" y="3640"/>
                  </a:cubicBezTo>
                  <a:cubicBezTo>
                    <a:pt x="4268" y="3654"/>
                    <a:pt x="4268" y="3664"/>
                    <a:pt x="4281" y="3664"/>
                  </a:cubicBezTo>
                  <a:cubicBezTo>
                    <a:pt x="4294" y="3664"/>
                    <a:pt x="4298" y="3689"/>
                    <a:pt x="4305" y="3702"/>
                  </a:cubicBezTo>
                  <a:cubicBezTo>
                    <a:pt x="4312" y="3715"/>
                    <a:pt x="4322" y="3739"/>
                    <a:pt x="4334" y="3751"/>
                  </a:cubicBezTo>
                  <a:cubicBezTo>
                    <a:pt x="4346" y="3763"/>
                    <a:pt x="4358" y="3777"/>
                    <a:pt x="4364" y="3779"/>
                  </a:cubicBezTo>
                  <a:cubicBezTo>
                    <a:pt x="4370" y="3781"/>
                    <a:pt x="4371" y="3789"/>
                    <a:pt x="4371" y="3800"/>
                  </a:cubicBezTo>
                  <a:cubicBezTo>
                    <a:pt x="4371" y="3811"/>
                    <a:pt x="4371" y="3822"/>
                    <a:pt x="4376" y="3826"/>
                  </a:cubicBezTo>
                  <a:cubicBezTo>
                    <a:pt x="4381" y="3830"/>
                    <a:pt x="4386" y="3837"/>
                    <a:pt x="4386" y="3847"/>
                  </a:cubicBezTo>
                  <a:cubicBezTo>
                    <a:pt x="4386" y="3857"/>
                    <a:pt x="4389" y="3864"/>
                    <a:pt x="4403" y="3865"/>
                  </a:cubicBezTo>
                  <a:cubicBezTo>
                    <a:pt x="4417" y="3866"/>
                    <a:pt x="4429" y="3870"/>
                    <a:pt x="4438" y="3878"/>
                  </a:cubicBezTo>
                  <a:cubicBezTo>
                    <a:pt x="4447" y="3886"/>
                    <a:pt x="4465" y="3889"/>
                    <a:pt x="4477" y="3892"/>
                  </a:cubicBezTo>
                  <a:cubicBezTo>
                    <a:pt x="4489" y="3895"/>
                    <a:pt x="4494" y="3899"/>
                    <a:pt x="4507" y="3895"/>
                  </a:cubicBezTo>
                  <a:cubicBezTo>
                    <a:pt x="4515" y="3892"/>
                    <a:pt x="4520" y="3889"/>
                    <a:pt x="4528" y="3887"/>
                  </a:cubicBezTo>
                  <a:cubicBezTo>
                    <a:pt x="4527" y="3881"/>
                    <a:pt x="4526" y="3876"/>
                    <a:pt x="4521" y="3868"/>
                  </a:cubicBezTo>
                  <a:cubicBezTo>
                    <a:pt x="4513" y="3854"/>
                    <a:pt x="4511" y="3842"/>
                    <a:pt x="4509" y="3827"/>
                  </a:cubicBezTo>
                  <a:cubicBezTo>
                    <a:pt x="4506" y="3813"/>
                    <a:pt x="4506" y="3801"/>
                    <a:pt x="4514" y="3791"/>
                  </a:cubicBezTo>
                  <a:cubicBezTo>
                    <a:pt x="4521" y="3781"/>
                    <a:pt x="4522" y="3770"/>
                    <a:pt x="4538" y="3757"/>
                  </a:cubicBezTo>
                  <a:cubicBezTo>
                    <a:pt x="4554" y="3744"/>
                    <a:pt x="4567" y="3731"/>
                    <a:pt x="4564" y="3719"/>
                  </a:cubicBezTo>
                  <a:cubicBezTo>
                    <a:pt x="4562" y="3706"/>
                    <a:pt x="4562" y="3700"/>
                    <a:pt x="4574" y="3703"/>
                  </a:cubicBezTo>
                  <a:cubicBezTo>
                    <a:pt x="4585" y="3706"/>
                    <a:pt x="4581" y="3719"/>
                    <a:pt x="4589" y="3716"/>
                  </a:cubicBezTo>
                  <a:cubicBezTo>
                    <a:pt x="4597" y="3714"/>
                    <a:pt x="4611" y="3712"/>
                    <a:pt x="4618" y="3702"/>
                  </a:cubicBezTo>
                  <a:cubicBezTo>
                    <a:pt x="4625" y="3692"/>
                    <a:pt x="4644" y="3696"/>
                    <a:pt x="4651" y="3682"/>
                  </a:cubicBezTo>
                  <a:cubicBezTo>
                    <a:pt x="4658" y="3668"/>
                    <a:pt x="4669" y="3667"/>
                    <a:pt x="4667" y="3656"/>
                  </a:cubicBezTo>
                  <a:cubicBezTo>
                    <a:pt x="4665" y="3645"/>
                    <a:pt x="4656" y="3635"/>
                    <a:pt x="4665" y="3633"/>
                  </a:cubicBezTo>
                  <a:cubicBezTo>
                    <a:pt x="4673" y="3631"/>
                    <a:pt x="4681" y="3637"/>
                    <a:pt x="4681" y="3644"/>
                  </a:cubicBezTo>
                  <a:cubicBezTo>
                    <a:pt x="4681" y="3651"/>
                    <a:pt x="4686" y="3651"/>
                    <a:pt x="4694" y="3646"/>
                  </a:cubicBezTo>
                  <a:cubicBezTo>
                    <a:pt x="4703" y="3641"/>
                    <a:pt x="4716" y="3647"/>
                    <a:pt x="4722" y="3638"/>
                  </a:cubicBezTo>
                  <a:cubicBezTo>
                    <a:pt x="4728" y="3630"/>
                    <a:pt x="4742" y="3625"/>
                    <a:pt x="4760" y="3626"/>
                  </a:cubicBezTo>
                  <a:cubicBezTo>
                    <a:pt x="4779" y="3627"/>
                    <a:pt x="4795" y="3629"/>
                    <a:pt x="4800" y="3638"/>
                  </a:cubicBezTo>
                  <a:cubicBezTo>
                    <a:pt x="4806" y="3646"/>
                    <a:pt x="4820" y="3647"/>
                    <a:pt x="4833" y="3645"/>
                  </a:cubicBezTo>
                  <a:cubicBezTo>
                    <a:pt x="4847" y="3643"/>
                    <a:pt x="4856" y="3623"/>
                    <a:pt x="4879" y="3642"/>
                  </a:cubicBezTo>
                  <a:cubicBezTo>
                    <a:pt x="4902" y="3661"/>
                    <a:pt x="4890" y="3638"/>
                    <a:pt x="4901" y="3654"/>
                  </a:cubicBezTo>
                  <a:cubicBezTo>
                    <a:pt x="4913" y="3670"/>
                    <a:pt x="4923" y="3671"/>
                    <a:pt x="4933" y="3671"/>
                  </a:cubicBezTo>
                  <a:cubicBezTo>
                    <a:pt x="4943" y="3670"/>
                    <a:pt x="4948" y="3658"/>
                    <a:pt x="4957" y="3666"/>
                  </a:cubicBezTo>
                  <a:cubicBezTo>
                    <a:pt x="4967" y="3673"/>
                    <a:pt x="4977" y="3678"/>
                    <a:pt x="4977" y="3671"/>
                  </a:cubicBezTo>
                  <a:cubicBezTo>
                    <a:pt x="4978" y="3663"/>
                    <a:pt x="4978" y="3645"/>
                    <a:pt x="4991" y="3655"/>
                  </a:cubicBezTo>
                  <a:cubicBezTo>
                    <a:pt x="5004" y="3664"/>
                    <a:pt x="5003" y="3670"/>
                    <a:pt x="5009" y="3672"/>
                  </a:cubicBezTo>
                  <a:cubicBezTo>
                    <a:pt x="5015" y="3674"/>
                    <a:pt x="5014" y="3692"/>
                    <a:pt x="5021" y="3686"/>
                  </a:cubicBezTo>
                  <a:cubicBezTo>
                    <a:pt x="5028" y="3679"/>
                    <a:pt x="5043" y="3677"/>
                    <a:pt x="5040" y="3668"/>
                  </a:cubicBezTo>
                  <a:cubicBezTo>
                    <a:pt x="5036" y="3660"/>
                    <a:pt x="5038" y="3653"/>
                    <a:pt x="5027" y="3651"/>
                  </a:cubicBezTo>
                  <a:cubicBezTo>
                    <a:pt x="5015" y="3650"/>
                    <a:pt x="4999" y="3645"/>
                    <a:pt x="5003" y="3637"/>
                  </a:cubicBezTo>
                  <a:cubicBezTo>
                    <a:pt x="5007" y="3628"/>
                    <a:pt x="5019" y="3629"/>
                    <a:pt x="5017" y="3620"/>
                  </a:cubicBezTo>
                  <a:cubicBezTo>
                    <a:pt x="5015" y="3610"/>
                    <a:pt x="5005" y="3609"/>
                    <a:pt x="5000" y="3610"/>
                  </a:cubicBezTo>
                  <a:cubicBezTo>
                    <a:pt x="4995" y="3610"/>
                    <a:pt x="4992" y="3598"/>
                    <a:pt x="5003" y="3597"/>
                  </a:cubicBezTo>
                  <a:cubicBezTo>
                    <a:pt x="5015" y="3597"/>
                    <a:pt x="5012" y="3600"/>
                    <a:pt x="5020" y="3592"/>
                  </a:cubicBezTo>
                  <a:cubicBezTo>
                    <a:pt x="5027" y="3583"/>
                    <a:pt x="5036" y="3582"/>
                    <a:pt x="5051" y="3583"/>
                  </a:cubicBezTo>
                  <a:cubicBezTo>
                    <a:pt x="5066" y="3585"/>
                    <a:pt x="5081" y="3580"/>
                    <a:pt x="5086" y="3585"/>
                  </a:cubicBezTo>
                  <a:cubicBezTo>
                    <a:pt x="5090" y="3590"/>
                    <a:pt x="5096" y="3599"/>
                    <a:pt x="5098" y="3587"/>
                  </a:cubicBezTo>
                  <a:cubicBezTo>
                    <a:pt x="5100" y="3574"/>
                    <a:pt x="5108" y="3573"/>
                    <a:pt x="5110" y="3581"/>
                  </a:cubicBezTo>
                  <a:cubicBezTo>
                    <a:pt x="5112" y="3589"/>
                    <a:pt x="5113" y="3594"/>
                    <a:pt x="5126" y="3594"/>
                  </a:cubicBezTo>
                  <a:cubicBezTo>
                    <a:pt x="5139" y="3594"/>
                    <a:pt x="5141" y="3598"/>
                    <a:pt x="5145" y="3590"/>
                  </a:cubicBezTo>
                  <a:cubicBezTo>
                    <a:pt x="5149" y="3581"/>
                    <a:pt x="5152" y="3583"/>
                    <a:pt x="5159" y="3583"/>
                  </a:cubicBezTo>
                  <a:cubicBezTo>
                    <a:pt x="5166" y="3583"/>
                    <a:pt x="5192" y="3587"/>
                    <a:pt x="5209" y="3585"/>
                  </a:cubicBezTo>
                  <a:cubicBezTo>
                    <a:pt x="5227" y="3583"/>
                    <a:pt x="5223" y="3599"/>
                    <a:pt x="5237" y="3599"/>
                  </a:cubicBezTo>
                  <a:cubicBezTo>
                    <a:pt x="5250" y="3599"/>
                    <a:pt x="5265" y="3602"/>
                    <a:pt x="5268" y="3617"/>
                  </a:cubicBezTo>
                  <a:cubicBezTo>
                    <a:pt x="5272" y="3633"/>
                    <a:pt x="5274" y="3638"/>
                    <a:pt x="5278" y="3643"/>
                  </a:cubicBezTo>
                  <a:cubicBezTo>
                    <a:pt x="5283" y="3647"/>
                    <a:pt x="5291" y="3650"/>
                    <a:pt x="5300" y="3640"/>
                  </a:cubicBezTo>
                  <a:cubicBezTo>
                    <a:pt x="5308" y="3630"/>
                    <a:pt x="5309" y="3633"/>
                    <a:pt x="5317" y="3627"/>
                  </a:cubicBezTo>
                  <a:cubicBezTo>
                    <a:pt x="5325" y="3621"/>
                    <a:pt x="5328" y="3615"/>
                    <a:pt x="5342" y="3612"/>
                  </a:cubicBezTo>
                  <a:cubicBezTo>
                    <a:pt x="5356" y="3610"/>
                    <a:pt x="5384" y="3609"/>
                    <a:pt x="5385" y="3622"/>
                  </a:cubicBezTo>
                  <a:cubicBezTo>
                    <a:pt x="5386" y="3635"/>
                    <a:pt x="5391" y="3636"/>
                    <a:pt x="5402" y="3643"/>
                  </a:cubicBezTo>
                  <a:cubicBezTo>
                    <a:pt x="5414" y="3650"/>
                    <a:pt x="5407" y="3663"/>
                    <a:pt x="5421" y="3665"/>
                  </a:cubicBezTo>
                  <a:cubicBezTo>
                    <a:pt x="5435" y="3667"/>
                    <a:pt x="5442" y="3673"/>
                    <a:pt x="5442" y="3688"/>
                  </a:cubicBezTo>
                  <a:cubicBezTo>
                    <a:pt x="5442" y="3702"/>
                    <a:pt x="5449" y="3717"/>
                    <a:pt x="5442" y="3724"/>
                  </a:cubicBezTo>
                  <a:cubicBezTo>
                    <a:pt x="5435" y="3730"/>
                    <a:pt x="5434" y="3729"/>
                    <a:pt x="5435" y="3745"/>
                  </a:cubicBezTo>
                  <a:cubicBezTo>
                    <a:pt x="5435" y="3761"/>
                    <a:pt x="5440" y="3770"/>
                    <a:pt x="5445" y="3770"/>
                  </a:cubicBezTo>
                  <a:cubicBezTo>
                    <a:pt x="5450" y="3770"/>
                    <a:pt x="5452" y="3778"/>
                    <a:pt x="5453" y="3793"/>
                  </a:cubicBezTo>
                  <a:cubicBezTo>
                    <a:pt x="5455" y="3808"/>
                    <a:pt x="5453" y="3820"/>
                    <a:pt x="5465" y="3822"/>
                  </a:cubicBezTo>
                  <a:cubicBezTo>
                    <a:pt x="5476" y="3825"/>
                    <a:pt x="5475" y="3832"/>
                    <a:pt x="5480" y="3839"/>
                  </a:cubicBezTo>
                  <a:cubicBezTo>
                    <a:pt x="5484" y="3846"/>
                    <a:pt x="5493" y="3840"/>
                    <a:pt x="5496" y="3855"/>
                  </a:cubicBezTo>
                  <a:cubicBezTo>
                    <a:pt x="5499" y="3870"/>
                    <a:pt x="5499" y="3886"/>
                    <a:pt x="5508" y="3889"/>
                  </a:cubicBezTo>
                  <a:cubicBezTo>
                    <a:pt x="5516" y="3892"/>
                    <a:pt x="5529" y="3903"/>
                    <a:pt x="5535" y="3916"/>
                  </a:cubicBezTo>
                  <a:cubicBezTo>
                    <a:pt x="5541" y="3929"/>
                    <a:pt x="5547" y="3941"/>
                    <a:pt x="5556" y="3944"/>
                  </a:cubicBezTo>
                  <a:cubicBezTo>
                    <a:pt x="5566" y="3948"/>
                    <a:pt x="5564" y="3934"/>
                    <a:pt x="5577" y="3939"/>
                  </a:cubicBezTo>
                  <a:cubicBezTo>
                    <a:pt x="5591" y="3943"/>
                    <a:pt x="5591" y="3946"/>
                    <a:pt x="5597" y="3929"/>
                  </a:cubicBezTo>
                  <a:cubicBezTo>
                    <a:pt x="5604" y="3912"/>
                    <a:pt x="5601" y="3902"/>
                    <a:pt x="5609" y="3896"/>
                  </a:cubicBezTo>
                  <a:cubicBezTo>
                    <a:pt x="5617" y="3889"/>
                    <a:pt x="5615" y="3871"/>
                    <a:pt x="5615" y="3855"/>
                  </a:cubicBezTo>
                  <a:cubicBezTo>
                    <a:pt x="5615" y="3840"/>
                    <a:pt x="5619" y="3815"/>
                    <a:pt x="5610" y="3805"/>
                  </a:cubicBezTo>
                  <a:cubicBezTo>
                    <a:pt x="5601" y="3796"/>
                    <a:pt x="5594" y="3779"/>
                    <a:pt x="5591" y="3766"/>
                  </a:cubicBezTo>
                  <a:cubicBezTo>
                    <a:pt x="5589" y="3752"/>
                    <a:pt x="5581" y="3741"/>
                    <a:pt x="5581" y="3726"/>
                  </a:cubicBezTo>
                  <a:cubicBezTo>
                    <a:pt x="5581" y="3712"/>
                    <a:pt x="5584" y="3710"/>
                    <a:pt x="5576" y="3697"/>
                  </a:cubicBezTo>
                  <a:cubicBezTo>
                    <a:pt x="5567" y="3684"/>
                    <a:pt x="5556" y="3663"/>
                    <a:pt x="5552" y="3653"/>
                  </a:cubicBezTo>
                  <a:cubicBezTo>
                    <a:pt x="5548" y="3642"/>
                    <a:pt x="5536" y="3645"/>
                    <a:pt x="5538" y="3629"/>
                  </a:cubicBezTo>
                  <a:cubicBezTo>
                    <a:pt x="5539" y="3612"/>
                    <a:pt x="5532" y="3609"/>
                    <a:pt x="5532" y="3596"/>
                  </a:cubicBezTo>
                  <a:cubicBezTo>
                    <a:pt x="5532" y="3583"/>
                    <a:pt x="5531" y="3585"/>
                    <a:pt x="5526" y="3575"/>
                  </a:cubicBezTo>
                  <a:cubicBezTo>
                    <a:pt x="5521" y="3565"/>
                    <a:pt x="5521" y="3554"/>
                    <a:pt x="5521" y="3546"/>
                  </a:cubicBezTo>
                  <a:cubicBezTo>
                    <a:pt x="5521" y="3537"/>
                    <a:pt x="5538" y="3537"/>
                    <a:pt x="5538" y="3516"/>
                  </a:cubicBezTo>
                  <a:cubicBezTo>
                    <a:pt x="5538" y="3496"/>
                    <a:pt x="5543" y="3487"/>
                    <a:pt x="5553" y="3479"/>
                  </a:cubicBezTo>
                  <a:cubicBezTo>
                    <a:pt x="5563" y="3471"/>
                    <a:pt x="5562" y="3455"/>
                    <a:pt x="5576" y="3451"/>
                  </a:cubicBezTo>
                  <a:cubicBezTo>
                    <a:pt x="5591" y="3446"/>
                    <a:pt x="5587" y="3435"/>
                    <a:pt x="5600" y="3434"/>
                  </a:cubicBezTo>
                  <a:cubicBezTo>
                    <a:pt x="5613" y="3433"/>
                    <a:pt x="5616" y="3428"/>
                    <a:pt x="5619" y="3419"/>
                  </a:cubicBezTo>
                  <a:cubicBezTo>
                    <a:pt x="5622" y="3410"/>
                    <a:pt x="5652" y="3409"/>
                    <a:pt x="5655" y="3398"/>
                  </a:cubicBezTo>
                  <a:cubicBezTo>
                    <a:pt x="5657" y="3387"/>
                    <a:pt x="5660" y="3374"/>
                    <a:pt x="5675" y="3360"/>
                  </a:cubicBezTo>
                  <a:cubicBezTo>
                    <a:pt x="5690" y="3347"/>
                    <a:pt x="5698" y="3339"/>
                    <a:pt x="5715" y="3337"/>
                  </a:cubicBezTo>
                  <a:cubicBezTo>
                    <a:pt x="5733" y="3334"/>
                    <a:pt x="5754" y="3334"/>
                    <a:pt x="5754" y="3322"/>
                  </a:cubicBezTo>
                  <a:cubicBezTo>
                    <a:pt x="5754" y="3309"/>
                    <a:pt x="5767" y="3308"/>
                    <a:pt x="5774" y="3296"/>
                  </a:cubicBezTo>
                  <a:cubicBezTo>
                    <a:pt x="5781" y="3285"/>
                    <a:pt x="5791" y="3280"/>
                    <a:pt x="5808" y="3279"/>
                  </a:cubicBezTo>
                  <a:cubicBezTo>
                    <a:pt x="5825" y="3279"/>
                    <a:pt x="5844" y="3281"/>
                    <a:pt x="5849" y="3272"/>
                  </a:cubicBezTo>
                  <a:cubicBezTo>
                    <a:pt x="5853" y="3263"/>
                    <a:pt x="5853" y="3247"/>
                    <a:pt x="5846" y="3248"/>
                  </a:cubicBezTo>
                  <a:cubicBezTo>
                    <a:pt x="5839" y="3250"/>
                    <a:pt x="5832" y="3253"/>
                    <a:pt x="5830" y="3241"/>
                  </a:cubicBezTo>
                  <a:cubicBezTo>
                    <a:pt x="5828" y="3229"/>
                    <a:pt x="5820" y="3225"/>
                    <a:pt x="5831" y="3220"/>
                  </a:cubicBezTo>
                  <a:cubicBezTo>
                    <a:pt x="5842" y="3216"/>
                    <a:pt x="5834" y="3233"/>
                    <a:pt x="5846" y="3229"/>
                  </a:cubicBezTo>
                  <a:cubicBezTo>
                    <a:pt x="5858" y="3225"/>
                    <a:pt x="5872" y="3228"/>
                    <a:pt x="5876" y="3223"/>
                  </a:cubicBezTo>
                  <a:cubicBezTo>
                    <a:pt x="5880" y="3217"/>
                    <a:pt x="5887" y="3218"/>
                    <a:pt x="5885" y="3207"/>
                  </a:cubicBezTo>
                  <a:cubicBezTo>
                    <a:pt x="5882" y="3195"/>
                    <a:pt x="5885" y="3182"/>
                    <a:pt x="5871" y="3184"/>
                  </a:cubicBezTo>
                  <a:cubicBezTo>
                    <a:pt x="5857" y="3185"/>
                    <a:pt x="5844" y="3192"/>
                    <a:pt x="5849" y="3180"/>
                  </a:cubicBezTo>
                  <a:cubicBezTo>
                    <a:pt x="5854" y="3167"/>
                    <a:pt x="5858" y="3169"/>
                    <a:pt x="5865" y="3169"/>
                  </a:cubicBezTo>
                  <a:cubicBezTo>
                    <a:pt x="5872" y="3169"/>
                    <a:pt x="5880" y="3167"/>
                    <a:pt x="5882" y="3174"/>
                  </a:cubicBezTo>
                  <a:cubicBezTo>
                    <a:pt x="5885" y="3181"/>
                    <a:pt x="5894" y="3180"/>
                    <a:pt x="5895" y="3174"/>
                  </a:cubicBezTo>
                  <a:cubicBezTo>
                    <a:pt x="5895" y="3168"/>
                    <a:pt x="5887" y="3167"/>
                    <a:pt x="5887" y="3156"/>
                  </a:cubicBezTo>
                  <a:cubicBezTo>
                    <a:pt x="5886" y="3145"/>
                    <a:pt x="5877" y="3142"/>
                    <a:pt x="5877" y="3132"/>
                  </a:cubicBezTo>
                  <a:cubicBezTo>
                    <a:pt x="5877" y="3121"/>
                    <a:pt x="5874" y="3114"/>
                    <a:pt x="5865" y="3112"/>
                  </a:cubicBezTo>
                  <a:cubicBezTo>
                    <a:pt x="5857" y="3109"/>
                    <a:pt x="5842" y="3109"/>
                    <a:pt x="5832" y="3103"/>
                  </a:cubicBezTo>
                  <a:cubicBezTo>
                    <a:pt x="5822" y="3097"/>
                    <a:pt x="5812" y="3087"/>
                    <a:pt x="5826" y="3087"/>
                  </a:cubicBezTo>
                  <a:cubicBezTo>
                    <a:pt x="5839" y="3087"/>
                    <a:pt x="5847" y="3091"/>
                    <a:pt x="5849" y="3081"/>
                  </a:cubicBezTo>
                  <a:cubicBezTo>
                    <a:pt x="5852" y="3072"/>
                    <a:pt x="5853" y="3070"/>
                    <a:pt x="5844" y="3061"/>
                  </a:cubicBezTo>
                  <a:cubicBezTo>
                    <a:pt x="5836" y="3053"/>
                    <a:pt x="5834" y="3048"/>
                    <a:pt x="5825" y="3042"/>
                  </a:cubicBezTo>
                  <a:cubicBezTo>
                    <a:pt x="5816" y="3036"/>
                    <a:pt x="5805" y="3017"/>
                    <a:pt x="5817" y="3023"/>
                  </a:cubicBezTo>
                  <a:cubicBezTo>
                    <a:pt x="5828" y="3028"/>
                    <a:pt x="5827" y="3035"/>
                    <a:pt x="5834" y="3041"/>
                  </a:cubicBezTo>
                  <a:cubicBezTo>
                    <a:pt x="5842" y="3046"/>
                    <a:pt x="5851" y="3051"/>
                    <a:pt x="5851" y="3043"/>
                  </a:cubicBezTo>
                  <a:cubicBezTo>
                    <a:pt x="5851" y="3034"/>
                    <a:pt x="5839" y="3028"/>
                    <a:pt x="5839" y="3015"/>
                  </a:cubicBezTo>
                  <a:cubicBezTo>
                    <a:pt x="5839" y="3002"/>
                    <a:pt x="5832" y="2995"/>
                    <a:pt x="5833" y="2980"/>
                  </a:cubicBezTo>
                  <a:cubicBezTo>
                    <a:pt x="5834" y="2964"/>
                    <a:pt x="5834" y="2960"/>
                    <a:pt x="5844" y="2960"/>
                  </a:cubicBezTo>
                  <a:cubicBezTo>
                    <a:pt x="5855" y="2959"/>
                    <a:pt x="5857" y="2962"/>
                    <a:pt x="5856" y="2975"/>
                  </a:cubicBezTo>
                  <a:cubicBezTo>
                    <a:pt x="5855" y="2988"/>
                    <a:pt x="5845" y="3003"/>
                    <a:pt x="5854" y="3007"/>
                  </a:cubicBezTo>
                  <a:cubicBezTo>
                    <a:pt x="5864" y="3010"/>
                    <a:pt x="5875" y="3013"/>
                    <a:pt x="5873" y="3026"/>
                  </a:cubicBezTo>
                  <a:cubicBezTo>
                    <a:pt x="5872" y="3039"/>
                    <a:pt x="5882" y="3034"/>
                    <a:pt x="5881" y="3046"/>
                  </a:cubicBezTo>
                  <a:cubicBezTo>
                    <a:pt x="5880" y="3058"/>
                    <a:pt x="5860" y="3084"/>
                    <a:pt x="5867" y="3090"/>
                  </a:cubicBezTo>
                  <a:cubicBezTo>
                    <a:pt x="5873" y="3096"/>
                    <a:pt x="5878" y="3100"/>
                    <a:pt x="5881" y="3088"/>
                  </a:cubicBezTo>
                  <a:cubicBezTo>
                    <a:pt x="5884" y="3076"/>
                    <a:pt x="5893" y="3074"/>
                    <a:pt x="5897" y="3060"/>
                  </a:cubicBezTo>
                  <a:cubicBezTo>
                    <a:pt x="5902" y="3046"/>
                    <a:pt x="5918" y="3046"/>
                    <a:pt x="5918" y="3033"/>
                  </a:cubicBezTo>
                  <a:cubicBezTo>
                    <a:pt x="5918" y="3019"/>
                    <a:pt x="5921" y="3021"/>
                    <a:pt x="5930" y="3007"/>
                  </a:cubicBezTo>
                  <a:cubicBezTo>
                    <a:pt x="5938" y="2993"/>
                    <a:pt x="5943" y="2987"/>
                    <a:pt x="5932" y="2978"/>
                  </a:cubicBezTo>
                  <a:cubicBezTo>
                    <a:pt x="5921" y="2970"/>
                    <a:pt x="5905" y="2957"/>
                    <a:pt x="5904" y="2947"/>
                  </a:cubicBezTo>
                  <a:cubicBezTo>
                    <a:pt x="5903" y="2936"/>
                    <a:pt x="5890" y="2927"/>
                    <a:pt x="5896" y="2914"/>
                  </a:cubicBezTo>
                  <a:cubicBezTo>
                    <a:pt x="5903" y="2901"/>
                    <a:pt x="5910" y="2902"/>
                    <a:pt x="5910" y="2913"/>
                  </a:cubicBezTo>
                  <a:cubicBezTo>
                    <a:pt x="5910" y="2924"/>
                    <a:pt x="5906" y="2935"/>
                    <a:pt x="5913" y="2939"/>
                  </a:cubicBezTo>
                  <a:cubicBezTo>
                    <a:pt x="5920" y="2943"/>
                    <a:pt x="5933" y="2943"/>
                    <a:pt x="5936" y="2954"/>
                  </a:cubicBezTo>
                  <a:cubicBezTo>
                    <a:pt x="5940" y="2965"/>
                    <a:pt x="5952" y="2967"/>
                    <a:pt x="5955" y="2950"/>
                  </a:cubicBezTo>
                  <a:cubicBezTo>
                    <a:pt x="5958" y="2934"/>
                    <a:pt x="5968" y="2937"/>
                    <a:pt x="5976" y="2929"/>
                  </a:cubicBezTo>
                  <a:cubicBezTo>
                    <a:pt x="5983" y="2922"/>
                    <a:pt x="5986" y="2916"/>
                    <a:pt x="5989" y="2904"/>
                  </a:cubicBezTo>
                  <a:cubicBezTo>
                    <a:pt x="5991" y="2892"/>
                    <a:pt x="5997" y="2887"/>
                    <a:pt x="5997" y="2874"/>
                  </a:cubicBezTo>
                  <a:cubicBezTo>
                    <a:pt x="5997" y="2862"/>
                    <a:pt x="5999" y="2858"/>
                    <a:pt x="5994" y="2851"/>
                  </a:cubicBezTo>
                  <a:cubicBezTo>
                    <a:pt x="5989" y="2845"/>
                    <a:pt x="5996" y="2837"/>
                    <a:pt x="6011" y="2838"/>
                  </a:cubicBezTo>
                  <a:cubicBezTo>
                    <a:pt x="6025" y="2840"/>
                    <a:pt x="6038" y="2834"/>
                    <a:pt x="6056" y="2832"/>
                  </a:cubicBezTo>
                  <a:cubicBezTo>
                    <a:pt x="6074" y="2830"/>
                    <a:pt x="6071" y="2821"/>
                    <a:pt x="6087" y="2821"/>
                  </a:cubicBezTo>
                  <a:cubicBezTo>
                    <a:pt x="6102" y="2820"/>
                    <a:pt x="6099" y="2816"/>
                    <a:pt x="6110" y="2813"/>
                  </a:cubicBezTo>
                  <a:cubicBezTo>
                    <a:pt x="6122" y="2811"/>
                    <a:pt x="6138" y="2803"/>
                    <a:pt x="6128" y="2803"/>
                  </a:cubicBezTo>
                  <a:cubicBezTo>
                    <a:pt x="6117" y="2803"/>
                    <a:pt x="6098" y="2800"/>
                    <a:pt x="6087" y="2804"/>
                  </a:cubicBezTo>
                  <a:cubicBezTo>
                    <a:pt x="6077" y="2808"/>
                    <a:pt x="6069" y="2811"/>
                    <a:pt x="6054" y="2811"/>
                  </a:cubicBezTo>
                  <a:cubicBezTo>
                    <a:pt x="6039" y="2810"/>
                    <a:pt x="6031" y="2799"/>
                    <a:pt x="6043" y="2798"/>
                  </a:cubicBezTo>
                  <a:cubicBezTo>
                    <a:pt x="6055" y="2798"/>
                    <a:pt x="6052" y="2805"/>
                    <a:pt x="6061" y="2794"/>
                  </a:cubicBezTo>
                  <a:cubicBezTo>
                    <a:pt x="6070" y="2783"/>
                    <a:pt x="6078" y="2788"/>
                    <a:pt x="6093" y="2787"/>
                  </a:cubicBezTo>
                  <a:cubicBezTo>
                    <a:pt x="6108" y="2786"/>
                    <a:pt x="6123" y="2788"/>
                    <a:pt x="6128" y="2783"/>
                  </a:cubicBezTo>
                  <a:cubicBezTo>
                    <a:pt x="6133" y="2778"/>
                    <a:pt x="6150" y="2780"/>
                    <a:pt x="6153" y="2778"/>
                  </a:cubicBezTo>
                  <a:cubicBezTo>
                    <a:pt x="6156" y="2776"/>
                    <a:pt x="6165" y="2763"/>
                    <a:pt x="6171" y="2771"/>
                  </a:cubicBezTo>
                  <a:cubicBezTo>
                    <a:pt x="6178" y="2780"/>
                    <a:pt x="6186" y="2777"/>
                    <a:pt x="6188" y="2773"/>
                  </a:cubicBezTo>
                  <a:cubicBezTo>
                    <a:pt x="6190" y="2768"/>
                    <a:pt x="6204" y="2771"/>
                    <a:pt x="6204" y="2777"/>
                  </a:cubicBezTo>
                  <a:cubicBezTo>
                    <a:pt x="6204" y="2783"/>
                    <a:pt x="6212" y="2787"/>
                    <a:pt x="6216" y="2778"/>
                  </a:cubicBezTo>
                  <a:cubicBezTo>
                    <a:pt x="6221" y="2768"/>
                    <a:pt x="6225" y="2769"/>
                    <a:pt x="6232" y="2766"/>
                  </a:cubicBezTo>
                  <a:cubicBezTo>
                    <a:pt x="6239" y="2763"/>
                    <a:pt x="6257" y="2761"/>
                    <a:pt x="6252" y="2750"/>
                  </a:cubicBezTo>
                  <a:cubicBezTo>
                    <a:pt x="6247" y="2738"/>
                    <a:pt x="6252" y="2735"/>
                    <a:pt x="6245" y="2728"/>
                  </a:cubicBezTo>
                  <a:cubicBezTo>
                    <a:pt x="6238" y="2722"/>
                    <a:pt x="6215" y="2718"/>
                    <a:pt x="6227" y="2727"/>
                  </a:cubicBezTo>
                  <a:cubicBezTo>
                    <a:pt x="6239" y="2737"/>
                    <a:pt x="6246" y="2741"/>
                    <a:pt x="6240" y="2748"/>
                  </a:cubicBezTo>
                  <a:cubicBezTo>
                    <a:pt x="6234" y="2755"/>
                    <a:pt x="6228" y="2762"/>
                    <a:pt x="6221" y="2747"/>
                  </a:cubicBezTo>
                  <a:cubicBezTo>
                    <a:pt x="6214" y="2733"/>
                    <a:pt x="6216" y="2723"/>
                    <a:pt x="6204" y="2717"/>
                  </a:cubicBezTo>
                  <a:cubicBezTo>
                    <a:pt x="6192" y="2712"/>
                    <a:pt x="6186" y="2706"/>
                    <a:pt x="6196" y="2697"/>
                  </a:cubicBezTo>
                  <a:cubicBezTo>
                    <a:pt x="6206" y="2689"/>
                    <a:pt x="6213" y="2688"/>
                    <a:pt x="6204" y="2677"/>
                  </a:cubicBezTo>
                  <a:cubicBezTo>
                    <a:pt x="6194" y="2666"/>
                    <a:pt x="6197" y="2661"/>
                    <a:pt x="6209" y="2648"/>
                  </a:cubicBezTo>
                  <a:cubicBezTo>
                    <a:pt x="6221" y="2634"/>
                    <a:pt x="6229" y="2605"/>
                    <a:pt x="6243" y="2605"/>
                  </a:cubicBezTo>
                  <a:cubicBezTo>
                    <a:pt x="6257" y="2605"/>
                    <a:pt x="6265" y="2605"/>
                    <a:pt x="6271" y="2597"/>
                  </a:cubicBezTo>
                  <a:cubicBezTo>
                    <a:pt x="6277" y="2589"/>
                    <a:pt x="6280" y="2586"/>
                    <a:pt x="6290" y="2584"/>
                  </a:cubicBezTo>
                  <a:cubicBezTo>
                    <a:pt x="6300" y="2583"/>
                    <a:pt x="6309" y="2579"/>
                    <a:pt x="6310" y="2570"/>
                  </a:cubicBezTo>
                  <a:cubicBezTo>
                    <a:pt x="6312" y="2560"/>
                    <a:pt x="6310" y="2541"/>
                    <a:pt x="6320" y="2542"/>
                  </a:cubicBezTo>
                  <a:cubicBezTo>
                    <a:pt x="6330" y="2544"/>
                    <a:pt x="6320" y="2556"/>
                    <a:pt x="6331" y="2557"/>
                  </a:cubicBezTo>
                  <a:cubicBezTo>
                    <a:pt x="6342" y="2558"/>
                    <a:pt x="6360" y="2565"/>
                    <a:pt x="6364" y="2553"/>
                  </a:cubicBezTo>
                  <a:cubicBezTo>
                    <a:pt x="6368" y="2541"/>
                    <a:pt x="6371" y="2542"/>
                    <a:pt x="6381" y="2542"/>
                  </a:cubicBezTo>
                  <a:cubicBezTo>
                    <a:pt x="6390" y="2542"/>
                    <a:pt x="6401" y="2542"/>
                    <a:pt x="6406" y="2534"/>
                  </a:cubicBezTo>
                  <a:cubicBezTo>
                    <a:pt x="6410" y="2526"/>
                    <a:pt x="6407" y="2530"/>
                    <a:pt x="6422" y="2533"/>
                  </a:cubicBezTo>
                  <a:cubicBezTo>
                    <a:pt x="6430" y="2535"/>
                    <a:pt x="6437" y="2536"/>
                    <a:pt x="6442" y="2534"/>
                  </a:cubicBezTo>
                  <a:cubicBezTo>
                    <a:pt x="6442" y="2517"/>
                    <a:pt x="6435" y="2505"/>
                    <a:pt x="6434" y="2499"/>
                  </a:cubicBezTo>
                  <a:cubicBezTo>
                    <a:pt x="6432" y="2492"/>
                    <a:pt x="6426" y="2486"/>
                    <a:pt x="6419" y="2484"/>
                  </a:cubicBezTo>
                  <a:close/>
                  <a:moveTo>
                    <a:pt x="505" y="1651"/>
                  </a:moveTo>
                  <a:cubicBezTo>
                    <a:pt x="505" y="1651"/>
                    <a:pt x="505" y="1659"/>
                    <a:pt x="499" y="1663"/>
                  </a:cubicBezTo>
                  <a:cubicBezTo>
                    <a:pt x="494" y="1666"/>
                    <a:pt x="495" y="1667"/>
                    <a:pt x="496" y="1674"/>
                  </a:cubicBezTo>
                  <a:cubicBezTo>
                    <a:pt x="498" y="1682"/>
                    <a:pt x="505" y="1681"/>
                    <a:pt x="505" y="1675"/>
                  </a:cubicBezTo>
                  <a:cubicBezTo>
                    <a:pt x="505" y="1669"/>
                    <a:pt x="514" y="1669"/>
                    <a:pt x="514" y="1658"/>
                  </a:cubicBezTo>
                  <a:cubicBezTo>
                    <a:pt x="514" y="1648"/>
                    <a:pt x="504" y="1642"/>
                    <a:pt x="505" y="1651"/>
                  </a:cubicBezTo>
                  <a:close/>
                  <a:moveTo>
                    <a:pt x="544" y="1665"/>
                  </a:moveTo>
                  <a:cubicBezTo>
                    <a:pt x="544" y="1650"/>
                    <a:pt x="539" y="1637"/>
                    <a:pt x="537" y="1648"/>
                  </a:cubicBezTo>
                  <a:cubicBezTo>
                    <a:pt x="537" y="1651"/>
                    <a:pt x="537" y="1663"/>
                    <a:pt x="537" y="1671"/>
                  </a:cubicBezTo>
                  <a:cubicBezTo>
                    <a:pt x="537" y="1679"/>
                    <a:pt x="544" y="1681"/>
                    <a:pt x="544" y="1665"/>
                  </a:cubicBezTo>
                  <a:close/>
                  <a:moveTo>
                    <a:pt x="339" y="1715"/>
                  </a:moveTo>
                  <a:cubicBezTo>
                    <a:pt x="337" y="1712"/>
                    <a:pt x="337" y="1705"/>
                    <a:pt x="330" y="1704"/>
                  </a:cubicBezTo>
                  <a:cubicBezTo>
                    <a:pt x="330" y="1704"/>
                    <a:pt x="318" y="1698"/>
                    <a:pt x="319" y="1703"/>
                  </a:cubicBezTo>
                  <a:cubicBezTo>
                    <a:pt x="319" y="1709"/>
                    <a:pt x="328" y="1707"/>
                    <a:pt x="328" y="1715"/>
                  </a:cubicBezTo>
                  <a:cubicBezTo>
                    <a:pt x="328" y="1723"/>
                    <a:pt x="332" y="1728"/>
                    <a:pt x="339" y="1728"/>
                  </a:cubicBezTo>
                  <a:cubicBezTo>
                    <a:pt x="345" y="1728"/>
                    <a:pt x="357" y="1733"/>
                    <a:pt x="353" y="1725"/>
                  </a:cubicBezTo>
                  <a:cubicBezTo>
                    <a:pt x="350" y="1717"/>
                    <a:pt x="340" y="1719"/>
                    <a:pt x="339" y="1715"/>
                  </a:cubicBezTo>
                  <a:close/>
                  <a:moveTo>
                    <a:pt x="696" y="1523"/>
                  </a:moveTo>
                  <a:cubicBezTo>
                    <a:pt x="696" y="1523"/>
                    <a:pt x="690" y="1519"/>
                    <a:pt x="685" y="1526"/>
                  </a:cubicBezTo>
                  <a:cubicBezTo>
                    <a:pt x="681" y="1534"/>
                    <a:pt x="680" y="1535"/>
                    <a:pt x="688" y="1537"/>
                  </a:cubicBezTo>
                  <a:cubicBezTo>
                    <a:pt x="695" y="1538"/>
                    <a:pt x="706" y="1521"/>
                    <a:pt x="696" y="1523"/>
                  </a:cubicBezTo>
                  <a:close/>
                  <a:moveTo>
                    <a:pt x="791" y="1600"/>
                  </a:moveTo>
                  <a:cubicBezTo>
                    <a:pt x="802" y="1602"/>
                    <a:pt x="796" y="1599"/>
                    <a:pt x="795" y="1593"/>
                  </a:cubicBezTo>
                  <a:cubicBezTo>
                    <a:pt x="795" y="1588"/>
                    <a:pt x="793" y="1577"/>
                    <a:pt x="788" y="1585"/>
                  </a:cubicBezTo>
                  <a:cubicBezTo>
                    <a:pt x="788" y="1585"/>
                    <a:pt x="779" y="1599"/>
                    <a:pt x="791" y="1600"/>
                  </a:cubicBezTo>
                  <a:close/>
                  <a:moveTo>
                    <a:pt x="862" y="1524"/>
                  </a:moveTo>
                  <a:cubicBezTo>
                    <a:pt x="862" y="1524"/>
                    <a:pt x="848" y="1527"/>
                    <a:pt x="854" y="1534"/>
                  </a:cubicBezTo>
                  <a:cubicBezTo>
                    <a:pt x="859" y="1541"/>
                    <a:pt x="875" y="1532"/>
                    <a:pt x="862" y="1524"/>
                  </a:cubicBezTo>
                  <a:close/>
                  <a:moveTo>
                    <a:pt x="892" y="1527"/>
                  </a:moveTo>
                  <a:cubicBezTo>
                    <a:pt x="891" y="1523"/>
                    <a:pt x="893" y="1517"/>
                    <a:pt x="887" y="1519"/>
                  </a:cubicBezTo>
                  <a:cubicBezTo>
                    <a:pt x="887" y="1519"/>
                    <a:pt x="879" y="1520"/>
                    <a:pt x="881" y="1527"/>
                  </a:cubicBezTo>
                  <a:cubicBezTo>
                    <a:pt x="883" y="1534"/>
                    <a:pt x="882" y="1534"/>
                    <a:pt x="888" y="1536"/>
                  </a:cubicBezTo>
                  <a:cubicBezTo>
                    <a:pt x="894" y="1537"/>
                    <a:pt x="901" y="1539"/>
                    <a:pt x="901" y="1535"/>
                  </a:cubicBezTo>
                  <a:cubicBezTo>
                    <a:pt x="900" y="1531"/>
                    <a:pt x="892" y="1531"/>
                    <a:pt x="892" y="1527"/>
                  </a:cubicBezTo>
                  <a:close/>
                  <a:moveTo>
                    <a:pt x="1000" y="1308"/>
                  </a:moveTo>
                  <a:cubicBezTo>
                    <a:pt x="998" y="1311"/>
                    <a:pt x="996" y="1313"/>
                    <a:pt x="1000" y="1314"/>
                  </a:cubicBezTo>
                  <a:cubicBezTo>
                    <a:pt x="1004" y="1315"/>
                    <a:pt x="1008" y="1313"/>
                    <a:pt x="1008" y="1310"/>
                  </a:cubicBezTo>
                  <a:cubicBezTo>
                    <a:pt x="1008" y="1307"/>
                    <a:pt x="1007" y="1306"/>
                    <a:pt x="1004" y="1307"/>
                  </a:cubicBezTo>
                  <a:cubicBezTo>
                    <a:pt x="1004" y="1307"/>
                    <a:pt x="1001" y="1306"/>
                    <a:pt x="1000" y="1308"/>
                  </a:cubicBezTo>
                  <a:close/>
                  <a:moveTo>
                    <a:pt x="1018" y="1183"/>
                  </a:moveTo>
                  <a:cubicBezTo>
                    <a:pt x="1023" y="1182"/>
                    <a:pt x="1025" y="1180"/>
                    <a:pt x="1025" y="1174"/>
                  </a:cubicBezTo>
                  <a:cubicBezTo>
                    <a:pt x="1026" y="1169"/>
                    <a:pt x="1028" y="1169"/>
                    <a:pt x="1029" y="1166"/>
                  </a:cubicBezTo>
                  <a:cubicBezTo>
                    <a:pt x="1031" y="1163"/>
                    <a:pt x="1021" y="1154"/>
                    <a:pt x="1019" y="1159"/>
                  </a:cubicBezTo>
                  <a:cubicBezTo>
                    <a:pt x="1019" y="1159"/>
                    <a:pt x="1017" y="1161"/>
                    <a:pt x="1016" y="1166"/>
                  </a:cubicBezTo>
                  <a:cubicBezTo>
                    <a:pt x="1016" y="1171"/>
                    <a:pt x="1016" y="1173"/>
                    <a:pt x="1012" y="1175"/>
                  </a:cubicBezTo>
                  <a:cubicBezTo>
                    <a:pt x="1009" y="1177"/>
                    <a:pt x="1006" y="1180"/>
                    <a:pt x="1008" y="1182"/>
                  </a:cubicBezTo>
                  <a:cubicBezTo>
                    <a:pt x="1010" y="1185"/>
                    <a:pt x="1013" y="1184"/>
                    <a:pt x="1018" y="1183"/>
                  </a:cubicBezTo>
                  <a:close/>
                  <a:moveTo>
                    <a:pt x="836" y="4306"/>
                  </a:moveTo>
                  <a:cubicBezTo>
                    <a:pt x="834" y="4298"/>
                    <a:pt x="832" y="4295"/>
                    <a:pt x="824" y="4292"/>
                  </a:cubicBezTo>
                  <a:cubicBezTo>
                    <a:pt x="817" y="4289"/>
                    <a:pt x="795" y="4266"/>
                    <a:pt x="795" y="4281"/>
                  </a:cubicBezTo>
                  <a:cubicBezTo>
                    <a:pt x="795" y="4281"/>
                    <a:pt x="794" y="4297"/>
                    <a:pt x="785" y="4299"/>
                  </a:cubicBezTo>
                  <a:cubicBezTo>
                    <a:pt x="775" y="4301"/>
                    <a:pt x="776" y="4309"/>
                    <a:pt x="776" y="4318"/>
                  </a:cubicBezTo>
                  <a:cubicBezTo>
                    <a:pt x="776" y="4327"/>
                    <a:pt x="774" y="4327"/>
                    <a:pt x="780" y="4332"/>
                  </a:cubicBezTo>
                  <a:cubicBezTo>
                    <a:pt x="786" y="4336"/>
                    <a:pt x="788" y="4339"/>
                    <a:pt x="787" y="4346"/>
                  </a:cubicBezTo>
                  <a:cubicBezTo>
                    <a:pt x="785" y="4354"/>
                    <a:pt x="786" y="4364"/>
                    <a:pt x="792" y="4367"/>
                  </a:cubicBezTo>
                  <a:cubicBezTo>
                    <a:pt x="798" y="4369"/>
                    <a:pt x="802" y="4368"/>
                    <a:pt x="808" y="4361"/>
                  </a:cubicBezTo>
                  <a:cubicBezTo>
                    <a:pt x="813" y="4353"/>
                    <a:pt x="821" y="4345"/>
                    <a:pt x="831" y="4345"/>
                  </a:cubicBezTo>
                  <a:cubicBezTo>
                    <a:pt x="841" y="4345"/>
                    <a:pt x="855" y="4335"/>
                    <a:pt x="849" y="4321"/>
                  </a:cubicBezTo>
                  <a:cubicBezTo>
                    <a:pt x="843" y="4307"/>
                    <a:pt x="837" y="4314"/>
                    <a:pt x="836" y="4306"/>
                  </a:cubicBezTo>
                  <a:close/>
                  <a:moveTo>
                    <a:pt x="768" y="4239"/>
                  </a:moveTo>
                  <a:cubicBezTo>
                    <a:pt x="762" y="4234"/>
                    <a:pt x="761" y="4225"/>
                    <a:pt x="752" y="4231"/>
                  </a:cubicBezTo>
                  <a:cubicBezTo>
                    <a:pt x="752" y="4231"/>
                    <a:pt x="745" y="4234"/>
                    <a:pt x="741" y="4235"/>
                  </a:cubicBezTo>
                  <a:cubicBezTo>
                    <a:pt x="737" y="4237"/>
                    <a:pt x="734" y="4241"/>
                    <a:pt x="738" y="4246"/>
                  </a:cubicBezTo>
                  <a:cubicBezTo>
                    <a:pt x="743" y="4251"/>
                    <a:pt x="744" y="4259"/>
                    <a:pt x="750" y="4260"/>
                  </a:cubicBezTo>
                  <a:cubicBezTo>
                    <a:pt x="757" y="4261"/>
                    <a:pt x="765" y="4261"/>
                    <a:pt x="766" y="4255"/>
                  </a:cubicBezTo>
                  <a:cubicBezTo>
                    <a:pt x="768" y="4249"/>
                    <a:pt x="775" y="4245"/>
                    <a:pt x="768" y="4239"/>
                  </a:cubicBezTo>
                  <a:close/>
                  <a:moveTo>
                    <a:pt x="702" y="4211"/>
                  </a:moveTo>
                  <a:cubicBezTo>
                    <a:pt x="702" y="4211"/>
                    <a:pt x="700" y="4218"/>
                    <a:pt x="692" y="4220"/>
                  </a:cubicBezTo>
                  <a:cubicBezTo>
                    <a:pt x="684" y="4221"/>
                    <a:pt x="678" y="4227"/>
                    <a:pt x="686" y="4228"/>
                  </a:cubicBezTo>
                  <a:cubicBezTo>
                    <a:pt x="694" y="4230"/>
                    <a:pt x="698" y="4227"/>
                    <a:pt x="700" y="4232"/>
                  </a:cubicBezTo>
                  <a:cubicBezTo>
                    <a:pt x="703" y="4237"/>
                    <a:pt x="708" y="4248"/>
                    <a:pt x="714" y="4247"/>
                  </a:cubicBezTo>
                  <a:cubicBezTo>
                    <a:pt x="719" y="4246"/>
                    <a:pt x="717" y="4245"/>
                    <a:pt x="718" y="4234"/>
                  </a:cubicBezTo>
                  <a:cubicBezTo>
                    <a:pt x="720" y="4223"/>
                    <a:pt x="719" y="4204"/>
                    <a:pt x="702" y="4211"/>
                  </a:cubicBezTo>
                  <a:close/>
                  <a:moveTo>
                    <a:pt x="658" y="4192"/>
                  </a:moveTo>
                  <a:cubicBezTo>
                    <a:pt x="656" y="4189"/>
                    <a:pt x="651" y="4183"/>
                    <a:pt x="646" y="4184"/>
                  </a:cubicBezTo>
                  <a:cubicBezTo>
                    <a:pt x="646" y="4184"/>
                    <a:pt x="636" y="4187"/>
                    <a:pt x="634" y="4191"/>
                  </a:cubicBezTo>
                  <a:cubicBezTo>
                    <a:pt x="632" y="4196"/>
                    <a:pt x="627" y="4201"/>
                    <a:pt x="635" y="4204"/>
                  </a:cubicBezTo>
                  <a:cubicBezTo>
                    <a:pt x="643" y="4207"/>
                    <a:pt x="643" y="4212"/>
                    <a:pt x="651" y="4213"/>
                  </a:cubicBezTo>
                  <a:cubicBezTo>
                    <a:pt x="660" y="4214"/>
                    <a:pt x="668" y="4213"/>
                    <a:pt x="666" y="4206"/>
                  </a:cubicBezTo>
                  <a:cubicBezTo>
                    <a:pt x="664" y="4199"/>
                    <a:pt x="661" y="4195"/>
                    <a:pt x="658" y="4192"/>
                  </a:cubicBezTo>
                  <a:close/>
                  <a:moveTo>
                    <a:pt x="540" y="4148"/>
                  </a:moveTo>
                  <a:cubicBezTo>
                    <a:pt x="540" y="4148"/>
                    <a:pt x="535" y="4157"/>
                    <a:pt x="538" y="4164"/>
                  </a:cubicBezTo>
                  <a:cubicBezTo>
                    <a:pt x="542" y="4171"/>
                    <a:pt x="550" y="4173"/>
                    <a:pt x="554" y="4169"/>
                  </a:cubicBezTo>
                  <a:cubicBezTo>
                    <a:pt x="558" y="4164"/>
                    <a:pt x="561" y="4161"/>
                    <a:pt x="560" y="4155"/>
                  </a:cubicBezTo>
                  <a:cubicBezTo>
                    <a:pt x="559" y="4148"/>
                    <a:pt x="546" y="4137"/>
                    <a:pt x="540" y="414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34"/>
            <p:cNvSpPr>
              <a:spLocks noEditPoints="1"/>
            </p:cNvSpPr>
            <p:nvPr/>
          </p:nvSpPr>
          <p:spPr bwMode="auto">
            <a:xfrm>
              <a:off x="1699" y="447"/>
              <a:ext cx="2048" cy="1575"/>
            </a:xfrm>
            <a:custGeom>
              <a:avLst/>
              <a:gdLst>
                <a:gd name="T0" fmla="*/ 2282 w 5643"/>
                <a:gd name="T1" fmla="*/ 1477 h 4341"/>
                <a:gd name="T2" fmla="*/ 1766 w 5643"/>
                <a:gd name="T3" fmla="*/ 1420 h 4341"/>
                <a:gd name="T4" fmla="*/ 1803 w 5643"/>
                <a:gd name="T5" fmla="*/ 1734 h 4341"/>
                <a:gd name="T6" fmla="*/ 2564 w 5643"/>
                <a:gd name="T7" fmla="*/ 1786 h 4341"/>
                <a:gd name="T8" fmla="*/ 1703 w 5643"/>
                <a:gd name="T9" fmla="*/ 1203 h 4341"/>
                <a:gd name="T10" fmla="*/ 2014 w 5643"/>
                <a:gd name="T11" fmla="*/ 1016 h 4341"/>
                <a:gd name="T12" fmla="*/ 1548 w 5643"/>
                <a:gd name="T13" fmla="*/ 963 h 4341"/>
                <a:gd name="T14" fmla="*/ 1747 w 5643"/>
                <a:gd name="T15" fmla="*/ 918 h 4341"/>
                <a:gd name="T16" fmla="*/ 1944 w 5643"/>
                <a:gd name="T17" fmla="*/ 655 h 4341"/>
                <a:gd name="T18" fmla="*/ 3491 w 5643"/>
                <a:gd name="T19" fmla="*/ 2375 h 4341"/>
                <a:gd name="T20" fmla="*/ 4669 w 5643"/>
                <a:gd name="T21" fmla="*/ 1852 h 4341"/>
                <a:gd name="T22" fmla="*/ 4325 w 5643"/>
                <a:gd name="T23" fmla="*/ 1607 h 4341"/>
                <a:gd name="T24" fmla="*/ 3987 w 5643"/>
                <a:gd name="T25" fmla="*/ 1497 h 4341"/>
                <a:gd name="T26" fmla="*/ 3569 w 5643"/>
                <a:gd name="T27" fmla="*/ 1570 h 4341"/>
                <a:gd name="T28" fmla="*/ 3930 w 5643"/>
                <a:gd name="T29" fmla="*/ 1784 h 4341"/>
                <a:gd name="T30" fmla="*/ 4056 w 5643"/>
                <a:gd name="T31" fmla="*/ 2276 h 4341"/>
                <a:gd name="T32" fmla="*/ 4811 w 5643"/>
                <a:gd name="T33" fmla="*/ 2327 h 4341"/>
                <a:gd name="T34" fmla="*/ 2787 w 5643"/>
                <a:gd name="T35" fmla="*/ 1430 h 4341"/>
                <a:gd name="T36" fmla="*/ 2825 w 5643"/>
                <a:gd name="T37" fmla="*/ 1560 h 4341"/>
                <a:gd name="T38" fmla="*/ 2603 w 5643"/>
                <a:gd name="T39" fmla="*/ 940 h 4341"/>
                <a:gd name="T40" fmla="*/ 2602 w 5643"/>
                <a:gd name="T41" fmla="*/ 1164 h 4341"/>
                <a:gd name="T42" fmla="*/ 2422 w 5643"/>
                <a:gd name="T43" fmla="*/ 726 h 4341"/>
                <a:gd name="T44" fmla="*/ 2927 w 5643"/>
                <a:gd name="T45" fmla="*/ 725 h 4341"/>
                <a:gd name="T46" fmla="*/ 3698 w 5643"/>
                <a:gd name="T47" fmla="*/ 1211 h 4341"/>
                <a:gd name="T48" fmla="*/ 3267 w 5643"/>
                <a:gd name="T49" fmla="*/ 1015 h 4341"/>
                <a:gd name="T50" fmla="*/ 3751 w 5643"/>
                <a:gd name="T51" fmla="*/ 2554 h 4341"/>
                <a:gd name="T52" fmla="*/ 3247 w 5643"/>
                <a:gd name="T53" fmla="*/ 721 h 4341"/>
                <a:gd name="T54" fmla="*/ 3366 w 5643"/>
                <a:gd name="T55" fmla="*/ 792 h 4341"/>
                <a:gd name="T56" fmla="*/ 3947 w 5643"/>
                <a:gd name="T57" fmla="*/ 877 h 4341"/>
                <a:gd name="T58" fmla="*/ 4094 w 5643"/>
                <a:gd name="T59" fmla="*/ 584 h 4341"/>
                <a:gd name="T60" fmla="*/ 4742 w 5643"/>
                <a:gd name="T61" fmla="*/ 270 h 4341"/>
                <a:gd name="T62" fmla="*/ 4638 w 5643"/>
                <a:gd name="T63" fmla="*/ 27 h 4341"/>
                <a:gd name="T64" fmla="*/ 3744 w 5643"/>
                <a:gd name="T65" fmla="*/ 87 h 4341"/>
                <a:gd name="T66" fmla="*/ 3308 w 5643"/>
                <a:gd name="T67" fmla="*/ 254 h 4341"/>
                <a:gd name="T68" fmla="*/ 4001 w 5643"/>
                <a:gd name="T69" fmla="*/ 305 h 4341"/>
                <a:gd name="T70" fmla="*/ 3776 w 5643"/>
                <a:gd name="T71" fmla="*/ 617 h 4341"/>
                <a:gd name="T72" fmla="*/ 2883 w 5643"/>
                <a:gd name="T73" fmla="*/ 377 h 4341"/>
                <a:gd name="T74" fmla="*/ 5039 w 5643"/>
                <a:gd name="T75" fmla="*/ 3989 h 4341"/>
                <a:gd name="T76" fmla="*/ 3227 w 5643"/>
                <a:gd name="T77" fmla="*/ 924 h 4341"/>
                <a:gd name="T78" fmla="*/ 5310 w 5643"/>
                <a:gd name="T79" fmla="*/ 3319 h 4341"/>
                <a:gd name="T80" fmla="*/ 4681 w 5643"/>
                <a:gd name="T81" fmla="*/ 2969 h 4341"/>
                <a:gd name="T82" fmla="*/ 4019 w 5643"/>
                <a:gd name="T83" fmla="*/ 2716 h 4341"/>
                <a:gd name="T84" fmla="*/ 3781 w 5643"/>
                <a:gd name="T85" fmla="*/ 3473 h 4341"/>
                <a:gd name="T86" fmla="*/ 3131 w 5643"/>
                <a:gd name="T87" fmla="*/ 2555 h 4341"/>
                <a:gd name="T88" fmla="*/ 3626 w 5643"/>
                <a:gd name="T89" fmla="*/ 2190 h 4341"/>
                <a:gd name="T90" fmla="*/ 3464 w 5643"/>
                <a:gd name="T91" fmla="*/ 1951 h 4341"/>
                <a:gd name="T92" fmla="*/ 3035 w 5643"/>
                <a:gd name="T93" fmla="*/ 1469 h 4341"/>
                <a:gd name="T94" fmla="*/ 2987 w 5643"/>
                <a:gd name="T95" fmla="*/ 1871 h 4341"/>
                <a:gd name="T96" fmla="*/ 2724 w 5643"/>
                <a:gd name="T97" fmla="*/ 1797 h 4341"/>
                <a:gd name="T98" fmla="*/ 2163 w 5643"/>
                <a:gd name="T99" fmla="*/ 1976 h 4341"/>
                <a:gd name="T100" fmla="*/ 1403 w 5643"/>
                <a:gd name="T101" fmla="*/ 1844 h 4341"/>
                <a:gd name="T102" fmla="*/ 654 w 5643"/>
                <a:gd name="T103" fmla="*/ 1812 h 4341"/>
                <a:gd name="T104" fmla="*/ 343 w 5643"/>
                <a:gd name="T105" fmla="*/ 2835 h 4341"/>
                <a:gd name="T106" fmla="*/ 817 w 5643"/>
                <a:gd name="T107" fmla="*/ 3641 h 4341"/>
                <a:gd name="T108" fmla="*/ 2928 w 5643"/>
                <a:gd name="T109" fmla="*/ 3769 h 4341"/>
                <a:gd name="T110" fmla="*/ 3855 w 5643"/>
                <a:gd name="T111" fmla="*/ 4037 h 4341"/>
                <a:gd name="T112" fmla="*/ 4497 w 5643"/>
                <a:gd name="T113" fmla="*/ 4051 h 4341"/>
                <a:gd name="T114" fmla="*/ 5091 w 5643"/>
                <a:gd name="T115" fmla="*/ 3993 h 4341"/>
                <a:gd name="T116" fmla="*/ 5331 w 5643"/>
                <a:gd name="T117" fmla="*/ 3574 h 4341"/>
                <a:gd name="T118" fmla="*/ 4033 w 5643"/>
                <a:gd name="T119" fmla="*/ 2465 h 4341"/>
                <a:gd name="T120" fmla="*/ 3996 w 5643"/>
                <a:gd name="T121" fmla="*/ 1795 h 4341"/>
                <a:gd name="T122" fmla="*/ 5548 w 5643"/>
                <a:gd name="T123" fmla="*/ 3720 h 4341"/>
                <a:gd name="T124" fmla="*/ 5552 w 5643"/>
                <a:gd name="T125" fmla="*/ 3952 h 4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643" h="4341">
                  <a:moveTo>
                    <a:pt x="981" y="1515"/>
                  </a:moveTo>
                  <a:cubicBezTo>
                    <a:pt x="1003" y="1499"/>
                    <a:pt x="981" y="1478"/>
                    <a:pt x="999" y="1475"/>
                  </a:cubicBezTo>
                  <a:cubicBezTo>
                    <a:pt x="1018" y="1472"/>
                    <a:pt x="1019" y="1461"/>
                    <a:pt x="1019" y="1449"/>
                  </a:cubicBezTo>
                  <a:cubicBezTo>
                    <a:pt x="1019" y="1438"/>
                    <a:pt x="1021" y="1429"/>
                    <a:pt x="1035" y="1428"/>
                  </a:cubicBezTo>
                  <a:cubicBezTo>
                    <a:pt x="1049" y="1426"/>
                    <a:pt x="1045" y="1412"/>
                    <a:pt x="1038" y="1399"/>
                  </a:cubicBezTo>
                  <a:cubicBezTo>
                    <a:pt x="1031" y="1386"/>
                    <a:pt x="1036" y="1375"/>
                    <a:pt x="1054" y="1366"/>
                  </a:cubicBezTo>
                  <a:cubicBezTo>
                    <a:pt x="1071" y="1358"/>
                    <a:pt x="1084" y="1343"/>
                    <a:pt x="1092" y="1332"/>
                  </a:cubicBezTo>
                  <a:cubicBezTo>
                    <a:pt x="1101" y="1320"/>
                    <a:pt x="1092" y="1307"/>
                    <a:pt x="1081" y="1304"/>
                  </a:cubicBezTo>
                  <a:cubicBezTo>
                    <a:pt x="1069" y="1302"/>
                    <a:pt x="1067" y="1297"/>
                    <a:pt x="1059" y="1280"/>
                  </a:cubicBezTo>
                  <a:cubicBezTo>
                    <a:pt x="1052" y="1263"/>
                    <a:pt x="1055" y="1264"/>
                    <a:pt x="1044" y="1249"/>
                  </a:cubicBezTo>
                  <a:cubicBezTo>
                    <a:pt x="1032" y="1233"/>
                    <a:pt x="1074" y="1233"/>
                    <a:pt x="1095" y="1234"/>
                  </a:cubicBezTo>
                  <a:cubicBezTo>
                    <a:pt x="1117" y="1236"/>
                    <a:pt x="1135" y="1233"/>
                    <a:pt x="1135" y="1233"/>
                  </a:cubicBezTo>
                  <a:cubicBezTo>
                    <a:pt x="1145" y="1233"/>
                    <a:pt x="1144" y="1233"/>
                    <a:pt x="1167" y="1233"/>
                  </a:cubicBezTo>
                  <a:cubicBezTo>
                    <a:pt x="1190" y="1233"/>
                    <a:pt x="1198" y="1237"/>
                    <a:pt x="1208" y="1227"/>
                  </a:cubicBezTo>
                  <a:cubicBezTo>
                    <a:pt x="1218" y="1217"/>
                    <a:pt x="1236" y="1214"/>
                    <a:pt x="1250" y="1214"/>
                  </a:cubicBezTo>
                  <a:cubicBezTo>
                    <a:pt x="1264" y="1214"/>
                    <a:pt x="1272" y="1220"/>
                    <a:pt x="1277" y="1230"/>
                  </a:cubicBezTo>
                  <a:cubicBezTo>
                    <a:pt x="1283" y="1240"/>
                    <a:pt x="1303" y="1243"/>
                    <a:pt x="1325" y="1251"/>
                  </a:cubicBezTo>
                  <a:cubicBezTo>
                    <a:pt x="1346" y="1260"/>
                    <a:pt x="1372" y="1261"/>
                    <a:pt x="1390" y="1261"/>
                  </a:cubicBezTo>
                  <a:cubicBezTo>
                    <a:pt x="1409" y="1261"/>
                    <a:pt x="1398" y="1282"/>
                    <a:pt x="1409" y="1284"/>
                  </a:cubicBezTo>
                  <a:cubicBezTo>
                    <a:pt x="1421" y="1287"/>
                    <a:pt x="1421" y="1282"/>
                    <a:pt x="1425" y="1267"/>
                  </a:cubicBezTo>
                  <a:cubicBezTo>
                    <a:pt x="1429" y="1253"/>
                    <a:pt x="1455" y="1257"/>
                    <a:pt x="1472" y="1259"/>
                  </a:cubicBezTo>
                  <a:cubicBezTo>
                    <a:pt x="1489" y="1260"/>
                    <a:pt x="1498" y="1254"/>
                    <a:pt x="1522" y="1266"/>
                  </a:cubicBezTo>
                  <a:cubicBezTo>
                    <a:pt x="1547" y="1277"/>
                    <a:pt x="1561" y="1277"/>
                    <a:pt x="1571" y="1293"/>
                  </a:cubicBezTo>
                  <a:cubicBezTo>
                    <a:pt x="1581" y="1309"/>
                    <a:pt x="1604" y="1327"/>
                    <a:pt x="1623" y="1335"/>
                  </a:cubicBezTo>
                  <a:cubicBezTo>
                    <a:pt x="1641" y="1342"/>
                    <a:pt x="1633" y="1362"/>
                    <a:pt x="1624" y="1362"/>
                  </a:cubicBezTo>
                  <a:cubicBezTo>
                    <a:pt x="1616" y="1362"/>
                    <a:pt x="1603" y="1379"/>
                    <a:pt x="1535" y="1399"/>
                  </a:cubicBezTo>
                  <a:cubicBezTo>
                    <a:pt x="1468" y="1419"/>
                    <a:pt x="1488" y="1432"/>
                    <a:pt x="1452" y="1438"/>
                  </a:cubicBezTo>
                  <a:cubicBezTo>
                    <a:pt x="1416" y="1444"/>
                    <a:pt x="1382" y="1465"/>
                    <a:pt x="1379" y="1488"/>
                  </a:cubicBezTo>
                  <a:cubicBezTo>
                    <a:pt x="1376" y="1511"/>
                    <a:pt x="1347" y="1517"/>
                    <a:pt x="1326" y="1519"/>
                  </a:cubicBezTo>
                  <a:cubicBezTo>
                    <a:pt x="1304" y="1522"/>
                    <a:pt x="1315" y="1570"/>
                    <a:pt x="1309" y="1590"/>
                  </a:cubicBezTo>
                  <a:cubicBezTo>
                    <a:pt x="1303" y="1610"/>
                    <a:pt x="1263" y="1611"/>
                    <a:pt x="1241" y="1603"/>
                  </a:cubicBezTo>
                  <a:cubicBezTo>
                    <a:pt x="1220" y="1594"/>
                    <a:pt x="1208" y="1623"/>
                    <a:pt x="1188" y="1628"/>
                  </a:cubicBezTo>
                  <a:cubicBezTo>
                    <a:pt x="1168" y="1634"/>
                    <a:pt x="1164" y="1647"/>
                    <a:pt x="1147" y="1646"/>
                  </a:cubicBezTo>
                  <a:cubicBezTo>
                    <a:pt x="1130" y="1644"/>
                    <a:pt x="1114" y="1610"/>
                    <a:pt x="1102" y="1587"/>
                  </a:cubicBezTo>
                  <a:cubicBezTo>
                    <a:pt x="1091" y="1564"/>
                    <a:pt x="1055" y="1555"/>
                    <a:pt x="1034" y="1555"/>
                  </a:cubicBezTo>
                  <a:cubicBezTo>
                    <a:pt x="1012" y="1555"/>
                    <a:pt x="1006" y="1540"/>
                    <a:pt x="992" y="1540"/>
                  </a:cubicBezTo>
                  <a:cubicBezTo>
                    <a:pt x="978" y="1540"/>
                    <a:pt x="958" y="1531"/>
                    <a:pt x="981" y="1515"/>
                  </a:cubicBezTo>
                  <a:close/>
                  <a:moveTo>
                    <a:pt x="2564" y="1786"/>
                  </a:moveTo>
                  <a:cubicBezTo>
                    <a:pt x="2564" y="1773"/>
                    <a:pt x="2564" y="1773"/>
                    <a:pt x="2559" y="1765"/>
                  </a:cubicBezTo>
                  <a:cubicBezTo>
                    <a:pt x="2553" y="1757"/>
                    <a:pt x="2561" y="1747"/>
                    <a:pt x="2547" y="1745"/>
                  </a:cubicBezTo>
                  <a:cubicBezTo>
                    <a:pt x="2534" y="1742"/>
                    <a:pt x="2521" y="1742"/>
                    <a:pt x="2514" y="1734"/>
                  </a:cubicBezTo>
                  <a:cubicBezTo>
                    <a:pt x="2506" y="1725"/>
                    <a:pt x="2501" y="1727"/>
                    <a:pt x="2493" y="1726"/>
                  </a:cubicBezTo>
                  <a:cubicBezTo>
                    <a:pt x="2486" y="1725"/>
                    <a:pt x="2476" y="1722"/>
                    <a:pt x="2472" y="1717"/>
                  </a:cubicBezTo>
                  <a:cubicBezTo>
                    <a:pt x="2468" y="1712"/>
                    <a:pt x="2460" y="1709"/>
                    <a:pt x="2454" y="1709"/>
                  </a:cubicBezTo>
                  <a:cubicBezTo>
                    <a:pt x="2448" y="1708"/>
                    <a:pt x="2444" y="1702"/>
                    <a:pt x="2440" y="1695"/>
                  </a:cubicBezTo>
                  <a:cubicBezTo>
                    <a:pt x="2437" y="1688"/>
                    <a:pt x="2422" y="1681"/>
                    <a:pt x="2419" y="1688"/>
                  </a:cubicBezTo>
                  <a:cubicBezTo>
                    <a:pt x="2415" y="1695"/>
                    <a:pt x="2420" y="1702"/>
                    <a:pt x="2402" y="1695"/>
                  </a:cubicBezTo>
                  <a:cubicBezTo>
                    <a:pt x="2384" y="1689"/>
                    <a:pt x="2377" y="1689"/>
                    <a:pt x="2364" y="1673"/>
                  </a:cubicBezTo>
                  <a:cubicBezTo>
                    <a:pt x="2352" y="1657"/>
                    <a:pt x="2325" y="1660"/>
                    <a:pt x="2327" y="1644"/>
                  </a:cubicBezTo>
                  <a:cubicBezTo>
                    <a:pt x="2329" y="1628"/>
                    <a:pt x="2334" y="1632"/>
                    <a:pt x="2334" y="1619"/>
                  </a:cubicBezTo>
                  <a:cubicBezTo>
                    <a:pt x="2334" y="1606"/>
                    <a:pt x="2361" y="1616"/>
                    <a:pt x="2348" y="1598"/>
                  </a:cubicBezTo>
                  <a:cubicBezTo>
                    <a:pt x="2335" y="1579"/>
                    <a:pt x="2329" y="1573"/>
                    <a:pt x="2319" y="1554"/>
                  </a:cubicBezTo>
                  <a:cubicBezTo>
                    <a:pt x="2309" y="1535"/>
                    <a:pt x="2300" y="1497"/>
                    <a:pt x="2292" y="1494"/>
                  </a:cubicBezTo>
                  <a:cubicBezTo>
                    <a:pt x="2284" y="1490"/>
                    <a:pt x="2283" y="1492"/>
                    <a:pt x="2282" y="1477"/>
                  </a:cubicBezTo>
                  <a:cubicBezTo>
                    <a:pt x="2281" y="1462"/>
                    <a:pt x="2288" y="1466"/>
                    <a:pt x="2280" y="1456"/>
                  </a:cubicBezTo>
                  <a:cubicBezTo>
                    <a:pt x="2272" y="1446"/>
                    <a:pt x="2269" y="1445"/>
                    <a:pt x="2277" y="1433"/>
                  </a:cubicBezTo>
                  <a:cubicBezTo>
                    <a:pt x="2285" y="1422"/>
                    <a:pt x="2300" y="1413"/>
                    <a:pt x="2304" y="1402"/>
                  </a:cubicBezTo>
                  <a:cubicBezTo>
                    <a:pt x="2309" y="1390"/>
                    <a:pt x="2319" y="1382"/>
                    <a:pt x="2324" y="1375"/>
                  </a:cubicBezTo>
                  <a:cubicBezTo>
                    <a:pt x="2328" y="1368"/>
                    <a:pt x="2339" y="1362"/>
                    <a:pt x="2333" y="1350"/>
                  </a:cubicBezTo>
                  <a:cubicBezTo>
                    <a:pt x="2327" y="1339"/>
                    <a:pt x="2327" y="1338"/>
                    <a:pt x="2306" y="1330"/>
                  </a:cubicBezTo>
                  <a:cubicBezTo>
                    <a:pt x="2284" y="1321"/>
                    <a:pt x="2284" y="1310"/>
                    <a:pt x="2270" y="1315"/>
                  </a:cubicBezTo>
                  <a:cubicBezTo>
                    <a:pt x="2256" y="1319"/>
                    <a:pt x="2260" y="1322"/>
                    <a:pt x="2234" y="1322"/>
                  </a:cubicBezTo>
                  <a:cubicBezTo>
                    <a:pt x="2208" y="1322"/>
                    <a:pt x="2197" y="1322"/>
                    <a:pt x="2187" y="1329"/>
                  </a:cubicBezTo>
                  <a:cubicBezTo>
                    <a:pt x="2177" y="1335"/>
                    <a:pt x="2162" y="1353"/>
                    <a:pt x="2175" y="1353"/>
                  </a:cubicBezTo>
                  <a:cubicBezTo>
                    <a:pt x="2189" y="1353"/>
                    <a:pt x="2222" y="1365"/>
                    <a:pt x="2230" y="1378"/>
                  </a:cubicBezTo>
                  <a:cubicBezTo>
                    <a:pt x="2238" y="1390"/>
                    <a:pt x="2243" y="1398"/>
                    <a:pt x="2239" y="1403"/>
                  </a:cubicBezTo>
                  <a:cubicBezTo>
                    <a:pt x="2235" y="1408"/>
                    <a:pt x="2232" y="1411"/>
                    <a:pt x="2222" y="1399"/>
                  </a:cubicBezTo>
                  <a:cubicBezTo>
                    <a:pt x="2212" y="1388"/>
                    <a:pt x="2202" y="1385"/>
                    <a:pt x="2195" y="1380"/>
                  </a:cubicBezTo>
                  <a:cubicBezTo>
                    <a:pt x="2187" y="1374"/>
                    <a:pt x="2173" y="1366"/>
                    <a:pt x="2172" y="1373"/>
                  </a:cubicBezTo>
                  <a:cubicBezTo>
                    <a:pt x="2170" y="1380"/>
                    <a:pt x="2170" y="1385"/>
                    <a:pt x="2162" y="1383"/>
                  </a:cubicBezTo>
                  <a:cubicBezTo>
                    <a:pt x="2154" y="1380"/>
                    <a:pt x="2154" y="1383"/>
                    <a:pt x="2147" y="1375"/>
                  </a:cubicBezTo>
                  <a:cubicBezTo>
                    <a:pt x="2139" y="1368"/>
                    <a:pt x="2132" y="1363"/>
                    <a:pt x="2120" y="1364"/>
                  </a:cubicBezTo>
                  <a:cubicBezTo>
                    <a:pt x="2109" y="1365"/>
                    <a:pt x="2109" y="1377"/>
                    <a:pt x="2097" y="1384"/>
                  </a:cubicBezTo>
                  <a:cubicBezTo>
                    <a:pt x="2086" y="1391"/>
                    <a:pt x="2085" y="1398"/>
                    <a:pt x="2089" y="1406"/>
                  </a:cubicBezTo>
                  <a:cubicBezTo>
                    <a:pt x="2092" y="1414"/>
                    <a:pt x="2096" y="1421"/>
                    <a:pt x="2098" y="1436"/>
                  </a:cubicBezTo>
                  <a:cubicBezTo>
                    <a:pt x="2100" y="1451"/>
                    <a:pt x="2104" y="1455"/>
                    <a:pt x="2109" y="1470"/>
                  </a:cubicBezTo>
                  <a:cubicBezTo>
                    <a:pt x="2113" y="1485"/>
                    <a:pt x="2124" y="1484"/>
                    <a:pt x="2119" y="1496"/>
                  </a:cubicBezTo>
                  <a:cubicBezTo>
                    <a:pt x="2115" y="1507"/>
                    <a:pt x="2121" y="1515"/>
                    <a:pt x="2130" y="1524"/>
                  </a:cubicBezTo>
                  <a:cubicBezTo>
                    <a:pt x="2139" y="1532"/>
                    <a:pt x="2154" y="1541"/>
                    <a:pt x="2152" y="1547"/>
                  </a:cubicBezTo>
                  <a:cubicBezTo>
                    <a:pt x="2149" y="1554"/>
                    <a:pt x="2140" y="1556"/>
                    <a:pt x="2135" y="1561"/>
                  </a:cubicBezTo>
                  <a:cubicBezTo>
                    <a:pt x="2130" y="1566"/>
                    <a:pt x="2126" y="1572"/>
                    <a:pt x="2111" y="1569"/>
                  </a:cubicBezTo>
                  <a:cubicBezTo>
                    <a:pt x="2096" y="1566"/>
                    <a:pt x="2089" y="1564"/>
                    <a:pt x="2090" y="1554"/>
                  </a:cubicBezTo>
                  <a:cubicBezTo>
                    <a:pt x="2091" y="1544"/>
                    <a:pt x="2096" y="1542"/>
                    <a:pt x="2091" y="1535"/>
                  </a:cubicBezTo>
                  <a:cubicBezTo>
                    <a:pt x="2086" y="1529"/>
                    <a:pt x="2092" y="1522"/>
                    <a:pt x="2084" y="1515"/>
                  </a:cubicBezTo>
                  <a:cubicBezTo>
                    <a:pt x="2075" y="1509"/>
                    <a:pt x="2081" y="1507"/>
                    <a:pt x="2074" y="1502"/>
                  </a:cubicBezTo>
                  <a:cubicBezTo>
                    <a:pt x="2068" y="1497"/>
                    <a:pt x="2067" y="1487"/>
                    <a:pt x="2069" y="1476"/>
                  </a:cubicBezTo>
                  <a:cubicBezTo>
                    <a:pt x="2071" y="1464"/>
                    <a:pt x="2066" y="1461"/>
                    <a:pt x="2058" y="1461"/>
                  </a:cubicBezTo>
                  <a:cubicBezTo>
                    <a:pt x="2051" y="1462"/>
                    <a:pt x="2055" y="1449"/>
                    <a:pt x="2040" y="1444"/>
                  </a:cubicBezTo>
                  <a:cubicBezTo>
                    <a:pt x="2025" y="1439"/>
                    <a:pt x="2032" y="1437"/>
                    <a:pt x="2021" y="1437"/>
                  </a:cubicBezTo>
                  <a:cubicBezTo>
                    <a:pt x="2010" y="1437"/>
                    <a:pt x="2011" y="1435"/>
                    <a:pt x="2010" y="1428"/>
                  </a:cubicBezTo>
                  <a:cubicBezTo>
                    <a:pt x="2010" y="1422"/>
                    <a:pt x="2002" y="1417"/>
                    <a:pt x="1992" y="1415"/>
                  </a:cubicBezTo>
                  <a:cubicBezTo>
                    <a:pt x="1982" y="1413"/>
                    <a:pt x="1979" y="1416"/>
                    <a:pt x="1967" y="1409"/>
                  </a:cubicBezTo>
                  <a:cubicBezTo>
                    <a:pt x="1955" y="1403"/>
                    <a:pt x="1948" y="1406"/>
                    <a:pt x="1940" y="1409"/>
                  </a:cubicBezTo>
                  <a:cubicBezTo>
                    <a:pt x="1932" y="1413"/>
                    <a:pt x="1928" y="1423"/>
                    <a:pt x="1939" y="1429"/>
                  </a:cubicBezTo>
                  <a:cubicBezTo>
                    <a:pt x="1951" y="1436"/>
                    <a:pt x="1963" y="1438"/>
                    <a:pt x="1968" y="1444"/>
                  </a:cubicBezTo>
                  <a:cubicBezTo>
                    <a:pt x="1973" y="1451"/>
                    <a:pt x="1982" y="1462"/>
                    <a:pt x="1971" y="1463"/>
                  </a:cubicBezTo>
                  <a:cubicBezTo>
                    <a:pt x="1960" y="1464"/>
                    <a:pt x="1957" y="1468"/>
                    <a:pt x="1957" y="1472"/>
                  </a:cubicBezTo>
                  <a:cubicBezTo>
                    <a:pt x="1957" y="1476"/>
                    <a:pt x="1948" y="1477"/>
                    <a:pt x="1941" y="1471"/>
                  </a:cubicBezTo>
                  <a:cubicBezTo>
                    <a:pt x="1934" y="1465"/>
                    <a:pt x="1938" y="1461"/>
                    <a:pt x="1929" y="1462"/>
                  </a:cubicBezTo>
                  <a:cubicBezTo>
                    <a:pt x="1921" y="1464"/>
                    <a:pt x="1926" y="1463"/>
                    <a:pt x="1920" y="1471"/>
                  </a:cubicBezTo>
                  <a:cubicBezTo>
                    <a:pt x="1914" y="1480"/>
                    <a:pt x="1915" y="1480"/>
                    <a:pt x="1907" y="1485"/>
                  </a:cubicBezTo>
                  <a:cubicBezTo>
                    <a:pt x="1899" y="1490"/>
                    <a:pt x="1886" y="1492"/>
                    <a:pt x="1887" y="1482"/>
                  </a:cubicBezTo>
                  <a:cubicBezTo>
                    <a:pt x="1889" y="1472"/>
                    <a:pt x="1886" y="1475"/>
                    <a:pt x="1895" y="1468"/>
                  </a:cubicBezTo>
                  <a:cubicBezTo>
                    <a:pt x="1904" y="1461"/>
                    <a:pt x="1911" y="1456"/>
                    <a:pt x="1905" y="1449"/>
                  </a:cubicBezTo>
                  <a:cubicBezTo>
                    <a:pt x="1899" y="1442"/>
                    <a:pt x="1902" y="1443"/>
                    <a:pt x="1881" y="1438"/>
                  </a:cubicBezTo>
                  <a:cubicBezTo>
                    <a:pt x="1861" y="1433"/>
                    <a:pt x="1847" y="1434"/>
                    <a:pt x="1829" y="1423"/>
                  </a:cubicBezTo>
                  <a:cubicBezTo>
                    <a:pt x="1811" y="1413"/>
                    <a:pt x="1795" y="1409"/>
                    <a:pt x="1788" y="1408"/>
                  </a:cubicBezTo>
                  <a:cubicBezTo>
                    <a:pt x="1781" y="1406"/>
                    <a:pt x="1777" y="1412"/>
                    <a:pt x="1766" y="1420"/>
                  </a:cubicBezTo>
                  <a:cubicBezTo>
                    <a:pt x="1755" y="1428"/>
                    <a:pt x="1748" y="1433"/>
                    <a:pt x="1750" y="1439"/>
                  </a:cubicBezTo>
                  <a:cubicBezTo>
                    <a:pt x="1751" y="1444"/>
                    <a:pt x="1755" y="1450"/>
                    <a:pt x="1742" y="1452"/>
                  </a:cubicBezTo>
                  <a:cubicBezTo>
                    <a:pt x="1730" y="1454"/>
                    <a:pt x="1694" y="1464"/>
                    <a:pt x="1697" y="1452"/>
                  </a:cubicBezTo>
                  <a:cubicBezTo>
                    <a:pt x="1700" y="1440"/>
                    <a:pt x="1702" y="1437"/>
                    <a:pt x="1714" y="1437"/>
                  </a:cubicBezTo>
                  <a:cubicBezTo>
                    <a:pt x="1726" y="1437"/>
                    <a:pt x="1734" y="1437"/>
                    <a:pt x="1729" y="1428"/>
                  </a:cubicBezTo>
                  <a:cubicBezTo>
                    <a:pt x="1724" y="1420"/>
                    <a:pt x="1718" y="1420"/>
                    <a:pt x="1724" y="1411"/>
                  </a:cubicBezTo>
                  <a:cubicBezTo>
                    <a:pt x="1729" y="1403"/>
                    <a:pt x="1737" y="1397"/>
                    <a:pt x="1727" y="1388"/>
                  </a:cubicBezTo>
                  <a:cubicBezTo>
                    <a:pt x="1716" y="1378"/>
                    <a:pt x="1717" y="1374"/>
                    <a:pt x="1704" y="1369"/>
                  </a:cubicBezTo>
                  <a:cubicBezTo>
                    <a:pt x="1691" y="1364"/>
                    <a:pt x="1685" y="1359"/>
                    <a:pt x="1673" y="1366"/>
                  </a:cubicBezTo>
                  <a:cubicBezTo>
                    <a:pt x="1661" y="1373"/>
                    <a:pt x="1636" y="1376"/>
                    <a:pt x="1621" y="1380"/>
                  </a:cubicBezTo>
                  <a:cubicBezTo>
                    <a:pt x="1605" y="1385"/>
                    <a:pt x="1607" y="1397"/>
                    <a:pt x="1586" y="1401"/>
                  </a:cubicBezTo>
                  <a:cubicBezTo>
                    <a:pt x="1565" y="1404"/>
                    <a:pt x="1542" y="1411"/>
                    <a:pt x="1519" y="1420"/>
                  </a:cubicBezTo>
                  <a:cubicBezTo>
                    <a:pt x="1519" y="1420"/>
                    <a:pt x="1507" y="1421"/>
                    <a:pt x="1497" y="1429"/>
                  </a:cubicBezTo>
                  <a:cubicBezTo>
                    <a:pt x="1487" y="1438"/>
                    <a:pt x="1482" y="1446"/>
                    <a:pt x="1471" y="1450"/>
                  </a:cubicBezTo>
                  <a:cubicBezTo>
                    <a:pt x="1461" y="1454"/>
                    <a:pt x="1459" y="1458"/>
                    <a:pt x="1449" y="1461"/>
                  </a:cubicBezTo>
                  <a:cubicBezTo>
                    <a:pt x="1440" y="1465"/>
                    <a:pt x="1426" y="1469"/>
                    <a:pt x="1428" y="1478"/>
                  </a:cubicBezTo>
                  <a:cubicBezTo>
                    <a:pt x="1429" y="1487"/>
                    <a:pt x="1435" y="1490"/>
                    <a:pt x="1441" y="1490"/>
                  </a:cubicBezTo>
                  <a:cubicBezTo>
                    <a:pt x="1446" y="1490"/>
                    <a:pt x="1456" y="1492"/>
                    <a:pt x="1457" y="1500"/>
                  </a:cubicBezTo>
                  <a:cubicBezTo>
                    <a:pt x="1458" y="1509"/>
                    <a:pt x="1456" y="1509"/>
                    <a:pt x="1444" y="1509"/>
                  </a:cubicBezTo>
                  <a:cubicBezTo>
                    <a:pt x="1433" y="1509"/>
                    <a:pt x="1422" y="1514"/>
                    <a:pt x="1419" y="1522"/>
                  </a:cubicBezTo>
                  <a:cubicBezTo>
                    <a:pt x="1416" y="1530"/>
                    <a:pt x="1413" y="1537"/>
                    <a:pt x="1404" y="1542"/>
                  </a:cubicBezTo>
                  <a:cubicBezTo>
                    <a:pt x="1395" y="1547"/>
                    <a:pt x="1392" y="1552"/>
                    <a:pt x="1393" y="1560"/>
                  </a:cubicBezTo>
                  <a:cubicBezTo>
                    <a:pt x="1393" y="1567"/>
                    <a:pt x="1400" y="1564"/>
                    <a:pt x="1401" y="1573"/>
                  </a:cubicBezTo>
                  <a:cubicBezTo>
                    <a:pt x="1403" y="1583"/>
                    <a:pt x="1416" y="1588"/>
                    <a:pt x="1421" y="1583"/>
                  </a:cubicBezTo>
                  <a:cubicBezTo>
                    <a:pt x="1426" y="1579"/>
                    <a:pt x="1433" y="1575"/>
                    <a:pt x="1440" y="1577"/>
                  </a:cubicBezTo>
                  <a:cubicBezTo>
                    <a:pt x="1446" y="1579"/>
                    <a:pt x="1457" y="1588"/>
                    <a:pt x="1456" y="1595"/>
                  </a:cubicBezTo>
                  <a:cubicBezTo>
                    <a:pt x="1456" y="1603"/>
                    <a:pt x="1458" y="1605"/>
                    <a:pt x="1471" y="1608"/>
                  </a:cubicBezTo>
                  <a:cubicBezTo>
                    <a:pt x="1485" y="1610"/>
                    <a:pt x="1499" y="1613"/>
                    <a:pt x="1507" y="1606"/>
                  </a:cubicBezTo>
                  <a:cubicBezTo>
                    <a:pt x="1514" y="1599"/>
                    <a:pt x="1523" y="1601"/>
                    <a:pt x="1530" y="1602"/>
                  </a:cubicBezTo>
                  <a:cubicBezTo>
                    <a:pt x="1536" y="1603"/>
                    <a:pt x="1555" y="1604"/>
                    <a:pt x="1557" y="1599"/>
                  </a:cubicBezTo>
                  <a:cubicBezTo>
                    <a:pt x="1558" y="1594"/>
                    <a:pt x="1562" y="1590"/>
                    <a:pt x="1575" y="1590"/>
                  </a:cubicBezTo>
                  <a:cubicBezTo>
                    <a:pt x="1588" y="1590"/>
                    <a:pt x="1594" y="1600"/>
                    <a:pt x="1588" y="1608"/>
                  </a:cubicBezTo>
                  <a:cubicBezTo>
                    <a:pt x="1583" y="1615"/>
                    <a:pt x="1568" y="1608"/>
                    <a:pt x="1558" y="1612"/>
                  </a:cubicBezTo>
                  <a:cubicBezTo>
                    <a:pt x="1548" y="1616"/>
                    <a:pt x="1552" y="1621"/>
                    <a:pt x="1537" y="1621"/>
                  </a:cubicBezTo>
                  <a:cubicBezTo>
                    <a:pt x="1521" y="1621"/>
                    <a:pt x="1522" y="1616"/>
                    <a:pt x="1517" y="1623"/>
                  </a:cubicBezTo>
                  <a:cubicBezTo>
                    <a:pt x="1512" y="1631"/>
                    <a:pt x="1506" y="1630"/>
                    <a:pt x="1493" y="1630"/>
                  </a:cubicBezTo>
                  <a:cubicBezTo>
                    <a:pt x="1480" y="1630"/>
                    <a:pt x="1482" y="1628"/>
                    <a:pt x="1474" y="1633"/>
                  </a:cubicBezTo>
                  <a:cubicBezTo>
                    <a:pt x="1466" y="1639"/>
                    <a:pt x="1460" y="1637"/>
                    <a:pt x="1454" y="1644"/>
                  </a:cubicBezTo>
                  <a:cubicBezTo>
                    <a:pt x="1447" y="1651"/>
                    <a:pt x="1437" y="1654"/>
                    <a:pt x="1449" y="1663"/>
                  </a:cubicBezTo>
                  <a:cubicBezTo>
                    <a:pt x="1460" y="1671"/>
                    <a:pt x="1471" y="1674"/>
                    <a:pt x="1477" y="1680"/>
                  </a:cubicBezTo>
                  <a:cubicBezTo>
                    <a:pt x="1483" y="1686"/>
                    <a:pt x="1489" y="1700"/>
                    <a:pt x="1502" y="1700"/>
                  </a:cubicBezTo>
                  <a:cubicBezTo>
                    <a:pt x="1516" y="1700"/>
                    <a:pt x="1527" y="1709"/>
                    <a:pt x="1532" y="1705"/>
                  </a:cubicBezTo>
                  <a:cubicBezTo>
                    <a:pt x="1536" y="1702"/>
                    <a:pt x="1543" y="1701"/>
                    <a:pt x="1548" y="1703"/>
                  </a:cubicBezTo>
                  <a:cubicBezTo>
                    <a:pt x="1553" y="1705"/>
                    <a:pt x="1570" y="1709"/>
                    <a:pt x="1580" y="1705"/>
                  </a:cubicBezTo>
                  <a:cubicBezTo>
                    <a:pt x="1589" y="1702"/>
                    <a:pt x="1597" y="1702"/>
                    <a:pt x="1611" y="1702"/>
                  </a:cubicBezTo>
                  <a:cubicBezTo>
                    <a:pt x="1626" y="1702"/>
                    <a:pt x="1684" y="1711"/>
                    <a:pt x="1692" y="1701"/>
                  </a:cubicBezTo>
                  <a:cubicBezTo>
                    <a:pt x="1700" y="1691"/>
                    <a:pt x="1709" y="1699"/>
                    <a:pt x="1717" y="1693"/>
                  </a:cubicBezTo>
                  <a:cubicBezTo>
                    <a:pt x="1724" y="1686"/>
                    <a:pt x="1736" y="1681"/>
                    <a:pt x="1740" y="1688"/>
                  </a:cubicBezTo>
                  <a:cubicBezTo>
                    <a:pt x="1745" y="1694"/>
                    <a:pt x="1757" y="1697"/>
                    <a:pt x="1767" y="1696"/>
                  </a:cubicBezTo>
                  <a:cubicBezTo>
                    <a:pt x="1776" y="1695"/>
                    <a:pt x="1782" y="1704"/>
                    <a:pt x="1795" y="1704"/>
                  </a:cubicBezTo>
                  <a:cubicBezTo>
                    <a:pt x="1808" y="1704"/>
                    <a:pt x="1817" y="1708"/>
                    <a:pt x="1828" y="1708"/>
                  </a:cubicBezTo>
                  <a:cubicBezTo>
                    <a:pt x="1840" y="1708"/>
                    <a:pt x="1841" y="1706"/>
                    <a:pt x="1841" y="1716"/>
                  </a:cubicBezTo>
                  <a:cubicBezTo>
                    <a:pt x="1841" y="1726"/>
                    <a:pt x="1837" y="1729"/>
                    <a:pt x="1827" y="1729"/>
                  </a:cubicBezTo>
                  <a:cubicBezTo>
                    <a:pt x="1817" y="1729"/>
                    <a:pt x="1814" y="1740"/>
                    <a:pt x="1803" y="1734"/>
                  </a:cubicBezTo>
                  <a:cubicBezTo>
                    <a:pt x="1791" y="1729"/>
                    <a:pt x="1777" y="1724"/>
                    <a:pt x="1764" y="1727"/>
                  </a:cubicBezTo>
                  <a:cubicBezTo>
                    <a:pt x="1751" y="1729"/>
                    <a:pt x="1737" y="1738"/>
                    <a:pt x="1718" y="1732"/>
                  </a:cubicBezTo>
                  <a:cubicBezTo>
                    <a:pt x="1699" y="1727"/>
                    <a:pt x="1679" y="1729"/>
                    <a:pt x="1657" y="1730"/>
                  </a:cubicBezTo>
                  <a:cubicBezTo>
                    <a:pt x="1635" y="1731"/>
                    <a:pt x="1622" y="1737"/>
                    <a:pt x="1610" y="1737"/>
                  </a:cubicBezTo>
                  <a:cubicBezTo>
                    <a:pt x="1598" y="1738"/>
                    <a:pt x="1593" y="1742"/>
                    <a:pt x="1577" y="1742"/>
                  </a:cubicBezTo>
                  <a:cubicBezTo>
                    <a:pt x="1560" y="1742"/>
                    <a:pt x="1550" y="1751"/>
                    <a:pt x="1534" y="1750"/>
                  </a:cubicBezTo>
                  <a:cubicBezTo>
                    <a:pt x="1517" y="1748"/>
                    <a:pt x="1506" y="1751"/>
                    <a:pt x="1506" y="1762"/>
                  </a:cubicBezTo>
                  <a:cubicBezTo>
                    <a:pt x="1506" y="1772"/>
                    <a:pt x="1506" y="1781"/>
                    <a:pt x="1519" y="1790"/>
                  </a:cubicBezTo>
                  <a:cubicBezTo>
                    <a:pt x="1533" y="1798"/>
                    <a:pt x="1552" y="1813"/>
                    <a:pt x="1555" y="1821"/>
                  </a:cubicBezTo>
                  <a:cubicBezTo>
                    <a:pt x="1558" y="1829"/>
                    <a:pt x="1559" y="1834"/>
                    <a:pt x="1574" y="1837"/>
                  </a:cubicBezTo>
                  <a:cubicBezTo>
                    <a:pt x="1589" y="1840"/>
                    <a:pt x="1601" y="1841"/>
                    <a:pt x="1607" y="1847"/>
                  </a:cubicBezTo>
                  <a:cubicBezTo>
                    <a:pt x="1613" y="1853"/>
                    <a:pt x="1653" y="1850"/>
                    <a:pt x="1666" y="1850"/>
                  </a:cubicBezTo>
                  <a:cubicBezTo>
                    <a:pt x="1679" y="1850"/>
                    <a:pt x="1752" y="1846"/>
                    <a:pt x="1751" y="1861"/>
                  </a:cubicBezTo>
                  <a:cubicBezTo>
                    <a:pt x="1750" y="1876"/>
                    <a:pt x="1752" y="1903"/>
                    <a:pt x="1762" y="1914"/>
                  </a:cubicBezTo>
                  <a:cubicBezTo>
                    <a:pt x="1772" y="1926"/>
                    <a:pt x="1795" y="1944"/>
                    <a:pt x="1808" y="1937"/>
                  </a:cubicBezTo>
                  <a:cubicBezTo>
                    <a:pt x="1820" y="1929"/>
                    <a:pt x="1828" y="1927"/>
                    <a:pt x="1842" y="1929"/>
                  </a:cubicBezTo>
                  <a:cubicBezTo>
                    <a:pt x="1856" y="1930"/>
                    <a:pt x="1882" y="1925"/>
                    <a:pt x="1896" y="1930"/>
                  </a:cubicBezTo>
                  <a:cubicBezTo>
                    <a:pt x="1909" y="1935"/>
                    <a:pt x="1927" y="1941"/>
                    <a:pt x="1932" y="1934"/>
                  </a:cubicBezTo>
                  <a:cubicBezTo>
                    <a:pt x="1936" y="1928"/>
                    <a:pt x="1945" y="1924"/>
                    <a:pt x="1962" y="1924"/>
                  </a:cubicBezTo>
                  <a:cubicBezTo>
                    <a:pt x="1980" y="1924"/>
                    <a:pt x="2002" y="1925"/>
                    <a:pt x="2014" y="1919"/>
                  </a:cubicBezTo>
                  <a:cubicBezTo>
                    <a:pt x="2026" y="1914"/>
                    <a:pt x="2045" y="1912"/>
                    <a:pt x="2058" y="1904"/>
                  </a:cubicBezTo>
                  <a:cubicBezTo>
                    <a:pt x="2071" y="1896"/>
                    <a:pt x="2076" y="1886"/>
                    <a:pt x="2103" y="1886"/>
                  </a:cubicBezTo>
                  <a:cubicBezTo>
                    <a:pt x="2129" y="1886"/>
                    <a:pt x="2155" y="1877"/>
                    <a:pt x="2164" y="1863"/>
                  </a:cubicBezTo>
                  <a:cubicBezTo>
                    <a:pt x="2174" y="1850"/>
                    <a:pt x="2186" y="1834"/>
                    <a:pt x="2200" y="1834"/>
                  </a:cubicBezTo>
                  <a:cubicBezTo>
                    <a:pt x="2213" y="1834"/>
                    <a:pt x="2213" y="1846"/>
                    <a:pt x="2214" y="1856"/>
                  </a:cubicBezTo>
                  <a:cubicBezTo>
                    <a:pt x="2215" y="1866"/>
                    <a:pt x="2231" y="1868"/>
                    <a:pt x="2239" y="1866"/>
                  </a:cubicBezTo>
                  <a:cubicBezTo>
                    <a:pt x="2247" y="1863"/>
                    <a:pt x="2275" y="1861"/>
                    <a:pt x="2283" y="1874"/>
                  </a:cubicBezTo>
                  <a:cubicBezTo>
                    <a:pt x="2292" y="1886"/>
                    <a:pt x="2290" y="1886"/>
                    <a:pt x="2292" y="1896"/>
                  </a:cubicBezTo>
                  <a:cubicBezTo>
                    <a:pt x="2294" y="1906"/>
                    <a:pt x="2296" y="1922"/>
                    <a:pt x="2301" y="1931"/>
                  </a:cubicBezTo>
                  <a:cubicBezTo>
                    <a:pt x="2306" y="1940"/>
                    <a:pt x="2309" y="1944"/>
                    <a:pt x="2319" y="1947"/>
                  </a:cubicBezTo>
                  <a:cubicBezTo>
                    <a:pt x="2330" y="1950"/>
                    <a:pt x="2335" y="1952"/>
                    <a:pt x="2335" y="1941"/>
                  </a:cubicBezTo>
                  <a:cubicBezTo>
                    <a:pt x="2335" y="1930"/>
                    <a:pt x="2322" y="1927"/>
                    <a:pt x="2317" y="1924"/>
                  </a:cubicBezTo>
                  <a:cubicBezTo>
                    <a:pt x="2312" y="1921"/>
                    <a:pt x="2304" y="1915"/>
                    <a:pt x="2304" y="1907"/>
                  </a:cubicBezTo>
                  <a:cubicBezTo>
                    <a:pt x="2303" y="1899"/>
                    <a:pt x="2306" y="1897"/>
                    <a:pt x="2318" y="1898"/>
                  </a:cubicBezTo>
                  <a:cubicBezTo>
                    <a:pt x="2329" y="1899"/>
                    <a:pt x="2324" y="1890"/>
                    <a:pt x="2336" y="1891"/>
                  </a:cubicBezTo>
                  <a:cubicBezTo>
                    <a:pt x="2347" y="1891"/>
                    <a:pt x="2342" y="1899"/>
                    <a:pt x="2355" y="1899"/>
                  </a:cubicBezTo>
                  <a:cubicBezTo>
                    <a:pt x="2369" y="1899"/>
                    <a:pt x="2362" y="1896"/>
                    <a:pt x="2385" y="1899"/>
                  </a:cubicBezTo>
                  <a:cubicBezTo>
                    <a:pt x="2409" y="1903"/>
                    <a:pt x="2431" y="1906"/>
                    <a:pt x="2443" y="1899"/>
                  </a:cubicBezTo>
                  <a:cubicBezTo>
                    <a:pt x="2454" y="1892"/>
                    <a:pt x="2458" y="1884"/>
                    <a:pt x="2474" y="1883"/>
                  </a:cubicBezTo>
                  <a:cubicBezTo>
                    <a:pt x="2490" y="1881"/>
                    <a:pt x="2498" y="1874"/>
                    <a:pt x="2508" y="1873"/>
                  </a:cubicBezTo>
                  <a:cubicBezTo>
                    <a:pt x="2517" y="1871"/>
                    <a:pt x="2521" y="1867"/>
                    <a:pt x="2521" y="1859"/>
                  </a:cubicBezTo>
                  <a:cubicBezTo>
                    <a:pt x="2521" y="1851"/>
                    <a:pt x="2511" y="1851"/>
                    <a:pt x="2503" y="1851"/>
                  </a:cubicBezTo>
                  <a:cubicBezTo>
                    <a:pt x="2496" y="1851"/>
                    <a:pt x="2496" y="1843"/>
                    <a:pt x="2493" y="1833"/>
                  </a:cubicBezTo>
                  <a:cubicBezTo>
                    <a:pt x="2491" y="1824"/>
                    <a:pt x="2483" y="1820"/>
                    <a:pt x="2473" y="1823"/>
                  </a:cubicBezTo>
                  <a:cubicBezTo>
                    <a:pt x="2464" y="1827"/>
                    <a:pt x="2448" y="1823"/>
                    <a:pt x="2444" y="1833"/>
                  </a:cubicBezTo>
                  <a:cubicBezTo>
                    <a:pt x="2440" y="1842"/>
                    <a:pt x="2428" y="1848"/>
                    <a:pt x="2425" y="1837"/>
                  </a:cubicBezTo>
                  <a:cubicBezTo>
                    <a:pt x="2421" y="1826"/>
                    <a:pt x="2422" y="1818"/>
                    <a:pt x="2435" y="1818"/>
                  </a:cubicBezTo>
                  <a:cubicBezTo>
                    <a:pt x="2447" y="1818"/>
                    <a:pt x="2457" y="1815"/>
                    <a:pt x="2458" y="1808"/>
                  </a:cubicBezTo>
                  <a:cubicBezTo>
                    <a:pt x="2460" y="1800"/>
                    <a:pt x="2458" y="1790"/>
                    <a:pt x="2466" y="1788"/>
                  </a:cubicBezTo>
                  <a:cubicBezTo>
                    <a:pt x="2475" y="1786"/>
                    <a:pt x="2481" y="1773"/>
                    <a:pt x="2487" y="1784"/>
                  </a:cubicBezTo>
                  <a:cubicBezTo>
                    <a:pt x="2493" y="1795"/>
                    <a:pt x="2498" y="1800"/>
                    <a:pt x="2506" y="1798"/>
                  </a:cubicBezTo>
                  <a:cubicBezTo>
                    <a:pt x="2513" y="1795"/>
                    <a:pt x="2520" y="1790"/>
                    <a:pt x="2527" y="1798"/>
                  </a:cubicBezTo>
                  <a:cubicBezTo>
                    <a:pt x="2534" y="1805"/>
                    <a:pt x="2541" y="1804"/>
                    <a:pt x="2551" y="1803"/>
                  </a:cubicBezTo>
                  <a:cubicBezTo>
                    <a:pt x="2560" y="1801"/>
                    <a:pt x="2565" y="1799"/>
                    <a:pt x="2564" y="1786"/>
                  </a:cubicBezTo>
                  <a:close/>
                  <a:moveTo>
                    <a:pt x="1622" y="975"/>
                  </a:moveTo>
                  <a:cubicBezTo>
                    <a:pt x="1616" y="975"/>
                    <a:pt x="1609" y="981"/>
                    <a:pt x="1606" y="988"/>
                  </a:cubicBezTo>
                  <a:cubicBezTo>
                    <a:pt x="1603" y="996"/>
                    <a:pt x="1608" y="1009"/>
                    <a:pt x="1595" y="1008"/>
                  </a:cubicBezTo>
                  <a:cubicBezTo>
                    <a:pt x="1581" y="1006"/>
                    <a:pt x="1559" y="1009"/>
                    <a:pt x="1556" y="1016"/>
                  </a:cubicBezTo>
                  <a:cubicBezTo>
                    <a:pt x="1553" y="1024"/>
                    <a:pt x="1553" y="1040"/>
                    <a:pt x="1558" y="1042"/>
                  </a:cubicBezTo>
                  <a:cubicBezTo>
                    <a:pt x="1563" y="1044"/>
                    <a:pt x="1568" y="1046"/>
                    <a:pt x="1566" y="1051"/>
                  </a:cubicBezTo>
                  <a:cubicBezTo>
                    <a:pt x="1564" y="1055"/>
                    <a:pt x="1559" y="1059"/>
                    <a:pt x="1550" y="1059"/>
                  </a:cubicBezTo>
                  <a:cubicBezTo>
                    <a:pt x="1540" y="1058"/>
                    <a:pt x="1533" y="1060"/>
                    <a:pt x="1532" y="1065"/>
                  </a:cubicBezTo>
                  <a:cubicBezTo>
                    <a:pt x="1532" y="1070"/>
                    <a:pt x="1527" y="1074"/>
                    <a:pt x="1521" y="1076"/>
                  </a:cubicBezTo>
                  <a:cubicBezTo>
                    <a:pt x="1514" y="1078"/>
                    <a:pt x="1512" y="1089"/>
                    <a:pt x="1521" y="1089"/>
                  </a:cubicBezTo>
                  <a:cubicBezTo>
                    <a:pt x="1530" y="1089"/>
                    <a:pt x="1537" y="1087"/>
                    <a:pt x="1550" y="1088"/>
                  </a:cubicBezTo>
                  <a:cubicBezTo>
                    <a:pt x="1563" y="1089"/>
                    <a:pt x="1574" y="1089"/>
                    <a:pt x="1586" y="1089"/>
                  </a:cubicBezTo>
                  <a:cubicBezTo>
                    <a:pt x="1598" y="1089"/>
                    <a:pt x="1607" y="1087"/>
                    <a:pt x="1606" y="1094"/>
                  </a:cubicBezTo>
                  <a:cubicBezTo>
                    <a:pt x="1605" y="1101"/>
                    <a:pt x="1608" y="1105"/>
                    <a:pt x="1593" y="1102"/>
                  </a:cubicBezTo>
                  <a:cubicBezTo>
                    <a:pt x="1578" y="1100"/>
                    <a:pt x="1559" y="1100"/>
                    <a:pt x="1550" y="1100"/>
                  </a:cubicBezTo>
                  <a:cubicBezTo>
                    <a:pt x="1540" y="1099"/>
                    <a:pt x="1522" y="1099"/>
                    <a:pt x="1517" y="1099"/>
                  </a:cubicBezTo>
                  <a:cubicBezTo>
                    <a:pt x="1513" y="1099"/>
                    <a:pt x="1512" y="1104"/>
                    <a:pt x="1507" y="1107"/>
                  </a:cubicBezTo>
                  <a:cubicBezTo>
                    <a:pt x="1502" y="1110"/>
                    <a:pt x="1504" y="1114"/>
                    <a:pt x="1498" y="1116"/>
                  </a:cubicBezTo>
                  <a:cubicBezTo>
                    <a:pt x="1492" y="1118"/>
                    <a:pt x="1491" y="1132"/>
                    <a:pt x="1495" y="1133"/>
                  </a:cubicBezTo>
                  <a:cubicBezTo>
                    <a:pt x="1499" y="1135"/>
                    <a:pt x="1509" y="1133"/>
                    <a:pt x="1512" y="1138"/>
                  </a:cubicBezTo>
                  <a:cubicBezTo>
                    <a:pt x="1516" y="1142"/>
                    <a:pt x="1522" y="1147"/>
                    <a:pt x="1533" y="1147"/>
                  </a:cubicBezTo>
                  <a:cubicBezTo>
                    <a:pt x="1545" y="1147"/>
                    <a:pt x="1541" y="1150"/>
                    <a:pt x="1553" y="1144"/>
                  </a:cubicBezTo>
                  <a:cubicBezTo>
                    <a:pt x="1565" y="1138"/>
                    <a:pt x="1566" y="1140"/>
                    <a:pt x="1573" y="1140"/>
                  </a:cubicBezTo>
                  <a:cubicBezTo>
                    <a:pt x="1580" y="1140"/>
                    <a:pt x="1585" y="1143"/>
                    <a:pt x="1585" y="1148"/>
                  </a:cubicBezTo>
                  <a:cubicBezTo>
                    <a:pt x="1585" y="1154"/>
                    <a:pt x="1590" y="1163"/>
                    <a:pt x="1600" y="1163"/>
                  </a:cubicBezTo>
                  <a:cubicBezTo>
                    <a:pt x="1611" y="1163"/>
                    <a:pt x="1618" y="1164"/>
                    <a:pt x="1619" y="1159"/>
                  </a:cubicBezTo>
                  <a:cubicBezTo>
                    <a:pt x="1621" y="1154"/>
                    <a:pt x="1626" y="1153"/>
                    <a:pt x="1633" y="1153"/>
                  </a:cubicBezTo>
                  <a:cubicBezTo>
                    <a:pt x="1640" y="1153"/>
                    <a:pt x="1648" y="1151"/>
                    <a:pt x="1648" y="1158"/>
                  </a:cubicBezTo>
                  <a:cubicBezTo>
                    <a:pt x="1649" y="1164"/>
                    <a:pt x="1653" y="1163"/>
                    <a:pt x="1664" y="1165"/>
                  </a:cubicBezTo>
                  <a:cubicBezTo>
                    <a:pt x="1676" y="1168"/>
                    <a:pt x="1687" y="1167"/>
                    <a:pt x="1693" y="1158"/>
                  </a:cubicBezTo>
                  <a:cubicBezTo>
                    <a:pt x="1699" y="1148"/>
                    <a:pt x="1707" y="1150"/>
                    <a:pt x="1706" y="1141"/>
                  </a:cubicBezTo>
                  <a:cubicBezTo>
                    <a:pt x="1704" y="1132"/>
                    <a:pt x="1707" y="1132"/>
                    <a:pt x="1714" y="1128"/>
                  </a:cubicBezTo>
                  <a:cubicBezTo>
                    <a:pt x="1721" y="1124"/>
                    <a:pt x="1721" y="1114"/>
                    <a:pt x="1729" y="1114"/>
                  </a:cubicBezTo>
                  <a:cubicBezTo>
                    <a:pt x="1737" y="1114"/>
                    <a:pt x="1742" y="1112"/>
                    <a:pt x="1742" y="1117"/>
                  </a:cubicBezTo>
                  <a:cubicBezTo>
                    <a:pt x="1742" y="1123"/>
                    <a:pt x="1740" y="1126"/>
                    <a:pt x="1734" y="1130"/>
                  </a:cubicBezTo>
                  <a:cubicBezTo>
                    <a:pt x="1728" y="1133"/>
                    <a:pt x="1726" y="1134"/>
                    <a:pt x="1728" y="1140"/>
                  </a:cubicBezTo>
                  <a:cubicBezTo>
                    <a:pt x="1730" y="1145"/>
                    <a:pt x="1729" y="1148"/>
                    <a:pt x="1733" y="1151"/>
                  </a:cubicBezTo>
                  <a:cubicBezTo>
                    <a:pt x="1737" y="1154"/>
                    <a:pt x="1742" y="1157"/>
                    <a:pt x="1747" y="1157"/>
                  </a:cubicBezTo>
                  <a:cubicBezTo>
                    <a:pt x="1752" y="1157"/>
                    <a:pt x="1773" y="1159"/>
                    <a:pt x="1773" y="1154"/>
                  </a:cubicBezTo>
                  <a:cubicBezTo>
                    <a:pt x="1773" y="1149"/>
                    <a:pt x="1782" y="1144"/>
                    <a:pt x="1789" y="1145"/>
                  </a:cubicBezTo>
                  <a:cubicBezTo>
                    <a:pt x="1796" y="1147"/>
                    <a:pt x="1808" y="1148"/>
                    <a:pt x="1809" y="1144"/>
                  </a:cubicBezTo>
                  <a:cubicBezTo>
                    <a:pt x="1810" y="1140"/>
                    <a:pt x="1817" y="1138"/>
                    <a:pt x="1823" y="1138"/>
                  </a:cubicBezTo>
                  <a:cubicBezTo>
                    <a:pt x="1830" y="1138"/>
                    <a:pt x="1843" y="1136"/>
                    <a:pt x="1843" y="1141"/>
                  </a:cubicBezTo>
                  <a:cubicBezTo>
                    <a:pt x="1844" y="1146"/>
                    <a:pt x="1855" y="1148"/>
                    <a:pt x="1859" y="1147"/>
                  </a:cubicBezTo>
                  <a:cubicBezTo>
                    <a:pt x="1863" y="1146"/>
                    <a:pt x="1865" y="1138"/>
                    <a:pt x="1876" y="1138"/>
                  </a:cubicBezTo>
                  <a:cubicBezTo>
                    <a:pt x="1886" y="1138"/>
                    <a:pt x="1896" y="1135"/>
                    <a:pt x="1896" y="1135"/>
                  </a:cubicBezTo>
                  <a:cubicBezTo>
                    <a:pt x="1896" y="1135"/>
                    <a:pt x="1906" y="1133"/>
                    <a:pt x="1906" y="1137"/>
                  </a:cubicBezTo>
                  <a:cubicBezTo>
                    <a:pt x="1906" y="1140"/>
                    <a:pt x="1899" y="1145"/>
                    <a:pt x="1891" y="1148"/>
                  </a:cubicBezTo>
                  <a:cubicBezTo>
                    <a:pt x="1884" y="1150"/>
                    <a:pt x="1886" y="1159"/>
                    <a:pt x="1873" y="1159"/>
                  </a:cubicBezTo>
                  <a:cubicBezTo>
                    <a:pt x="1860" y="1159"/>
                    <a:pt x="1808" y="1163"/>
                    <a:pt x="1797" y="1163"/>
                  </a:cubicBezTo>
                  <a:cubicBezTo>
                    <a:pt x="1786" y="1164"/>
                    <a:pt x="1778" y="1168"/>
                    <a:pt x="1770" y="1171"/>
                  </a:cubicBezTo>
                  <a:cubicBezTo>
                    <a:pt x="1761" y="1175"/>
                    <a:pt x="1752" y="1182"/>
                    <a:pt x="1741" y="1182"/>
                  </a:cubicBezTo>
                  <a:cubicBezTo>
                    <a:pt x="1730" y="1182"/>
                    <a:pt x="1728" y="1190"/>
                    <a:pt x="1717" y="1191"/>
                  </a:cubicBezTo>
                  <a:cubicBezTo>
                    <a:pt x="1705" y="1191"/>
                    <a:pt x="1703" y="1198"/>
                    <a:pt x="1703" y="1203"/>
                  </a:cubicBezTo>
                  <a:cubicBezTo>
                    <a:pt x="1703" y="1209"/>
                    <a:pt x="1707" y="1218"/>
                    <a:pt x="1713" y="1218"/>
                  </a:cubicBezTo>
                  <a:cubicBezTo>
                    <a:pt x="1719" y="1218"/>
                    <a:pt x="1732" y="1223"/>
                    <a:pt x="1734" y="1226"/>
                  </a:cubicBezTo>
                  <a:cubicBezTo>
                    <a:pt x="1736" y="1230"/>
                    <a:pt x="1751" y="1237"/>
                    <a:pt x="1762" y="1237"/>
                  </a:cubicBezTo>
                  <a:cubicBezTo>
                    <a:pt x="1772" y="1237"/>
                    <a:pt x="1834" y="1242"/>
                    <a:pt x="1838" y="1238"/>
                  </a:cubicBezTo>
                  <a:cubicBezTo>
                    <a:pt x="1841" y="1234"/>
                    <a:pt x="1839" y="1229"/>
                    <a:pt x="1853" y="1229"/>
                  </a:cubicBezTo>
                  <a:cubicBezTo>
                    <a:pt x="1868" y="1229"/>
                    <a:pt x="1878" y="1221"/>
                    <a:pt x="1889" y="1221"/>
                  </a:cubicBezTo>
                  <a:cubicBezTo>
                    <a:pt x="1899" y="1222"/>
                    <a:pt x="1901" y="1213"/>
                    <a:pt x="1910" y="1212"/>
                  </a:cubicBezTo>
                  <a:cubicBezTo>
                    <a:pt x="1919" y="1211"/>
                    <a:pt x="1931" y="1206"/>
                    <a:pt x="1933" y="1200"/>
                  </a:cubicBezTo>
                  <a:cubicBezTo>
                    <a:pt x="1935" y="1194"/>
                    <a:pt x="1944" y="1186"/>
                    <a:pt x="1959" y="1186"/>
                  </a:cubicBezTo>
                  <a:cubicBezTo>
                    <a:pt x="1973" y="1186"/>
                    <a:pt x="1975" y="1178"/>
                    <a:pt x="1990" y="1178"/>
                  </a:cubicBezTo>
                  <a:cubicBezTo>
                    <a:pt x="2006" y="1178"/>
                    <a:pt x="2023" y="1181"/>
                    <a:pt x="2026" y="1172"/>
                  </a:cubicBezTo>
                  <a:cubicBezTo>
                    <a:pt x="2030" y="1163"/>
                    <a:pt x="2033" y="1163"/>
                    <a:pt x="2043" y="1162"/>
                  </a:cubicBezTo>
                  <a:cubicBezTo>
                    <a:pt x="2052" y="1160"/>
                    <a:pt x="2070" y="1158"/>
                    <a:pt x="2070" y="1164"/>
                  </a:cubicBezTo>
                  <a:cubicBezTo>
                    <a:pt x="2070" y="1170"/>
                    <a:pt x="2078" y="1172"/>
                    <a:pt x="2084" y="1172"/>
                  </a:cubicBezTo>
                  <a:cubicBezTo>
                    <a:pt x="2090" y="1172"/>
                    <a:pt x="2105" y="1165"/>
                    <a:pt x="2106" y="1162"/>
                  </a:cubicBezTo>
                  <a:cubicBezTo>
                    <a:pt x="2108" y="1158"/>
                    <a:pt x="2121" y="1161"/>
                    <a:pt x="2125" y="1161"/>
                  </a:cubicBezTo>
                  <a:cubicBezTo>
                    <a:pt x="2129" y="1161"/>
                    <a:pt x="2135" y="1173"/>
                    <a:pt x="2144" y="1173"/>
                  </a:cubicBezTo>
                  <a:cubicBezTo>
                    <a:pt x="2152" y="1173"/>
                    <a:pt x="2174" y="1178"/>
                    <a:pt x="2175" y="1170"/>
                  </a:cubicBezTo>
                  <a:cubicBezTo>
                    <a:pt x="2177" y="1163"/>
                    <a:pt x="2182" y="1162"/>
                    <a:pt x="2193" y="1160"/>
                  </a:cubicBezTo>
                  <a:cubicBezTo>
                    <a:pt x="2205" y="1159"/>
                    <a:pt x="2232" y="1165"/>
                    <a:pt x="2233" y="1158"/>
                  </a:cubicBezTo>
                  <a:cubicBezTo>
                    <a:pt x="2233" y="1150"/>
                    <a:pt x="2241" y="1155"/>
                    <a:pt x="2242" y="1143"/>
                  </a:cubicBezTo>
                  <a:cubicBezTo>
                    <a:pt x="2243" y="1132"/>
                    <a:pt x="2243" y="1129"/>
                    <a:pt x="2248" y="1126"/>
                  </a:cubicBezTo>
                  <a:cubicBezTo>
                    <a:pt x="2254" y="1123"/>
                    <a:pt x="2259" y="1118"/>
                    <a:pt x="2259" y="1109"/>
                  </a:cubicBezTo>
                  <a:cubicBezTo>
                    <a:pt x="2259" y="1100"/>
                    <a:pt x="2258" y="1091"/>
                    <a:pt x="2265" y="1088"/>
                  </a:cubicBezTo>
                  <a:cubicBezTo>
                    <a:pt x="2271" y="1085"/>
                    <a:pt x="2271" y="1074"/>
                    <a:pt x="2271" y="1067"/>
                  </a:cubicBezTo>
                  <a:cubicBezTo>
                    <a:pt x="2271" y="1059"/>
                    <a:pt x="2271" y="1042"/>
                    <a:pt x="2263" y="1039"/>
                  </a:cubicBezTo>
                  <a:cubicBezTo>
                    <a:pt x="2255" y="1036"/>
                    <a:pt x="2251" y="1031"/>
                    <a:pt x="2245" y="1033"/>
                  </a:cubicBezTo>
                  <a:cubicBezTo>
                    <a:pt x="2238" y="1035"/>
                    <a:pt x="2231" y="1034"/>
                    <a:pt x="2227" y="1029"/>
                  </a:cubicBezTo>
                  <a:cubicBezTo>
                    <a:pt x="2223" y="1024"/>
                    <a:pt x="2213" y="1025"/>
                    <a:pt x="2205" y="1025"/>
                  </a:cubicBezTo>
                  <a:cubicBezTo>
                    <a:pt x="2198" y="1025"/>
                    <a:pt x="2197" y="1034"/>
                    <a:pt x="2190" y="1036"/>
                  </a:cubicBezTo>
                  <a:cubicBezTo>
                    <a:pt x="2182" y="1038"/>
                    <a:pt x="2177" y="1049"/>
                    <a:pt x="2183" y="1053"/>
                  </a:cubicBezTo>
                  <a:cubicBezTo>
                    <a:pt x="2190" y="1057"/>
                    <a:pt x="2190" y="1061"/>
                    <a:pt x="2185" y="1065"/>
                  </a:cubicBezTo>
                  <a:cubicBezTo>
                    <a:pt x="2180" y="1069"/>
                    <a:pt x="2170" y="1071"/>
                    <a:pt x="2167" y="1060"/>
                  </a:cubicBezTo>
                  <a:cubicBezTo>
                    <a:pt x="2164" y="1049"/>
                    <a:pt x="2159" y="1045"/>
                    <a:pt x="2154" y="1043"/>
                  </a:cubicBezTo>
                  <a:cubicBezTo>
                    <a:pt x="2148" y="1041"/>
                    <a:pt x="2127" y="1042"/>
                    <a:pt x="2126" y="1035"/>
                  </a:cubicBezTo>
                  <a:cubicBezTo>
                    <a:pt x="2124" y="1028"/>
                    <a:pt x="2119" y="1022"/>
                    <a:pt x="2113" y="1023"/>
                  </a:cubicBezTo>
                  <a:cubicBezTo>
                    <a:pt x="2106" y="1024"/>
                    <a:pt x="2085" y="1029"/>
                    <a:pt x="2084" y="1021"/>
                  </a:cubicBezTo>
                  <a:cubicBezTo>
                    <a:pt x="2084" y="1014"/>
                    <a:pt x="2081" y="1007"/>
                    <a:pt x="2089" y="1007"/>
                  </a:cubicBezTo>
                  <a:cubicBezTo>
                    <a:pt x="2096" y="1007"/>
                    <a:pt x="2099" y="1003"/>
                    <a:pt x="2097" y="999"/>
                  </a:cubicBezTo>
                  <a:cubicBezTo>
                    <a:pt x="2096" y="995"/>
                    <a:pt x="2101" y="982"/>
                    <a:pt x="2092" y="982"/>
                  </a:cubicBezTo>
                  <a:cubicBezTo>
                    <a:pt x="2084" y="982"/>
                    <a:pt x="2089" y="973"/>
                    <a:pt x="2078" y="972"/>
                  </a:cubicBezTo>
                  <a:cubicBezTo>
                    <a:pt x="2068" y="971"/>
                    <a:pt x="2071" y="963"/>
                    <a:pt x="2072" y="955"/>
                  </a:cubicBezTo>
                  <a:cubicBezTo>
                    <a:pt x="2073" y="948"/>
                    <a:pt x="2076" y="937"/>
                    <a:pt x="2073" y="932"/>
                  </a:cubicBezTo>
                  <a:cubicBezTo>
                    <a:pt x="2069" y="927"/>
                    <a:pt x="2065" y="929"/>
                    <a:pt x="2062" y="923"/>
                  </a:cubicBezTo>
                  <a:cubicBezTo>
                    <a:pt x="2059" y="916"/>
                    <a:pt x="2051" y="915"/>
                    <a:pt x="2048" y="919"/>
                  </a:cubicBezTo>
                  <a:cubicBezTo>
                    <a:pt x="2045" y="923"/>
                    <a:pt x="2046" y="923"/>
                    <a:pt x="2035" y="923"/>
                  </a:cubicBezTo>
                  <a:cubicBezTo>
                    <a:pt x="2025" y="923"/>
                    <a:pt x="2023" y="930"/>
                    <a:pt x="2015" y="934"/>
                  </a:cubicBezTo>
                  <a:cubicBezTo>
                    <a:pt x="2008" y="938"/>
                    <a:pt x="2002" y="948"/>
                    <a:pt x="1998" y="953"/>
                  </a:cubicBezTo>
                  <a:cubicBezTo>
                    <a:pt x="1993" y="957"/>
                    <a:pt x="1994" y="964"/>
                    <a:pt x="1982" y="965"/>
                  </a:cubicBezTo>
                  <a:cubicBezTo>
                    <a:pt x="1971" y="966"/>
                    <a:pt x="1967" y="973"/>
                    <a:pt x="1962" y="976"/>
                  </a:cubicBezTo>
                  <a:cubicBezTo>
                    <a:pt x="1957" y="979"/>
                    <a:pt x="1956" y="989"/>
                    <a:pt x="1963" y="995"/>
                  </a:cubicBezTo>
                  <a:cubicBezTo>
                    <a:pt x="1970" y="1001"/>
                    <a:pt x="1975" y="1006"/>
                    <a:pt x="1983" y="1004"/>
                  </a:cubicBezTo>
                  <a:cubicBezTo>
                    <a:pt x="1991" y="1003"/>
                    <a:pt x="2002" y="1002"/>
                    <a:pt x="2005" y="1008"/>
                  </a:cubicBezTo>
                  <a:cubicBezTo>
                    <a:pt x="2009" y="1014"/>
                    <a:pt x="2009" y="1016"/>
                    <a:pt x="2014" y="1016"/>
                  </a:cubicBezTo>
                  <a:cubicBezTo>
                    <a:pt x="2019" y="1016"/>
                    <a:pt x="2024" y="1022"/>
                    <a:pt x="2024" y="1026"/>
                  </a:cubicBezTo>
                  <a:cubicBezTo>
                    <a:pt x="2024" y="1031"/>
                    <a:pt x="2020" y="1034"/>
                    <a:pt x="2006" y="1034"/>
                  </a:cubicBezTo>
                  <a:cubicBezTo>
                    <a:pt x="1992" y="1034"/>
                    <a:pt x="1993" y="1041"/>
                    <a:pt x="1985" y="1041"/>
                  </a:cubicBezTo>
                  <a:cubicBezTo>
                    <a:pt x="1977" y="1041"/>
                    <a:pt x="1975" y="1049"/>
                    <a:pt x="1992" y="1052"/>
                  </a:cubicBezTo>
                  <a:cubicBezTo>
                    <a:pt x="2009" y="1056"/>
                    <a:pt x="2010" y="1064"/>
                    <a:pt x="2020" y="1064"/>
                  </a:cubicBezTo>
                  <a:cubicBezTo>
                    <a:pt x="2029" y="1064"/>
                    <a:pt x="2041" y="1068"/>
                    <a:pt x="2046" y="1071"/>
                  </a:cubicBezTo>
                  <a:cubicBezTo>
                    <a:pt x="2050" y="1074"/>
                    <a:pt x="2053" y="1082"/>
                    <a:pt x="2046" y="1084"/>
                  </a:cubicBezTo>
                  <a:cubicBezTo>
                    <a:pt x="2038" y="1085"/>
                    <a:pt x="2043" y="1092"/>
                    <a:pt x="2030" y="1092"/>
                  </a:cubicBezTo>
                  <a:cubicBezTo>
                    <a:pt x="2018" y="1091"/>
                    <a:pt x="1959" y="1090"/>
                    <a:pt x="1952" y="1091"/>
                  </a:cubicBezTo>
                  <a:cubicBezTo>
                    <a:pt x="1946" y="1092"/>
                    <a:pt x="1943" y="1084"/>
                    <a:pt x="1934" y="1085"/>
                  </a:cubicBezTo>
                  <a:cubicBezTo>
                    <a:pt x="1926" y="1087"/>
                    <a:pt x="1917" y="1092"/>
                    <a:pt x="1904" y="1092"/>
                  </a:cubicBezTo>
                  <a:cubicBezTo>
                    <a:pt x="1892" y="1091"/>
                    <a:pt x="1888" y="1068"/>
                    <a:pt x="1881" y="1062"/>
                  </a:cubicBezTo>
                  <a:cubicBezTo>
                    <a:pt x="1875" y="1057"/>
                    <a:pt x="1881" y="1044"/>
                    <a:pt x="1870" y="1042"/>
                  </a:cubicBezTo>
                  <a:cubicBezTo>
                    <a:pt x="1859" y="1041"/>
                    <a:pt x="1856" y="1032"/>
                    <a:pt x="1848" y="1032"/>
                  </a:cubicBezTo>
                  <a:cubicBezTo>
                    <a:pt x="1839" y="1032"/>
                    <a:pt x="1823" y="1023"/>
                    <a:pt x="1819" y="1014"/>
                  </a:cubicBezTo>
                  <a:cubicBezTo>
                    <a:pt x="1815" y="1006"/>
                    <a:pt x="1805" y="998"/>
                    <a:pt x="1793" y="996"/>
                  </a:cubicBezTo>
                  <a:cubicBezTo>
                    <a:pt x="1782" y="995"/>
                    <a:pt x="1763" y="997"/>
                    <a:pt x="1759" y="1001"/>
                  </a:cubicBezTo>
                  <a:cubicBezTo>
                    <a:pt x="1755" y="1006"/>
                    <a:pt x="1730" y="1012"/>
                    <a:pt x="1724" y="1006"/>
                  </a:cubicBezTo>
                  <a:cubicBezTo>
                    <a:pt x="1719" y="1001"/>
                    <a:pt x="1720" y="986"/>
                    <a:pt x="1713" y="980"/>
                  </a:cubicBezTo>
                  <a:cubicBezTo>
                    <a:pt x="1706" y="974"/>
                    <a:pt x="1698" y="966"/>
                    <a:pt x="1689" y="967"/>
                  </a:cubicBezTo>
                  <a:cubicBezTo>
                    <a:pt x="1681" y="968"/>
                    <a:pt x="1679" y="970"/>
                    <a:pt x="1668" y="969"/>
                  </a:cubicBezTo>
                  <a:cubicBezTo>
                    <a:pt x="1668" y="969"/>
                    <a:pt x="1651" y="964"/>
                    <a:pt x="1643" y="971"/>
                  </a:cubicBezTo>
                  <a:cubicBezTo>
                    <a:pt x="1636" y="977"/>
                    <a:pt x="1628" y="975"/>
                    <a:pt x="1622" y="975"/>
                  </a:cubicBezTo>
                  <a:close/>
                  <a:moveTo>
                    <a:pt x="1168" y="1017"/>
                  </a:moveTo>
                  <a:cubicBezTo>
                    <a:pt x="1176" y="1016"/>
                    <a:pt x="1179" y="1019"/>
                    <a:pt x="1175" y="1027"/>
                  </a:cubicBezTo>
                  <a:cubicBezTo>
                    <a:pt x="1172" y="1035"/>
                    <a:pt x="1172" y="1042"/>
                    <a:pt x="1181" y="1046"/>
                  </a:cubicBezTo>
                  <a:cubicBezTo>
                    <a:pt x="1189" y="1049"/>
                    <a:pt x="1196" y="1047"/>
                    <a:pt x="1198" y="1040"/>
                  </a:cubicBezTo>
                  <a:cubicBezTo>
                    <a:pt x="1201" y="1033"/>
                    <a:pt x="1201" y="1029"/>
                    <a:pt x="1211" y="1029"/>
                  </a:cubicBezTo>
                  <a:cubicBezTo>
                    <a:pt x="1222" y="1029"/>
                    <a:pt x="1234" y="1029"/>
                    <a:pt x="1238" y="1036"/>
                  </a:cubicBezTo>
                  <a:cubicBezTo>
                    <a:pt x="1242" y="1042"/>
                    <a:pt x="1246" y="1041"/>
                    <a:pt x="1253" y="1041"/>
                  </a:cubicBezTo>
                  <a:cubicBezTo>
                    <a:pt x="1260" y="1041"/>
                    <a:pt x="1276" y="1041"/>
                    <a:pt x="1275" y="1029"/>
                  </a:cubicBezTo>
                  <a:cubicBezTo>
                    <a:pt x="1274" y="1016"/>
                    <a:pt x="1274" y="1013"/>
                    <a:pt x="1282" y="1013"/>
                  </a:cubicBezTo>
                  <a:cubicBezTo>
                    <a:pt x="1291" y="1013"/>
                    <a:pt x="1296" y="1014"/>
                    <a:pt x="1296" y="1021"/>
                  </a:cubicBezTo>
                  <a:cubicBezTo>
                    <a:pt x="1296" y="1028"/>
                    <a:pt x="1299" y="1033"/>
                    <a:pt x="1304" y="1035"/>
                  </a:cubicBezTo>
                  <a:cubicBezTo>
                    <a:pt x="1309" y="1037"/>
                    <a:pt x="1312" y="1041"/>
                    <a:pt x="1313" y="1047"/>
                  </a:cubicBezTo>
                  <a:cubicBezTo>
                    <a:pt x="1314" y="1054"/>
                    <a:pt x="1316" y="1056"/>
                    <a:pt x="1327" y="1056"/>
                  </a:cubicBezTo>
                  <a:cubicBezTo>
                    <a:pt x="1339" y="1056"/>
                    <a:pt x="1356" y="1055"/>
                    <a:pt x="1358" y="1050"/>
                  </a:cubicBezTo>
                  <a:cubicBezTo>
                    <a:pt x="1359" y="1045"/>
                    <a:pt x="1367" y="1039"/>
                    <a:pt x="1367" y="1027"/>
                  </a:cubicBezTo>
                  <a:cubicBezTo>
                    <a:pt x="1367" y="1015"/>
                    <a:pt x="1364" y="1005"/>
                    <a:pt x="1370" y="1005"/>
                  </a:cubicBezTo>
                  <a:cubicBezTo>
                    <a:pt x="1375" y="1005"/>
                    <a:pt x="1375" y="1011"/>
                    <a:pt x="1381" y="1015"/>
                  </a:cubicBezTo>
                  <a:cubicBezTo>
                    <a:pt x="1387" y="1019"/>
                    <a:pt x="1398" y="1031"/>
                    <a:pt x="1406" y="1020"/>
                  </a:cubicBezTo>
                  <a:cubicBezTo>
                    <a:pt x="1413" y="1009"/>
                    <a:pt x="1412" y="1001"/>
                    <a:pt x="1420" y="998"/>
                  </a:cubicBezTo>
                  <a:cubicBezTo>
                    <a:pt x="1428" y="996"/>
                    <a:pt x="1436" y="991"/>
                    <a:pt x="1432" y="986"/>
                  </a:cubicBezTo>
                  <a:cubicBezTo>
                    <a:pt x="1428" y="981"/>
                    <a:pt x="1424" y="973"/>
                    <a:pt x="1427" y="967"/>
                  </a:cubicBezTo>
                  <a:cubicBezTo>
                    <a:pt x="1430" y="961"/>
                    <a:pt x="1444" y="968"/>
                    <a:pt x="1444" y="958"/>
                  </a:cubicBezTo>
                  <a:cubicBezTo>
                    <a:pt x="1444" y="948"/>
                    <a:pt x="1450" y="948"/>
                    <a:pt x="1451" y="942"/>
                  </a:cubicBezTo>
                  <a:cubicBezTo>
                    <a:pt x="1451" y="935"/>
                    <a:pt x="1453" y="930"/>
                    <a:pt x="1461" y="930"/>
                  </a:cubicBezTo>
                  <a:cubicBezTo>
                    <a:pt x="1470" y="931"/>
                    <a:pt x="1475" y="934"/>
                    <a:pt x="1476" y="942"/>
                  </a:cubicBezTo>
                  <a:cubicBezTo>
                    <a:pt x="1476" y="950"/>
                    <a:pt x="1469" y="953"/>
                    <a:pt x="1471" y="959"/>
                  </a:cubicBezTo>
                  <a:cubicBezTo>
                    <a:pt x="1473" y="965"/>
                    <a:pt x="1470" y="969"/>
                    <a:pt x="1466" y="974"/>
                  </a:cubicBezTo>
                  <a:cubicBezTo>
                    <a:pt x="1461" y="979"/>
                    <a:pt x="1468" y="981"/>
                    <a:pt x="1479" y="991"/>
                  </a:cubicBezTo>
                  <a:cubicBezTo>
                    <a:pt x="1489" y="1001"/>
                    <a:pt x="1498" y="999"/>
                    <a:pt x="1508" y="998"/>
                  </a:cubicBezTo>
                  <a:cubicBezTo>
                    <a:pt x="1518" y="998"/>
                    <a:pt x="1532" y="995"/>
                    <a:pt x="1532" y="986"/>
                  </a:cubicBezTo>
                  <a:cubicBezTo>
                    <a:pt x="1532" y="976"/>
                    <a:pt x="1540" y="964"/>
                    <a:pt x="1548" y="963"/>
                  </a:cubicBezTo>
                  <a:cubicBezTo>
                    <a:pt x="1557" y="961"/>
                    <a:pt x="1568" y="959"/>
                    <a:pt x="1579" y="958"/>
                  </a:cubicBezTo>
                  <a:cubicBezTo>
                    <a:pt x="1590" y="956"/>
                    <a:pt x="1591" y="945"/>
                    <a:pt x="1595" y="946"/>
                  </a:cubicBezTo>
                  <a:cubicBezTo>
                    <a:pt x="1598" y="948"/>
                    <a:pt x="1604" y="943"/>
                    <a:pt x="1598" y="936"/>
                  </a:cubicBezTo>
                  <a:cubicBezTo>
                    <a:pt x="1593" y="929"/>
                    <a:pt x="1585" y="925"/>
                    <a:pt x="1588" y="919"/>
                  </a:cubicBezTo>
                  <a:cubicBezTo>
                    <a:pt x="1591" y="913"/>
                    <a:pt x="1607" y="920"/>
                    <a:pt x="1607" y="911"/>
                  </a:cubicBezTo>
                  <a:cubicBezTo>
                    <a:pt x="1607" y="902"/>
                    <a:pt x="1605" y="902"/>
                    <a:pt x="1596" y="899"/>
                  </a:cubicBezTo>
                  <a:cubicBezTo>
                    <a:pt x="1587" y="896"/>
                    <a:pt x="1584" y="892"/>
                    <a:pt x="1584" y="886"/>
                  </a:cubicBezTo>
                  <a:cubicBezTo>
                    <a:pt x="1584" y="880"/>
                    <a:pt x="1585" y="870"/>
                    <a:pt x="1600" y="872"/>
                  </a:cubicBezTo>
                  <a:cubicBezTo>
                    <a:pt x="1614" y="873"/>
                    <a:pt x="1606" y="858"/>
                    <a:pt x="1618" y="862"/>
                  </a:cubicBezTo>
                  <a:cubicBezTo>
                    <a:pt x="1631" y="865"/>
                    <a:pt x="1636" y="856"/>
                    <a:pt x="1623" y="851"/>
                  </a:cubicBezTo>
                  <a:cubicBezTo>
                    <a:pt x="1609" y="846"/>
                    <a:pt x="1603" y="844"/>
                    <a:pt x="1598" y="839"/>
                  </a:cubicBezTo>
                  <a:cubicBezTo>
                    <a:pt x="1593" y="833"/>
                    <a:pt x="1578" y="833"/>
                    <a:pt x="1573" y="825"/>
                  </a:cubicBezTo>
                  <a:cubicBezTo>
                    <a:pt x="1567" y="817"/>
                    <a:pt x="1564" y="823"/>
                    <a:pt x="1553" y="826"/>
                  </a:cubicBezTo>
                  <a:cubicBezTo>
                    <a:pt x="1542" y="829"/>
                    <a:pt x="1527" y="829"/>
                    <a:pt x="1525" y="834"/>
                  </a:cubicBezTo>
                  <a:cubicBezTo>
                    <a:pt x="1523" y="839"/>
                    <a:pt x="1521" y="842"/>
                    <a:pt x="1529" y="845"/>
                  </a:cubicBezTo>
                  <a:cubicBezTo>
                    <a:pt x="1537" y="848"/>
                    <a:pt x="1539" y="857"/>
                    <a:pt x="1512" y="850"/>
                  </a:cubicBezTo>
                  <a:cubicBezTo>
                    <a:pt x="1484" y="843"/>
                    <a:pt x="1469" y="852"/>
                    <a:pt x="1458" y="850"/>
                  </a:cubicBezTo>
                  <a:cubicBezTo>
                    <a:pt x="1446" y="849"/>
                    <a:pt x="1418" y="853"/>
                    <a:pt x="1406" y="853"/>
                  </a:cubicBezTo>
                  <a:cubicBezTo>
                    <a:pt x="1394" y="853"/>
                    <a:pt x="1391" y="857"/>
                    <a:pt x="1383" y="867"/>
                  </a:cubicBezTo>
                  <a:cubicBezTo>
                    <a:pt x="1374" y="877"/>
                    <a:pt x="1363" y="884"/>
                    <a:pt x="1355" y="889"/>
                  </a:cubicBezTo>
                  <a:cubicBezTo>
                    <a:pt x="1347" y="894"/>
                    <a:pt x="1335" y="899"/>
                    <a:pt x="1328" y="907"/>
                  </a:cubicBezTo>
                  <a:cubicBezTo>
                    <a:pt x="1322" y="916"/>
                    <a:pt x="1315" y="917"/>
                    <a:pt x="1312" y="925"/>
                  </a:cubicBezTo>
                  <a:cubicBezTo>
                    <a:pt x="1308" y="933"/>
                    <a:pt x="1298" y="932"/>
                    <a:pt x="1289" y="935"/>
                  </a:cubicBezTo>
                  <a:cubicBezTo>
                    <a:pt x="1289" y="935"/>
                    <a:pt x="1271" y="938"/>
                    <a:pt x="1264" y="948"/>
                  </a:cubicBezTo>
                  <a:cubicBezTo>
                    <a:pt x="1256" y="958"/>
                    <a:pt x="1244" y="974"/>
                    <a:pt x="1228" y="974"/>
                  </a:cubicBezTo>
                  <a:cubicBezTo>
                    <a:pt x="1212" y="974"/>
                    <a:pt x="1191" y="981"/>
                    <a:pt x="1183" y="987"/>
                  </a:cubicBezTo>
                  <a:cubicBezTo>
                    <a:pt x="1176" y="993"/>
                    <a:pt x="1168" y="997"/>
                    <a:pt x="1161" y="1002"/>
                  </a:cubicBezTo>
                  <a:cubicBezTo>
                    <a:pt x="1154" y="1007"/>
                    <a:pt x="1160" y="1019"/>
                    <a:pt x="1168" y="1017"/>
                  </a:cubicBezTo>
                  <a:close/>
                  <a:moveTo>
                    <a:pt x="1492" y="1021"/>
                  </a:moveTo>
                  <a:cubicBezTo>
                    <a:pt x="1489" y="1016"/>
                    <a:pt x="1480" y="1014"/>
                    <a:pt x="1478" y="1019"/>
                  </a:cubicBezTo>
                  <a:cubicBezTo>
                    <a:pt x="1478" y="1019"/>
                    <a:pt x="1470" y="1033"/>
                    <a:pt x="1460" y="1034"/>
                  </a:cubicBezTo>
                  <a:cubicBezTo>
                    <a:pt x="1450" y="1034"/>
                    <a:pt x="1442" y="1034"/>
                    <a:pt x="1436" y="1038"/>
                  </a:cubicBezTo>
                  <a:cubicBezTo>
                    <a:pt x="1429" y="1043"/>
                    <a:pt x="1423" y="1048"/>
                    <a:pt x="1417" y="1053"/>
                  </a:cubicBezTo>
                  <a:cubicBezTo>
                    <a:pt x="1411" y="1058"/>
                    <a:pt x="1385" y="1076"/>
                    <a:pt x="1385" y="1082"/>
                  </a:cubicBezTo>
                  <a:cubicBezTo>
                    <a:pt x="1385" y="1088"/>
                    <a:pt x="1395" y="1092"/>
                    <a:pt x="1406" y="1095"/>
                  </a:cubicBezTo>
                  <a:cubicBezTo>
                    <a:pt x="1418" y="1098"/>
                    <a:pt x="1435" y="1099"/>
                    <a:pt x="1442" y="1092"/>
                  </a:cubicBezTo>
                  <a:cubicBezTo>
                    <a:pt x="1448" y="1086"/>
                    <a:pt x="1462" y="1082"/>
                    <a:pt x="1468" y="1074"/>
                  </a:cubicBezTo>
                  <a:cubicBezTo>
                    <a:pt x="1473" y="1067"/>
                    <a:pt x="1477" y="1053"/>
                    <a:pt x="1484" y="1049"/>
                  </a:cubicBezTo>
                  <a:cubicBezTo>
                    <a:pt x="1492" y="1045"/>
                    <a:pt x="1501" y="1038"/>
                    <a:pt x="1501" y="1033"/>
                  </a:cubicBezTo>
                  <a:cubicBezTo>
                    <a:pt x="1501" y="1027"/>
                    <a:pt x="1494" y="1025"/>
                    <a:pt x="1492" y="1021"/>
                  </a:cubicBezTo>
                  <a:close/>
                  <a:moveTo>
                    <a:pt x="1269" y="1066"/>
                  </a:moveTo>
                  <a:cubicBezTo>
                    <a:pt x="1269" y="1071"/>
                    <a:pt x="1272" y="1075"/>
                    <a:pt x="1276" y="1071"/>
                  </a:cubicBezTo>
                  <a:cubicBezTo>
                    <a:pt x="1280" y="1066"/>
                    <a:pt x="1283" y="1063"/>
                    <a:pt x="1284" y="1057"/>
                  </a:cubicBezTo>
                  <a:cubicBezTo>
                    <a:pt x="1285" y="1050"/>
                    <a:pt x="1282" y="1028"/>
                    <a:pt x="1278" y="1041"/>
                  </a:cubicBezTo>
                  <a:cubicBezTo>
                    <a:pt x="1278" y="1041"/>
                    <a:pt x="1281" y="1051"/>
                    <a:pt x="1277" y="1055"/>
                  </a:cubicBezTo>
                  <a:cubicBezTo>
                    <a:pt x="1272" y="1058"/>
                    <a:pt x="1269" y="1062"/>
                    <a:pt x="1269" y="1066"/>
                  </a:cubicBezTo>
                  <a:close/>
                  <a:moveTo>
                    <a:pt x="1713" y="914"/>
                  </a:moveTo>
                  <a:cubicBezTo>
                    <a:pt x="1713" y="914"/>
                    <a:pt x="1698" y="915"/>
                    <a:pt x="1691" y="918"/>
                  </a:cubicBezTo>
                  <a:cubicBezTo>
                    <a:pt x="1684" y="922"/>
                    <a:pt x="1677" y="925"/>
                    <a:pt x="1677" y="930"/>
                  </a:cubicBezTo>
                  <a:cubicBezTo>
                    <a:pt x="1678" y="935"/>
                    <a:pt x="1685" y="935"/>
                    <a:pt x="1689" y="938"/>
                  </a:cubicBezTo>
                  <a:cubicBezTo>
                    <a:pt x="1692" y="940"/>
                    <a:pt x="1706" y="943"/>
                    <a:pt x="1717" y="943"/>
                  </a:cubicBezTo>
                  <a:cubicBezTo>
                    <a:pt x="1727" y="943"/>
                    <a:pt x="1740" y="944"/>
                    <a:pt x="1744" y="939"/>
                  </a:cubicBezTo>
                  <a:cubicBezTo>
                    <a:pt x="1748" y="934"/>
                    <a:pt x="1757" y="933"/>
                    <a:pt x="1757" y="927"/>
                  </a:cubicBezTo>
                  <a:cubicBezTo>
                    <a:pt x="1756" y="921"/>
                    <a:pt x="1753" y="917"/>
                    <a:pt x="1747" y="918"/>
                  </a:cubicBezTo>
                  <a:cubicBezTo>
                    <a:pt x="1741" y="918"/>
                    <a:pt x="1725" y="914"/>
                    <a:pt x="1713" y="914"/>
                  </a:cubicBezTo>
                  <a:close/>
                  <a:moveTo>
                    <a:pt x="1659" y="775"/>
                  </a:moveTo>
                  <a:cubicBezTo>
                    <a:pt x="1672" y="785"/>
                    <a:pt x="1688" y="796"/>
                    <a:pt x="1695" y="800"/>
                  </a:cubicBezTo>
                  <a:cubicBezTo>
                    <a:pt x="1702" y="804"/>
                    <a:pt x="1717" y="813"/>
                    <a:pt x="1720" y="806"/>
                  </a:cubicBezTo>
                  <a:cubicBezTo>
                    <a:pt x="1722" y="799"/>
                    <a:pt x="1738" y="803"/>
                    <a:pt x="1739" y="797"/>
                  </a:cubicBezTo>
                  <a:cubicBezTo>
                    <a:pt x="1740" y="791"/>
                    <a:pt x="1750" y="787"/>
                    <a:pt x="1747" y="781"/>
                  </a:cubicBezTo>
                  <a:cubicBezTo>
                    <a:pt x="1745" y="775"/>
                    <a:pt x="1736" y="775"/>
                    <a:pt x="1727" y="769"/>
                  </a:cubicBezTo>
                  <a:cubicBezTo>
                    <a:pt x="1717" y="763"/>
                    <a:pt x="1695" y="743"/>
                    <a:pt x="1685" y="755"/>
                  </a:cubicBezTo>
                  <a:cubicBezTo>
                    <a:pt x="1685" y="755"/>
                    <a:pt x="1678" y="760"/>
                    <a:pt x="1671" y="760"/>
                  </a:cubicBezTo>
                  <a:cubicBezTo>
                    <a:pt x="1664" y="761"/>
                    <a:pt x="1646" y="765"/>
                    <a:pt x="1659" y="775"/>
                  </a:cubicBezTo>
                  <a:close/>
                  <a:moveTo>
                    <a:pt x="1940" y="782"/>
                  </a:moveTo>
                  <a:cubicBezTo>
                    <a:pt x="1951" y="782"/>
                    <a:pt x="1971" y="783"/>
                    <a:pt x="1971" y="779"/>
                  </a:cubicBezTo>
                  <a:cubicBezTo>
                    <a:pt x="1971" y="774"/>
                    <a:pt x="1995" y="779"/>
                    <a:pt x="1995" y="773"/>
                  </a:cubicBezTo>
                  <a:cubicBezTo>
                    <a:pt x="1995" y="767"/>
                    <a:pt x="2005" y="772"/>
                    <a:pt x="2005" y="763"/>
                  </a:cubicBezTo>
                  <a:cubicBezTo>
                    <a:pt x="2005" y="754"/>
                    <a:pt x="2002" y="755"/>
                    <a:pt x="1996" y="749"/>
                  </a:cubicBezTo>
                  <a:cubicBezTo>
                    <a:pt x="1989" y="743"/>
                    <a:pt x="1973" y="743"/>
                    <a:pt x="1963" y="743"/>
                  </a:cubicBezTo>
                  <a:cubicBezTo>
                    <a:pt x="1953" y="742"/>
                    <a:pt x="1944" y="744"/>
                    <a:pt x="1939" y="747"/>
                  </a:cubicBezTo>
                  <a:cubicBezTo>
                    <a:pt x="1934" y="751"/>
                    <a:pt x="1934" y="753"/>
                    <a:pt x="1915" y="752"/>
                  </a:cubicBezTo>
                  <a:cubicBezTo>
                    <a:pt x="1897" y="752"/>
                    <a:pt x="1855" y="759"/>
                    <a:pt x="1837" y="760"/>
                  </a:cubicBezTo>
                  <a:cubicBezTo>
                    <a:pt x="1837" y="760"/>
                    <a:pt x="1826" y="758"/>
                    <a:pt x="1817" y="764"/>
                  </a:cubicBezTo>
                  <a:cubicBezTo>
                    <a:pt x="1808" y="769"/>
                    <a:pt x="1799" y="771"/>
                    <a:pt x="1790" y="771"/>
                  </a:cubicBezTo>
                  <a:cubicBezTo>
                    <a:pt x="1782" y="771"/>
                    <a:pt x="1785" y="775"/>
                    <a:pt x="1777" y="776"/>
                  </a:cubicBezTo>
                  <a:cubicBezTo>
                    <a:pt x="1769" y="778"/>
                    <a:pt x="1767" y="782"/>
                    <a:pt x="1766" y="793"/>
                  </a:cubicBezTo>
                  <a:cubicBezTo>
                    <a:pt x="1765" y="803"/>
                    <a:pt x="1767" y="818"/>
                    <a:pt x="1779" y="824"/>
                  </a:cubicBezTo>
                  <a:cubicBezTo>
                    <a:pt x="1792" y="830"/>
                    <a:pt x="1798" y="843"/>
                    <a:pt x="1805" y="843"/>
                  </a:cubicBezTo>
                  <a:cubicBezTo>
                    <a:pt x="1812" y="843"/>
                    <a:pt x="1817" y="846"/>
                    <a:pt x="1819" y="851"/>
                  </a:cubicBezTo>
                  <a:cubicBezTo>
                    <a:pt x="1822" y="856"/>
                    <a:pt x="1827" y="858"/>
                    <a:pt x="1839" y="858"/>
                  </a:cubicBezTo>
                  <a:cubicBezTo>
                    <a:pt x="1851" y="858"/>
                    <a:pt x="1865" y="857"/>
                    <a:pt x="1867" y="853"/>
                  </a:cubicBezTo>
                  <a:cubicBezTo>
                    <a:pt x="1869" y="850"/>
                    <a:pt x="1879" y="849"/>
                    <a:pt x="1891" y="849"/>
                  </a:cubicBezTo>
                  <a:cubicBezTo>
                    <a:pt x="1904" y="849"/>
                    <a:pt x="1918" y="841"/>
                    <a:pt x="1928" y="841"/>
                  </a:cubicBezTo>
                  <a:cubicBezTo>
                    <a:pt x="1939" y="841"/>
                    <a:pt x="1951" y="844"/>
                    <a:pt x="1953" y="837"/>
                  </a:cubicBezTo>
                  <a:cubicBezTo>
                    <a:pt x="1955" y="830"/>
                    <a:pt x="1970" y="838"/>
                    <a:pt x="1969" y="826"/>
                  </a:cubicBezTo>
                  <a:cubicBezTo>
                    <a:pt x="1969" y="814"/>
                    <a:pt x="1976" y="795"/>
                    <a:pt x="1964" y="794"/>
                  </a:cubicBezTo>
                  <a:cubicBezTo>
                    <a:pt x="1952" y="794"/>
                    <a:pt x="1928" y="798"/>
                    <a:pt x="1927" y="789"/>
                  </a:cubicBezTo>
                  <a:cubicBezTo>
                    <a:pt x="1925" y="781"/>
                    <a:pt x="1928" y="781"/>
                    <a:pt x="1940" y="782"/>
                  </a:cubicBezTo>
                  <a:close/>
                  <a:moveTo>
                    <a:pt x="1770" y="720"/>
                  </a:moveTo>
                  <a:cubicBezTo>
                    <a:pt x="1777" y="722"/>
                    <a:pt x="1778" y="729"/>
                    <a:pt x="1790" y="727"/>
                  </a:cubicBezTo>
                  <a:cubicBezTo>
                    <a:pt x="1803" y="724"/>
                    <a:pt x="1802" y="720"/>
                    <a:pt x="1819" y="718"/>
                  </a:cubicBezTo>
                  <a:cubicBezTo>
                    <a:pt x="1836" y="716"/>
                    <a:pt x="1846" y="713"/>
                    <a:pt x="1853" y="722"/>
                  </a:cubicBezTo>
                  <a:cubicBezTo>
                    <a:pt x="1860" y="730"/>
                    <a:pt x="1870" y="728"/>
                    <a:pt x="1879" y="727"/>
                  </a:cubicBezTo>
                  <a:cubicBezTo>
                    <a:pt x="1889" y="727"/>
                    <a:pt x="1896" y="725"/>
                    <a:pt x="1897" y="722"/>
                  </a:cubicBezTo>
                  <a:cubicBezTo>
                    <a:pt x="1898" y="719"/>
                    <a:pt x="1903" y="718"/>
                    <a:pt x="1910" y="718"/>
                  </a:cubicBezTo>
                  <a:cubicBezTo>
                    <a:pt x="1918" y="718"/>
                    <a:pt x="1927" y="717"/>
                    <a:pt x="1927" y="721"/>
                  </a:cubicBezTo>
                  <a:cubicBezTo>
                    <a:pt x="1928" y="725"/>
                    <a:pt x="1937" y="728"/>
                    <a:pt x="1944" y="727"/>
                  </a:cubicBezTo>
                  <a:cubicBezTo>
                    <a:pt x="1951" y="726"/>
                    <a:pt x="1960" y="730"/>
                    <a:pt x="1963" y="725"/>
                  </a:cubicBezTo>
                  <a:cubicBezTo>
                    <a:pt x="1967" y="720"/>
                    <a:pt x="1971" y="718"/>
                    <a:pt x="1980" y="722"/>
                  </a:cubicBezTo>
                  <a:cubicBezTo>
                    <a:pt x="1989" y="726"/>
                    <a:pt x="1989" y="727"/>
                    <a:pt x="1996" y="726"/>
                  </a:cubicBezTo>
                  <a:cubicBezTo>
                    <a:pt x="2002" y="725"/>
                    <a:pt x="2018" y="731"/>
                    <a:pt x="2020" y="724"/>
                  </a:cubicBezTo>
                  <a:cubicBezTo>
                    <a:pt x="2021" y="716"/>
                    <a:pt x="2021" y="714"/>
                    <a:pt x="2025" y="711"/>
                  </a:cubicBezTo>
                  <a:cubicBezTo>
                    <a:pt x="2028" y="708"/>
                    <a:pt x="2030" y="705"/>
                    <a:pt x="2026" y="699"/>
                  </a:cubicBezTo>
                  <a:cubicBezTo>
                    <a:pt x="2021" y="693"/>
                    <a:pt x="2022" y="688"/>
                    <a:pt x="2015" y="687"/>
                  </a:cubicBezTo>
                  <a:cubicBezTo>
                    <a:pt x="2008" y="686"/>
                    <a:pt x="2007" y="682"/>
                    <a:pt x="1997" y="676"/>
                  </a:cubicBezTo>
                  <a:cubicBezTo>
                    <a:pt x="1987" y="670"/>
                    <a:pt x="1976" y="665"/>
                    <a:pt x="1970" y="661"/>
                  </a:cubicBezTo>
                  <a:cubicBezTo>
                    <a:pt x="1965" y="658"/>
                    <a:pt x="1952" y="651"/>
                    <a:pt x="1944" y="655"/>
                  </a:cubicBezTo>
                  <a:cubicBezTo>
                    <a:pt x="1936" y="659"/>
                    <a:pt x="1930" y="659"/>
                    <a:pt x="1919" y="661"/>
                  </a:cubicBezTo>
                  <a:cubicBezTo>
                    <a:pt x="1907" y="663"/>
                    <a:pt x="1912" y="668"/>
                    <a:pt x="1898" y="669"/>
                  </a:cubicBezTo>
                  <a:cubicBezTo>
                    <a:pt x="1885" y="670"/>
                    <a:pt x="1881" y="671"/>
                    <a:pt x="1878" y="675"/>
                  </a:cubicBezTo>
                  <a:cubicBezTo>
                    <a:pt x="1876" y="680"/>
                    <a:pt x="1878" y="689"/>
                    <a:pt x="1842" y="686"/>
                  </a:cubicBezTo>
                  <a:cubicBezTo>
                    <a:pt x="1842" y="686"/>
                    <a:pt x="1827" y="687"/>
                    <a:pt x="1818" y="692"/>
                  </a:cubicBezTo>
                  <a:cubicBezTo>
                    <a:pt x="1808" y="696"/>
                    <a:pt x="1796" y="694"/>
                    <a:pt x="1793" y="699"/>
                  </a:cubicBezTo>
                  <a:cubicBezTo>
                    <a:pt x="1791" y="704"/>
                    <a:pt x="1784" y="704"/>
                    <a:pt x="1779" y="704"/>
                  </a:cubicBezTo>
                  <a:cubicBezTo>
                    <a:pt x="1774" y="704"/>
                    <a:pt x="1775" y="708"/>
                    <a:pt x="1768" y="711"/>
                  </a:cubicBezTo>
                  <a:cubicBezTo>
                    <a:pt x="1761" y="714"/>
                    <a:pt x="1764" y="717"/>
                    <a:pt x="1770" y="720"/>
                  </a:cubicBezTo>
                  <a:close/>
                  <a:moveTo>
                    <a:pt x="2131" y="1344"/>
                  </a:moveTo>
                  <a:cubicBezTo>
                    <a:pt x="2131" y="1340"/>
                    <a:pt x="2135" y="1329"/>
                    <a:pt x="2123" y="1329"/>
                  </a:cubicBezTo>
                  <a:cubicBezTo>
                    <a:pt x="2123" y="1329"/>
                    <a:pt x="2120" y="1327"/>
                    <a:pt x="2119" y="1331"/>
                  </a:cubicBezTo>
                  <a:cubicBezTo>
                    <a:pt x="2119" y="1335"/>
                    <a:pt x="2117" y="1337"/>
                    <a:pt x="2112" y="1337"/>
                  </a:cubicBezTo>
                  <a:cubicBezTo>
                    <a:pt x="2108" y="1337"/>
                    <a:pt x="2096" y="1336"/>
                    <a:pt x="2095" y="1340"/>
                  </a:cubicBezTo>
                  <a:cubicBezTo>
                    <a:pt x="2094" y="1344"/>
                    <a:pt x="2096" y="1346"/>
                    <a:pt x="2103" y="1346"/>
                  </a:cubicBezTo>
                  <a:cubicBezTo>
                    <a:pt x="2110" y="1346"/>
                    <a:pt x="2130" y="1347"/>
                    <a:pt x="2131" y="1344"/>
                  </a:cubicBezTo>
                  <a:close/>
                  <a:moveTo>
                    <a:pt x="3800" y="2455"/>
                  </a:moveTo>
                  <a:cubicBezTo>
                    <a:pt x="3802" y="2458"/>
                    <a:pt x="3813" y="2456"/>
                    <a:pt x="3815" y="2463"/>
                  </a:cubicBezTo>
                  <a:cubicBezTo>
                    <a:pt x="3817" y="2469"/>
                    <a:pt x="3827" y="2470"/>
                    <a:pt x="3828" y="2466"/>
                  </a:cubicBezTo>
                  <a:cubicBezTo>
                    <a:pt x="3829" y="2463"/>
                    <a:pt x="3834" y="2461"/>
                    <a:pt x="3840" y="2459"/>
                  </a:cubicBezTo>
                  <a:cubicBezTo>
                    <a:pt x="3846" y="2458"/>
                    <a:pt x="3839" y="2450"/>
                    <a:pt x="3854" y="2448"/>
                  </a:cubicBezTo>
                  <a:cubicBezTo>
                    <a:pt x="3869" y="2445"/>
                    <a:pt x="3872" y="2449"/>
                    <a:pt x="3872" y="2438"/>
                  </a:cubicBezTo>
                  <a:cubicBezTo>
                    <a:pt x="3872" y="2428"/>
                    <a:pt x="3872" y="2425"/>
                    <a:pt x="3867" y="2422"/>
                  </a:cubicBezTo>
                  <a:cubicBezTo>
                    <a:pt x="3861" y="2420"/>
                    <a:pt x="3862" y="2414"/>
                    <a:pt x="3858" y="2407"/>
                  </a:cubicBezTo>
                  <a:cubicBezTo>
                    <a:pt x="3854" y="2400"/>
                    <a:pt x="3846" y="2396"/>
                    <a:pt x="3840" y="2398"/>
                  </a:cubicBezTo>
                  <a:cubicBezTo>
                    <a:pt x="3835" y="2399"/>
                    <a:pt x="3833" y="2407"/>
                    <a:pt x="3823" y="2406"/>
                  </a:cubicBezTo>
                  <a:cubicBezTo>
                    <a:pt x="3813" y="2404"/>
                    <a:pt x="3810" y="2394"/>
                    <a:pt x="3801" y="2399"/>
                  </a:cubicBezTo>
                  <a:cubicBezTo>
                    <a:pt x="3792" y="2405"/>
                    <a:pt x="3789" y="2410"/>
                    <a:pt x="3787" y="2399"/>
                  </a:cubicBezTo>
                  <a:cubicBezTo>
                    <a:pt x="3785" y="2387"/>
                    <a:pt x="3791" y="2366"/>
                    <a:pt x="3783" y="2357"/>
                  </a:cubicBezTo>
                  <a:cubicBezTo>
                    <a:pt x="3775" y="2347"/>
                    <a:pt x="3771" y="2337"/>
                    <a:pt x="3761" y="2333"/>
                  </a:cubicBezTo>
                  <a:cubicBezTo>
                    <a:pt x="3750" y="2329"/>
                    <a:pt x="3744" y="2330"/>
                    <a:pt x="3737" y="2331"/>
                  </a:cubicBezTo>
                  <a:cubicBezTo>
                    <a:pt x="3730" y="2331"/>
                    <a:pt x="3720" y="2325"/>
                    <a:pt x="3714" y="2320"/>
                  </a:cubicBezTo>
                  <a:cubicBezTo>
                    <a:pt x="3709" y="2314"/>
                    <a:pt x="3688" y="2309"/>
                    <a:pt x="3681" y="2301"/>
                  </a:cubicBezTo>
                  <a:cubicBezTo>
                    <a:pt x="3675" y="2294"/>
                    <a:pt x="3669" y="2290"/>
                    <a:pt x="3661" y="2289"/>
                  </a:cubicBezTo>
                  <a:cubicBezTo>
                    <a:pt x="3654" y="2288"/>
                    <a:pt x="3643" y="2288"/>
                    <a:pt x="3638" y="2281"/>
                  </a:cubicBezTo>
                  <a:cubicBezTo>
                    <a:pt x="3632" y="2275"/>
                    <a:pt x="3630" y="2271"/>
                    <a:pt x="3623" y="2265"/>
                  </a:cubicBezTo>
                  <a:cubicBezTo>
                    <a:pt x="3616" y="2260"/>
                    <a:pt x="3602" y="2255"/>
                    <a:pt x="3596" y="2263"/>
                  </a:cubicBezTo>
                  <a:cubicBezTo>
                    <a:pt x="3589" y="2271"/>
                    <a:pt x="3591" y="2275"/>
                    <a:pt x="3582" y="2272"/>
                  </a:cubicBezTo>
                  <a:cubicBezTo>
                    <a:pt x="3573" y="2270"/>
                    <a:pt x="3573" y="2268"/>
                    <a:pt x="3571" y="2259"/>
                  </a:cubicBezTo>
                  <a:cubicBezTo>
                    <a:pt x="3569" y="2251"/>
                    <a:pt x="3569" y="2235"/>
                    <a:pt x="3575" y="2236"/>
                  </a:cubicBezTo>
                  <a:cubicBezTo>
                    <a:pt x="3581" y="2237"/>
                    <a:pt x="3587" y="2246"/>
                    <a:pt x="3594" y="2246"/>
                  </a:cubicBezTo>
                  <a:cubicBezTo>
                    <a:pt x="3601" y="2246"/>
                    <a:pt x="3609" y="2243"/>
                    <a:pt x="3603" y="2232"/>
                  </a:cubicBezTo>
                  <a:cubicBezTo>
                    <a:pt x="3597" y="2221"/>
                    <a:pt x="3590" y="2213"/>
                    <a:pt x="3585" y="2208"/>
                  </a:cubicBezTo>
                  <a:cubicBezTo>
                    <a:pt x="3581" y="2202"/>
                    <a:pt x="3564" y="2197"/>
                    <a:pt x="3564" y="2206"/>
                  </a:cubicBezTo>
                  <a:cubicBezTo>
                    <a:pt x="3564" y="2215"/>
                    <a:pt x="3576" y="2230"/>
                    <a:pt x="3561" y="2221"/>
                  </a:cubicBezTo>
                  <a:cubicBezTo>
                    <a:pt x="3546" y="2212"/>
                    <a:pt x="3529" y="2202"/>
                    <a:pt x="3524" y="2206"/>
                  </a:cubicBezTo>
                  <a:cubicBezTo>
                    <a:pt x="3518" y="2209"/>
                    <a:pt x="3512" y="2219"/>
                    <a:pt x="3510" y="2229"/>
                  </a:cubicBezTo>
                  <a:cubicBezTo>
                    <a:pt x="3508" y="2240"/>
                    <a:pt x="3497" y="2240"/>
                    <a:pt x="3499" y="2269"/>
                  </a:cubicBezTo>
                  <a:cubicBezTo>
                    <a:pt x="3499" y="2269"/>
                    <a:pt x="3502" y="2291"/>
                    <a:pt x="3497" y="2295"/>
                  </a:cubicBezTo>
                  <a:cubicBezTo>
                    <a:pt x="3493" y="2299"/>
                    <a:pt x="3495" y="2304"/>
                    <a:pt x="3498" y="2309"/>
                  </a:cubicBezTo>
                  <a:cubicBezTo>
                    <a:pt x="3501" y="2314"/>
                    <a:pt x="3503" y="2316"/>
                    <a:pt x="3498" y="2320"/>
                  </a:cubicBezTo>
                  <a:cubicBezTo>
                    <a:pt x="3492" y="2324"/>
                    <a:pt x="3492" y="2334"/>
                    <a:pt x="3488" y="2340"/>
                  </a:cubicBezTo>
                  <a:cubicBezTo>
                    <a:pt x="3483" y="2345"/>
                    <a:pt x="3484" y="2354"/>
                    <a:pt x="3485" y="2360"/>
                  </a:cubicBezTo>
                  <a:cubicBezTo>
                    <a:pt x="3485" y="2366"/>
                    <a:pt x="3488" y="2369"/>
                    <a:pt x="3491" y="2375"/>
                  </a:cubicBezTo>
                  <a:cubicBezTo>
                    <a:pt x="3495" y="2381"/>
                    <a:pt x="3492" y="2394"/>
                    <a:pt x="3484" y="2401"/>
                  </a:cubicBezTo>
                  <a:cubicBezTo>
                    <a:pt x="3475" y="2407"/>
                    <a:pt x="3458" y="2409"/>
                    <a:pt x="3452" y="2420"/>
                  </a:cubicBezTo>
                  <a:cubicBezTo>
                    <a:pt x="3445" y="2430"/>
                    <a:pt x="3444" y="2433"/>
                    <a:pt x="3438" y="2436"/>
                  </a:cubicBezTo>
                  <a:cubicBezTo>
                    <a:pt x="3433" y="2440"/>
                    <a:pt x="3437" y="2447"/>
                    <a:pt x="3442" y="2452"/>
                  </a:cubicBezTo>
                  <a:cubicBezTo>
                    <a:pt x="3447" y="2457"/>
                    <a:pt x="3458" y="2464"/>
                    <a:pt x="3461" y="2457"/>
                  </a:cubicBezTo>
                  <a:cubicBezTo>
                    <a:pt x="3465" y="2451"/>
                    <a:pt x="3472" y="2443"/>
                    <a:pt x="3482" y="2448"/>
                  </a:cubicBezTo>
                  <a:cubicBezTo>
                    <a:pt x="3492" y="2453"/>
                    <a:pt x="3507" y="2445"/>
                    <a:pt x="3509" y="2440"/>
                  </a:cubicBezTo>
                  <a:cubicBezTo>
                    <a:pt x="3511" y="2435"/>
                    <a:pt x="3527" y="2438"/>
                    <a:pt x="3532" y="2441"/>
                  </a:cubicBezTo>
                  <a:cubicBezTo>
                    <a:pt x="3536" y="2443"/>
                    <a:pt x="3540" y="2448"/>
                    <a:pt x="3539" y="2451"/>
                  </a:cubicBezTo>
                  <a:cubicBezTo>
                    <a:pt x="3537" y="2455"/>
                    <a:pt x="3533" y="2457"/>
                    <a:pt x="3533" y="2463"/>
                  </a:cubicBezTo>
                  <a:cubicBezTo>
                    <a:pt x="3533" y="2468"/>
                    <a:pt x="3530" y="2483"/>
                    <a:pt x="3537" y="2488"/>
                  </a:cubicBezTo>
                  <a:cubicBezTo>
                    <a:pt x="3544" y="2494"/>
                    <a:pt x="3546" y="2499"/>
                    <a:pt x="3551" y="2500"/>
                  </a:cubicBezTo>
                  <a:cubicBezTo>
                    <a:pt x="3556" y="2500"/>
                    <a:pt x="3568" y="2505"/>
                    <a:pt x="3569" y="2500"/>
                  </a:cubicBezTo>
                  <a:cubicBezTo>
                    <a:pt x="3570" y="2494"/>
                    <a:pt x="3581" y="2490"/>
                    <a:pt x="3587" y="2489"/>
                  </a:cubicBezTo>
                  <a:cubicBezTo>
                    <a:pt x="3592" y="2488"/>
                    <a:pt x="3611" y="2479"/>
                    <a:pt x="3612" y="2471"/>
                  </a:cubicBezTo>
                  <a:cubicBezTo>
                    <a:pt x="3613" y="2463"/>
                    <a:pt x="3619" y="2451"/>
                    <a:pt x="3628" y="2450"/>
                  </a:cubicBezTo>
                  <a:cubicBezTo>
                    <a:pt x="3637" y="2449"/>
                    <a:pt x="3662" y="2435"/>
                    <a:pt x="3663" y="2422"/>
                  </a:cubicBezTo>
                  <a:cubicBezTo>
                    <a:pt x="3665" y="2410"/>
                    <a:pt x="3674" y="2398"/>
                    <a:pt x="3682" y="2399"/>
                  </a:cubicBezTo>
                  <a:cubicBezTo>
                    <a:pt x="3689" y="2400"/>
                    <a:pt x="3690" y="2413"/>
                    <a:pt x="3702" y="2413"/>
                  </a:cubicBezTo>
                  <a:cubicBezTo>
                    <a:pt x="3714" y="2413"/>
                    <a:pt x="3738" y="2414"/>
                    <a:pt x="3736" y="2423"/>
                  </a:cubicBezTo>
                  <a:cubicBezTo>
                    <a:pt x="3735" y="2433"/>
                    <a:pt x="3736" y="2443"/>
                    <a:pt x="3748" y="2443"/>
                  </a:cubicBezTo>
                  <a:cubicBezTo>
                    <a:pt x="3760" y="2442"/>
                    <a:pt x="3771" y="2442"/>
                    <a:pt x="3774" y="2448"/>
                  </a:cubicBezTo>
                  <a:cubicBezTo>
                    <a:pt x="3777" y="2454"/>
                    <a:pt x="3799" y="2451"/>
                    <a:pt x="3800" y="2455"/>
                  </a:cubicBezTo>
                  <a:close/>
                  <a:moveTo>
                    <a:pt x="5074" y="2098"/>
                  </a:moveTo>
                  <a:cubicBezTo>
                    <a:pt x="5063" y="2097"/>
                    <a:pt x="5049" y="2098"/>
                    <a:pt x="5042" y="2090"/>
                  </a:cubicBezTo>
                  <a:cubicBezTo>
                    <a:pt x="5034" y="2081"/>
                    <a:pt x="5029" y="2086"/>
                    <a:pt x="5023" y="2091"/>
                  </a:cubicBezTo>
                  <a:cubicBezTo>
                    <a:pt x="5018" y="2095"/>
                    <a:pt x="4991" y="2107"/>
                    <a:pt x="4996" y="2093"/>
                  </a:cubicBezTo>
                  <a:cubicBezTo>
                    <a:pt x="5002" y="2079"/>
                    <a:pt x="5022" y="2067"/>
                    <a:pt x="5010" y="2066"/>
                  </a:cubicBezTo>
                  <a:cubicBezTo>
                    <a:pt x="4999" y="2065"/>
                    <a:pt x="5001" y="2068"/>
                    <a:pt x="4992" y="2077"/>
                  </a:cubicBezTo>
                  <a:cubicBezTo>
                    <a:pt x="4983" y="2085"/>
                    <a:pt x="4983" y="2104"/>
                    <a:pt x="4973" y="2101"/>
                  </a:cubicBezTo>
                  <a:cubicBezTo>
                    <a:pt x="4962" y="2099"/>
                    <a:pt x="4981" y="2079"/>
                    <a:pt x="4978" y="2068"/>
                  </a:cubicBezTo>
                  <a:cubicBezTo>
                    <a:pt x="4975" y="2057"/>
                    <a:pt x="4974" y="2049"/>
                    <a:pt x="4959" y="2046"/>
                  </a:cubicBezTo>
                  <a:cubicBezTo>
                    <a:pt x="4944" y="2042"/>
                    <a:pt x="4934" y="2046"/>
                    <a:pt x="4920" y="2033"/>
                  </a:cubicBezTo>
                  <a:cubicBezTo>
                    <a:pt x="4906" y="2020"/>
                    <a:pt x="4897" y="2023"/>
                    <a:pt x="4887" y="2011"/>
                  </a:cubicBezTo>
                  <a:cubicBezTo>
                    <a:pt x="4876" y="1999"/>
                    <a:pt x="4858" y="1968"/>
                    <a:pt x="4847" y="1978"/>
                  </a:cubicBezTo>
                  <a:cubicBezTo>
                    <a:pt x="4836" y="1987"/>
                    <a:pt x="4833" y="1999"/>
                    <a:pt x="4822" y="1991"/>
                  </a:cubicBezTo>
                  <a:cubicBezTo>
                    <a:pt x="4811" y="1982"/>
                    <a:pt x="4805" y="1979"/>
                    <a:pt x="4802" y="1989"/>
                  </a:cubicBezTo>
                  <a:cubicBezTo>
                    <a:pt x="4799" y="1998"/>
                    <a:pt x="4780" y="2009"/>
                    <a:pt x="4782" y="1993"/>
                  </a:cubicBezTo>
                  <a:cubicBezTo>
                    <a:pt x="4785" y="1977"/>
                    <a:pt x="4780" y="1979"/>
                    <a:pt x="4775" y="1980"/>
                  </a:cubicBezTo>
                  <a:cubicBezTo>
                    <a:pt x="4770" y="1981"/>
                    <a:pt x="4764" y="1975"/>
                    <a:pt x="4764" y="1962"/>
                  </a:cubicBezTo>
                  <a:cubicBezTo>
                    <a:pt x="4764" y="1949"/>
                    <a:pt x="4757" y="1933"/>
                    <a:pt x="4741" y="1933"/>
                  </a:cubicBezTo>
                  <a:cubicBezTo>
                    <a:pt x="4724" y="1933"/>
                    <a:pt x="4720" y="1951"/>
                    <a:pt x="4713" y="1946"/>
                  </a:cubicBezTo>
                  <a:cubicBezTo>
                    <a:pt x="4705" y="1940"/>
                    <a:pt x="4701" y="1932"/>
                    <a:pt x="4685" y="1931"/>
                  </a:cubicBezTo>
                  <a:cubicBezTo>
                    <a:pt x="4669" y="1929"/>
                    <a:pt x="4660" y="1925"/>
                    <a:pt x="4649" y="1923"/>
                  </a:cubicBezTo>
                  <a:cubicBezTo>
                    <a:pt x="4638" y="1921"/>
                    <a:pt x="4622" y="1906"/>
                    <a:pt x="4656" y="1906"/>
                  </a:cubicBezTo>
                  <a:cubicBezTo>
                    <a:pt x="4689" y="1906"/>
                    <a:pt x="4680" y="1901"/>
                    <a:pt x="4669" y="1897"/>
                  </a:cubicBezTo>
                  <a:cubicBezTo>
                    <a:pt x="4657" y="1893"/>
                    <a:pt x="4655" y="1880"/>
                    <a:pt x="4644" y="1883"/>
                  </a:cubicBezTo>
                  <a:cubicBezTo>
                    <a:pt x="4633" y="1886"/>
                    <a:pt x="4613" y="1898"/>
                    <a:pt x="4608" y="1892"/>
                  </a:cubicBezTo>
                  <a:cubicBezTo>
                    <a:pt x="4604" y="1885"/>
                    <a:pt x="4608" y="1879"/>
                    <a:pt x="4622" y="1876"/>
                  </a:cubicBezTo>
                  <a:cubicBezTo>
                    <a:pt x="4636" y="1872"/>
                    <a:pt x="4664" y="1883"/>
                    <a:pt x="4663" y="1872"/>
                  </a:cubicBezTo>
                  <a:cubicBezTo>
                    <a:pt x="4662" y="1862"/>
                    <a:pt x="4646" y="1854"/>
                    <a:pt x="4637" y="1855"/>
                  </a:cubicBezTo>
                  <a:cubicBezTo>
                    <a:pt x="4629" y="1856"/>
                    <a:pt x="4606" y="1865"/>
                    <a:pt x="4605" y="1858"/>
                  </a:cubicBezTo>
                  <a:cubicBezTo>
                    <a:pt x="4604" y="1852"/>
                    <a:pt x="4613" y="1842"/>
                    <a:pt x="4632" y="1843"/>
                  </a:cubicBezTo>
                  <a:cubicBezTo>
                    <a:pt x="4651" y="1845"/>
                    <a:pt x="4652" y="1845"/>
                    <a:pt x="4669" y="1852"/>
                  </a:cubicBezTo>
                  <a:cubicBezTo>
                    <a:pt x="4685" y="1860"/>
                    <a:pt x="4699" y="1858"/>
                    <a:pt x="4722" y="1856"/>
                  </a:cubicBezTo>
                  <a:cubicBezTo>
                    <a:pt x="4746" y="1854"/>
                    <a:pt x="4745" y="1845"/>
                    <a:pt x="4731" y="1837"/>
                  </a:cubicBezTo>
                  <a:cubicBezTo>
                    <a:pt x="4717" y="1829"/>
                    <a:pt x="4712" y="1834"/>
                    <a:pt x="4704" y="1824"/>
                  </a:cubicBezTo>
                  <a:cubicBezTo>
                    <a:pt x="4696" y="1814"/>
                    <a:pt x="4684" y="1812"/>
                    <a:pt x="4679" y="1818"/>
                  </a:cubicBezTo>
                  <a:cubicBezTo>
                    <a:pt x="4675" y="1823"/>
                    <a:pt x="4666" y="1822"/>
                    <a:pt x="4653" y="1818"/>
                  </a:cubicBezTo>
                  <a:cubicBezTo>
                    <a:pt x="4641" y="1813"/>
                    <a:pt x="4620" y="1799"/>
                    <a:pt x="4642" y="1797"/>
                  </a:cubicBezTo>
                  <a:cubicBezTo>
                    <a:pt x="4663" y="1795"/>
                    <a:pt x="4666" y="1782"/>
                    <a:pt x="4679" y="1790"/>
                  </a:cubicBezTo>
                  <a:cubicBezTo>
                    <a:pt x="4692" y="1797"/>
                    <a:pt x="4713" y="1797"/>
                    <a:pt x="4714" y="1784"/>
                  </a:cubicBezTo>
                  <a:cubicBezTo>
                    <a:pt x="4715" y="1771"/>
                    <a:pt x="4692" y="1762"/>
                    <a:pt x="4685" y="1747"/>
                  </a:cubicBezTo>
                  <a:cubicBezTo>
                    <a:pt x="4677" y="1732"/>
                    <a:pt x="4660" y="1721"/>
                    <a:pt x="4653" y="1724"/>
                  </a:cubicBezTo>
                  <a:cubicBezTo>
                    <a:pt x="4647" y="1727"/>
                    <a:pt x="4641" y="1726"/>
                    <a:pt x="4641" y="1737"/>
                  </a:cubicBezTo>
                  <a:cubicBezTo>
                    <a:pt x="4641" y="1748"/>
                    <a:pt x="4633" y="1755"/>
                    <a:pt x="4627" y="1754"/>
                  </a:cubicBezTo>
                  <a:cubicBezTo>
                    <a:pt x="4620" y="1753"/>
                    <a:pt x="4618" y="1761"/>
                    <a:pt x="4610" y="1760"/>
                  </a:cubicBezTo>
                  <a:cubicBezTo>
                    <a:pt x="4603" y="1759"/>
                    <a:pt x="4585" y="1770"/>
                    <a:pt x="4581" y="1775"/>
                  </a:cubicBezTo>
                  <a:cubicBezTo>
                    <a:pt x="4578" y="1779"/>
                    <a:pt x="4556" y="1786"/>
                    <a:pt x="4549" y="1786"/>
                  </a:cubicBezTo>
                  <a:cubicBezTo>
                    <a:pt x="4543" y="1786"/>
                    <a:pt x="4536" y="1777"/>
                    <a:pt x="4553" y="1774"/>
                  </a:cubicBezTo>
                  <a:cubicBezTo>
                    <a:pt x="4571" y="1770"/>
                    <a:pt x="4586" y="1762"/>
                    <a:pt x="4594" y="1754"/>
                  </a:cubicBezTo>
                  <a:cubicBezTo>
                    <a:pt x="4603" y="1747"/>
                    <a:pt x="4613" y="1739"/>
                    <a:pt x="4605" y="1739"/>
                  </a:cubicBezTo>
                  <a:cubicBezTo>
                    <a:pt x="4598" y="1739"/>
                    <a:pt x="4583" y="1734"/>
                    <a:pt x="4571" y="1743"/>
                  </a:cubicBezTo>
                  <a:cubicBezTo>
                    <a:pt x="4559" y="1753"/>
                    <a:pt x="4528" y="1778"/>
                    <a:pt x="4527" y="1765"/>
                  </a:cubicBezTo>
                  <a:cubicBezTo>
                    <a:pt x="4526" y="1752"/>
                    <a:pt x="4524" y="1749"/>
                    <a:pt x="4547" y="1740"/>
                  </a:cubicBezTo>
                  <a:cubicBezTo>
                    <a:pt x="4570" y="1732"/>
                    <a:pt x="4575" y="1725"/>
                    <a:pt x="4593" y="1725"/>
                  </a:cubicBezTo>
                  <a:cubicBezTo>
                    <a:pt x="4612" y="1725"/>
                    <a:pt x="4599" y="1710"/>
                    <a:pt x="4621" y="1713"/>
                  </a:cubicBezTo>
                  <a:cubicBezTo>
                    <a:pt x="4644" y="1717"/>
                    <a:pt x="4644" y="1712"/>
                    <a:pt x="4633" y="1705"/>
                  </a:cubicBezTo>
                  <a:cubicBezTo>
                    <a:pt x="4622" y="1697"/>
                    <a:pt x="4616" y="1685"/>
                    <a:pt x="4606" y="1685"/>
                  </a:cubicBezTo>
                  <a:cubicBezTo>
                    <a:pt x="4596" y="1685"/>
                    <a:pt x="4584" y="1670"/>
                    <a:pt x="4569" y="1671"/>
                  </a:cubicBezTo>
                  <a:cubicBezTo>
                    <a:pt x="4553" y="1673"/>
                    <a:pt x="4534" y="1683"/>
                    <a:pt x="4534" y="1675"/>
                  </a:cubicBezTo>
                  <a:cubicBezTo>
                    <a:pt x="4534" y="1666"/>
                    <a:pt x="4523" y="1669"/>
                    <a:pt x="4514" y="1670"/>
                  </a:cubicBezTo>
                  <a:cubicBezTo>
                    <a:pt x="4504" y="1671"/>
                    <a:pt x="4485" y="1679"/>
                    <a:pt x="4501" y="1684"/>
                  </a:cubicBezTo>
                  <a:cubicBezTo>
                    <a:pt x="4517" y="1690"/>
                    <a:pt x="4518" y="1706"/>
                    <a:pt x="4508" y="1705"/>
                  </a:cubicBezTo>
                  <a:cubicBezTo>
                    <a:pt x="4499" y="1704"/>
                    <a:pt x="4504" y="1696"/>
                    <a:pt x="4492" y="1692"/>
                  </a:cubicBezTo>
                  <a:cubicBezTo>
                    <a:pt x="4480" y="1688"/>
                    <a:pt x="4478" y="1684"/>
                    <a:pt x="4471" y="1698"/>
                  </a:cubicBezTo>
                  <a:cubicBezTo>
                    <a:pt x="4463" y="1712"/>
                    <a:pt x="4452" y="1726"/>
                    <a:pt x="4449" y="1741"/>
                  </a:cubicBezTo>
                  <a:cubicBezTo>
                    <a:pt x="4446" y="1756"/>
                    <a:pt x="4432" y="1765"/>
                    <a:pt x="4434" y="1749"/>
                  </a:cubicBezTo>
                  <a:cubicBezTo>
                    <a:pt x="4436" y="1733"/>
                    <a:pt x="4449" y="1719"/>
                    <a:pt x="4450" y="1710"/>
                  </a:cubicBezTo>
                  <a:cubicBezTo>
                    <a:pt x="4451" y="1702"/>
                    <a:pt x="4432" y="1700"/>
                    <a:pt x="4429" y="1712"/>
                  </a:cubicBezTo>
                  <a:cubicBezTo>
                    <a:pt x="4426" y="1724"/>
                    <a:pt x="4407" y="1737"/>
                    <a:pt x="4407" y="1723"/>
                  </a:cubicBezTo>
                  <a:cubicBezTo>
                    <a:pt x="4407" y="1709"/>
                    <a:pt x="4416" y="1692"/>
                    <a:pt x="4432" y="1691"/>
                  </a:cubicBezTo>
                  <a:cubicBezTo>
                    <a:pt x="4448" y="1690"/>
                    <a:pt x="4484" y="1686"/>
                    <a:pt x="4485" y="1669"/>
                  </a:cubicBezTo>
                  <a:cubicBezTo>
                    <a:pt x="4486" y="1652"/>
                    <a:pt x="4508" y="1642"/>
                    <a:pt x="4488" y="1640"/>
                  </a:cubicBezTo>
                  <a:cubicBezTo>
                    <a:pt x="4467" y="1638"/>
                    <a:pt x="4455" y="1638"/>
                    <a:pt x="4450" y="1645"/>
                  </a:cubicBezTo>
                  <a:cubicBezTo>
                    <a:pt x="4446" y="1651"/>
                    <a:pt x="4435" y="1662"/>
                    <a:pt x="4423" y="1662"/>
                  </a:cubicBezTo>
                  <a:cubicBezTo>
                    <a:pt x="4412" y="1662"/>
                    <a:pt x="4400" y="1669"/>
                    <a:pt x="4392" y="1675"/>
                  </a:cubicBezTo>
                  <a:cubicBezTo>
                    <a:pt x="4385" y="1680"/>
                    <a:pt x="4365" y="1698"/>
                    <a:pt x="4363" y="1685"/>
                  </a:cubicBezTo>
                  <a:cubicBezTo>
                    <a:pt x="4361" y="1673"/>
                    <a:pt x="4375" y="1664"/>
                    <a:pt x="4388" y="1655"/>
                  </a:cubicBezTo>
                  <a:cubicBezTo>
                    <a:pt x="4401" y="1647"/>
                    <a:pt x="4418" y="1640"/>
                    <a:pt x="4428" y="1642"/>
                  </a:cubicBezTo>
                  <a:cubicBezTo>
                    <a:pt x="4437" y="1645"/>
                    <a:pt x="4434" y="1634"/>
                    <a:pt x="4446" y="1628"/>
                  </a:cubicBezTo>
                  <a:cubicBezTo>
                    <a:pt x="4458" y="1623"/>
                    <a:pt x="4455" y="1613"/>
                    <a:pt x="4447" y="1605"/>
                  </a:cubicBezTo>
                  <a:cubicBezTo>
                    <a:pt x="4440" y="1596"/>
                    <a:pt x="4424" y="1589"/>
                    <a:pt x="4409" y="1583"/>
                  </a:cubicBezTo>
                  <a:cubicBezTo>
                    <a:pt x="4394" y="1578"/>
                    <a:pt x="4377" y="1571"/>
                    <a:pt x="4364" y="1574"/>
                  </a:cubicBezTo>
                  <a:cubicBezTo>
                    <a:pt x="4351" y="1576"/>
                    <a:pt x="4351" y="1578"/>
                    <a:pt x="4344" y="1594"/>
                  </a:cubicBezTo>
                  <a:cubicBezTo>
                    <a:pt x="4336" y="1610"/>
                    <a:pt x="4331" y="1618"/>
                    <a:pt x="4327" y="1633"/>
                  </a:cubicBezTo>
                  <a:cubicBezTo>
                    <a:pt x="4322" y="1648"/>
                    <a:pt x="4301" y="1676"/>
                    <a:pt x="4306" y="1652"/>
                  </a:cubicBezTo>
                  <a:cubicBezTo>
                    <a:pt x="4312" y="1628"/>
                    <a:pt x="4325" y="1625"/>
                    <a:pt x="4325" y="1607"/>
                  </a:cubicBezTo>
                  <a:cubicBezTo>
                    <a:pt x="4325" y="1589"/>
                    <a:pt x="4308" y="1602"/>
                    <a:pt x="4304" y="1613"/>
                  </a:cubicBezTo>
                  <a:cubicBezTo>
                    <a:pt x="4300" y="1625"/>
                    <a:pt x="4285" y="1651"/>
                    <a:pt x="4283" y="1642"/>
                  </a:cubicBezTo>
                  <a:cubicBezTo>
                    <a:pt x="4280" y="1634"/>
                    <a:pt x="4294" y="1617"/>
                    <a:pt x="4297" y="1605"/>
                  </a:cubicBezTo>
                  <a:cubicBezTo>
                    <a:pt x="4299" y="1593"/>
                    <a:pt x="4299" y="1587"/>
                    <a:pt x="4292" y="1581"/>
                  </a:cubicBezTo>
                  <a:cubicBezTo>
                    <a:pt x="4286" y="1576"/>
                    <a:pt x="4277" y="1582"/>
                    <a:pt x="4276" y="1595"/>
                  </a:cubicBezTo>
                  <a:cubicBezTo>
                    <a:pt x="4275" y="1608"/>
                    <a:pt x="4262" y="1623"/>
                    <a:pt x="4262" y="1611"/>
                  </a:cubicBezTo>
                  <a:cubicBezTo>
                    <a:pt x="4262" y="1599"/>
                    <a:pt x="4272" y="1580"/>
                    <a:pt x="4263" y="1573"/>
                  </a:cubicBezTo>
                  <a:cubicBezTo>
                    <a:pt x="4255" y="1565"/>
                    <a:pt x="4245" y="1577"/>
                    <a:pt x="4237" y="1577"/>
                  </a:cubicBezTo>
                  <a:cubicBezTo>
                    <a:pt x="4230" y="1577"/>
                    <a:pt x="4229" y="1582"/>
                    <a:pt x="4230" y="1592"/>
                  </a:cubicBezTo>
                  <a:cubicBezTo>
                    <a:pt x="4231" y="1602"/>
                    <a:pt x="4229" y="1609"/>
                    <a:pt x="4221" y="1605"/>
                  </a:cubicBezTo>
                  <a:cubicBezTo>
                    <a:pt x="4214" y="1600"/>
                    <a:pt x="4221" y="1590"/>
                    <a:pt x="4209" y="1589"/>
                  </a:cubicBezTo>
                  <a:cubicBezTo>
                    <a:pt x="4198" y="1588"/>
                    <a:pt x="4192" y="1573"/>
                    <a:pt x="4203" y="1566"/>
                  </a:cubicBezTo>
                  <a:cubicBezTo>
                    <a:pt x="4214" y="1560"/>
                    <a:pt x="4228" y="1568"/>
                    <a:pt x="4232" y="1556"/>
                  </a:cubicBezTo>
                  <a:cubicBezTo>
                    <a:pt x="4236" y="1545"/>
                    <a:pt x="4260" y="1557"/>
                    <a:pt x="4262" y="1545"/>
                  </a:cubicBezTo>
                  <a:cubicBezTo>
                    <a:pt x="4264" y="1532"/>
                    <a:pt x="4258" y="1521"/>
                    <a:pt x="4248" y="1521"/>
                  </a:cubicBezTo>
                  <a:cubicBezTo>
                    <a:pt x="4239" y="1521"/>
                    <a:pt x="4218" y="1514"/>
                    <a:pt x="4213" y="1517"/>
                  </a:cubicBezTo>
                  <a:cubicBezTo>
                    <a:pt x="4207" y="1519"/>
                    <a:pt x="4204" y="1534"/>
                    <a:pt x="4192" y="1535"/>
                  </a:cubicBezTo>
                  <a:cubicBezTo>
                    <a:pt x="4180" y="1536"/>
                    <a:pt x="4174" y="1538"/>
                    <a:pt x="4172" y="1549"/>
                  </a:cubicBezTo>
                  <a:cubicBezTo>
                    <a:pt x="4170" y="1560"/>
                    <a:pt x="4146" y="1578"/>
                    <a:pt x="4144" y="1567"/>
                  </a:cubicBezTo>
                  <a:cubicBezTo>
                    <a:pt x="4142" y="1556"/>
                    <a:pt x="4156" y="1554"/>
                    <a:pt x="4159" y="1544"/>
                  </a:cubicBezTo>
                  <a:cubicBezTo>
                    <a:pt x="4162" y="1533"/>
                    <a:pt x="4176" y="1524"/>
                    <a:pt x="4169" y="1522"/>
                  </a:cubicBezTo>
                  <a:cubicBezTo>
                    <a:pt x="4161" y="1520"/>
                    <a:pt x="4151" y="1525"/>
                    <a:pt x="4148" y="1533"/>
                  </a:cubicBezTo>
                  <a:cubicBezTo>
                    <a:pt x="4145" y="1540"/>
                    <a:pt x="4122" y="1548"/>
                    <a:pt x="4122" y="1540"/>
                  </a:cubicBezTo>
                  <a:cubicBezTo>
                    <a:pt x="4122" y="1533"/>
                    <a:pt x="4131" y="1516"/>
                    <a:pt x="4148" y="1513"/>
                  </a:cubicBezTo>
                  <a:cubicBezTo>
                    <a:pt x="4165" y="1511"/>
                    <a:pt x="4205" y="1517"/>
                    <a:pt x="4206" y="1497"/>
                  </a:cubicBezTo>
                  <a:cubicBezTo>
                    <a:pt x="4207" y="1478"/>
                    <a:pt x="4213" y="1483"/>
                    <a:pt x="4194" y="1473"/>
                  </a:cubicBezTo>
                  <a:cubicBezTo>
                    <a:pt x="4176" y="1462"/>
                    <a:pt x="4170" y="1464"/>
                    <a:pt x="4166" y="1458"/>
                  </a:cubicBezTo>
                  <a:cubicBezTo>
                    <a:pt x="4163" y="1451"/>
                    <a:pt x="4150" y="1449"/>
                    <a:pt x="4144" y="1455"/>
                  </a:cubicBezTo>
                  <a:cubicBezTo>
                    <a:pt x="4137" y="1462"/>
                    <a:pt x="4127" y="1462"/>
                    <a:pt x="4116" y="1455"/>
                  </a:cubicBezTo>
                  <a:cubicBezTo>
                    <a:pt x="4105" y="1449"/>
                    <a:pt x="4090" y="1436"/>
                    <a:pt x="4101" y="1434"/>
                  </a:cubicBezTo>
                  <a:cubicBezTo>
                    <a:pt x="4112" y="1432"/>
                    <a:pt x="4140" y="1435"/>
                    <a:pt x="4136" y="1420"/>
                  </a:cubicBezTo>
                  <a:cubicBezTo>
                    <a:pt x="4133" y="1405"/>
                    <a:pt x="4140" y="1410"/>
                    <a:pt x="4114" y="1391"/>
                  </a:cubicBezTo>
                  <a:cubicBezTo>
                    <a:pt x="4088" y="1372"/>
                    <a:pt x="4100" y="1364"/>
                    <a:pt x="4080" y="1356"/>
                  </a:cubicBezTo>
                  <a:cubicBezTo>
                    <a:pt x="4061" y="1349"/>
                    <a:pt x="4061" y="1348"/>
                    <a:pt x="4043" y="1338"/>
                  </a:cubicBezTo>
                  <a:cubicBezTo>
                    <a:pt x="4025" y="1329"/>
                    <a:pt x="4018" y="1320"/>
                    <a:pt x="4001" y="1324"/>
                  </a:cubicBezTo>
                  <a:cubicBezTo>
                    <a:pt x="3984" y="1329"/>
                    <a:pt x="3973" y="1330"/>
                    <a:pt x="3946" y="1330"/>
                  </a:cubicBezTo>
                  <a:cubicBezTo>
                    <a:pt x="3919" y="1330"/>
                    <a:pt x="3912" y="1324"/>
                    <a:pt x="3899" y="1324"/>
                  </a:cubicBezTo>
                  <a:cubicBezTo>
                    <a:pt x="3886" y="1324"/>
                    <a:pt x="3881" y="1310"/>
                    <a:pt x="3864" y="1311"/>
                  </a:cubicBezTo>
                  <a:cubicBezTo>
                    <a:pt x="3848" y="1312"/>
                    <a:pt x="3838" y="1308"/>
                    <a:pt x="3838" y="1318"/>
                  </a:cubicBezTo>
                  <a:cubicBezTo>
                    <a:pt x="3838" y="1327"/>
                    <a:pt x="3843" y="1335"/>
                    <a:pt x="3835" y="1339"/>
                  </a:cubicBezTo>
                  <a:cubicBezTo>
                    <a:pt x="3828" y="1344"/>
                    <a:pt x="3827" y="1375"/>
                    <a:pt x="3840" y="1376"/>
                  </a:cubicBezTo>
                  <a:cubicBezTo>
                    <a:pt x="3853" y="1377"/>
                    <a:pt x="3874" y="1374"/>
                    <a:pt x="3883" y="1406"/>
                  </a:cubicBezTo>
                  <a:cubicBezTo>
                    <a:pt x="3891" y="1438"/>
                    <a:pt x="3905" y="1444"/>
                    <a:pt x="3919" y="1444"/>
                  </a:cubicBezTo>
                  <a:cubicBezTo>
                    <a:pt x="3933" y="1444"/>
                    <a:pt x="3955" y="1438"/>
                    <a:pt x="3971" y="1435"/>
                  </a:cubicBezTo>
                  <a:cubicBezTo>
                    <a:pt x="3987" y="1432"/>
                    <a:pt x="3990" y="1425"/>
                    <a:pt x="4007" y="1425"/>
                  </a:cubicBezTo>
                  <a:cubicBezTo>
                    <a:pt x="4025" y="1425"/>
                    <a:pt x="4072" y="1417"/>
                    <a:pt x="4072" y="1430"/>
                  </a:cubicBezTo>
                  <a:cubicBezTo>
                    <a:pt x="4072" y="1442"/>
                    <a:pt x="4065" y="1442"/>
                    <a:pt x="4049" y="1442"/>
                  </a:cubicBezTo>
                  <a:cubicBezTo>
                    <a:pt x="4033" y="1442"/>
                    <a:pt x="4035" y="1449"/>
                    <a:pt x="4018" y="1449"/>
                  </a:cubicBezTo>
                  <a:cubicBezTo>
                    <a:pt x="4001" y="1449"/>
                    <a:pt x="3989" y="1455"/>
                    <a:pt x="3988" y="1465"/>
                  </a:cubicBezTo>
                  <a:cubicBezTo>
                    <a:pt x="3987" y="1475"/>
                    <a:pt x="3987" y="1479"/>
                    <a:pt x="4005" y="1484"/>
                  </a:cubicBezTo>
                  <a:cubicBezTo>
                    <a:pt x="4024" y="1490"/>
                    <a:pt x="4043" y="1496"/>
                    <a:pt x="4059" y="1501"/>
                  </a:cubicBezTo>
                  <a:cubicBezTo>
                    <a:pt x="4075" y="1505"/>
                    <a:pt x="4084" y="1514"/>
                    <a:pt x="4067" y="1514"/>
                  </a:cubicBezTo>
                  <a:cubicBezTo>
                    <a:pt x="4049" y="1514"/>
                    <a:pt x="4034" y="1501"/>
                    <a:pt x="4022" y="1497"/>
                  </a:cubicBezTo>
                  <a:cubicBezTo>
                    <a:pt x="4011" y="1494"/>
                    <a:pt x="3991" y="1495"/>
                    <a:pt x="3987" y="1497"/>
                  </a:cubicBezTo>
                  <a:cubicBezTo>
                    <a:pt x="3983" y="1499"/>
                    <a:pt x="3986" y="1512"/>
                    <a:pt x="3997" y="1519"/>
                  </a:cubicBezTo>
                  <a:cubicBezTo>
                    <a:pt x="4007" y="1525"/>
                    <a:pt x="4013" y="1538"/>
                    <a:pt x="4019" y="1541"/>
                  </a:cubicBezTo>
                  <a:cubicBezTo>
                    <a:pt x="4026" y="1545"/>
                    <a:pt x="4021" y="1554"/>
                    <a:pt x="4004" y="1554"/>
                  </a:cubicBezTo>
                  <a:cubicBezTo>
                    <a:pt x="3987" y="1554"/>
                    <a:pt x="3993" y="1537"/>
                    <a:pt x="3975" y="1536"/>
                  </a:cubicBezTo>
                  <a:cubicBezTo>
                    <a:pt x="3957" y="1535"/>
                    <a:pt x="3939" y="1535"/>
                    <a:pt x="3951" y="1524"/>
                  </a:cubicBezTo>
                  <a:cubicBezTo>
                    <a:pt x="3964" y="1513"/>
                    <a:pt x="3968" y="1510"/>
                    <a:pt x="3965" y="1499"/>
                  </a:cubicBezTo>
                  <a:cubicBezTo>
                    <a:pt x="3963" y="1489"/>
                    <a:pt x="3946" y="1488"/>
                    <a:pt x="3939" y="1485"/>
                  </a:cubicBezTo>
                  <a:cubicBezTo>
                    <a:pt x="3931" y="1483"/>
                    <a:pt x="3919" y="1478"/>
                    <a:pt x="3917" y="1488"/>
                  </a:cubicBezTo>
                  <a:cubicBezTo>
                    <a:pt x="3915" y="1497"/>
                    <a:pt x="3902" y="1511"/>
                    <a:pt x="3899" y="1503"/>
                  </a:cubicBezTo>
                  <a:cubicBezTo>
                    <a:pt x="3896" y="1494"/>
                    <a:pt x="3899" y="1479"/>
                    <a:pt x="3891" y="1480"/>
                  </a:cubicBezTo>
                  <a:cubicBezTo>
                    <a:pt x="3884" y="1481"/>
                    <a:pt x="3879" y="1487"/>
                    <a:pt x="3878" y="1496"/>
                  </a:cubicBezTo>
                  <a:cubicBezTo>
                    <a:pt x="3877" y="1506"/>
                    <a:pt x="3873" y="1522"/>
                    <a:pt x="3855" y="1528"/>
                  </a:cubicBezTo>
                  <a:cubicBezTo>
                    <a:pt x="3836" y="1535"/>
                    <a:pt x="3838" y="1551"/>
                    <a:pt x="3832" y="1545"/>
                  </a:cubicBezTo>
                  <a:cubicBezTo>
                    <a:pt x="3827" y="1538"/>
                    <a:pt x="3822" y="1523"/>
                    <a:pt x="3834" y="1520"/>
                  </a:cubicBezTo>
                  <a:cubicBezTo>
                    <a:pt x="3846" y="1517"/>
                    <a:pt x="3843" y="1508"/>
                    <a:pt x="3843" y="1502"/>
                  </a:cubicBezTo>
                  <a:cubicBezTo>
                    <a:pt x="3843" y="1495"/>
                    <a:pt x="3859" y="1491"/>
                    <a:pt x="3859" y="1480"/>
                  </a:cubicBezTo>
                  <a:cubicBezTo>
                    <a:pt x="3859" y="1469"/>
                    <a:pt x="3846" y="1467"/>
                    <a:pt x="3838" y="1483"/>
                  </a:cubicBezTo>
                  <a:cubicBezTo>
                    <a:pt x="3829" y="1499"/>
                    <a:pt x="3805" y="1514"/>
                    <a:pt x="3810" y="1501"/>
                  </a:cubicBezTo>
                  <a:cubicBezTo>
                    <a:pt x="3814" y="1487"/>
                    <a:pt x="3827" y="1480"/>
                    <a:pt x="3834" y="1468"/>
                  </a:cubicBezTo>
                  <a:cubicBezTo>
                    <a:pt x="3842" y="1456"/>
                    <a:pt x="3868" y="1459"/>
                    <a:pt x="3869" y="1442"/>
                  </a:cubicBezTo>
                  <a:cubicBezTo>
                    <a:pt x="3870" y="1426"/>
                    <a:pt x="3850" y="1427"/>
                    <a:pt x="3850" y="1415"/>
                  </a:cubicBezTo>
                  <a:cubicBezTo>
                    <a:pt x="3850" y="1402"/>
                    <a:pt x="3848" y="1383"/>
                    <a:pt x="3833" y="1383"/>
                  </a:cubicBezTo>
                  <a:cubicBezTo>
                    <a:pt x="3818" y="1383"/>
                    <a:pt x="3814" y="1379"/>
                    <a:pt x="3814" y="1365"/>
                  </a:cubicBezTo>
                  <a:cubicBezTo>
                    <a:pt x="3814" y="1351"/>
                    <a:pt x="3818" y="1351"/>
                    <a:pt x="3810" y="1344"/>
                  </a:cubicBezTo>
                  <a:cubicBezTo>
                    <a:pt x="3801" y="1336"/>
                    <a:pt x="3807" y="1322"/>
                    <a:pt x="3787" y="1320"/>
                  </a:cubicBezTo>
                  <a:cubicBezTo>
                    <a:pt x="3767" y="1318"/>
                    <a:pt x="3724" y="1310"/>
                    <a:pt x="3704" y="1319"/>
                  </a:cubicBezTo>
                  <a:cubicBezTo>
                    <a:pt x="3685" y="1327"/>
                    <a:pt x="3663" y="1325"/>
                    <a:pt x="3658" y="1338"/>
                  </a:cubicBezTo>
                  <a:cubicBezTo>
                    <a:pt x="3653" y="1351"/>
                    <a:pt x="3674" y="1370"/>
                    <a:pt x="3659" y="1366"/>
                  </a:cubicBezTo>
                  <a:cubicBezTo>
                    <a:pt x="3644" y="1362"/>
                    <a:pt x="3654" y="1342"/>
                    <a:pt x="3635" y="1347"/>
                  </a:cubicBezTo>
                  <a:cubicBezTo>
                    <a:pt x="3617" y="1351"/>
                    <a:pt x="3617" y="1350"/>
                    <a:pt x="3609" y="1360"/>
                  </a:cubicBezTo>
                  <a:cubicBezTo>
                    <a:pt x="3600" y="1369"/>
                    <a:pt x="3612" y="1366"/>
                    <a:pt x="3620" y="1374"/>
                  </a:cubicBezTo>
                  <a:cubicBezTo>
                    <a:pt x="3629" y="1381"/>
                    <a:pt x="3634" y="1394"/>
                    <a:pt x="3609" y="1383"/>
                  </a:cubicBezTo>
                  <a:cubicBezTo>
                    <a:pt x="3583" y="1373"/>
                    <a:pt x="3577" y="1360"/>
                    <a:pt x="3572" y="1369"/>
                  </a:cubicBezTo>
                  <a:cubicBezTo>
                    <a:pt x="3567" y="1379"/>
                    <a:pt x="3569" y="1382"/>
                    <a:pt x="3588" y="1390"/>
                  </a:cubicBezTo>
                  <a:cubicBezTo>
                    <a:pt x="3607" y="1397"/>
                    <a:pt x="3624" y="1397"/>
                    <a:pt x="3639" y="1398"/>
                  </a:cubicBezTo>
                  <a:cubicBezTo>
                    <a:pt x="3654" y="1399"/>
                    <a:pt x="3676" y="1408"/>
                    <a:pt x="3657" y="1409"/>
                  </a:cubicBezTo>
                  <a:cubicBezTo>
                    <a:pt x="3638" y="1410"/>
                    <a:pt x="3614" y="1416"/>
                    <a:pt x="3592" y="1408"/>
                  </a:cubicBezTo>
                  <a:cubicBezTo>
                    <a:pt x="3571" y="1401"/>
                    <a:pt x="3553" y="1395"/>
                    <a:pt x="3549" y="1399"/>
                  </a:cubicBezTo>
                  <a:cubicBezTo>
                    <a:pt x="3546" y="1404"/>
                    <a:pt x="3553" y="1408"/>
                    <a:pt x="3574" y="1416"/>
                  </a:cubicBezTo>
                  <a:cubicBezTo>
                    <a:pt x="3596" y="1423"/>
                    <a:pt x="3624" y="1423"/>
                    <a:pt x="3619" y="1432"/>
                  </a:cubicBezTo>
                  <a:cubicBezTo>
                    <a:pt x="3615" y="1440"/>
                    <a:pt x="3576" y="1426"/>
                    <a:pt x="3567" y="1424"/>
                  </a:cubicBezTo>
                  <a:cubicBezTo>
                    <a:pt x="3557" y="1422"/>
                    <a:pt x="3535" y="1413"/>
                    <a:pt x="3531" y="1423"/>
                  </a:cubicBezTo>
                  <a:cubicBezTo>
                    <a:pt x="3527" y="1433"/>
                    <a:pt x="3531" y="1462"/>
                    <a:pt x="3543" y="1469"/>
                  </a:cubicBezTo>
                  <a:cubicBezTo>
                    <a:pt x="3555" y="1477"/>
                    <a:pt x="3567" y="1483"/>
                    <a:pt x="3570" y="1474"/>
                  </a:cubicBezTo>
                  <a:cubicBezTo>
                    <a:pt x="3573" y="1464"/>
                    <a:pt x="3576" y="1478"/>
                    <a:pt x="3587" y="1478"/>
                  </a:cubicBezTo>
                  <a:cubicBezTo>
                    <a:pt x="3598" y="1478"/>
                    <a:pt x="3610" y="1483"/>
                    <a:pt x="3599" y="1488"/>
                  </a:cubicBezTo>
                  <a:cubicBezTo>
                    <a:pt x="3588" y="1492"/>
                    <a:pt x="3582" y="1495"/>
                    <a:pt x="3598" y="1504"/>
                  </a:cubicBezTo>
                  <a:cubicBezTo>
                    <a:pt x="3614" y="1512"/>
                    <a:pt x="3626" y="1519"/>
                    <a:pt x="3627" y="1530"/>
                  </a:cubicBezTo>
                  <a:cubicBezTo>
                    <a:pt x="3628" y="1540"/>
                    <a:pt x="3616" y="1539"/>
                    <a:pt x="3605" y="1527"/>
                  </a:cubicBezTo>
                  <a:cubicBezTo>
                    <a:pt x="3595" y="1516"/>
                    <a:pt x="3586" y="1505"/>
                    <a:pt x="3571" y="1504"/>
                  </a:cubicBezTo>
                  <a:cubicBezTo>
                    <a:pt x="3556" y="1503"/>
                    <a:pt x="3547" y="1496"/>
                    <a:pt x="3546" y="1508"/>
                  </a:cubicBezTo>
                  <a:cubicBezTo>
                    <a:pt x="3545" y="1520"/>
                    <a:pt x="3521" y="1520"/>
                    <a:pt x="3529" y="1533"/>
                  </a:cubicBezTo>
                  <a:cubicBezTo>
                    <a:pt x="3537" y="1546"/>
                    <a:pt x="3541" y="1542"/>
                    <a:pt x="3544" y="1556"/>
                  </a:cubicBezTo>
                  <a:cubicBezTo>
                    <a:pt x="3547" y="1570"/>
                    <a:pt x="3558" y="1570"/>
                    <a:pt x="3569" y="1570"/>
                  </a:cubicBezTo>
                  <a:cubicBezTo>
                    <a:pt x="3580" y="1570"/>
                    <a:pt x="3603" y="1565"/>
                    <a:pt x="3602" y="1581"/>
                  </a:cubicBezTo>
                  <a:cubicBezTo>
                    <a:pt x="3601" y="1597"/>
                    <a:pt x="3587" y="1584"/>
                    <a:pt x="3595" y="1603"/>
                  </a:cubicBezTo>
                  <a:cubicBezTo>
                    <a:pt x="3602" y="1621"/>
                    <a:pt x="3600" y="1646"/>
                    <a:pt x="3585" y="1646"/>
                  </a:cubicBezTo>
                  <a:cubicBezTo>
                    <a:pt x="3570" y="1646"/>
                    <a:pt x="3548" y="1618"/>
                    <a:pt x="3533" y="1625"/>
                  </a:cubicBezTo>
                  <a:cubicBezTo>
                    <a:pt x="3518" y="1633"/>
                    <a:pt x="3477" y="1675"/>
                    <a:pt x="3475" y="1651"/>
                  </a:cubicBezTo>
                  <a:cubicBezTo>
                    <a:pt x="3473" y="1627"/>
                    <a:pt x="3489" y="1647"/>
                    <a:pt x="3497" y="1632"/>
                  </a:cubicBezTo>
                  <a:cubicBezTo>
                    <a:pt x="3504" y="1617"/>
                    <a:pt x="3528" y="1611"/>
                    <a:pt x="3543" y="1612"/>
                  </a:cubicBezTo>
                  <a:cubicBezTo>
                    <a:pt x="3558" y="1613"/>
                    <a:pt x="3572" y="1604"/>
                    <a:pt x="3553" y="1592"/>
                  </a:cubicBezTo>
                  <a:cubicBezTo>
                    <a:pt x="3533" y="1580"/>
                    <a:pt x="3491" y="1554"/>
                    <a:pt x="3485" y="1539"/>
                  </a:cubicBezTo>
                  <a:cubicBezTo>
                    <a:pt x="3478" y="1524"/>
                    <a:pt x="3476" y="1506"/>
                    <a:pt x="3486" y="1496"/>
                  </a:cubicBezTo>
                  <a:cubicBezTo>
                    <a:pt x="3496" y="1487"/>
                    <a:pt x="3497" y="1469"/>
                    <a:pt x="3483" y="1465"/>
                  </a:cubicBezTo>
                  <a:cubicBezTo>
                    <a:pt x="3469" y="1461"/>
                    <a:pt x="3458" y="1441"/>
                    <a:pt x="3478" y="1423"/>
                  </a:cubicBezTo>
                  <a:cubicBezTo>
                    <a:pt x="3499" y="1405"/>
                    <a:pt x="3494" y="1375"/>
                    <a:pt x="3517" y="1364"/>
                  </a:cubicBezTo>
                  <a:cubicBezTo>
                    <a:pt x="3541" y="1353"/>
                    <a:pt x="3551" y="1338"/>
                    <a:pt x="3566" y="1333"/>
                  </a:cubicBezTo>
                  <a:cubicBezTo>
                    <a:pt x="3581" y="1327"/>
                    <a:pt x="3588" y="1306"/>
                    <a:pt x="3562" y="1306"/>
                  </a:cubicBezTo>
                  <a:cubicBezTo>
                    <a:pt x="3537" y="1306"/>
                    <a:pt x="3503" y="1305"/>
                    <a:pt x="3475" y="1306"/>
                  </a:cubicBezTo>
                  <a:cubicBezTo>
                    <a:pt x="3475" y="1306"/>
                    <a:pt x="3459" y="1305"/>
                    <a:pt x="3437" y="1310"/>
                  </a:cubicBezTo>
                  <a:cubicBezTo>
                    <a:pt x="3424" y="1313"/>
                    <a:pt x="3397" y="1321"/>
                    <a:pt x="3386" y="1330"/>
                  </a:cubicBezTo>
                  <a:cubicBezTo>
                    <a:pt x="3375" y="1338"/>
                    <a:pt x="3339" y="1366"/>
                    <a:pt x="3330" y="1376"/>
                  </a:cubicBezTo>
                  <a:cubicBezTo>
                    <a:pt x="3322" y="1385"/>
                    <a:pt x="3308" y="1381"/>
                    <a:pt x="3302" y="1396"/>
                  </a:cubicBezTo>
                  <a:cubicBezTo>
                    <a:pt x="3297" y="1411"/>
                    <a:pt x="3293" y="1447"/>
                    <a:pt x="3281" y="1451"/>
                  </a:cubicBezTo>
                  <a:cubicBezTo>
                    <a:pt x="3269" y="1455"/>
                    <a:pt x="3272" y="1473"/>
                    <a:pt x="3267" y="1481"/>
                  </a:cubicBezTo>
                  <a:cubicBezTo>
                    <a:pt x="3261" y="1490"/>
                    <a:pt x="3255" y="1495"/>
                    <a:pt x="3253" y="1507"/>
                  </a:cubicBezTo>
                  <a:cubicBezTo>
                    <a:pt x="3251" y="1519"/>
                    <a:pt x="3240" y="1602"/>
                    <a:pt x="3261" y="1608"/>
                  </a:cubicBezTo>
                  <a:cubicBezTo>
                    <a:pt x="3283" y="1614"/>
                    <a:pt x="3302" y="1618"/>
                    <a:pt x="3327" y="1619"/>
                  </a:cubicBezTo>
                  <a:cubicBezTo>
                    <a:pt x="3352" y="1620"/>
                    <a:pt x="3397" y="1621"/>
                    <a:pt x="3409" y="1630"/>
                  </a:cubicBezTo>
                  <a:cubicBezTo>
                    <a:pt x="3420" y="1638"/>
                    <a:pt x="3438" y="1649"/>
                    <a:pt x="3416" y="1649"/>
                  </a:cubicBezTo>
                  <a:cubicBezTo>
                    <a:pt x="3395" y="1649"/>
                    <a:pt x="3376" y="1659"/>
                    <a:pt x="3365" y="1652"/>
                  </a:cubicBezTo>
                  <a:cubicBezTo>
                    <a:pt x="3353" y="1646"/>
                    <a:pt x="3338" y="1645"/>
                    <a:pt x="3323" y="1642"/>
                  </a:cubicBezTo>
                  <a:cubicBezTo>
                    <a:pt x="3308" y="1640"/>
                    <a:pt x="3285" y="1639"/>
                    <a:pt x="3293" y="1667"/>
                  </a:cubicBezTo>
                  <a:cubicBezTo>
                    <a:pt x="3300" y="1695"/>
                    <a:pt x="3314" y="1691"/>
                    <a:pt x="3334" y="1707"/>
                  </a:cubicBezTo>
                  <a:cubicBezTo>
                    <a:pt x="3355" y="1723"/>
                    <a:pt x="3395" y="1742"/>
                    <a:pt x="3408" y="1735"/>
                  </a:cubicBezTo>
                  <a:cubicBezTo>
                    <a:pt x="3420" y="1727"/>
                    <a:pt x="3429" y="1722"/>
                    <a:pt x="3435" y="1724"/>
                  </a:cubicBezTo>
                  <a:cubicBezTo>
                    <a:pt x="3442" y="1726"/>
                    <a:pt x="3446" y="1711"/>
                    <a:pt x="3462" y="1714"/>
                  </a:cubicBezTo>
                  <a:cubicBezTo>
                    <a:pt x="3478" y="1718"/>
                    <a:pt x="3472" y="1721"/>
                    <a:pt x="3476" y="1732"/>
                  </a:cubicBezTo>
                  <a:cubicBezTo>
                    <a:pt x="3481" y="1742"/>
                    <a:pt x="3500" y="1755"/>
                    <a:pt x="3510" y="1761"/>
                  </a:cubicBezTo>
                  <a:cubicBezTo>
                    <a:pt x="3519" y="1766"/>
                    <a:pt x="3529" y="1767"/>
                    <a:pt x="3540" y="1762"/>
                  </a:cubicBezTo>
                  <a:cubicBezTo>
                    <a:pt x="3551" y="1756"/>
                    <a:pt x="3558" y="1746"/>
                    <a:pt x="3581" y="1759"/>
                  </a:cubicBezTo>
                  <a:cubicBezTo>
                    <a:pt x="3603" y="1771"/>
                    <a:pt x="3620" y="1767"/>
                    <a:pt x="3645" y="1769"/>
                  </a:cubicBezTo>
                  <a:cubicBezTo>
                    <a:pt x="3670" y="1771"/>
                    <a:pt x="3682" y="1755"/>
                    <a:pt x="3715" y="1772"/>
                  </a:cubicBezTo>
                  <a:cubicBezTo>
                    <a:pt x="3748" y="1790"/>
                    <a:pt x="3767" y="1786"/>
                    <a:pt x="3771" y="1781"/>
                  </a:cubicBezTo>
                  <a:cubicBezTo>
                    <a:pt x="3775" y="1776"/>
                    <a:pt x="3770" y="1757"/>
                    <a:pt x="3788" y="1763"/>
                  </a:cubicBezTo>
                  <a:cubicBezTo>
                    <a:pt x="3806" y="1768"/>
                    <a:pt x="3802" y="1772"/>
                    <a:pt x="3815" y="1786"/>
                  </a:cubicBezTo>
                  <a:cubicBezTo>
                    <a:pt x="3828" y="1800"/>
                    <a:pt x="3831" y="1800"/>
                    <a:pt x="3841" y="1802"/>
                  </a:cubicBezTo>
                  <a:cubicBezTo>
                    <a:pt x="3850" y="1804"/>
                    <a:pt x="3857" y="1804"/>
                    <a:pt x="3866" y="1811"/>
                  </a:cubicBezTo>
                  <a:cubicBezTo>
                    <a:pt x="3875" y="1818"/>
                    <a:pt x="3891" y="1831"/>
                    <a:pt x="3892" y="1824"/>
                  </a:cubicBezTo>
                  <a:cubicBezTo>
                    <a:pt x="3893" y="1818"/>
                    <a:pt x="3896" y="1807"/>
                    <a:pt x="3908" y="1807"/>
                  </a:cubicBezTo>
                  <a:cubicBezTo>
                    <a:pt x="3919" y="1806"/>
                    <a:pt x="3929" y="1805"/>
                    <a:pt x="3924" y="1798"/>
                  </a:cubicBezTo>
                  <a:cubicBezTo>
                    <a:pt x="3919" y="1791"/>
                    <a:pt x="3907" y="1784"/>
                    <a:pt x="3896" y="1786"/>
                  </a:cubicBezTo>
                  <a:cubicBezTo>
                    <a:pt x="3885" y="1789"/>
                    <a:pt x="3869" y="1801"/>
                    <a:pt x="3850" y="1791"/>
                  </a:cubicBezTo>
                  <a:cubicBezTo>
                    <a:pt x="3830" y="1781"/>
                    <a:pt x="3822" y="1775"/>
                    <a:pt x="3820" y="1767"/>
                  </a:cubicBezTo>
                  <a:cubicBezTo>
                    <a:pt x="3818" y="1759"/>
                    <a:pt x="3824" y="1753"/>
                    <a:pt x="3841" y="1757"/>
                  </a:cubicBezTo>
                  <a:cubicBezTo>
                    <a:pt x="3859" y="1762"/>
                    <a:pt x="3883" y="1771"/>
                    <a:pt x="3896" y="1772"/>
                  </a:cubicBezTo>
                  <a:cubicBezTo>
                    <a:pt x="3908" y="1772"/>
                    <a:pt x="3927" y="1782"/>
                    <a:pt x="3930" y="1784"/>
                  </a:cubicBezTo>
                  <a:cubicBezTo>
                    <a:pt x="3934" y="1786"/>
                    <a:pt x="3963" y="1779"/>
                    <a:pt x="3972" y="1772"/>
                  </a:cubicBezTo>
                  <a:cubicBezTo>
                    <a:pt x="3981" y="1765"/>
                    <a:pt x="3981" y="1753"/>
                    <a:pt x="3971" y="1743"/>
                  </a:cubicBezTo>
                  <a:cubicBezTo>
                    <a:pt x="3960" y="1733"/>
                    <a:pt x="3931" y="1731"/>
                    <a:pt x="3935" y="1720"/>
                  </a:cubicBezTo>
                  <a:cubicBezTo>
                    <a:pt x="3939" y="1709"/>
                    <a:pt x="3951" y="1713"/>
                    <a:pt x="3953" y="1702"/>
                  </a:cubicBezTo>
                  <a:cubicBezTo>
                    <a:pt x="3955" y="1692"/>
                    <a:pt x="3974" y="1697"/>
                    <a:pt x="3983" y="1717"/>
                  </a:cubicBezTo>
                  <a:cubicBezTo>
                    <a:pt x="3991" y="1737"/>
                    <a:pt x="3993" y="1742"/>
                    <a:pt x="4015" y="1741"/>
                  </a:cubicBezTo>
                  <a:cubicBezTo>
                    <a:pt x="4036" y="1740"/>
                    <a:pt x="4040" y="1737"/>
                    <a:pt x="4037" y="1760"/>
                  </a:cubicBezTo>
                  <a:cubicBezTo>
                    <a:pt x="4035" y="1783"/>
                    <a:pt x="4044" y="1797"/>
                    <a:pt x="4055" y="1788"/>
                  </a:cubicBezTo>
                  <a:cubicBezTo>
                    <a:pt x="4067" y="1780"/>
                    <a:pt x="4062" y="1771"/>
                    <a:pt x="4073" y="1775"/>
                  </a:cubicBezTo>
                  <a:cubicBezTo>
                    <a:pt x="4084" y="1778"/>
                    <a:pt x="4097" y="1781"/>
                    <a:pt x="4092" y="1791"/>
                  </a:cubicBezTo>
                  <a:cubicBezTo>
                    <a:pt x="4086" y="1802"/>
                    <a:pt x="4077" y="1806"/>
                    <a:pt x="4091" y="1812"/>
                  </a:cubicBezTo>
                  <a:cubicBezTo>
                    <a:pt x="4104" y="1818"/>
                    <a:pt x="4113" y="1814"/>
                    <a:pt x="4119" y="1823"/>
                  </a:cubicBezTo>
                  <a:cubicBezTo>
                    <a:pt x="4125" y="1832"/>
                    <a:pt x="4129" y="1832"/>
                    <a:pt x="4139" y="1834"/>
                  </a:cubicBezTo>
                  <a:cubicBezTo>
                    <a:pt x="4149" y="1836"/>
                    <a:pt x="4166" y="1841"/>
                    <a:pt x="4169" y="1850"/>
                  </a:cubicBezTo>
                  <a:cubicBezTo>
                    <a:pt x="4172" y="1858"/>
                    <a:pt x="4170" y="1870"/>
                    <a:pt x="4148" y="1869"/>
                  </a:cubicBezTo>
                  <a:cubicBezTo>
                    <a:pt x="4125" y="1867"/>
                    <a:pt x="4110" y="1870"/>
                    <a:pt x="4107" y="1874"/>
                  </a:cubicBezTo>
                  <a:cubicBezTo>
                    <a:pt x="4105" y="1879"/>
                    <a:pt x="4107" y="1884"/>
                    <a:pt x="4106" y="1896"/>
                  </a:cubicBezTo>
                  <a:cubicBezTo>
                    <a:pt x="4106" y="1908"/>
                    <a:pt x="4110" y="1916"/>
                    <a:pt x="4117" y="1915"/>
                  </a:cubicBezTo>
                  <a:cubicBezTo>
                    <a:pt x="4125" y="1915"/>
                    <a:pt x="4129" y="1916"/>
                    <a:pt x="4136" y="1907"/>
                  </a:cubicBezTo>
                  <a:cubicBezTo>
                    <a:pt x="4142" y="1898"/>
                    <a:pt x="4163" y="1902"/>
                    <a:pt x="4166" y="1892"/>
                  </a:cubicBezTo>
                  <a:cubicBezTo>
                    <a:pt x="4170" y="1881"/>
                    <a:pt x="4180" y="1878"/>
                    <a:pt x="4189" y="1880"/>
                  </a:cubicBezTo>
                  <a:cubicBezTo>
                    <a:pt x="4198" y="1882"/>
                    <a:pt x="4201" y="1893"/>
                    <a:pt x="4209" y="1889"/>
                  </a:cubicBezTo>
                  <a:cubicBezTo>
                    <a:pt x="4217" y="1885"/>
                    <a:pt x="4229" y="1879"/>
                    <a:pt x="4229" y="1885"/>
                  </a:cubicBezTo>
                  <a:cubicBezTo>
                    <a:pt x="4230" y="1891"/>
                    <a:pt x="4225" y="1895"/>
                    <a:pt x="4215" y="1900"/>
                  </a:cubicBezTo>
                  <a:cubicBezTo>
                    <a:pt x="4206" y="1905"/>
                    <a:pt x="4211" y="1915"/>
                    <a:pt x="4194" y="1913"/>
                  </a:cubicBezTo>
                  <a:cubicBezTo>
                    <a:pt x="4178" y="1910"/>
                    <a:pt x="4184" y="1914"/>
                    <a:pt x="4186" y="1925"/>
                  </a:cubicBezTo>
                  <a:cubicBezTo>
                    <a:pt x="4187" y="1936"/>
                    <a:pt x="4198" y="1941"/>
                    <a:pt x="4204" y="1944"/>
                  </a:cubicBezTo>
                  <a:cubicBezTo>
                    <a:pt x="4209" y="1948"/>
                    <a:pt x="4223" y="1944"/>
                    <a:pt x="4223" y="1933"/>
                  </a:cubicBezTo>
                  <a:cubicBezTo>
                    <a:pt x="4223" y="1922"/>
                    <a:pt x="4229" y="1923"/>
                    <a:pt x="4234" y="1923"/>
                  </a:cubicBezTo>
                  <a:cubicBezTo>
                    <a:pt x="4238" y="1923"/>
                    <a:pt x="4249" y="1917"/>
                    <a:pt x="4250" y="1930"/>
                  </a:cubicBezTo>
                  <a:cubicBezTo>
                    <a:pt x="4250" y="1943"/>
                    <a:pt x="4249" y="1942"/>
                    <a:pt x="4255" y="1948"/>
                  </a:cubicBezTo>
                  <a:cubicBezTo>
                    <a:pt x="4261" y="1954"/>
                    <a:pt x="4270" y="1956"/>
                    <a:pt x="4268" y="1949"/>
                  </a:cubicBezTo>
                  <a:cubicBezTo>
                    <a:pt x="4266" y="1942"/>
                    <a:pt x="4258" y="1938"/>
                    <a:pt x="4265" y="1933"/>
                  </a:cubicBezTo>
                  <a:cubicBezTo>
                    <a:pt x="4272" y="1929"/>
                    <a:pt x="4278" y="1925"/>
                    <a:pt x="4282" y="1937"/>
                  </a:cubicBezTo>
                  <a:cubicBezTo>
                    <a:pt x="4285" y="1949"/>
                    <a:pt x="4292" y="1953"/>
                    <a:pt x="4303" y="1953"/>
                  </a:cubicBezTo>
                  <a:cubicBezTo>
                    <a:pt x="4314" y="1953"/>
                    <a:pt x="4313" y="1947"/>
                    <a:pt x="4326" y="1961"/>
                  </a:cubicBezTo>
                  <a:cubicBezTo>
                    <a:pt x="4339" y="1975"/>
                    <a:pt x="4344" y="1976"/>
                    <a:pt x="4345" y="1988"/>
                  </a:cubicBezTo>
                  <a:cubicBezTo>
                    <a:pt x="4345" y="1999"/>
                    <a:pt x="4358" y="1991"/>
                    <a:pt x="4360" y="2009"/>
                  </a:cubicBezTo>
                  <a:cubicBezTo>
                    <a:pt x="4362" y="2027"/>
                    <a:pt x="4374" y="2021"/>
                    <a:pt x="4377" y="2043"/>
                  </a:cubicBezTo>
                  <a:cubicBezTo>
                    <a:pt x="4380" y="2066"/>
                    <a:pt x="4393" y="2078"/>
                    <a:pt x="4371" y="2082"/>
                  </a:cubicBezTo>
                  <a:cubicBezTo>
                    <a:pt x="4348" y="2086"/>
                    <a:pt x="4341" y="2094"/>
                    <a:pt x="4343" y="2109"/>
                  </a:cubicBezTo>
                  <a:cubicBezTo>
                    <a:pt x="4345" y="2124"/>
                    <a:pt x="4337" y="2122"/>
                    <a:pt x="4325" y="2125"/>
                  </a:cubicBezTo>
                  <a:cubicBezTo>
                    <a:pt x="4312" y="2128"/>
                    <a:pt x="4318" y="2147"/>
                    <a:pt x="4295" y="2151"/>
                  </a:cubicBezTo>
                  <a:cubicBezTo>
                    <a:pt x="4273" y="2155"/>
                    <a:pt x="4273" y="2171"/>
                    <a:pt x="4261" y="2173"/>
                  </a:cubicBezTo>
                  <a:cubicBezTo>
                    <a:pt x="4249" y="2176"/>
                    <a:pt x="4237" y="2185"/>
                    <a:pt x="4260" y="2200"/>
                  </a:cubicBezTo>
                  <a:cubicBezTo>
                    <a:pt x="4283" y="2215"/>
                    <a:pt x="4288" y="2228"/>
                    <a:pt x="4295" y="2237"/>
                  </a:cubicBezTo>
                  <a:cubicBezTo>
                    <a:pt x="4303" y="2245"/>
                    <a:pt x="4305" y="2256"/>
                    <a:pt x="4288" y="2255"/>
                  </a:cubicBezTo>
                  <a:cubicBezTo>
                    <a:pt x="4271" y="2254"/>
                    <a:pt x="4261" y="2255"/>
                    <a:pt x="4254" y="2261"/>
                  </a:cubicBezTo>
                  <a:cubicBezTo>
                    <a:pt x="4246" y="2266"/>
                    <a:pt x="4241" y="2266"/>
                    <a:pt x="4223" y="2266"/>
                  </a:cubicBezTo>
                  <a:cubicBezTo>
                    <a:pt x="4206" y="2266"/>
                    <a:pt x="4199" y="2277"/>
                    <a:pt x="4188" y="2277"/>
                  </a:cubicBezTo>
                  <a:cubicBezTo>
                    <a:pt x="4177" y="2277"/>
                    <a:pt x="4161" y="2290"/>
                    <a:pt x="4144" y="2279"/>
                  </a:cubicBezTo>
                  <a:cubicBezTo>
                    <a:pt x="4127" y="2268"/>
                    <a:pt x="4110" y="2267"/>
                    <a:pt x="4102" y="2265"/>
                  </a:cubicBezTo>
                  <a:cubicBezTo>
                    <a:pt x="4094" y="2263"/>
                    <a:pt x="4082" y="2256"/>
                    <a:pt x="4072" y="2257"/>
                  </a:cubicBezTo>
                  <a:cubicBezTo>
                    <a:pt x="4062" y="2258"/>
                    <a:pt x="4056" y="2265"/>
                    <a:pt x="4056" y="2276"/>
                  </a:cubicBezTo>
                  <a:cubicBezTo>
                    <a:pt x="4056" y="2286"/>
                    <a:pt x="4054" y="2291"/>
                    <a:pt x="4044" y="2291"/>
                  </a:cubicBezTo>
                  <a:cubicBezTo>
                    <a:pt x="4034" y="2291"/>
                    <a:pt x="4031" y="2300"/>
                    <a:pt x="4022" y="2300"/>
                  </a:cubicBezTo>
                  <a:cubicBezTo>
                    <a:pt x="4014" y="2300"/>
                    <a:pt x="4017" y="2311"/>
                    <a:pt x="4015" y="2324"/>
                  </a:cubicBezTo>
                  <a:cubicBezTo>
                    <a:pt x="4013" y="2337"/>
                    <a:pt x="4007" y="2349"/>
                    <a:pt x="4019" y="2358"/>
                  </a:cubicBezTo>
                  <a:cubicBezTo>
                    <a:pt x="4031" y="2368"/>
                    <a:pt x="4041" y="2366"/>
                    <a:pt x="4051" y="2374"/>
                  </a:cubicBezTo>
                  <a:cubicBezTo>
                    <a:pt x="4062" y="2383"/>
                    <a:pt x="4075" y="2385"/>
                    <a:pt x="4090" y="2385"/>
                  </a:cubicBezTo>
                  <a:cubicBezTo>
                    <a:pt x="4105" y="2385"/>
                    <a:pt x="4130" y="2384"/>
                    <a:pt x="4143" y="2378"/>
                  </a:cubicBezTo>
                  <a:cubicBezTo>
                    <a:pt x="4156" y="2371"/>
                    <a:pt x="4162" y="2348"/>
                    <a:pt x="4191" y="2356"/>
                  </a:cubicBezTo>
                  <a:cubicBezTo>
                    <a:pt x="4220" y="2365"/>
                    <a:pt x="4231" y="2374"/>
                    <a:pt x="4243" y="2362"/>
                  </a:cubicBezTo>
                  <a:cubicBezTo>
                    <a:pt x="4255" y="2349"/>
                    <a:pt x="4262" y="2342"/>
                    <a:pt x="4280" y="2353"/>
                  </a:cubicBezTo>
                  <a:cubicBezTo>
                    <a:pt x="4299" y="2364"/>
                    <a:pt x="4312" y="2348"/>
                    <a:pt x="4323" y="2372"/>
                  </a:cubicBezTo>
                  <a:cubicBezTo>
                    <a:pt x="4335" y="2397"/>
                    <a:pt x="4363" y="2421"/>
                    <a:pt x="4377" y="2425"/>
                  </a:cubicBezTo>
                  <a:cubicBezTo>
                    <a:pt x="4391" y="2429"/>
                    <a:pt x="4395" y="2436"/>
                    <a:pt x="4409" y="2436"/>
                  </a:cubicBezTo>
                  <a:cubicBezTo>
                    <a:pt x="4423" y="2436"/>
                    <a:pt x="4432" y="2436"/>
                    <a:pt x="4438" y="2442"/>
                  </a:cubicBezTo>
                  <a:cubicBezTo>
                    <a:pt x="4445" y="2449"/>
                    <a:pt x="4450" y="2456"/>
                    <a:pt x="4436" y="2459"/>
                  </a:cubicBezTo>
                  <a:cubicBezTo>
                    <a:pt x="4422" y="2463"/>
                    <a:pt x="4402" y="2462"/>
                    <a:pt x="4411" y="2470"/>
                  </a:cubicBezTo>
                  <a:cubicBezTo>
                    <a:pt x="4419" y="2479"/>
                    <a:pt x="4421" y="2488"/>
                    <a:pt x="4431" y="2492"/>
                  </a:cubicBezTo>
                  <a:cubicBezTo>
                    <a:pt x="4441" y="2495"/>
                    <a:pt x="4469" y="2501"/>
                    <a:pt x="4469" y="2506"/>
                  </a:cubicBezTo>
                  <a:cubicBezTo>
                    <a:pt x="4469" y="2510"/>
                    <a:pt x="4473" y="2517"/>
                    <a:pt x="4473" y="2527"/>
                  </a:cubicBezTo>
                  <a:cubicBezTo>
                    <a:pt x="4473" y="2537"/>
                    <a:pt x="4479" y="2552"/>
                    <a:pt x="4490" y="2557"/>
                  </a:cubicBezTo>
                  <a:cubicBezTo>
                    <a:pt x="4501" y="2563"/>
                    <a:pt x="4517" y="2560"/>
                    <a:pt x="4514" y="2550"/>
                  </a:cubicBezTo>
                  <a:cubicBezTo>
                    <a:pt x="4510" y="2539"/>
                    <a:pt x="4505" y="2530"/>
                    <a:pt x="4523" y="2530"/>
                  </a:cubicBezTo>
                  <a:cubicBezTo>
                    <a:pt x="4542" y="2530"/>
                    <a:pt x="4563" y="2529"/>
                    <a:pt x="4563" y="2542"/>
                  </a:cubicBezTo>
                  <a:cubicBezTo>
                    <a:pt x="4563" y="2555"/>
                    <a:pt x="4563" y="2557"/>
                    <a:pt x="4589" y="2567"/>
                  </a:cubicBezTo>
                  <a:cubicBezTo>
                    <a:pt x="4615" y="2577"/>
                    <a:pt x="4627" y="2591"/>
                    <a:pt x="4645" y="2591"/>
                  </a:cubicBezTo>
                  <a:cubicBezTo>
                    <a:pt x="4663" y="2591"/>
                    <a:pt x="4674" y="2586"/>
                    <a:pt x="4692" y="2596"/>
                  </a:cubicBezTo>
                  <a:cubicBezTo>
                    <a:pt x="4710" y="2606"/>
                    <a:pt x="4728" y="2596"/>
                    <a:pt x="4738" y="2611"/>
                  </a:cubicBezTo>
                  <a:cubicBezTo>
                    <a:pt x="4749" y="2626"/>
                    <a:pt x="4775" y="2629"/>
                    <a:pt x="4778" y="2612"/>
                  </a:cubicBezTo>
                  <a:cubicBezTo>
                    <a:pt x="4781" y="2595"/>
                    <a:pt x="4787" y="2591"/>
                    <a:pt x="4771" y="2582"/>
                  </a:cubicBezTo>
                  <a:cubicBezTo>
                    <a:pt x="4755" y="2573"/>
                    <a:pt x="4767" y="2555"/>
                    <a:pt x="4743" y="2549"/>
                  </a:cubicBezTo>
                  <a:cubicBezTo>
                    <a:pt x="4718" y="2542"/>
                    <a:pt x="4701" y="2529"/>
                    <a:pt x="4692" y="2514"/>
                  </a:cubicBezTo>
                  <a:cubicBezTo>
                    <a:pt x="4684" y="2499"/>
                    <a:pt x="4676" y="2500"/>
                    <a:pt x="4660" y="2491"/>
                  </a:cubicBezTo>
                  <a:cubicBezTo>
                    <a:pt x="4644" y="2481"/>
                    <a:pt x="4628" y="2469"/>
                    <a:pt x="4618" y="2459"/>
                  </a:cubicBezTo>
                  <a:cubicBezTo>
                    <a:pt x="4608" y="2450"/>
                    <a:pt x="4604" y="2437"/>
                    <a:pt x="4614" y="2437"/>
                  </a:cubicBezTo>
                  <a:cubicBezTo>
                    <a:pt x="4623" y="2437"/>
                    <a:pt x="4644" y="2452"/>
                    <a:pt x="4648" y="2448"/>
                  </a:cubicBezTo>
                  <a:cubicBezTo>
                    <a:pt x="4652" y="2443"/>
                    <a:pt x="4666" y="2447"/>
                    <a:pt x="4689" y="2464"/>
                  </a:cubicBezTo>
                  <a:cubicBezTo>
                    <a:pt x="4712" y="2481"/>
                    <a:pt x="4734" y="2501"/>
                    <a:pt x="4743" y="2499"/>
                  </a:cubicBezTo>
                  <a:cubicBezTo>
                    <a:pt x="4751" y="2497"/>
                    <a:pt x="4757" y="2507"/>
                    <a:pt x="4778" y="2514"/>
                  </a:cubicBezTo>
                  <a:cubicBezTo>
                    <a:pt x="4800" y="2522"/>
                    <a:pt x="4822" y="2514"/>
                    <a:pt x="4828" y="2530"/>
                  </a:cubicBezTo>
                  <a:cubicBezTo>
                    <a:pt x="4833" y="2546"/>
                    <a:pt x="4833" y="2550"/>
                    <a:pt x="4842" y="2551"/>
                  </a:cubicBezTo>
                  <a:cubicBezTo>
                    <a:pt x="4850" y="2552"/>
                    <a:pt x="4847" y="2571"/>
                    <a:pt x="4861" y="2570"/>
                  </a:cubicBezTo>
                  <a:cubicBezTo>
                    <a:pt x="4875" y="2569"/>
                    <a:pt x="4895" y="2565"/>
                    <a:pt x="4888" y="2557"/>
                  </a:cubicBezTo>
                  <a:cubicBezTo>
                    <a:pt x="4880" y="2550"/>
                    <a:pt x="4868" y="2560"/>
                    <a:pt x="4856" y="2543"/>
                  </a:cubicBezTo>
                  <a:cubicBezTo>
                    <a:pt x="4843" y="2526"/>
                    <a:pt x="4842" y="2526"/>
                    <a:pt x="4851" y="2526"/>
                  </a:cubicBezTo>
                  <a:cubicBezTo>
                    <a:pt x="4861" y="2526"/>
                    <a:pt x="4870" y="2523"/>
                    <a:pt x="4861" y="2508"/>
                  </a:cubicBezTo>
                  <a:cubicBezTo>
                    <a:pt x="4852" y="2493"/>
                    <a:pt x="4843" y="2482"/>
                    <a:pt x="4859" y="2482"/>
                  </a:cubicBezTo>
                  <a:cubicBezTo>
                    <a:pt x="4875" y="2482"/>
                    <a:pt x="4880" y="2482"/>
                    <a:pt x="4880" y="2474"/>
                  </a:cubicBezTo>
                  <a:cubicBezTo>
                    <a:pt x="4880" y="2467"/>
                    <a:pt x="4877" y="2460"/>
                    <a:pt x="4889" y="2468"/>
                  </a:cubicBezTo>
                  <a:cubicBezTo>
                    <a:pt x="4901" y="2476"/>
                    <a:pt x="4906" y="2465"/>
                    <a:pt x="4899" y="2453"/>
                  </a:cubicBezTo>
                  <a:cubicBezTo>
                    <a:pt x="4891" y="2441"/>
                    <a:pt x="4881" y="2438"/>
                    <a:pt x="4880" y="2425"/>
                  </a:cubicBezTo>
                  <a:cubicBezTo>
                    <a:pt x="4879" y="2412"/>
                    <a:pt x="4871" y="2413"/>
                    <a:pt x="4858" y="2410"/>
                  </a:cubicBezTo>
                  <a:cubicBezTo>
                    <a:pt x="4845" y="2407"/>
                    <a:pt x="4827" y="2398"/>
                    <a:pt x="4830" y="2382"/>
                  </a:cubicBezTo>
                  <a:cubicBezTo>
                    <a:pt x="4833" y="2366"/>
                    <a:pt x="4836" y="2362"/>
                    <a:pt x="4830" y="2351"/>
                  </a:cubicBezTo>
                  <a:cubicBezTo>
                    <a:pt x="4823" y="2340"/>
                    <a:pt x="4838" y="2330"/>
                    <a:pt x="4811" y="2327"/>
                  </a:cubicBezTo>
                  <a:cubicBezTo>
                    <a:pt x="4785" y="2324"/>
                    <a:pt x="4788" y="2308"/>
                    <a:pt x="4787" y="2321"/>
                  </a:cubicBezTo>
                  <a:cubicBezTo>
                    <a:pt x="4786" y="2334"/>
                    <a:pt x="4786" y="2339"/>
                    <a:pt x="4775" y="2330"/>
                  </a:cubicBezTo>
                  <a:cubicBezTo>
                    <a:pt x="4764" y="2322"/>
                    <a:pt x="4772" y="2310"/>
                    <a:pt x="4755" y="2309"/>
                  </a:cubicBezTo>
                  <a:cubicBezTo>
                    <a:pt x="4737" y="2308"/>
                    <a:pt x="4731" y="2309"/>
                    <a:pt x="4731" y="2297"/>
                  </a:cubicBezTo>
                  <a:cubicBezTo>
                    <a:pt x="4731" y="2285"/>
                    <a:pt x="4706" y="2286"/>
                    <a:pt x="4709" y="2269"/>
                  </a:cubicBezTo>
                  <a:cubicBezTo>
                    <a:pt x="4713" y="2252"/>
                    <a:pt x="4707" y="2238"/>
                    <a:pt x="4693" y="2238"/>
                  </a:cubicBezTo>
                  <a:cubicBezTo>
                    <a:pt x="4679" y="2238"/>
                    <a:pt x="4662" y="2236"/>
                    <a:pt x="4662" y="2224"/>
                  </a:cubicBezTo>
                  <a:cubicBezTo>
                    <a:pt x="4662" y="2212"/>
                    <a:pt x="4669" y="2206"/>
                    <a:pt x="4685" y="2209"/>
                  </a:cubicBezTo>
                  <a:cubicBezTo>
                    <a:pt x="4701" y="2212"/>
                    <a:pt x="4718" y="2204"/>
                    <a:pt x="4706" y="2191"/>
                  </a:cubicBezTo>
                  <a:cubicBezTo>
                    <a:pt x="4694" y="2178"/>
                    <a:pt x="4685" y="2185"/>
                    <a:pt x="4678" y="2170"/>
                  </a:cubicBezTo>
                  <a:cubicBezTo>
                    <a:pt x="4672" y="2155"/>
                    <a:pt x="4685" y="2149"/>
                    <a:pt x="4695" y="2162"/>
                  </a:cubicBezTo>
                  <a:cubicBezTo>
                    <a:pt x="4706" y="2175"/>
                    <a:pt x="4710" y="2181"/>
                    <a:pt x="4712" y="2163"/>
                  </a:cubicBezTo>
                  <a:cubicBezTo>
                    <a:pt x="4713" y="2144"/>
                    <a:pt x="4727" y="2136"/>
                    <a:pt x="4736" y="2153"/>
                  </a:cubicBezTo>
                  <a:cubicBezTo>
                    <a:pt x="4746" y="2170"/>
                    <a:pt x="4745" y="2172"/>
                    <a:pt x="4761" y="2177"/>
                  </a:cubicBezTo>
                  <a:cubicBezTo>
                    <a:pt x="4777" y="2181"/>
                    <a:pt x="4787" y="2191"/>
                    <a:pt x="4793" y="2201"/>
                  </a:cubicBezTo>
                  <a:cubicBezTo>
                    <a:pt x="4800" y="2212"/>
                    <a:pt x="4817" y="2194"/>
                    <a:pt x="4819" y="2212"/>
                  </a:cubicBezTo>
                  <a:cubicBezTo>
                    <a:pt x="4821" y="2230"/>
                    <a:pt x="4822" y="2239"/>
                    <a:pt x="4834" y="2238"/>
                  </a:cubicBezTo>
                  <a:cubicBezTo>
                    <a:pt x="4846" y="2237"/>
                    <a:pt x="4837" y="2262"/>
                    <a:pt x="4850" y="2268"/>
                  </a:cubicBezTo>
                  <a:cubicBezTo>
                    <a:pt x="4863" y="2275"/>
                    <a:pt x="4876" y="2302"/>
                    <a:pt x="4876" y="2290"/>
                  </a:cubicBezTo>
                  <a:cubicBezTo>
                    <a:pt x="4876" y="2277"/>
                    <a:pt x="4885" y="2276"/>
                    <a:pt x="4896" y="2288"/>
                  </a:cubicBezTo>
                  <a:cubicBezTo>
                    <a:pt x="4908" y="2301"/>
                    <a:pt x="4928" y="2321"/>
                    <a:pt x="4940" y="2312"/>
                  </a:cubicBezTo>
                  <a:cubicBezTo>
                    <a:pt x="4953" y="2304"/>
                    <a:pt x="4959" y="2285"/>
                    <a:pt x="4952" y="2273"/>
                  </a:cubicBezTo>
                  <a:cubicBezTo>
                    <a:pt x="4946" y="2262"/>
                    <a:pt x="4949" y="2251"/>
                    <a:pt x="4946" y="2236"/>
                  </a:cubicBezTo>
                  <a:cubicBezTo>
                    <a:pt x="4943" y="2221"/>
                    <a:pt x="4957" y="2225"/>
                    <a:pt x="4963" y="2235"/>
                  </a:cubicBezTo>
                  <a:cubicBezTo>
                    <a:pt x="4970" y="2244"/>
                    <a:pt x="4976" y="2245"/>
                    <a:pt x="4980" y="2237"/>
                  </a:cubicBezTo>
                  <a:cubicBezTo>
                    <a:pt x="4985" y="2228"/>
                    <a:pt x="5006" y="2225"/>
                    <a:pt x="5013" y="2235"/>
                  </a:cubicBezTo>
                  <a:cubicBezTo>
                    <a:pt x="5019" y="2244"/>
                    <a:pt x="5031" y="2247"/>
                    <a:pt x="5024" y="2234"/>
                  </a:cubicBezTo>
                  <a:cubicBezTo>
                    <a:pt x="5018" y="2221"/>
                    <a:pt x="5009" y="2215"/>
                    <a:pt x="5018" y="2210"/>
                  </a:cubicBezTo>
                  <a:cubicBezTo>
                    <a:pt x="5026" y="2205"/>
                    <a:pt x="5036" y="2201"/>
                    <a:pt x="5034" y="2192"/>
                  </a:cubicBezTo>
                  <a:cubicBezTo>
                    <a:pt x="5032" y="2182"/>
                    <a:pt x="5016" y="2178"/>
                    <a:pt x="5017" y="2169"/>
                  </a:cubicBezTo>
                  <a:cubicBezTo>
                    <a:pt x="5018" y="2161"/>
                    <a:pt x="5029" y="2166"/>
                    <a:pt x="5035" y="2171"/>
                  </a:cubicBezTo>
                  <a:cubicBezTo>
                    <a:pt x="5042" y="2177"/>
                    <a:pt x="5057" y="2177"/>
                    <a:pt x="5066" y="2166"/>
                  </a:cubicBezTo>
                  <a:cubicBezTo>
                    <a:pt x="5076" y="2155"/>
                    <a:pt x="5093" y="2164"/>
                    <a:pt x="5095" y="2149"/>
                  </a:cubicBezTo>
                  <a:cubicBezTo>
                    <a:pt x="5097" y="2134"/>
                    <a:pt x="5101" y="2129"/>
                    <a:pt x="5095" y="2119"/>
                  </a:cubicBezTo>
                  <a:cubicBezTo>
                    <a:pt x="5090" y="2108"/>
                    <a:pt x="5085" y="2099"/>
                    <a:pt x="5074" y="2098"/>
                  </a:cubicBezTo>
                  <a:close/>
                  <a:moveTo>
                    <a:pt x="2584" y="1705"/>
                  </a:moveTo>
                  <a:cubicBezTo>
                    <a:pt x="2587" y="1712"/>
                    <a:pt x="2596" y="1712"/>
                    <a:pt x="2600" y="1712"/>
                  </a:cubicBezTo>
                  <a:cubicBezTo>
                    <a:pt x="2605" y="1711"/>
                    <a:pt x="2607" y="1706"/>
                    <a:pt x="2607" y="1701"/>
                  </a:cubicBezTo>
                  <a:cubicBezTo>
                    <a:pt x="2607" y="1696"/>
                    <a:pt x="2590" y="1708"/>
                    <a:pt x="2590" y="1691"/>
                  </a:cubicBezTo>
                  <a:cubicBezTo>
                    <a:pt x="2590" y="1691"/>
                    <a:pt x="2589" y="1683"/>
                    <a:pt x="2579" y="1685"/>
                  </a:cubicBezTo>
                  <a:cubicBezTo>
                    <a:pt x="2569" y="1687"/>
                    <a:pt x="2569" y="1691"/>
                    <a:pt x="2574" y="1698"/>
                  </a:cubicBezTo>
                  <a:cubicBezTo>
                    <a:pt x="2578" y="1704"/>
                    <a:pt x="2582" y="1698"/>
                    <a:pt x="2584" y="1705"/>
                  </a:cubicBezTo>
                  <a:close/>
                  <a:moveTo>
                    <a:pt x="2854" y="1479"/>
                  </a:moveTo>
                  <a:cubicBezTo>
                    <a:pt x="2853" y="1467"/>
                    <a:pt x="2847" y="1471"/>
                    <a:pt x="2845" y="1460"/>
                  </a:cubicBezTo>
                  <a:cubicBezTo>
                    <a:pt x="2843" y="1449"/>
                    <a:pt x="2849" y="1449"/>
                    <a:pt x="2840" y="1443"/>
                  </a:cubicBezTo>
                  <a:cubicBezTo>
                    <a:pt x="2832" y="1436"/>
                    <a:pt x="2829" y="1431"/>
                    <a:pt x="2830" y="1423"/>
                  </a:cubicBezTo>
                  <a:cubicBezTo>
                    <a:pt x="2830" y="1416"/>
                    <a:pt x="2837" y="1417"/>
                    <a:pt x="2837" y="1407"/>
                  </a:cubicBezTo>
                  <a:cubicBezTo>
                    <a:pt x="2837" y="1397"/>
                    <a:pt x="2836" y="1394"/>
                    <a:pt x="2830" y="1390"/>
                  </a:cubicBezTo>
                  <a:cubicBezTo>
                    <a:pt x="2823" y="1387"/>
                    <a:pt x="2819" y="1384"/>
                    <a:pt x="2813" y="1388"/>
                  </a:cubicBezTo>
                  <a:cubicBezTo>
                    <a:pt x="2807" y="1393"/>
                    <a:pt x="2794" y="1392"/>
                    <a:pt x="2794" y="1400"/>
                  </a:cubicBezTo>
                  <a:cubicBezTo>
                    <a:pt x="2794" y="1408"/>
                    <a:pt x="2794" y="1410"/>
                    <a:pt x="2803" y="1416"/>
                  </a:cubicBezTo>
                  <a:cubicBezTo>
                    <a:pt x="2812" y="1421"/>
                    <a:pt x="2812" y="1423"/>
                    <a:pt x="2812" y="1430"/>
                  </a:cubicBezTo>
                  <a:cubicBezTo>
                    <a:pt x="2812" y="1436"/>
                    <a:pt x="2809" y="1456"/>
                    <a:pt x="2803" y="1446"/>
                  </a:cubicBezTo>
                  <a:cubicBezTo>
                    <a:pt x="2797" y="1436"/>
                    <a:pt x="2792" y="1433"/>
                    <a:pt x="2787" y="1430"/>
                  </a:cubicBezTo>
                  <a:cubicBezTo>
                    <a:pt x="2783" y="1427"/>
                    <a:pt x="2788" y="1408"/>
                    <a:pt x="2777" y="1408"/>
                  </a:cubicBezTo>
                  <a:cubicBezTo>
                    <a:pt x="2766" y="1407"/>
                    <a:pt x="2747" y="1403"/>
                    <a:pt x="2741" y="1406"/>
                  </a:cubicBezTo>
                  <a:cubicBezTo>
                    <a:pt x="2736" y="1410"/>
                    <a:pt x="2716" y="1444"/>
                    <a:pt x="2718" y="1422"/>
                  </a:cubicBezTo>
                  <a:cubicBezTo>
                    <a:pt x="2719" y="1401"/>
                    <a:pt x="2744" y="1402"/>
                    <a:pt x="2745" y="1391"/>
                  </a:cubicBezTo>
                  <a:cubicBezTo>
                    <a:pt x="2746" y="1380"/>
                    <a:pt x="2769" y="1373"/>
                    <a:pt x="2780" y="1372"/>
                  </a:cubicBezTo>
                  <a:cubicBezTo>
                    <a:pt x="2791" y="1371"/>
                    <a:pt x="2797" y="1375"/>
                    <a:pt x="2797" y="1361"/>
                  </a:cubicBezTo>
                  <a:cubicBezTo>
                    <a:pt x="2797" y="1347"/>
                    <a:pt x="2797" y="1340"/>
                    <a:pt x="2804" y="1339"/>
                  </a:cubicBezTo>
                  <a:cubicBezTo>
                    <a:pt x="2811" y="1338"/>
                    <a:pt x="2812" y="1335"/>
                    <a:pt x="2813" y="1327"/>
                  </a:cubicBezTo>
                  <a:cubicBezTo>
                    <a:pt x="2814" y="1318"/>
                    <a:pt x="2809" y="1319"/>
                    <a:pt x="2801" y="1311"/>
                  </a:cubicBezTo>
                  <a:cubicBezTo>
                    <a:pt x="2793" y="1303"/>
                    <a:pt x="2782" y="1297"/>
                    <a:pt x="2774" y="1299"/>
                  </a:cubicBezTo>
                  <a:cubicBezTo>
                    <a:pt x="2766" y="1301"/>
                    <a:pt x="2750" y="1312"/>
                    <a:pt x="2749" y="1302"/>
                  </a:cubicBezTo>
                  <a:cubicBezTo>
                    <a:pt x="2747" y="1292"/>
                    <a:pt x="2757" y="1289"/>
                    <a:pt x="2764" y="1287"/>
                  </a:cubicBezTo>
                  <a:cubicBezTo>
                    <a:pt x="2772" y="1284"/>
                    <a:pt x="2770" y="1275"/>
                    <a:pt x="2760" y="1273"/>
                  </a:cubicBezTo>
                  <a:cubicBezTo>
                    <a:pt x="2750" y="1271"/>
                    <a:pt x="2734" y="1269"/>
                    <a:pt x="2728" y="1275"/>
                  </a:cubicBezTo>
                  <a:cubicBezTo>
                    <a:pt x="2722" y="1281"/>
                    <a:pt x="2714" y="1277"/>
                    <a:pt x="2699" y="1278"/>
                  </a:cubicBezTo>
                  <a:cubicBezTo>
                    <a:pt x="2684" y="1279"/>
                    <a:pt x="2686" y="1292"/>
                    <a:pt x="2673" y="1292"/>
                  </a:cubicBezTo>
                  <a:cubicBezTo>
                    <a:pt x="2660" y="1291"/>
                    <a:pt x="2651" y="1297"/>
                    <a:pt x="2664" y="1302"/>
                  </a:cubicBezTo>
                  <a:cubicBezTo>
                    <a:pt x="2677" y="1307"/>
                    <a:pt x="2693" y="1310"/>
                    <a:pt x="2686" y="1319"/>
                  </a:cubicBezTo>
                  <a:cubicBezTo>
                    <a:pt x="2679" y="1327"/>
                    <a:pt x="2676" y="1326"/>
                    <a:pt x="2665" y="1317"/>
                  </a:cubicBezTo>
                  <a:cubicBezTo>
                    <a:pt x="2653" y="1309"/>
                    <a:pt x="2646" y="1308"/>
                    <a:pt x="2637" y="1304"/>
                  </a:cubicBezTo>
                  <a:cubicBezTo>
                    <a:pt x="2627" y="1299"/>
                    <a:pt x="2624" y="1285"/>
                    <a:pt x="2615" y="1291"/>
                  </a:cubicBezTo>
                  <a:cubicBezTo>
                    <a:pt x="2605" y="1297"/>
                    <a:pt x="2610" y="1303"/>
                    <a:pt x="2617" y="1307"/>
                  </a:cubicBezTo>
                  <a:cubicBezTo>
                    <a:pt x="2624" y="1312"/>
                    <a:pt x="2624" y="1318"/>
                    <a:pt x="2611" y="1315"/>
                  </a:cubicBezTo>
                  <a:cubicBezTo>
                    <a:pt x="2598" y="1312"/>
                    <a:pt x="2599" y="1302"/>
                    <a:pt x="2586" y="1303"/>
                  </a:cubicBezTo>
                  <a:cubicBezTo>
                    <a:pt x="2573" y="1304"/>
                    <a:pt x="2561" y="1305"/>
                    <a:pt x="2554" y="1310"/>
                  </a:cubicBezTo>
                  <a:cubicBezTo>
                    <a:pt x="2548" y="1315"/>
                    <a:pt x="2553" y="1320"/>
                    <a:pt x="2564" y="1324"/>
                  </a:cubicBezTo>
                  <a:cubicBezTo>
                    <a:pt x="2574" y="1327"/>
                    <a:pt x="2577" y="1337"/>
                    <a:pt x="2556" y="1336"/>
                  </a:cubicBezTo>
                  <a:cubicBezTo>
                    <a:pt x="2534" y="1335"/>
                    <a:pt x="2531" y="1338"/>
                    <a:pt x="2524" y="1342"/>
                  </a:cubicBezTo>
                  <a:cubicBezTo>
                    <a:pt x="2516" y="1347"/>
                    <a:pt x="2514" y="1359"/>
                    <a:pt x="2529" y="1364"/>
                  </a:cubicBezTo>
                  <a:cubicBezTo>
                    <a:pt x="2543" y="1369"/>
                    <a:pt x="2554" y="1382"/>
                    <a:pt x="2563" y="1380"/>
                  </a:cubicBezTo>
                  <a:cubicBezTo>
                    <a:pt x="2572" y="1378"/>
                    <a:pt x="2579" y="1378"/>
                    <a:pt x="2584" y="1385"/>
                  </a:cubicBezTo>
                  <a:cubicBezTo>
                    <a:pt x="2590" y="1393"/>
                    <a:pt x="2600" y="1393"/>
                    <a:pt x="2604" y="1401"/>
                  </a:cubicBezTo>
                  <a:cubicBezTo>
                    <a:pt x="2607" y="1408"/>
                    <a:pt x="2613" y="1413"/>
                    <a:pt x="2610" y="1418"/>
                  </a:cubicBezTo>
                  <a:cubicBezTo>
                    <a:pt x="2607" y="1424"/>
                    <a:pt x="2591" y="1407"/>
                    <a:pt x="2591" y="1416"/>
                  </a:cubicBezTo>
                  <a:cubicBezTo>
                    <a:pt x="2591" y="1426"/>
                    <a:pt x="2603" y="1436"/>
                    <a:pt x="2589" y="1437"/>
                  </a:cubicBezTo>
                  <a:cubicBezTo>
                    <a:pt x="2574" y="1439"/>
                    <a:pt x="2563" y="1434"/>
                    <a:pt x="2559" y="1441"/>
                  </a:cubicBezTo>
                  <a:cubicBezTo>
                    <a:pt x="2554" y="1447"/>
                    <a:pt x="2543" y="1454"/>
                    <a:pt x="2538" y="1445"/>
                  </a:cubicBezTo>
                  <a:cubicBezTo>
                    <a:pt x="2533" y="1436"/>
                    <a:pt x="2514" y="1428"/>
                    <a:pt x="2508" y="1421"/>
                  </a:cubicBezTo>
                  <a:cubicBezTo>
                    <a:pt x="2502" y="1413"/>
                    <a:pt x="2493" y="1403"/>
                    <a:pt x="2478" y="1403"/>
                  </a:cubicBezTo>
                  <a:cubicBezTo>
                    <a:pt x="2478" y="1403"/>
                    <a:pt x="2458" y="1403"/>
                    <a:pt x="2454" y="1414"/>
                  </a:cubicBezTo>
                  <a:cubicBezTo>
                    <a:pt x="2450" y="1426"/>
                    <a:pt x="2434" y="1433"/>
                    <a:pt x="2447" y="1446"/>
                  </a:cubicBezTo>
                  <a:cubicBezTo>
                    <a:pt x="2460" y="1459"/>
                    <a:pt x="2491" y="1478"/>
                    <a:pt x="2498" y="1489"/>
                  </a:cubicBezTo>
                  <a:cubicBezTo>
                    <a:pt x="2505" y="1499"/>
                    <a:pt x="2513" y="1505"/>
                    <a:pt x="2521" y="1499"/>
                  </a:cubicBezTo>
                  <a:cubicBezTo>
                    <a:pt x="2530" y="1492"/>
                    <a:pt x="2545" y="1489"/>
                    <a:pt x="2554" y="1500"/>
                  </a:cubicBezTo>
                  <a:cubicBezTo>
                    <a:pt x="2562" y="1512"/>
                    <a:pt x="2568" y="1497"/>
                    <a:pt x="2579" y="1514"/>
                  </a:cubicBezTo>
                  <a:cubicBezTo>
                    <a:pt x="2591" y="1532"/>
                    <a:pt x="2617" y="1548"/>
                    <a:pt x="2635" y="1565"/>
                  </a:cubicBezTo>
                  <a:cubicBezTo>
                    <a:pt x="2652" y="1581"/>
                    <a:pt x="2659" y="1578"/>
                    <a:pt x="2662" y="1591"/>
                  </a:cubicBezTo>
                  <a:cubicBezTo>
                    <a:pt x="2665" y="1604"/>
                    <a:pt x="2673" y="1611"/>
                    <a:pt x="2680" y="1613"/>
                  </a:cubicBezTo>
                  <a:cubicBezTo>
                    <a:pt x="2688" y="1614"/>
                    <a:pt x="2691" y="1623"/>
                    <a:pt x="2705" y="1623"/>
                  </a:cubicBezTo>
                  <a:cubicBezTo>
                    <a:pt x="2718" y="1623"/>
                    <a:pt x="2715" y="1621"/>
                    <a:pt x="2723" y="1611"/>
                  </a:cubicBezTo>
                  <a:cubicBezTo>
                    <a:pt x="2732" y="1600"/>
                    <a:pt x="2754" y="1598"/>
                    <a:pt x="2744" y="1590"/>
                  </a:cubicBezTo>
                  <a:cubicBezTo>
                    <a:pt x="2734" y="1583"/>
                    <a:pt x="2725" y="1573"/>
                    <a:pt x="2742" y="1574"/>
                  </a:cubicBezTo>
                  <a:cubicBezTo>
                    <a:pt x="2759" y="1575"/>
                    <a:pt x="2792" y="1582"/>
                    <a:pt x="2799" y="1571"/>
                  </a:cubicBezTo>
                  <a:cubicBezTo>
                    <a:pt x="2807" y="1560"/>
                    <a:pt x="2813" y="1564"/>
                    <a:pt x="2825" y="1560"/>
                  </a:cubicBezTo>
                  <a:cubicBezTo>
                    <a:pt x="2837" y="1555"/>
                    <a:pt x="2844" y="1542"/>
                    <a:pt x="2846" y="1527"/>
                  </a:cubicBezTo>
                  <a:cubicBezTo>
                    <a:pt x="2848" y="1512"/>
                    <a:pt x="2830" y="1514"/>
                    <a:pt x="2835" y="1500"/>
                  </a:cubicBezTo>
                  <a:cubicBezTo>
                    <a:pt x="2839" y="1487"/>
                    <a:pt x="2855" y="1492"/>
                    <a:pt x="2854" y="1479"/>
                  </a:cubicBezTo>
                  <a:close/>
                  <a:moveTo>
                    <a:pt x="2768" y="1216"/>
                  </a:moveTo>
                  <a:cubicBezTo>
                    <a:pt x="2759" y="1221"/>
                    <a:pt x="2754" y="1229"/>
                    <a:pt x="2763" y="1231"/>
                  </a:cubicBezTo>
                  <a:cubicBezTo>
                    <a:pt x="2772" y="1233"/>
                    <a:pt x="2782" y="1231"/>
                    <a:pt x="2785" y="1222"/>
                  </a:cubicBezTo>
                  <a:cubicBezTo>
                    <a:pt x="2789" y="1213"/>
                    <a:pt x="2784" y="1195"/>
                    <a:pt x="2774" y="1207"/>
                  </a:cubicBezTo>
                  <a:cubicBezTo>
                    <a:pt x="2774" y="1207"/>
                    <a:pt x="2777" y="1212"/>
                    <a:pt x="2768" y="1216"/>
                  </a:cubicBezTo>
                  <a:close/>
                  <a:moveTo>
                    <a:pt x="2880" y="1209"/>
                  </a:moveTo>
                  <a:cubicBezTo>
                    <a:pt x="2880" y="1209"/>
                    <a:pt x="2876" y="1223"/>
                    <a:pt x="2888" y="1223"/>
                  </a:cubicBezTo>
                  <a:cubicBezTo>
                    <a:pt x="2899" y="1223"/>
                    <a:pt x="2901" y="1223"/>
                    <a:pt x="2907" y="1228"/>
                  </a:cubicBezTo>
                  <a:cubicBezTo>
                    <a:pt x="2913" y="1233"/>
                    <a:pt x="2921" y="1231"/>
                    <a:pt x="2921" y="1224"/>
                  </a:cubicBezTo>
                  <a:cubicBezTo>
                    <a:pt x="2921" y="1218"/>
                    <a:pt x="2921" y="1220"/>
                    <a:pt x="2911" y="1213"/>
                  </a:cubicBezTo>
                  <a:cubicBezTo>
                    <a:pt x="2900" y="1207"/>
                    <a:pt x="2883" y="1201"/>
                    <a:pt x="2880" y="1209"/>
                  </a:cubicBezTo>
                  <a:close/>
                  <a:moveTo>
                    <a:pt x="3035" y="1150"/>
                  </a:moveTo>
                  <a:cubicBezTo>
                    <a:pt x="3040" y="1145"/>
                    <a:pt x="3032" y="1136"/>
                    <a:pt x="3027" y="1130"/>
                  </a:cubicBezTo>
                  <a:cubicBezTo>
                    <a:pt x="3021" y="1125"/>
                    <a:pt x="3015" y="1116"/>
                    <a:pt x="3000" y="1103"/>
                  </a:cubicBezTo>
                  <a:cubicBezTo>
                    <a:pt x="2985" y="1090"/>
                    <a:pt x="2977" y="1079"/>
                    <a:pt x="2965" y="1080"/>
                  </a:cubicBezTo>
                  <a:cubicBezTo>
                    <a:pt x="2953" y="1081"/>
                    <a:pt x="2921" y="1073"/>
                    <a:pt x="2914" y="1086"/>
                  </a:cubicBezTo>
                  <a:cubicBezTo>
                    <a:pt x="2914" y="1086"/>
                    <a:pt x="2909" y="1102"/>
                    <a:pt x="2893" y="1105"/>
                  </a:cubicBezTo>
                  <a:cubicBezTo>
                    <a:pt x="2878" y="1107"/>
                    <a:pt x="2873" y="1112"/>
                    <a:pt x="2869" y="1120"/>
                  </a:cubicBezTo>
                  <a:cubicBezTo>
                    <a:pt x="2865" y="1127"/>
                    <a:pt x="2857" y="1127"/>
                    <a:pt x="2848" y="1133"/>
                  </a:cubicBezTo>
                  <a:cubicBezTo>
                    <a:pt x="2840" y="1139"/>
                    <a:pt x="2825" y="1155"/>
                    <a:pt x="2835" y="1161"/>
                  </a:cubicBezTo>
                  <a:cubicBezTo>
                    <a:pt x="2845" y="1168"/>
                    <a:pt x="2859" y="1178"/>
                    <a:pt x="2868" y="1178"/>
                  </a:cubicBezTo>
                  <a:cubicBezTo>
                    <a:pt x="2876" y="1178"/>
                    <a:pt x="2893" y="1181"/>
                    <a:pt x="2901" y="1188"/>
                  </a:cubicBezTo>
                  <a:cubicBezTo>
                    <a:pt x="2908" y="1196"/>
                    <a:pt x="2923" y="1186"/>
                    <a:pt x="2928" y="1194"/>
                  </a:cubicBezTo>
                  <a:cubicBezTo>
                    <a:pt x="2932" y="1203"/>
                    <a:pt x="2946" y="1208"/>
                    <a:pt x="2964" y="1208"/>
                  </a:cubicBezTo>
                  <a:cubicBezTo>
                    <a:pt x="2982" y="1208"/>
                    <a:pt x="3029" y="1213"/>
                    <a:pt x="3029" y="1201"/>
                  </a:cubicBezTo>
                  <a:cubicBezTo>
                    <a:pt x="3029" y="1189"/>
                    <a:pt x="3041" y="1173"/>
                    <a:pt x="3031" y="1168"/>
                  </a:cubicBezTo>
                  <a:cubicBezTo>
                    <a:pt x="3021" y="1162"/>
                    <a:pt x="3029" y="1155"/>
                    <a:pt x="3035" y="1150"/>
                  </a:cubicBezTo>
                  <a:close/>
                  <a:moveTo>
                    <a:pt x="2946" y="1056"/>
                  </a:moveTo>
                  <a:cubicBezTo>
                    <a:pt x="2946" y="1062"/>
                    <a:pt x="2949" y="1065"/>
                    <a:pt x="2961" y="1065"/>
                  </a:cubicBezTo>
                  <a:cubicBezTo>
                    <a:pt x="2973" y="1065"/>
                    <a:pt x="2984" y="1071"/>
                    <a:pt x="2981" y="1062"/>
                  </a:cubicBezTo>
                  <a:cubicBezTo>
                    <a:pt x="2977" y="1052"/>
                    <a:pt x="2977" y="1032"/>
                    <a:pt x="2969" y="1032"/>
                  </a:cubicBezTo>
                  <a:cubicBezTo>
                    <a:pt x="2960" y="1032"/>
                    <a:pt x="2962" y="1031"/>
                    <a:pt x="2951" y="1033"/>
                  </a:cubicBezTo>
                  <a:cubicBezTo>
                    <a:pt x="2951" y="1033"/>
                    <a:pt x="2933" y="1037"/>
                    <a:pt x="2938" y="1043"/>
                  </a:cubicBezTo>
                  <a:cubicBezTo>
                    <a:pt x="2944" y="1049"/>
                    <a:pt x="2946" y="1050"/>
                    <a:pt x="2946" y="1056"/>
                  </a:cubicBezTo>
                  <a:close/>
                  <a:moveTo>
                    <a:pt x="2835" y="1110"/>
                  </a:moveTo>
                  <a:cubicBezTo>
                    <a:pt x="2837" y="1102"/>
                    <a:pt x="2842" y="1096"/>
                    <a:pt x="2850" y="1101"/>
                  </a:cubicBezTo>
                  <a:cubicBezTo>
                    <a:pt x="2859" y="1106"/>
                    <a:pt x="2866" y="1103"/>
                    <a:pt x="2869" y="1098"/>
                  </a:cubicBezTo>
                  <a:cubicBezTo>
                    <a:pt x="2872" y="1093"/>
                    <a:pt x="2887" y="1092"/>
                    <a:pt x="2878" y="1084"/>
                  </a:cubicBezTo>
                  <a:cubicBezTo>
                    <a:pt x="2870" y="1077"/>
                    <a:pt x="2860" y="1077"/>
                    <a:pt x="2849" y="1077"/>
                  </a:cubicBezTo>
                  <a:cubicBezTo>
                    <a:pt x="2849" y="1077"/>
                    <a:pt x="2842" y="1077"/>
                    <a:pt x="2832" y="1084"/>
                  </a:cubicBezTo>
                  <a:cubicBezTo>
                    <a:pt x="2823" y="1091"/>
                    <a:pt x="2819" y="1091"/>
                    <a:pt x="2812" y="1092"/>
                  </a:cubicBezTo>
                  <a:cubicBezTo>
                    <a:pt x="2804" y="1094"/>
                    <a:pt x="2802" y="1100"/>
                    <a:pt x="2808" y="1105"/>
                  </a:cubicBezTo>
                  <a:cubicBezTo>
                    <a:pt x="2815" y="1110"/>
                    <a:pt x="2832" y="1117"/>
                    <a:pt x="2835" y="1110"/>
                  </a:cubicBezTo>
                  <a:close/>
                  <a:moveTo>
                    <a:pt x="2698" y="943"/>
                  </a:moveTo>
                  <a:cubicBezTo>
                    <a:pt x="2693" y="950"/>
                    <a:pt x="2681" y="944"/>
                    <a:pt x="2681" y="953"/>
                  </a:cubicBezTo>
                  <a:cubicBezTo>
                    <a:pt x="2681" y="961"/>
                    <a:pt x="2681" y="967"/>
                    <a:pt x="2670" y="964"/>
                  </a:cubicBezTo>
                  <a:cubicBezTo>
                    <a:pt x="2658" y="961"/>
                    <a:pt x="2650" y="953"/>
                    <a:pt x="2637" y="952"/>
                  </a:cubicBezTo>
                  <a:cubicBezTo>
                    <a:pt x="2623" y="950"/>
                    <a:pt x="2607" y="943"/>
                    <a:pt x="2622" y="941"/>
                  </a:cubicBezTo>
                  <a:cubicBezTo>
                    <a:pt x="2637" y="939"/>
                    <a:pt x="2655" y="946"/>
                    <a:pt x="2653" y="939"/>
                  </a:cubicBezTo>
                  <a:cubicBezTo>
                    <a:pt x="2651" y="932"/>
                    <a:pt x="2632" y="932"/>
                    <a:pt x="2624" y="931"/>
                  </a:cubicBezTo>
                  <a:cubicBezTo>
                    <a:pt x="2616" y="930"/>
                    <a:pt x="2614" y="943"/>
                    <a:pt x="2603" y="940"/>
                  </a:cubicBezTo>
                  <a:cubicBezTo>
                    <a:pt x="2592" y="937"/>
                    <a:pt x="2586" y="928"/>
                    <a:pt x="2574" y="928"/>
                  </a:cubicBezTo>
                  <a:cubicBezTo>
                    <a:pt x="2562" y="928"/>
                    <a:pt x="2548" y="933"/>
                    <a:pt x="2539" y="938"/>
                  </a:cubicBezTo>
                  <a:cubicBezTo>
                    <a:pt x="2531" y="942"/>
                    <a:pt x="2510" y="950"/>
                    <a:pt x="2517" y="956"/>
                  </a:cubicBezTo>
                  <a:cubicBezTo>
                    <a:pt x="2524" y="963"/>
                    <a:pt x="2533" y="968"/>
                    <a:pt x="2545" y="960"/>
                  </a:cubicBezTo>
                  <a:cubicBezTo>
                    <a:pt x="2557" y="952"/>
                    <a:pt x="2562" y="955"/>
                    <a:pt x="2561" y="963"/>
                  </a:cubicBezTo>
                  <a:cubicBezTo>
                    <a:pt x="2560" y="971"/>
                    <a:pt x="2559" y="978"/>
                    <a:pt x="2571" y="982"/>
                  </a:cubicBezTo>
                  <a:cubicBezTo>
                    <a:pt x="2583" y="986"/>
                    <a:pt x="2590" y="985"/>
                    <a:pt x="2591" y="993"/>
                  </a:cubicBezTo>
                  <a:cubicBezTo>
                    <a:pt x="2592" y="1002"/>
                    <a:pt x="2595" y="1006"/>
                    <a:pt x="2602" y="1009"/>
                  </a:cubicBezTo>
                  <a:cubicBezTo>
                    <a:pt x="2608" y="1013"/>
                    <a:pt x="2613" y="1016"/>
                    <a:pt x="2613" y="1024"/>
                  </a:cubicBezTo>
                  <a:cubicBezTo>
                    <a:pt x="2613" y="1031"/>
                    <a:pt x="2604" y="1044"/>
                    <a:pt x="2597" y="1035"/>
                  </a:cubicBezTo>
                  <a:cubicBezTo>
                    <a:pt x="2589" y="1026"/>
                    <a:pt x="2582" y="1016"/>
                    <a:pt x="2572" y="1013"/>
                  </a:cubicBezTo>
                  <a:cubicBezTo>
                    <a:pt x="2561" y="1009"/>
                    <a:pt x="2557" y="1007"/>
                    <a:pt x="2551" y="996"/>
                  </a:cubicBezTo>
                  <a:cubicBezTo>
                    <a:pt x="2544" y="984"/>
                    <a:pt x="2547" y="988"/>
                    <a:pt x="2539" y="983"/>
                  </a:cubicBezTo>
                  <a:cubicBezTo>
                    <a:pt x="2530" y="978"/>
                    <a:pt x="2521" y="970"/>
                    <a:pt x="2511" y="969"/>
                  </a:cubicBezTo>
                  <a:cubicBezTo>
                    <a:pt x="2502" y="968"/>
                    <a:pt x="2493" y="971"/>
                    <a:pt x="2489" y="978"/>
                  </a:cubicBezTo>
                  <a:cubicBezTo>
                    <a:pt x="2486" y="985"/>
                    <a:pt x="2473" y="990"/>
                    <a:pt x="2481" y="996"/>
                  </a:cubicBezTo>
                  <a:cubicBezTo>
                    <a:pt x="2488" y="1003"/>
                    <a:pt x="2486" y="1013"/>
                    <a:pt x="2486" y="1019"/>
                  </a:cubicBezTo>
                  <a:cubicBezTo>
                    <a:pt x="2486" y="1024"/>
                    <a:pt x="2472" y="1043"/>
                    <a:pt x="2464" y="1029"/>
                  </a:cubicBezTo>
                  <a:cubicBezTo>
                    <a:pt x="2456" y="1016"/>
                    <a:pt x="2451" y="991"/>
                    <a:pt x="2436" y="991"/>
                  </a:cubicBezTo>
                  <a:cubicBezTo>
                    <a:pt x="2421" y="992"/>
                    <a:pt x="2420" y="998"/>
                    <a:pt x="2418" y="983"/>
                  </a:cubicBezTo>
                  <a:cubicBezTo>
                    <a:pt x="2416" y="968"/>
                    <a:pt x="2411" y="965"/>
                    <a:pt x="2401" y="963"/>
                  </a:cubicBezTo>
                  <a:cubicBezTo>
                    <a:pt x="2391" y="962"/>
                    <a:pt x="2395" y="958"/>
                    <a:pt x="2382" y="952"/>
                  </a:cubicBezTo>
                  <a:cubicBezTo>
                    <a:pt x="2369" y="945"/>
                    <a:pt x="2367" y="943"/>
                    <a:pt x="2349" y="945"/>
                  </a:cubicBezTo>
                  <a:cubicBezTo>
                    <a:pt x="2349" y="945"/>
                    <a:pt x="2342" y="948"/>
                    <a:pt x="2329" y="950"/>
                  </a:cubicBezTo>
                  <a:cubicBezTo>
                    <a:pt x="2316" y="951"/>
                    <a:pt x="2312" y="955"/>
                    <a:pt x="2318" y="961"/>
                  </a:cubicBezTo>
                  <a:cubicBezTo>
                    <a:pt x="2324" y="968"/>
                    <a:pt x="2331" y="968"/>
                    <a:pt x="2331" y="972"/>
                  </a:cubicBezTo>
                  <a:cubicBezTo>
                    <a:pt x="2331" y="976"/>
                    <a:pt x="2333" y="986"/>
                    <a:pt x="2334" y="991"/>
                  </a:cubicBezTo>
                  <a:cubicBezTo>
                    <a:pt x="2336" y="996"/>
                    <a:pt x="2360" y="988"/>
                    <a:pt x="2359" y="994"/>
                  </a:cubicBezTo>
                  <a:cubicBezTo>
                    <a:pt x="2359" y="1001"/>
                    <a:pt x="2354" y="1002"/>
                    <a:pt x="2344" y="1006"/>
                  </a:cubicBezTo>
                  <a:cubicBezTo>
                    <a:pt x="2333" y="1011"/>
                    <a:pt x="2321" y="1021"/>
                    <a:pt x="2336" y="1024"/>
                  </a:cubicBezTo>
                  <a:cubicBezTo>
                    <a:pt x="2350" y="1027"/>
                    <a:pt x="2362" y="1021"/>
                    <a:pt x="2364" y="1025"/>
                  </a:cubicBezTo>
                  <a:cubicBezTo>
                    <a:pt x="2365" y="1029"/>
                    <a:pt x="2371" y="1030"/>
                    <a:pt x="2375" y="1031"/>
                  </a:cubicBezTo>
                  <a:cubicBezTo>
                    <a:pt x="2379" y="1031"/>
                    <a:pt x="2390" y="1036"/>
                    <a:pt x="2389" y="1039"/>
                  </a:cubicBezTo>
                  <a:cubicBezTo>
                    <a:pt x="2387" y="1041"/>
                    <a:pt x="2369" y="1042"/>
                    <a:pt x="2380" y="1049"/>
                  </a:cubicBezTo>
                  <a:cubicBezTo>
                    <a:pt x="2392" y="1055"/>
                    <a:pt x="2401" y="1050"/>
                    <a:pt x="2402" y="1046"/>
                  </a:cubicBezTo>
                  <a:cubicBezTo>
                    <a:pt x="2402" y="1041"/>
                    <a:pt x="2412" y="1037"/>
                    <a:pt x="2414" y="1044"/>
                  </a:cubicBezTo>
                  <a:cubicBezTo>
                    <a:pt x="2415" y="1050"/>
                    <a:pt x="2416" y="1054"/>
                    <a:pt x="2408" y="1059"/>
                  </a:cubicBezTo>
                  <a:cubicBezTo>
                    <a:pt x="2400" y="1063"/>
                    <a:pt x="2402" y="1069"/>
                    <a:pt x="2415" y="1069"/>
                  </a:cubicBezTo>
                  <a:cubicBezTo>
                    <a:pt x="2429" y="1069"/>
                    <a:pt x="2443" y="1058"/>
                    <a:pt x="2444" y="1067"/>
                  </a:cubicBezTo>
                  <a:cubicBezTo>
                    <a:pt x="2445" y="1075"/>
                    <a:pt x="2435" y="1071"/>
                    <a:pt x="2435" y="1079"/>
                  </a:cubicBezTo>
                  <a:cubicBezTo>
                    <a:pt x="2434" y="1087"/>
                    <a:pt x="2438" y="1093"/>
                    <a:pt x="2448" y="1096"/>
                  </a:cubicBezTo>
                  <a:cubicBezTo>
                    <a:pt x="2458" y="1099"/>
                    <a:pt x="2466" y="1102"/>
                    <a:pt x="2473" y="1097"/>
                  </a:cubicBezTo>
                  <a:cubicBezTo>
                    <a:pt x="2479" y="1091"/>
                    <a:pt x="2488" y="1090"/>
                    <a:pt x="2501" y="1090"/>
                  </a:cubicBezTo>
                  <a:cubicBezTo>
                    <a:pt x="2515" y="1090"/>
                    <a:pt x="2534" y="1098"/>
                    <a:pt x="2539" y="1090"/>
                  </a:cubicBezTo>
                  <a:cubicBezTo>
                    <a:pt x="2544" y="1082"/>
                    <a:pt x="2555" y="1072"/>
                    <a:pt x="2557" y="1082"/>
                  </a:cubicBezTo>
                  <a:cubicBezTo>
                    <a:pt x="2559" y="1092"/>
                    <a:pt x="2562" y="1092"/>
                    <a:pt x="2571" y="1090"/>
                  </a:cubicBezTo>
                  <a:cubicBezTo>
                    <a:pt x="2580" y="1089"/>
                    <a:pt x="2590" y="1092"/>
                    <a:pt x="2590" y="1085"/>
                  </a:cubicBezTo>
                  <a:cubicBezTo>
                    <a:pt x="2590" y="1078"/>
                    <a:pt x="2597" y="1077"/>
                    <a:pt x="2605" y="1078"/>
                  </a:cubicBezTo>
                  <a:cubicBezTo>
                    <a:pt x="2612" y="1079"/>
                    <a:pt x="2622" y="1084"/>
                    <a:pt x="2617" y="1091"/>
                  </a:cubicBezTo>
                  <a:cubicBezTo>
                    <a:pt x="2612" y="1097"/>
                    <a:pt x="2606" y="1097"/>
                    <a:pt x="2599" y="1100"/>
                  </a:cubicBezTo>
                  <a:cubicBezTo>
                    <a:pt x="2592" y="1102"/>
                    <a:pt x="2587" y="1105"/>
                    <a:pt x="2578" y="1105"/>
                  </a:cubicBezTo>
                  <a:cubicBezTo>
                    <a:pt x="2569" y="1105"/>
                    <a:pt x="2569" y="1112"/>
                    <a:pt x="2579" y="1117"/>
                  </a:cubicBezTo>
                  <a:cubicBezTo>
                    <a:pt x="2589" y="1122"/>
                    <a:pt x="2591" y="1117"/>
                    <a:pt x="2591" y="1131"/>
                  </a:cubicBezTo>
                  <a:cubicBezTo>
                    <a:pt x="2591" y="1145"/>
                    <a:pt x="2582" y="1159"/>
                    <a:pt x="2602" y="1164"/>
                  </a:cubicBezTo>
                  <a:cubicBezTo>
                    <a:pt x="2622" y="1169"/>
                    <a:pt x="2635" y="1156"/>
                    <a:pt x="2650" y="1164"/>
                  </a:cubicBezTo>
                  <a:cubicBezTo>
                    <a:pt x="2665" y="1172"/>
                    <a:pt x="2676" y="1168"/>
                    <a:pt x="2694" y="1168"/>
                  </a:cubicBezTo>
                  <a:cubicBezTo>
                    <a:pt x="2712" y="1168"/>
                    <a:pt x="2738" y="1173"/>
                    <a:pt x="2739" y="1162"/>
                  </a:cubicBezTo>
                  <a:cubicBezTo>
                    <a:pt x="2741" y="1150"/>
                    <a:pt x="2749" y="1147"/>
                    <a:pt x="2754" y="1147"/>
                  </a:cubicBezTo>
                  <a:cubicBezTo>
                    <a:pt x="2758" y="1147"/>
                    <a:pt x="2771" y="1148"/>
                    <a:pt x="2765" y="1138"/>
                  </a:cubicBezTo>
                  <a:cubicBezTo>
                    <a:pt x="2759" y="1127"/>
                    <a:pt x="2745" y="1130"/>
                    <a:pt x="2744" y="1115"/>
                  </a:cubicBezTo>
                  <a:cubicBezTo>
                    <a:pt x="2744" y="1101"/>
                    <a:pt x="2754" y="1095"/>
                    <a:pt x="2766" y="1098"/>
                  </a:cubicBezTo>
                  <a:cubicBezTo>
                    <a:pt x="2779" y="1102"/>
                    <a:pt x="2777" y="1112"/>
                    <a:pt x="2782" y="1112"/>
                  </a:cubicBezTo>
                  <a:cubicBezTo>
                    <a:pt x="2786" y="1112"/>
                    <a:pt x="2786" y="1112"/>
                    <a:pt x="2786" y="1097"/>
                  </a:cubicBezTo>
                  <a:cubicBezTo>
                    <a:pt x="2786" y="1081"/>
                    <a:pt x="2784" y="1072"/>
                    <a:pt x="2777" y="1072"/>
                  </a:cubicBezTo>
                  <a:cubicBezTo>
                    <a:pt x="2771" y="1072"/>
                    <a:pt x="2765" y="1069"/>
                    <a:pt x="2765" y="1062"/>
                  </a:cubicBezTo>
                  <a:cubicBezTo>
                    <a:pt x="2765" y="1056"/>
                    <a:pt x="2773" y="1054"/>
                    <a:pt x="2771" y="1044"/>
                  </a:cubicBezTo>
                  <a:cubicBezTo>
                    <a:pt x="2769" y="1034"/>
                    <a:pt x="2781" y="1032"/>
                    <a:pt x="2778" y="1016"/>
                  </a:cubicBezTo>
                  <a:cubicBezTo>
                    <a:pt x="2775" y="999"/>
                    <a:pt x="2761" y="1003"/>
                    <a:pt x="2761" y="986"/>
                  </a:cubicBezTo>
                  <a:cubicBezTo>
                    <a:pt x="2762" y="968"/>
                    <a:pt x="2761" y="963"/>
                    <a:pt x="2751" y="960"/>
                  </a:cubicBezTo>
                  <a:cubicBezTo>
                    <a:pt x="2742" y="957"/>
                    <a:pt x="2731" y="961"/>
                    <a:pt x="2720" y="948"/>
                  </a:cubicBezTo>
                  <a:cubicBezTo>
                    <a:pt x="2708" y="936"/>
                    <a:pt x="2702" y="937"/>
                    <a:pt x="2698" y="943"/>
                  </a:cubicBezTo>
                  <a:close/>
                  <a:moveTo>
                    <a:pt x="2315" y="1156"/>
                  </a:moveTo>
                  <a:cubicBezTo>
                    <a:pt x="2319" y="1162"/>
                    <a:pt x="2329" y="1165"/>
                    <a:pt x="2341" y="1163"/>
                  </a:cubicBezTo>
                  <a:cubicBezTo>
                    <a:pt x="2353" y="1160"/>
                    <a:pt x="2369" y="1165"/>
                    <a:pt x="2374" y="1156"/>
                  </a:cubicBezTo>
                  <a:cubicBezTo>
                    <a:pt x="2379" y="1147"/>
                    <a:pt x="2398" y="1152"/>
                    <a:pt x="2391" y="1143"/>
                  </a:cubicBezTo>
                  <a:cubicBezTo>
                    <a:pt x="2384" y="1135"/>
                    <a:pt x="2390" y="1131"/>
                    <a:pt x="2382" y="1125"/>
                  </a:cubicBezTo>
                  <a:cubicBezTo>
                    <a:pt x="2374" y="1118"/>
                    <a:pt x="2367" y="1107"/>
                    <a:pt x="2357" y="1105"/>
                  </a:cubicBezTo>
                  <a:cubicBezTo>
                    <a:pt x="2348" y="1104"/>
                    <a:pt x="2344" y="1093"/>
                    <a:pt x="2335" y="1101"/>
                  </a:cubicBezTo>
                  <a:cubicBezTo>
                    <a:pt x="2335" y="1101"/>
                    <a:pt x="2324" y="1112"/>
                    <a:pt x="2315" y="1119"/>
                  </a:cubicBezTo>
                  <a:cubicBezTo>
                    <a:pt x="2306" y="1126"/>
                    <a:pt x="2292" y="1139"/>
                    <a:pt x="2299" y="1145"/>
                  </a:cubicBezTo>
                  <a:cubicBezTo>
                    <a:pt x="2306" y="1150"/>
                    <a:pt x="2311" y="1150"/>
                    <a:pt x="2315" y="1156"/>
                  </a:cubicBezTo>
                  <a:close/>
                  <a:moveTo>
                    <a:pt x="2243" y="816"/>
                  </a:moveTo>
                  <a:cubicBezTo>
                    <a:pt x="2246" y="825"/>
                    <a:pt x="2244" y="839"/>
                    <a:pt x="2252" y="844"/>
                  </a:cubicBezTo>
                  <a:cubicBezTo>
                    <a:pt x="2260" y="848"/>
                    <a:pt x="2270" y="854"/>
                    <a:pt x="2274" y="861"/>
                  </a:cubicBezTo>
                  <a:cubicBezTo>
                    <a:pt x="2278" y="868"/>
                    <a:pt x="2288" y="880"/>
                    <a:pt x="2299" y="882"/>
                  </a:cubicBezTo>
                  <a:cubicBezTo>
                    <a:pt x="2309" y="885"/>
                    <a:pt x="2324" y="890"/>
                    <a:pt x="2331" y="884"/>
                  </a:cubicBezTo>
                  <a:cubicBezTo>
                    <a:pt x="2338" y="877"/>
                    <a:pt x="2349" y="874"/>
                    <a:pt x="2335" y="862"/>
                  </a:cubicBezTo>
                  <a:cubicBezTo>
                    <a:pt x="2321" y="849"/>
                    <a:pt x="2301" y="842"/>
                    <a:pt x="2294" y="829"/>
                  </a:cubicBezTo>
                  <a:cubicBezTo>
                    <a:pt x="2288" y="816"/>
                    <a:pt x="2283" y="812"/>
                    <a:pt x="2272" y="804"/>
                  </a:cubicBezTo>
                  <a:cubicBezTo>
                    <a:pt x="2261" y="796"/>
                    <a:pt x="2233" y="782"/>
                    <a:pt x="2237" y="798"/>
                  </a:cubicBezTo>
                  <a:cubicBezTo>
                    <a:pt x="2237" y="798"/>
                    <a:pt x="2240" y="808"/>
                    <a:pt x="2243" y="816"/>
                  </a:cubicBezTo>
                  <a:close/>
                  <a:moveTo>
                    <a:pt x="2262" y="619"/>
                  </a:moveTo>
                  <a:cubicBezTo>
                    <a:pt x="2276" y="621"/>
                    <a:pt x="2316" y="611"/>
                    <a:pt x="2312" y="621"/>
                  </a:cubicBezTo>
                  <a:cubicBezTo>
                    <a:pt x="2308" y="630"/>
                    <a:pt x="2310" y="634"/>
                    <a:pt x="2299" y="638"/>
                  </a:cubicBezTo>
                  <a:cubicBezTo>
                    <a:pt x="2287" y="642"/>
                    <a:pt x="2294" y="652"/>
                    <a:pt x="2304" y="652"/>
                  </a:cubicBezTo>
                  <a:cubicBezTo>
                    <a:pt x="2314" y="652"/>
                    <a:pt x="2319" y="652"/>
                    <a:pt x="2324" y="642"/>
                  </a:cubicBezTo>
                  <a:cubicBezTo>
                    <a:pt x="2329" y="632"/>
                    <a:pt x="2337" y="631"/>
                    <a:pt x="2347" y="631"/>
                  </a:cubicBezTo>
                  <a:cubicBezTo>
                    <a:pt x="2357" y="631"/>
                    <a:pt x="2367" y="641"/>
                    <a:pt x="2356" y="646"/>
                  </a:cubicBezTo>
                  <a:cubicBezTo>
                    <a:pt x="2345" y="651"/>
                    <a:pt x="2351" y="662"/>
                    <a:pt x="2363" y="659"/>
                  </a:cubicBezTo>
                  <a:cubicBezTo>
                    <a:pt x="2375" y="657"/>
                    <a:pt x="2382" y="650"/>
                    <a:pt x="2382" y="657"/>
                  </a:cubicBezTo>
                  <a:cubicBezTo>
                    <a:pt x="2383" y="663"/>
                    <a:pt x="2382" y="676"/>
                    <a:pt x="2369" y="675"/>
                  </a:cubicBezTo>
                  <a:cubicBezTo>
                    <a:pt x="2357" y="675"/>
                    <a:pt x="2387" y="686"/>
                    <a:pt x="2371" y="687"/>
                  </a:cubicBezTo>
                  <a:cubicBezTo>
                    <a:pt x="2355" y="687"/>
                    <a:pt x="2358" y="695"/>
                    <a:pt x="2339" y="683"/>
                  </a:cubicBezTo>
                  <a:cubicBezTo>
                    <a:pt x="2321" y="672"/>
                    <a:pt x="2308" y="675"/>
                    <a:pt x="2301" y="680"/>
                  </a:cubicBezTo>
                  <a:cubicBezTo>
                    <a:pt x="2293" y="685"/>
                    <a:pt x="2291" y="700"/>
                    <a:pt x="2305" y="710"/>
                  </a:cubicBezTo>
                  <a:cubicBezTo>
                    <a:pt x="2319" y="721"/>
                    <a:pt x="2344" y="743"/>
                    <a:pt x="2362" y="733"/>
                  </a:cubicBezTo>
                  <a:cubicBezTo>
                    <a:pt x="2379" y="724"/>
                    <a:pt x="2391" y="715"/>
                    <a:pt x="2402" y="716"/>
                  </a:cubicBezTo>
                  <a:cubicBezTo>
                    <a:pt x="2412" y="717"/>
                    <a:pt x="2440" y="718"/>
                    <a:pt x="2422" y="726"/>
                  </a:cubicBezTo>
                  <a:cubicBezTo>
                    <a:pt x="2405" y="735"/>
                    <a:pt x="2410" y="744"/>
                    <a:pt x="2419" y="745"/>
                  </a:cubicBezTo>
                  <a:cubicBezTo>
                    <a:pt x="2428" y="747"/>
                    <a:pt x="2431" y="742"/>
                    <a:pt x="2440" y="735"/>
                  </a:cubicBezTo>
                  <a:cubicBezTo>
                    <a:pt x="2448" y="729"/>
                    <a:pt x="2452" y="728"/>
                    <a:pt x="2470" y="729"/>
                  </a:cubicBezTo>
                  <a:cubicBezTo>
                    <a:pt x="2488" y="730"/>
                    <a:pt x="2505" y="725"/>
                    <a:pt x="2526" y="737"/>
                  </a:cubicBezTo>
                  <a:cubicBezTo>
                    <a:pt x="2548" y="749"/>
                    <a:pt x="2543" y="740"/>
                    <a:pt x="2562" y="763"/>
                  </a:cubicBezTo>
                  <a:cubicBezTo>
                    <a:pt x="2582" y="786"/>
                    <a:pt x="2582" y="788"/>
                    <a:pt x="2602" y="791"/>
                  </a:cubicBezTo>
                  <a:cubicBezTo>
                    <a:pt x="2622" y="793"/>
                    <a:pt x="2660" y="793"/>
                    <a:pt x="2668" y="786"/>
                  </a:cubicBezTo>
                  <a:cubicBezTo>
                    <a:pt x="2675" y="778"/>
                    <a:pt x="2693" y="764"/>
                    <a:pt x="2674" y="751"/>
                  </a:cubicBezTo>
                  <a:cubicBezTo>
                    <a:pt x="2655" y="737"/>
                    <a:pt x="2659" y="731"/>
                    <a:pt x="2647" y="726"/>
                  </a:cubicBezTo>
                  <a:cubicBezTo>
                    <a:pt x="2635" y="721"/>
                    <a:pt x="2630" y="720"/>
                    <a:pt x="2630" y="711"/>
                  </a:cubicBezTo>
                  <a:cubicBezTo>
                    <a:pt x="2630" y="702"/>
                    <a:pt x="2633" y="700"/>
                    <a:pt x="2641" y="697"/>
                  </a:cubicBezTo>
                  <a:cubicBezTo>
                    <a:pt x="2649" y="695"/>
                    <a:pt x="2653" y="692"/>
                    <a:pt x="2648" y="683"/>
                  </a:cubicBezTo>
                  <a:cubicBezTo>
                    <a:pt x="2642" y="675"/>
                    <a:pt x="2622" y="683"/>
                    <a:pt x="2619" y="668"/>
                  </a:cubicBezTo>
                  <a:cubicBezTo>
                    <a:pt x="2616" y="653"/>
                    <a:pt x="2610" y="655"/>
                    <a:pt x="2605" y="654"/>
                  </a:cubicBezTo>
                  <a:cubicBezTo>
                    <a:pt x="2599" y="652"/>
                    <a:pt x="2596" y="642"/>
                    <a:pt x="2582" y="643"/>
                  </a:cubicBezTo>
                  <a:cubicBezTo>
                    <a:pt x="2567" y="644"/>
                    <a:pt x="2577" y="663"/>
                    <a:pt x="2558" y="654"/>
                  </a:cubicBezTo>
                  <a:cubicBezTo>
                    <a:pt x="2539" y="644"/>
                    <a:pt x="2544" y="626"/>
                    <a:pt x="2527" y="619"/>
                  </a:cubicBezTo>
                  <a:cubicBezTo>
                    <a:pt x="2511" y="613"/>
                    <a:pt x="2494" y="607"/>
                    <a:pt x="2487" y="608"/>
                  </a:cubicBezTo>
                  <a:cubicBezTo>
                    <a:pt x="2480" y="609"/>
                    <a:pt x="2466" y="616"/>
                    <a:pt x="2465" y="623"/>
                  </a:cubicBezTo>
                  <a:cubicBezTo>
                    <a:pt x="2463" y="629"/>
                    <a:pt x="2461" y="641"/>
                    <a:pt x="2448" y="639"/>
                  </a:cubicBezTo>
                  <a:cubicBezTo>
                    <a:pt x="2435" y="637"/>
                    <a:pt x="2434" y="628"/>
                    <a:pt x="2444" y="624"/>
                  </a:cubicBezTo>
                  <a:cubicBezTo>
                    <a:pt x="2454" y="619"/>
                    <a:pt x="2455" y="610"/>
                    <a:pt x="2444" y="604"/>
                  </a:cubicBezTo>
                  <a:cubicBezTo>
                    <a:pt x="2433" y="597"/>
                    <a:pt x="2421" y="579"/>
                    <a:pt x="2405" y="579"/>
                  </a:cubicBezTo>
                  <a:cubicBezTo>
                    <a:pt x="2390" y="579"/>
                    <a:pt x="2395" y="572"/>
                    <a:pt x="2376" y="570"/>
                  </a:cubicBezTo>
                  <a:cubicBezTo>
                    <a:pt x="2357" y="568"/>
                    <a:pt x="2336" y="568"/>
                    <a:pt x="2331" y="574"/>
                  </a:cubicBezTo>
                  <a:cubicBezTo>
                    <a:pt x="2327" y="580"/>
                    <a:pt x="2331" y="579"/>
                    <a:pt x="2307" y="581"/>
                  </a:cubicBezTo>
                  <a:cubicBezTo>
                    <a:pt x="2307" y="581"/>
                    <a:pt x="2272" y="576"/>
                    <a:pt x="2263" y="585"/>
                  </a:cubicBezTo>
                  <a:cubicBezTo>
                    <a:pt x="2253" y="594"/>
                    <a:pt x="2248" y="618"/>
                    <a:pt x="2262" y="619"/>
                  </a:cubicBezTo>
                  <a:close/>
                  <a:moveTo>
                    <a:pt x="2504" y="811"/>
                  </a:moveTo>
                  <a:cubicBezTo>
                    <a:pt x="2516" y="809"/>
                    <a:pt x="2513" y="796"/>
                    <a:pt x="2531" y="799"/>
                  </a:cubicBezTo>
                  <a:cubicBezTo>
                    <a:pt x="2549" y="802"/>
                    <a:pt x="2565" y="792"/>
                    <a:pt x="2546" y="788"/>
                  </a:cubicBezTo>
                  <a:cubicBezTo>
                    <a:pt x="2528" y="783"/>
                    <a:pt x="2532" y="776"/>
                    <a:pt x="2515" y="776"/>
                  </a:cubicBezTo>
                  <a:cubicBezTo>
                    <a:pt x="2498" y="776"/>
                    <a:pt x="2506" y="780"/>
                    <a:pt x="2486" y="777"/>
                  </a:cubicBezTo>
                  <a:cubicBezTo>
                    <a:pt x="2486" y="777"/>
                    <a:pt x="2455" y="768"/>
                    <a:pt x="2455" y="780"/>
                  </a:cubicBezTo>
                  <a:cubicBezTo>
                    <a:pt x="2455" y="792"/>
                    <a:pt x="2460" y="795"/>
                    <a:pt x="2470" y="803"/>
                  </a:cubicBezTo>
                  <a:cubicBezTo>
                    <a:pt x="2480" y="811"/>
                    <a:pt x="2493" y="813"/>
                    <a:pt x="2504" y="811"/>
                  </a:cubicBezTo>
                  <a:close/>
                  <a:moveTo>
                    <a:pt x="2729" y="675"/>
                  </a:moveTo>
                  <a:cubicBezTo>
                    <a:pt x="2737" y="678"/>
                    <a:pt x="2734" y="685"/>
                    <a:pt x="2727" y="688"/>
                  </a:cubicBezTo>
                  <a:cubicBezTo>
                    <a:pt x="2720" y="692"/>
                    <a:pt x="2719" y="703"/>
                    <a:pt x="2730" y="708"/>
                  </a:cubicBezTo>
                  <a:cubicBezTo>
                    <a:pt x="2741" y="713"/>
                    <a:pt x="2747" y="718"/>
                    <a:pt x="2750" y="724"/>
                  </a:cubicBezTo>
                  <a:cubicBezTo>
                    <a:pt x="2753" y="730"/>
                    <a:pt x="2761" y="733"/>
                    <a:pt x="2772" y="734"/>
                  </a:cubicBezTo>
                  <a:cubicBezTo>
                    <a:pt x="2784" y="735"/>
                    <a:pt x="2785" y="733"/>
                    <a:pt x="2789" y="740"/>
                  </a:cubicBezTo>
                  <a:cubicBezTo>
                    <a:pt x="2794" y="746"/>
                    <a:pt x="2802" y="741"/>
                    <a:pt x="2803" y="749"/>
                  </a:cubicBezTo>
                  <a:cubicBezTo>
                    <a:pt x="2804" y="757"/>
                    <a:pt x="2794" y="755"/>
                    <a:pt x="2783" y="753"/>
                  </a:cubicBezTo>
                  <a:cubicBezTo>
                    <a:pt x="2772" y="751"/>
                    <a:pt x="2749" y="753"/>
                    <a:pt x="2763" y="762"/>
                  </a:cubicBezTo>
                  <a:cubicBezTo>
                    <a:pt x="2777" y="771"/>
                    <a:pt x="2784" y="767"/>
                    <a:pt x="2790" y="776"/>
                  </a:cubicBezTo>
                  <a:cubicBezTo>
                    <a:pt x="2796" y="784"/>
                    <a:pt x="2805" y="791"/>
                    <a:pt x="2812" y="792"/>
                  </a:cubicBezTo>
                  <a:cubicBezTo>
                    <a:pt x="2820" y="794"/>
                    <a:pt x="2825" y="795"/>
                    <a:pt x="2827" y="788"/>
                  </a:cubicBezTo>
                  <a:cubicBezTo>
                    <a:pt x="2828" y="781"/>
                    <a:pt x="2854" y="783"/>
                    <a:pt x="2863" y="783"/>
                  </a:cubicBezTo>
                  <a:cubicBezTo>
                    <a:pt x="2873" y="782"/>
                    <a:pt x="2868" y="773"/>
                    <a:pt x="2892" y="776"/>
                  </a:cubicBezTo>
                  <a:cubicBezTo>
                    <a:pt x="2916" y="778"/>
                    <a:pt x="2921" y="780"/>
                    <a:pt x="2923" y="771"/>
                  </a:cubicBezTo>
                  <a:cubicBezTo>
                    <a:pt x="2926" y="763"/>
                    <a:pt x="2936" y="771"/>
                    <a:pt x="2937" y="758"/>
                  </a:cubicBezTo>
                  <a:cubicBezTo>
                    <a:pt x="2938" y="746"/>
                    <a:pt x="2933" y="738"/>
                    <a:pt x="2926" y="737"/>
                  </a:cubicBezTo>
                  <a:cubicBezTo>
                    <a:pt x="2919" y="736"/>
                    <a:pt x="2918" y="728"/>
                    <a:pt x="2927" y="725"/>
                  </a:cubicBezTo>
                  <a:cubicBezTo>
                    <a:pt x="2936" y="722"/>
                    <a:pt x="2941" y="724"/>
                    <a:pt x="2941" y="715"/>
                  </a:cubicBezTo>
                  <a:cubicBezTo>
                    <a:pt x="2941" y="707"/>
                    <a:pt x="2938" y="703"/>
                    <a:pt x="2926" y="700"/>
                  </a:cubicBezTo>
                  <a:cubicBezTo>
                    <a:pt x="2913" y="696"/>
                    <a:pt x="2901" y="683"/>
                    <a:pt x="2892" y="687"/>
                  </a:cubicBezTo>
                  <a:cubicBezTo>
                    <a:pt x="2883" y="692"/>
                    <a:pt x="2873" y="699"/>
                    <a:pt x="2868" y="692"/>
                  </a:cubicBezTo>
                  <a:cubicBezTo>
                    <a:pt x="2863" y="685"/>
                    <a:pt x="2862" y="674"/>
                    <a:pt x="2852" y="673"/>
                  </a:cubicBezTo>
                  <a:cubicBezTo>
                    <a:pt x="2842" y="672"/>
                    <a:pt x="2834" y="662"/>
                    <a:pt x="2822" y="661"/>
                  </a:cubicBezTo>
                  <a:cubicBezTo>
                    <a:pt x="2811" y="659"/>
                    <a:pt x="2794" y="649"/>
                    <a:pt x="2777" y="650"/>
                  </a:cubicBezTo>
                  <a:cubicBezTo>
                    <a:pt x="2777" y="650"/>
                    <a:pt x="2764" y="650"/>
                    <a:pt x="2754" y="647"/>
                  </a:cubicBezTo>
                  <a:cubicBezTo>
                    <a:pt x="2743" y="644"/>
                    <a:pt x="2733" y="644"/>
                    <a:pt x="2726" y="649"/>
                  </a:cubicBezTo>
                  <a:cubicBezTo>
                    <a:pt x="2720" y="654"/>
                    <a:pt x="2720" y="671"/>
                    <a:pt x="2729" y="675"/>
                  </a:cubicBezTo>
                  <a:close/>
                  <a:moveTo>
                    <a:pt x="2941" y="789"/>
                  </a:moveTo>
                  <a:cubicBezTo>
                    <a:pt x="2933" y="794"/>
                    <a:pt x="2916" y="791"/>
                    <a:pt x="2904" y="787"/>
                  </a:cubicBezTo>
                  <a:cubicBezTo>
                    <a:pt x="2892" y="783"/>
                    <a:pt x="2888" y="794"/>
                    <a:pt x="2875" y="796"/>
                  </a:cubicBezTo>
                  <a:cubicBezTo>
                    <a:pt x="2863" y="797"/>
                    <a:pt x="2855" y="796"/>
                    <a:pt x="2852" y="804"/>
                  </a:cubicBezTo>
                  <a:cubicBezTo>
                    <a:pt x="2850" y="812"/>
                    <a:pt x="2850" y="824"/>
                    <a:pt x="2860" y="826"/>
                  </a:cubicBezTo>
                  <a:cubicBezTo>
                    <a:pt x="2870" y="829"/>
                    <a:pt x="2868" y="843"/>
                    <a:pt x="2883" y="842"/>
                  </a:cubicBezTo>
                  <a:cubicBezTo>
                    <a:pt x="2897" y="840"/>
                    <a:pt x="2931" y="842"/>
                    <a:pt x="2941" y="839"/>
                  </a:cubicBezTo>
                  <a:cubicBezTo>
                    <a:pt x="2950" y="837"/>
                    <a:pt x="2971" y="833"/>
                    <a:pt x="2982" y="839"/>
                  </a:cubicBezTo>
                  <a:cubicBezTo>
                    <a:pt x="2993" y="846"/>
                    <a:pt x="3022" y="848"/>
                    <a:pt x="3024" y="838"/>
                  </a:cubicBezTo>
                  <a:cubicBezTo>
                    <a:pt x="3027" y="828"/>
                    <a:pt x="3031" y="819"/>
                    <a:pt x="3041" y="814"/>
                  </a:cubicBezTo>
                  <a:cubicBezTo>
                    <a:pt x="3051" y="810"/>
                    <a:pt x="3063" y="805"/>
                    <a:pt x="3052" y="800"/>
                  </a:cubicBezTo>
                  <a:cubicBezTo>
                    <a:pt x="3042" y="795"/>
                    <a:pt x="3041" y="793"/>
                    <a:pt x="3028" y="794"/>
                  </a:cubicBezTo>
                  <a:cubicBezTo>
                    <a:pt x="3015" y="794"/>
                    <a:pt x="2992" y="796"/>
                    <a:pt x="2977" y="794"/>
                  </a:cubicBezTo>
                  <a:cubicBezTo>
                    <a:pt x="2977" y="794"/>
                    <a:pt x="2950" y="784"/>
                    <a:pt x="2941" y="789"/>
                  </a:cubicBezTo>
                  <a:close/>
                  <a:moveTo>
                    <a:pt x="3184" y="1192"/>
                  </a:moveTo>
                  <a:cubicBezTo>
                    <a:pt x="3192" y="1191"/>
                    <a:pt x="3194" y="1188"/>
                    <a:pt x="3194" y="1196"/>
                  </a:cubicBezTo>
                  <a:cubicBezTo>
                    <a:pt x="3195" y="1204"/>
                    <a:pt x="3199" y="1206"/>
                    <a:pt x="3203" y="1206"/>
                  </a:cubicBezTo>
                  <a:cubicBezTo>
                    <a:pt x="3207" y="1206"/>
                    <a:pt x="3206" y="1212"/>
                    <a:pt x="3214" y="1213"/>
                  </a:cubicBezTo>
                  <a:cubicBezTo>
                    <a:pt x="3222" y="1213"/>
                    <a:pt x="3228" y="1210"/>
                    <a:pt x="3239" y="1216"/>
                  </a:cubicBezTo>
                  <a:cubicBezTo>
                    <a:pt x="3250" y="1223"/>
                    <a:pt x="3258" y="1224"/>
                    <a:pt x="3272" y="1222"/>
                  </a:cubicBezTo>
                  <a:cubicBezTo>
                    <a:pt x="3285" y="1221"/>
                    <a:pt x="3291" y="1223"/>
                    <a:pt x="3295" y="1218"/>
                  </a:cubicBezTo>
                  <a:cubicBezTo>
                    <a:pt x="3298" y="1214"/>
                    <a:pt x="3308" y="1216"/>
                    <a:pt x="3310" y="1211"/>
                  </a:cubicBezTo>
                  <a:cubicBezTo>
                    <a:pt x="3313" y="1205"/>
                    <a:pt x="3313" y="1199"/>
                    <a:pt x="3323" y="1198"/>
                  </a:cubicBezTo>
                  <a:cubicBezTo>
                    <a:pt x="3332" y="1198"/>
                    <a:pt x="3331" y="1188"/>
                    <a:pt x="3338" y="1188"/>
                  </a:cubicBezTo>
                  <a:cubicBezTo>
                    <a:pt x="3346" y="1188"/>
                    <a:pt x="3353" y="1188"/>
                    <a:pt x="3352" y="1197"/>
                  </a:cubicBezTo>
                  <a:cubicBezTo>
                    <a:pt x="3351" y="1206"/>
                    <a:pt x="3341" y="1206"/>
                    <a:pt x="3342" y="1211"/>
                  </a:cubicBezTo>
                  <a:cubicBezTo>
                    <a:pt x="3343" y="1217"/>
                    <a:pt x="3348" y="1216"/>
                    <a:pt x="3350" y="1222"/>
                  </a:cubicBezTo>
                  <a:cubicBezTo>
                    <a:pt x="3351" y="1229"/>
                    <a:pt x="3360" y="1229"/>
                    <a:pt x="3367" y="1229"/>
                  </a:cubicBezTo>
                  <a:cubicBezTo>
                    <a:pt x="3374" y="1229"/>
                    <a:pt x="3391" y="1234"/>
                    <a:pt x="3396" y="1229"/>
                  </a:cubicBezTo>
                  <a:cubicBezTo>
                    <a:pt x="3401" y="1223"/>
                    <a:pt x="3412" y="1224"/>
                    <a:pt x="3422" y="1224"/>
                  </a:cubicBezTo>
                  <a:cubicBezTo>
                    <a:pt x="3431" y="1224"/>
                    <a:pt x="3423" y="1231"/>
                    <a:pt x="3439" y="1230"/>
                  </a:cubicBezTo>
                  <a:cubicBezTo>
                    <a:pt x="3456" y="1229"/>
                    <a:pt x="3460" y="1232"/>
                    <a:pt x="3462" y="1226"/>
                  </a:cubicBezTo>
                  <a:cubicBezTo>
                    <a:pt x="3465" y="1221"/>
                    <a:pt x="3475" y="1217"/>
                    <a:pt x="3478" y="1224"/>
                  </a:cubicBezTo>
                  <a:cubicBezTo>
                    <a:pt x="3482" y="1231"/>
                    <a:pt x="3487" y="1229"/>
                    <a:pt x="3497" y="1223"/>
                  </a:cubicBezTo>
                  <a:cubicBezTo>
                    <a:pt x="3507" y="1217"/>
                    <a:pt x="3510" y="1230"/>
                    <a:pt x="3521" y="1230"/>
                  </a:cubicBezTo>
                  <a:cubicBezTo>
                    <a:pt x="3533" y="1230"/>
                    <a:pt x="3531" y="1214"/>
                    <a:pt x="3546" y="1221"/>
                  </a:cubicBezTo>
                  <a:cubicBezTo>
                    <a:pt x="3560" y="1227"/>
                    <a:pt x="3561" y="1232"/>
                    <a:pt x="3571" y="1227"/>
                  </a:cubicBezTo>
                  <a:cubicBezTo>
                    <a:pt x="3582" y="1222"/>
                    <a:pt x="3566" y="1221"/>
                    <a:pt x="3595" y="1227"/>
                  </a:cubicBezTo>
                  <a:cubicBezTo>
                    <a:pt x="3624" y="1234"/>
                    <a:pt x="3632" y="1226"/>
                    <a:pt x="3651" y="1221"/>
                  </a:cubicBezTo>
                  <a:cubicBezTo>
                    <a:pt x="3669" y="1217"/>
                    <a:pt x="3669" y="1216"/>
                    <a:pt x="3672" y="1207"/>
                  </a:cubicBezTo>
                  <a:cubicBezTo>
                    <a:pt x="3676" y="1198"/>
                    <a:pt x="3682" y="1196"/>
                    <a:pt x="3677" y="1191"/>
                  </a:cubicBezTo>
                  <a:cubicBezTo>
                    <a:pt x="3673" y="1186"/>
                    <a:pt x="3665" y="1183"/>
                    <a:pt x="3678" y="1182"/>
                  </a:cubicBezTo>
                  <a:cubicBezTo>
                    <a:pt x="3691" y="1181"/>
                    <a:pt x="3691" y="1175"/>
                    <a:pt x="3692" y="1190"/>
                  </a:cubicBezTo>
                  <a:cubicBezTo>
                    <a:pt x="3692" y="1204"/>
                    <a:pt x="3692" y="1210"/>
                    <a:pt x="3698" y="1211"/>
                  </a:cubicBezTo>
                  <a:cubicBezTo>
                    <a:pt x="3705" y="1213"/>
                    <a:pt x="3707" y="1222"/>
                    <a:pt x="3718" y="1220"/>
                  </a:cubicBezTo>
                  <a:cubicBezTo>
                    <a:pt x="3729" y="1218"/>
                    <a:pt x="3744" y="1215"/>
                    <a:pt x="3747" y="1223"/>
                  </a:cubicBezTo>
                  <a:cubicBezTo>
                    <a:pt x="3750" y="1231"/>
                    <a:pt x="3756" y="1231"/>
                    <a:pt x="3763" y="1230"/>
                  </a:cubicBezTo>
                  <a:cubicBezTo>
                    <a:pt x="3771" y="1229"/>
                    <a:pt x="3795" y="1234"/>
                    <a:pt x="3796" y="1225"/>
                  </a:cubicBezTo>
                  <a:cubicBezTo>
                    <a:pt x="3796" y="1216"/>
                    <a:pt x="3805" y="1216"/>
                    <a:pt x="3816" y="1215"/>
                  </a:cubicBezTo>
                  <a:cubicBezTo>
                    <a:pt x="3826" y="1214"/>
                    <a:pt x="3826" y="1211"/>
                    <a:pt x="3835" y="1216"/>
                  </a:cubicBezTo>
                  <a:cubicBezTo>
                    <a:pt x="3844" y="1221"/>
                    <a:pt x="3852" y="1224"/>
                    <a:pt x="3859" y="1218"/>
                  </a:cubicBezTo>
                  <a:cubicBezTo>
                    <a:pt x="3865" y="1213"/>
                    <a:pt x="3877" y="1214"/>
                    <a:pt x="3878" y="1207"/>
                  </a:cubicBezTo>
                  <a:cubicBezTo>
                    <a:pt x="3879" y="1200"/>
                    <a:pt x="3877" y="1195"/>
                    <a:pt x="3887" y="1194"/>
                  </a:cubicBezTo>
                  <a:cubicBezTo>
                    <a:pt x="3897" y="1193"/>
                    <a:pt x="3896" y="1186"/>
                    <a:pt x="3891" y="1181"/>
                  </a:cubicBezTo>
                  <a:cubicBezTo>
                    <a:pt x="3886" y="1177"/>
                    <a:pt x="3871" y="1175"/>
                    <a:pt x="3879" y="1168"/>
                  </a:cubicBezTo>
                  <a:cubicBezTo>
                    <a:pt x="3887" y="1161"/>
                    <a:pt x="3893" y="1166"/>
                    <a:pt x="3893" y="1156"/>
                  </a:cubicBezTo>
                  <a:cubicBezTo>
                    <a:pt x="3893" y="1146"/>
                    <a:pt x="3897" y="1141"/>
                    <a:pt x="3905" y="1139"/>
                  </a:cubicBezTo>
                  <a:cubicBezTo>
                    <a:pt x="3912" y="1137"/>
                    <a:pt x="3915" y="1136"/>
                    <a:pt x="3917" y="1127"/>
                  </a:cubicBezTo>
                  <a:cubicBezTo>
                    <a:pt x="3918" y="1119"/>
                    <a:pt x="3930" y="1117"/>
                    <a:pt x="3925" y="1108"/>
                  </a:cubicBezTo>
                  <a:cubicBezTo>
                    <a:pt x="3920" y="1100"/>
                    <a:pt x="3916" y="1097"/>
                    <a:pt x="3906" y="1100"/>
                  </a:cubicBezTo>
                  <a:cubicBezTo>
                    <a:pt x="3896" y="1102"/>
                    <a:pt x="3885" y="1107"/>
                    <a:pt x="3885" y="1097"/>
                  </a:cubicBezTo>
                  <a:cubicBezTo>
                    <a:pt x="3885" y="1087"/>
                    <a:pt x="3882" y="1089"/>
                    <a:pt x="3876" y="1084"/>
                  </a:cubicBezTo>
                  <a:cubicBezTo>
                    <a:pt x="3869" y="1079"/>
                    <a:pt x="3863" y="1073"/>
                    <a:pt x="3849" y="1075"/>
                  </a:cubicBezTo>
                  <a:cubicBezTo>
                    <a:pt x="3836" y="1077"/>
                    <a:pt x="3814" y="1087"/>
                    <a:pt x="3814" y="1075"/>
                  </a:cubicBezTo>
                  <a:cubicBezTo>
                    <a:pt x="3814" y="1064"/>
                    <a:pt x="3812" y="1062"/>
                    <a:pt x="3806" y="1059"/>
                  </a:cubicBezTo>
                  <a:cubicBezTo>
                    <a:pt x="3799" y="1056"/>
                    <a:pt x="3799" y="1049"/>
                    <a:pt x="3781" y="1052"/>
                  </a:cubicBezTo>
                  <a:cubicBezTo>
                    <a:pt x="3762" y="1054"/>
                    <a:pt x="3723" y="1048"/>
                    <a:pt x="3723" y="1053"/>
                  </a:cubicBezTo>
                  <a:cubicBezTo>
                    <a:pt x="3722" y="1058"/>
                    <a:pt x="3722" y="1059"/>
                    <a:pt x="3701" y="1059"/>
                  </a:cubicBezTo>
                  <a:cubicBezTo>
                    <a:pt x="3680" y="1059"/>
                    <a:pt x="3670" y="1064"/>
                    <a:pt x="3664" y="1057"/>
                  </a:cubicBezTo>
                  <a:cubicBezTo>
                    <a:pt x="3659" y="1049"/>
                    <a:pt x="3655" y="1049"/>
                    <a:pt x="3643" y="1050"/>
                  </a:cubicBezTo>
                  <a:cubicBezTo>
                    <a:pt x="3631" y="1052"/>
                    <a:pt x="3631" y="1064"/>
                    <a:pt x="3617" y="1064"/>
                  </a:cubicBezTo>
                  <a:cubicBezTo>
                    <a:pt x="3604" y="1065"/>
                    <a:pt x="3595" y="1072"/>
                    <a:pt x="3585" y="1074"/>
                  </a:cubicBezTo>
                  <a:cubicBezTo>
                    <a:pt x="3575" y="1075"/>
                    <a:pt x="3563" y="1077"/>
                    <a:pt x="3559" y="1081"/>
                  </a:cubicBezTo>
                  <a:cubicBezTo>
                    <a:pt x="3556" y="1085"/>
                    <a:pt x="3537" y="1079"/>
                    <a:pt x="3529" y="1085"/>
                  </a:cubicBezTo>
                  <a:cubicBezTo>
                    <a:pt x="3521" y="1091"/>
                    <a:pt x="3510" y="1093"/>
                    <a:pt x="3510" y="1100"/>
                  </a:cubicBezTo>
                  <a:cubicBezTo>
                    <a:pt x="3510" y="1106"/>
                    <a:pt x="3510" y="1105"/>
                    <a:pt x="3494" y="1105"/>
                  </a:cubicBezTo>
                  <a:cubicBezTo>
                    <a:pt x="3477" y="1105"/>
                    <a:pt x="3480" y="1102"/>
                    <a:pt x="3468" y="1102"/>
                  </a:cubicBezTo>
                  <a:cubicBezTo>
                    <a:pt x="3456" y="1101"/>
                    <a:pt x="3454" y="1100"/>
                    <a:pt x="3452" y="1094"/>
                  </a:cubicBezTo>
                  <a:cubicBezTo>
                    <a:pt x="3449" y="1088"/>
                    <a:pt x="3444" y="1087"/>
                    <a:pt x="3438" y="1083"/>
                  </a:cubicBezTo>
                  <a:cubicBezTo>
                    <a:pt x="3432" y="1079"/>
                    <a:pt x="3420" y="1078"/>
                    <a:pt x="3419" y="1084"/>
                  </a:cubicBezTo>
                  <a:cubicBezTo>
                    <a:pt x="3417" y="1089"/>
                    <a:pt x="3406" y="1096"/>
                    <a:pt x="3403" y="1091"/>
                  </a:cubicBezTo>
                  <a:cubicBezTo>
                    <a:pt x="3399" y="1086"/>
                    <a:pt x="3399" y="1081"/>
                    <a:pt x="3389" y="1085"/>
                  </a:cubicBezTo>
                  <a:cubicBezTo>
                    <a:pt x="3380" y="1089"/>
                    <a:pt x="3381" y="1093"/>
                    <a:pt x="3368" y="1090"/>
                  </a:cubicBezTo>
                  <a:cubicBezTo>
                    <a:pt x="3355" y="1087"/>
                    <a:pt x="3352" y="1082"/>
                    <a:pt x="3346" y="1079"/>
                  </a:cubicBezTo>
                  <a:cubicBezTo>
                    <a:pt x="3341" y="1076"/>
                    <a:pt x="3326" y="1073"/>
                    <a:pt x="3325" y="1082"/>
                  </a:cubicBezTo>
                  <a:cubicBezTo>
                    <a:pt x="3323" y="1090"/>
                    <a:pt x="3332" y="1103"/>
                    <a:pt x="3320" y="1102"/>
                  </a:cubicBezTo>
                  <a:cubicBezTo>
                    <a:pt x="3308" y="1102"/>
                    <a:pt x="3318" y="1096"/>
                    <a:pt x="3308" y="1095"/>
                  </a:cubicBezTo>
                  <a:cubicBezTo>
                    <a:pt x="3297" y="1095"/>
                    <a:pt x="3291" y="1085"/>
                    <a:pt x="3298" y="1079"/>
                  </a:cubicBezTo>
                  <a:cubicBezTo>
                    <a:pt x="3304" y="1074"/>
                    <a:pt x="3307" y="1069"/>
                    <a:pt x="3306" y="1064"/>
                  </a:cubicBezTo>
                  <a:cubicBezTo>
                    <a:pt x="3305" y="1059"/>
                    <a:pt x="3302" y="1057"/>
                    <a:pt x="3295" y="1054"/>
                  </a:cubicBezTo>
                  <a:cubicBezTo>
                    <a:pt x="3288" y="1052"/>
                    <a:pt x="3278" y="1052"/>
                    <a:pt x="3274" y="1043"/>
                  </a:cubicBezTo>
                  <a:cubicBezTo>
                    <a:pt x="3270" y="1034"/>
                    <a:pt x="3267" y="1031"/>
                    <a:pt x="3255" y="1033"/>
                  </a:cubicBezTo>
                  <a:cubicBezTo>
                    <a:pt x="3244" y="1034"/>
                    <a:pt x="3236" y="1037"/>
                    <a:pt x="3229" y="1039"/>
                  </a:cubicBezTo>
                  <a:cubicBezTo>
                    <a:pt x="3222" y="1041"/>
                    <a:pt x="3218" y="1040"/>
                    <a:pt x="3212" y="1035"/>
                  </a:cubicBezTo>
                  <a:cubicBezTo>
                    <a:pt x="3207" y="1030"/>
                    <a:pt x="3206" y="1021"/>
                    <a:pt x="3213" y="1016"/>
                  </a:cubicBezTo>
                  <a:cubicBezTo>
                    <a:pt x="3220" y="1012"/>
                    <a:pt x="3230" y="1017"/>
                    <a:pt x="3232" y="1011"/>
                  </a:cubicBezTo>
                  <a:cubicBezTo>
                    <a:pt x="3233" y="1006"/>
                    <a:pt x="3239" y="1005"/>
                    <a:pt x="3246" y="1011"/>
                  </a:cubicBezTo>
                  <a:cubicBezTo>
                    <a:pt x="3252" y="1018"/>
                    <a:pt x="3260" y="1019"/>
                    <a:pt x="3267" y="1015"/>
                  </a:cubicBezTo>
                  <a:cubicBezTo>
                    <a:pt x="3273" y="1011"/>
                    <a:pt x="3276" y="1007"/>
                    <a:pt x="3288" y="1007"/>
                  </a:cubicBezTo>
                  <a:cubicBezTo>
                    <a:pt x="3299" y="1007"/>
                    <a:pt x="3302" y="1011"/>
                    <a:pt x="3303" y="1003"/>
                  </a:cubicBezTo>
                  <a:cubicBezTo>
                    <a:pt x="3303" y="994"/>
                    <a:pt x="3293" y="988"/>
                    <a:pt x="3288" y="988"/>
                  </a:cubicBezTo>
                  <a:cubicBezTo>
                    <a:pt x="3282" y="988"/>
                    <a:pt x="3263" y="983"/>
                    <a:pt x="3254" y="983"/>
                  </a:cubicBezTo>
                  <a:cubicBezTo>
                    <a:pt x="3245" y="983"/>
                    <a:pt x="3247" y="974"/>
                    <a:pt x="3235" y="975"/>
                  </a:cubicBezTo>
                  <a:cubicBezTo>
                    <a:pt x="3223" y="976"/>
                    <a:pt x="3216" y="976"/>
                    <a:pt x="3216" y="967"/>
                  </a:cubicBezTo>
                  <a:cubicBezTo>
                    <a:pt x="3216" y="958"/>
                    <a:pt x="3219" y="958"/>
                    <a:pt x="3211" y="953"/>
                  </a:cubicBezTo>
                  <a:cubicBezTo>
                    <a:pt x="3203" y="947"/>
                    <a:pt x="3191" y="944"/>
                    <a:pt x="3182" y="942"/>
                  </a:cubicBezTo>
                  <a:cubicBezTo>
                    <a:pt x="3173" y="940"/>
                    <a:pt x="3173" y="933"/>
                    <a:pt x="3162" y="935"/>
                  </a:cubicBezTo>
                  <a:cubicBezTo>
                    <a:pt x="3151" y="936"/>
                    <a:pt x="3151" y="943"/>
                    <a:pt x="3136" y="942"/>
                  </a:cubicBezTo>
                  <a:cubicBezTo>
                    <a:pt x="3121" y="940"/>
                    <a:pt x="3120" y="943"/>
                    <a:pt x="3110" y="948"/>
                  </a:cubicBezTo>
                  <a:cubicBezTo>
                    <a:pt x="3100" y="953"/>
                    <a:pt x="3102" y="953"/>
                    <a:pt x="3083" y="951"/>
                  </a:cubicBezTo>
                  <a:cubicBezTo>
                    <a:pt x="3063" y="950"/>
                    <a:pt x="3051" y="954"/>
                    <a:pt x="3049" y="942"/>
                  </a:cubicBezTo>
                  <a:cubicBezTo>
                    <a:pt x="3047" y="930"/>
                    <a:pt x="3040" y="931"/>
                    <a:pt x="3031" y="925"/>
                  </a:cubicBezTo>
                  <a:cubicBezTo>
                    <a:pt x="3022" y="918"/>
                    <a:pt x="3029" y="908"/>
                    <a:pt x="3012" y="907"/>
                  </a:cubicBezTo>
                  <a:cubicBezTo>
                    <a:pt x="2996" y="907"/>
                    <a:pt x="2978" y="916"/>
                    <a:pt x="2969" y="905"/>
                  </a:cubicBezTo>
                  <a:cubicBezTo>
                    <a:pt x="2959" y="893"/>
                    <a:pt x="2928" y="901"/>
                    <a:pt x="2926" y="896"/>
                  </a:cubicBezTo>
                  <a:cubicBezTo>
                    <a:pt x="2924" y="891"/>
                    <a:pt x="2908" y="888"/>
                    <a:pt x="2898" y="888"/>
                  </a:cubicBezTo>
                  <a:cubicBezTo>
                    <a:pt x="2887" y="888"/>
                    <a:pt x="2892" y="892"/>
                    <a:pt x="2869" y="892"/>
                  </a:cubicBezTo>
                  <a:cubicBezTo>
                    <a:pt x="2869" y="892"/>
                    <a:pt x="2857" y="889"/>
                    <a:pt x="2848" y="897"/>
                  </a:cubicBezTo>
                  <a:cubicBezTo>
                    <a:pt x="2840" y="905"/>
                    <a:pt x="2832" y="900"/>
                    <a:pt x="2822" y="902"/>
                  </a:cubicBezTo>
                  <a:cubicBezTo>
                    <a:pt x="2813" y="904"/>
                    <a:pt x="2809" y="912"/>
                    <a:pt x="2820" y="917"/>
                  </a:cubicBezTo>
                  <a:cubicBezTo>
                    <a:pt x="2831" y="922"/>
                    <a:pt x="2833" y="925"/>
                    <a:pt x="2827" y="926"/>
                  </a:cubicBezTo>
                  <a:cubicBezTo>
                    <a:pt x="2822" y="928"/>
                    <a:pt x="2806" y="938"/>
                    <a:pt x="2817" y="940"/>
                  </a:cubicBezTo>
                  <a:cubicBezTo>
                    <a:pt x="2829" y="942"/>
                    <a:pt x="2832" y="937"/>
                    <a:pt x="2840" y="946"/>
                  </a:cubicBezTo>
                  <a:cubicBezTo>
                    <a:pt x="2848" y="955"/>
                    <a:pt x="2869" y="952"/>
                    <a:pt x="2871" y="966"/>
                  </a:cubicBezTo>
                  <a:cubicBezTo>
                    <a:pt x="2873" y="979"/>
                    <a:pt x="2879" y="983"/>
                    <a:pt x="2889" y="983"/>
                  </a:cubicBezTo>
                  <a:cubicBezTo>
                    <a:pt x="2899" y="983"/>
                    <a:pt x="2906" y="980"/>
                    <a:pt x="2911" y="988"/>
                  </a:cubicBezTo>
                  <a:cubicBezTo>
                    <a:pt x="2916" y="996"/>
                    <a:pt x="2911" y="1001"/>
                    <a:pt x="2927" y="1001"/>
                  </a:cubicBezTo>
                  <a:cubicBezTo>
                    <a:pt x="2943" y="1001"/>
                    <a:pt x="2948" y="996"/>
                    <a:pt x="2966" y="1000"/>
                  </a:cubicBezTo>
                  <a:cubicBezTo>
                    <a:pt x="2985" y="1003"/>
                    <a:pt x="3025" y="1001"/>
                    <a:pt x="3027" y="997"/>
                  </a:cubicBezTo>
                  <a:cubicBezTo>
                    <a:pt x="3028" y="993"/>
                    <a:pt x="3032" y="990"/>
                    <a:pt x="3045" y="990"/>
                  </a:cubicBezTo>
                  <a:cubicBezTo>
                    <a:pt x="3057" y="990"/>
                    <a:pt x="3054" y="994"/>
                    <a:pt x="3060" y="999"/>
                  </a:cubicBezTo>
                  <a:cubicBezTo>
                    <a:pt x="3067" y="1004"/>
                    <a:pt x="3077" y="1007"/>
                    <a:pt x="3079" y="1017"/>
                  </a:cubicBezTo>
                  <a:cubicBezTo>
                    <a:pt x="3081" y="1027"/>
                    <a:pt x="3082" y="1035"/>
                    <a:pt x="3097" y="1040"/>
                  </a:cubicBezTo>
                  <a:cubicBezTo>
                    <a:pt x="3112" y="1045"/>
                    <a:pt x="3119" y="1058"/>
                    <a:pt x="3120" y="1069"/>
                  </a:cubicBezTo>
                  <a:cubicBezTo>
                    <a:pt x="3121" y="1081"/>
                    <a:pt x="3108" y="1088"/>
                    <a:pt x="3106" y="1095"/>
                  </a:cubicBezTo>
                  <a:cubicBezTo>
                    <a:pt x="3105" y="1101"/>
                    <a:pt x="3103" y="1114"/>
                    <a:pt x="3098" y="1116"/>
                  </a:cubicBezTo>
                  <a:cubicBezTo>
                    <a:pt x="3094" y="1118"/>
                    <a:pt x="3093" y="1124"/>
                    <a:pt x="3095" y="1129"/>
                  </a:cubicBezTo>
                  <a:cubicBezTo>
                    <a:pt x="3096" y="1134"/>
                    <a:pt x="3102" y="1132"/>
                    <a:pt x="3104" y="1138"/>
                  </a:cubicBezTo>
                  <a:cubicBezTo>
                    <a:pt x="3106" y="1144"/>
                    <a:pt x="3110" y="1145"/>
                    <a:pt x="3110" y="1156"/>
                  </a:cubicBezTo>
                  <a:cubicBezTo>
                    <a:pt x="3110" y="1167"/>
                    <a:pt x="3121" y="1164"/>
                    <a:pt x="3121" y="1175"/>
                  </a:cubicBezTo>
                  <a:cubicBezTo>
                    <a:pt x="3122" y="1187"/>
                    <a:pt x="3123" y="1195"/>
                    <a:pt x="3133" y="1196"/>
                  </a:cubicBezTo>
                  <a:cubicBezTo>
                    <a:pt x="3144" y="1198"/>
                    <a:pt x="3148" y="1194"/>
                    <a:pt x="3153" y="1202"/>
                  </a:cubicBezTo>
                  <a:cubicBezTo>
                    <a:pt x="3157" y="1210"/>
                    <a:pt x="3165" y="1207"/>
                    <a:pt x="3171" y="1207"/>
                  </a:cubicBezTo>
                  <a:cubicBezTo>
                    <a:pt x="3176" y="1207"/>
                    <a:pt x="3181" y="1209"/>
                    <a:pt x="3181" y="1203"/>
                  </a:cubicBezTo>
                  <a:cubicBezTo>
                    <a:pt x="3181" y="1196"/>
                    <a:pt x="3176" y="1193"/>
                    <a:pt x="3184" y="1192"/>
                  </a:cubicBezTo>
                  <a:close/>
                  <a:moveTo>
                    <a:pt x="3662" y="2550"/>
                  </a:moveTo>
                  <a:cubicBezTo>
                    <a:pt x="3652" y="2553"/>
                    <a:pt x="3640" y="2555"/>
                    <a:pt x="3645" y="2565"/>
                  </a:cubicBezTo>
                  <a:cubicBezTo>
                    <a:pt x="3650" y="2575"/>
                    <a:pt x="3654" y="2576"/>
                    <a:pt x="3654" y="2583"/>
                  </a:cubicBezTo>
                  <a:cubicBezTo>
                    <a:pt x="3655" y="2590"/>
                    <a:pt x="3666" y="2594"/>
                    <a:pt x="3674" y="2594"/>
                  </a:cubicBezTo>
                  <a:cubicBezTo>
                    <a:pt x="3682" y="2594"/>
                    <a:pt x="3710" y="2597"/>
                    <a:pt x="3713" y="2589"/>
                  </a:cubicBezTo>
                  <a:cubicBezTo>
                    <a:pt x="3715" y="2581"/>
                    <a:pt x="3719" y="2578"/>
                    <a:pt x="3731" y="2570"/>
                  </a:cubicBezTo>
                  <a:cubicBezTo>
                    <a:pt x="3742" y="2563"/>
                    <a:pt x="3738" y="2556"/>
                    <a:pt x="3751" y="2554"/>
                  </a:cubicBezTo>
                  <a:cubicBezTo>
                    <a:pt x="3763" y="2552"/>
                    <a:pt x="3771" y="2546"/>
                    <a:pt x="3772" y="2536"/>
                  </a:cubicBezTo>
                  <a:cubicBezTo>
                    <a:pt x="3773" y="2526"/>
                    <a:pt x="3776" y="2516"/>
                    <a:pt x="3765" y="2514"/>
                  </a:cubicBezTo>
                  <a:cubicBezTo>
                    <a:pt x="3754" y="2512"/>
                    <a:pt x="3751" y="2512"/>
                    <a:pt x="3739" y="2513"/>
                  </a:cubicBezTo>
                  <a:cubicBezTo>
                    <a:pt x="3739" y="2513"/>
                    <a:pt x="3720" y="2511"/>
                    <a:pt x="3718" y="2516"/>
                  </a:cubicBezTo>
                  <a:cubicBezTo>
                    <a:pt x="3716" y="2522"/>
                    <a:pt x="3724" y="2525"/>
                    <a:pt x="3703" y="2523"/>
                  </a:cubicBezTo>
                  <a:cubicBezTo>
                    <a:pt x="3683" y="2521"/>
                    <a:pt x="3669" y="2523"/>
                    <a:pt x="3668" y="2531"/>
                  </a:cubicBezTo>
                  <a:cubicBezTo>
                    <a:pt x="3666" y="2540"/>
                    <a:pt x="3673" y="2548"/>
                    <a:pt x="3662" y="2550"/>
                  </a:cubicBezTo>
                  <a:close/>
                  <a:moveTo>
                    <a:pt x="2615" y="498"/>
                  </a:moveTo>
                  <a:cubicBezTo>
                    <a:pt x="2623" y="501"/>
                    <a:pt x="2625" y="502"/>
                    <a:pt x="2635" y="500"/>
                  </a:cubicBezTo>
                  <a:cubicBezTo>
                    <a:pt x="2645" y="499"/>
                    <a:pt x="2655" y="495"/>
                    <a:pt x="2658" y="506"/>
                  </a:cubicBezTo>
                  <a:cubicBezTo>
                    <a:pt x="2660" y="517"/>
                    <a:pt x="2660" y="523"/>
                    <a:pt x="2670" y="523"/>
                  </a:cubicBezTo>
                  <a:cubicBezTo>
                    <a:pt x="2680" y="523"/>
                    <a:pt x="2696" y="525"/>
                    <a:pt x="2696" y="515"/>
                  </a:cubicBezTo>
                  <a:cubicBezTo>
                    <a:pt x="2696" y="505"/>
                    <a:pt x="2707" y="509"/>
                    <a:pt x="2701" y="500"/>
                  </a:cubicBezTo>
                  <a:cubicBezTo>
                    <a:pt x="2694" y="490"/>
                    <a:pt x="2698" y="484"/>
                    <a:pt x="2692" y="476"/>
                  </a:cubicBezTo>
                  <a:cubicBezTo>
                    <a:pt x="2686" y="468"/>
                    <a:pt x="2680" y="462"/>
                    <a:pt x="2673" y="464"/>
                  </a:cubicBezTo>
                  <a:cubicBezTo>
                    <a:pt x="2666" y="465"/>
                    <a:pt x="2672" y="472"/>
                    <a:pt x="2658" y="466"/>
                  </a:cubicBezTo>
                  <a:cubicBezTo>
                    <a:pt x="2658" y="466"/>
                    <a:pt x="2642" y="458"/>
                    <a:pt x="2634" y="456"/>
                  </a:cubicBezTo>
                  <a:cubicBezTo>
                    <a:pt x="2626" y="454"/>
                    <a:pt x="2623" y="460"/>
                    <a:pt x="2619" y="464"/>
                  </a:cubicBezTo>
                  <a:cubicBezTo>
                    <a:pt x="2615" y="468"/>
                    <a:pt x="2608" y="470"/>
                    <a:pt x="2607" y="479"/>
                  </a:cubicBezTo>
                  <a:cubicBezTo>
                    <a:pt x="2605" y="488"/>
                    <a:pt x="2606" y="494"/>
                    <a:pt x="2615" y="498"/>
                  </a:cubicBezTo>
                  <a:close/>
                  <a:moveTo>
                    <a:pt x="2842" y="493"/>
                  </a:moveTo>
                  <a:cubicBezTo>
                    <a:pt x="2845" y="502"/>
                    <a:pt x="2842" y="505"/>
                    <a:pt x="2853" y="513"/>
                  </a:cubicBezTo>
                  <a:cubicBezTo>
                    <a:pt x="2865" y="520"/>
                    <a:pt x="2870" y="533"/>
                    <a:pt x="2881" y="533"/>
                  </a:cubicBezTo>
                  <a:cubicBezTo>
                    <a:pt x="2892" y="533"/>
                    <a:pt x="2906" y="534"/>
                    <a:pt x="2915" y="533"/>
                  </a:cubicBezTo>
                  <a:cubicBezTo>
                    <a:pt x="2924" y="531"/>
                    <a:pt x="2938" y="534"/>
                    <a:pt x="2944" y="529"/>
                  </a:cubicBezTo>
                  <a:cubicBezTo>
                    <a:pt x="2949" y="524"/>
                    <a:pt x="2965" y="529"/>
                    <a:pt x="2956" y="536"/>
                  </a:cubicBezTo>
                  <a:cubicBezTo>
                    <a:pt x="2948" y="542"/>
                    <a:pt x="2939" y="542"/>
                    <a:pt x="2922" y="542"/>
                  </a:cubicBezTo>
                  <a:cubicBezTo>
                    <a:pt x="2905" y="542"/>
                    <a:pt x="2893" y="543"/>
                    <a:pt x="2890" y="551"/>
                  </a:cubicBezTo>
                  <a:cubicBezTo>
                    <a:pt x="2887" y="558"/>
                    <a:pt x="2898" y="560"/>
                    <a:pt x="2911" y="570"/>
                  </a:cubicBezTo>
                  <a:cubicBezTo>
                    <a:pt x="2924" y="580"/>
                    <a:pt x="2938" y="591"/>
                    <a:pt x="2942" y="584"/>
                  </a:cubicBezTo>
                  <a:cubicBezTo>
                    <a:pt x="2946" y="576"/>
                    <a:pt x="2955" y="575"/>
                    <a:pt x="2960" y="576"/>
                  </a:cubicBezTo>
                  <a:cubicBezTo>
                    <a:pt x="2965" y="576"/>
                    <a:pt x="2981" y="561"/>
                    <a:pt x="2987" y="573"/>
                  </a:cubicBezTo>
                  <a:cubicBezTo>
                    <a:pt x="2993" y="584"/>
                    <a:pt x="3004" y="591"/>
                    <a:pt x="3013" y="584"/>
                  </a:cubicBezTo>
                  <a:cubicBezTo>
                    <a:pt x="3022" y="576"/>
                    <a:pt x="3030" y="574"/>
                    <a:pt x="3037" y="574"/>
                  </a:cubicBezTo>
                  <a:cubicBezTo>
                    <a:pt x="3045" y="574"/>
                    <a:pt x="3050" y="561"/>
                    <a:pt x="3063" y="561"/>
                  </a:cubicBezTo>
                  <a:cubicBezTo>
                    <a:pt x="3077" y="562"/>
                    <a:pt x="3099" y="559"/>
                    <a:pt x="3099" y="568"/>
                  </a:cubicBezTo>
                  <a:cubicBezTo>
                    <a:pt x="3099" y="578"/>
                    <a:pt x="3074" y="574"/>
                    <a:pt x="3085" y="581"/>
                  </a:cubicBezTo>
                  <a:cubicBezTo>
                    <a:pt x="3097" y="587"/>
                    <a:pt x="3104" y="596"/>
                    <a:pt x="3085" y="596"/>
                  </a:cubicBezTo>
                  <a:cubicBezTo>
                    <a:pt x="3067" y="596"/>
                    <a:pt x="3054" y="598"/>
                    <a:pt x="3042" y="599"/>
                  </a:cubicBezTo>
                  <a:cubicBezTo>
                    <a:pt x="3030" y="599"/>
                    <a:pt x="3035" y="605"/>
                    <a:pt x="3022" y="612"/>
                  </a:cubicBezTo>
                  <a:cubicBezTo>
                    <a:pt x="3009" y="619"/>
                    <a:pt x="3001" y="619"/>
                    <a:pt x="2990" y="621"/>
                  </a:cubicBezTo>
                  <a:cubicBezTo>
                    <a:pt x="2979" y="622"/>
                    <a:pt x="2979" y="632"/>
                    <a:pt x="2992" y="640"/>
                  </a:cubicBezTo>
                  <a:cubicBezTo>
                    <a:pt x="3006" y="649"/>
                    <a:pt x="3014" y="657"/>
                    <a:pt x="3027" y="668"/>
                  </a:cubicBezTo>
                  <a:cubicBezTo>
                    <a:pt x="3040" y="679"/>
                    <a:pt x="3047" y="685"/>
                    <a:pt x="3055" y="684"/>
                  </a:cubicBezTo>
                  <a:cubicBezTo>
                    <a:pt x="3062" y="683"/>
                    <a:pt x="3066" y="672"/>
                    <a:pt x="3080" y="678"/>
                  </a:cubicBezTo>
                  <a:cubicBezTo>
                    <a:pt x="3095" y="685"/>
                    <a:pt x="3119" y="683"/>
                    <a:pt x="3128" y="683"/>
                  </a:cubicBezTo>
                  <a:cubicBezTo>
                    <a:pt x="3136" y="683"/>
                    <a:pt x="3143" y="687"/>
                    <a:pt x="3125" y="690"/>
                  </a:cubicBezTo>
                  <a:cubicBezTo>
                    <a:pt x="3107" y="694"/>
                    <a:pt x="3080" y="692"/>
                    <a:pt x="3069" y="697"/>
                  </a:cubicBezTo>
                  <a:cubicBezTo>
                    <a:pt x="3057" y="701"/>
                    <a:pt x="3057" y="709"/>
                    <a:pt x="3080" y="715"/>
                  </a:cubicBezTo>
                  <a:cubicBezTo>
                    <a:pt x="3104" y="722"/>
                    <a:pt x="3115" y="728"/>
                    <a:pt x="3123" y="734"/>
                  </a:cubicBezTo>
                  <a:cubicBezTo>
                    <a:pt x="3132" y="740"/>
                    <a:pt x="3141" y="730"/>
                    <a:pt x="3155" y="740"/>
                  </a:cubicBezTo>
                  <a:cubicBezTo>
                    <a:pt x="3169" y="750"/>
                    <a:pt x="3185" y="748"/>
                    <a:pt x="3197" y="747"/>
                  </a:cubicBezTo>
                  <a:cubicBezTo>
                    <a:pt x="3209" y="746"/>
                    <a:pt x="3226" y="748"/>
                    <a:pt x="3228" y="735"/>
                  </a:cubicBezTo>
                  <a:cubicBezTo>
                    <a:pt x="3230" y="722"/>
                    <a:pt x="3236" y="709"/>
                    <a:pt x="3247" y="721"/>
                  </a:cubicBezTo>
                  <a:cubicBezTo>
                    <a:pt x="3257" y="733"/>
                    <a:pt x="3260" y="738"/>
                    <a:pt x="3269" y="738"/>
                  </a:cubicBezTo>
                  <a:cubicBezTo>
                    <a:pt x="3277" y="739"/>
                    <a:pt x="3289" y="742"/>
                    <a:pt x="3285" y="733"/>
                  </a:cubicBezTo>
                  <a:cubicBezTo>
                    <a:pt x="3282" y="725"/>
                    <a:pt x="3272" y="724"/>
                    <a:pt x="3272" y="717"/>
                  </a:cubicBezTo>
                  <a:cubicBezTo>
                    <a:pt x="3272" y="710"/>
                    <a:pt x="3282" y="697"/>
                    <a:pt x="3292" y="715"/>
                  </a:cubicBezTo>
                  <a:cubicBezTo>
                    <a:pt x="3301" y="733"/>
                    <a:pt x="3300" y="738"/>
                    <a:pt x="3312" y="740"/>
                  </a:cubicBezTo>
                  <a:cubicBezTo>
                    <a:pt x="3323" y="743"/>
                    <a:pt x="3333" y="740"/>
                    <a:pt x="3333" y="730"/>
                  </a:cubicBezTo>
                  <a:cubicBezTo>
                    <a:pt x="3334" y="720"/>
                    <a:pt x="3353" y="720"/>
                    <a:pt x="3346" y="709"/>
                  </a:cubicBezTo>
                  <a:cubicBezTo>
                    <a:pt x="3338" y="698"/>
                    <a:pt x="3337" y="685"/>
                    <a:pt x="3347" y="687"/>
                  </a:cubicBezTo>
                  <a:cubicBezTo>
                    <a:pt x="3357" y="689"/>
                    <a:pt x="3362" y="699"/>
                    <a:pt x="3370" y="700"/>
                  </a:cubicBezTo>
                  <a:cubicBezTo>
                    <a:pt x="3378" y="700"/>
                    <a:pt x="3382" y="699"/>
                    <a:pt x="3382" y="690"/>
                  </a:cubicBezTo>
                  <a:cubicBezTo>
                    <a:pt x="3382" y="680"/>
                    <a:pt x="3386" y="676"/>
                    <a:pt x="3375" y="670"/>
                  </a:cubicBezTo>
                  <a:cubicBezTo>
                    <a:pt x="3364" y="663"/>
                    <a:pt x="3360" y="655"/>
                    <a:pt x="3365" y="646"/>
                  </a:cubicBezTo>
                  <a:cubicBezTo>
                    <a:pt x="3370" y="637"/>
                    <a:pt x="3384" y="622"/>
                    <a:pt x="3383" y="637"/>
                  </a:cubicBezTo>
                  <a:cubicBezTo>
                    <a:pt x="3382" y="652"/>
                    <a:pt x="3381" y="661"/>
                    <a:pt x="3388" y="665"/>
                  </a:cubicBezTo>
                  <a:cubicBezTo>
                    <a:pt x="3395" y="668"/>
                    <a:pt x="3401" y="685"/>
                    <a:pt x="3411" y="670"/>
                  </a:cubicBezTo>
                  <a:cubicBezTo>
                    <a:pt x="3420" y="656"/>
                    <a:pt x="3417" y="659"/>
                    <a:pt x="3433" y="651"/>
                  </a:cubicBezTo>
                  <a:cubicBezTo>
                    <a:pt x="3449" y="643"/>
                    <a:pt x="3431" y="625"/>
                    <a:pt x="3454" y="625"/>
                  </a:cubicBezTo>
                  <a:cubicBezTo>
                    <a:pt x="3477" y="625"/>
                    <a:pt x="3483" y="614"/>
                    <a:pt x="3493" y="612"/>
                  </a:cubicBezTo>
                  <a:cubicBezTo>
                    <a:pt x="3503" y="611"/>
                    <a:pt x="3514" y="610"/>
                    <a:pt x="3502" y="619"/>
                  </a:cubicBezTo>
                  <a:cubicBezTo>
                    <a:pt x="3490" y="629"/>
                    <a:pt x="3484" y="623"/>
                    <a:pt x="3483" y="634"/>
                  </a:cubicBezTo>
                  <a:cubicBezTo>
                    <a:pt x="3482" y="644"/>
                    <a:pt x="3483" y="649"/>
                    <a:pt x="3470" y="651"/>
                  </a:cubicBezTo>
                  <a:cubicBezTo>
                    <a:pt x="3457" y="653"/>
                    <a:pt x="3449" y="652"/>
                    <a:pt x="3446" y="664"/>
                  </a:cubicBezTo>
                  <a:cubicBezTo>
                    <a:pt x="3443" y="675"/>
                    <a:pt x="3449" y="685"/>
                    <a:pt x="3436" y="686"/>
                  </a:cubicBezTo>
                  <a:cubicBezTo>
                    <a:pt x="3423" y="687"/>
                    <a:pt x="3427" y="695"/>
                    <a:pt x="3415" y="702"/>
                  </a:cubicBezTo>
                  <a:cubicBezTo>
                    <a:pt x="3404" y="709"/>
                    <a:pt x="3405" y="707"/>
                    <a:pt x="3406" y="715"/>
                  </a:cubicBezTo>
                  <a:cubicBezTo>
                    <a:pt x="3406" y="724"/>
                    <a:pt x="3414" y="713"/>
                    <a:pt x="3418" y="726"/>
                  </a:cubicBezTo>
                  <a:cubicBezTo>
                    <a:pt x="3422" y="740"/>
                    <a:pt x="3426" y="751"/>
                    <a:pt x="3439" y="751"/>
                  </a:cubicBezTo>
                  <a:cubicBezTo>
                    <a:pt x="3453" y="751"/>
                    <a:pt x="3460" y="755"/>
                    <a:pt x="3465" y="745"/>
                  </a:cubicBezTo>
                  <a:cubicBezTo>
                    <a:pt x="3471" y="735"/>
                    <a:pt x="3475" y="733"/>
                    <a:pt x="3482" y="733"/>
                  </a:cubicBezTo>
                  <a:cubicBezTo>
                    <a:pt x="3490" y="733"/>
                    <a:pt x="3492" y="734"/>
                    <a:pt x="3492" y="741"/>
                  </a:cubicBezTo>
                  <a:cubicBezTo>
                    <a:pt x="3492" y="748"/>
                    <a:pt x="3502" y="754"/>
                    <a:pt x="3510" y="756"/>
                  </a:cubicBezTo>
                  <a:cubicBezTo>
                    <a:pt x="3518" y="757"/>
                    <a:pt x="3520" y="748"/>
                    <a:pt x="3528" y="748"/>
                  </a:cubicBezTo>
                  <a:cubicBezTo>
                    <a:pt x="3536" y="748"/>
                    <a:pt x="3553" y="746"/>
                    <a:pt x="3553" y="738"/>
                  </a:cubicBezTo>
                  <a:cubicBezTo>
                    <a:pt x="3553" y="730"/>
                    <a:pt x="3560" y="728"/>
                    <a:pt x="3568" y="728"/>
                  </a:cubicBezTo>
                  <a:cubicBezTo>
                    <a:pt x="3576" y="728"/>
                    <a:pt x="3575" y="733"/>
                    <a:pt x="3575" y="740"/>
                  </a:cubicBezTo>
                  <a:cubicBezTo>
                    <a:pt x="3575" y="746"/>
                    <a:pt x="3581" y="753"/>
                    <a:pt x="3563" y="754"/>
                  </a:cubicBezTo>
                  <a:cubicBezTo>
                    <a:pt x="3544" y="756"/>
                    <a:pt x="3561" y="757"/>
                    <a:pt x="3548" y="760"/>
                  </a:cubicBezTo>
                  <a:cubicBezTo>
                    <a:pt x="3536" y="763"/>
                    <a:pt x="3529" y="771"/>
                    <a:pt x="3535" y="775"/>
                  </a:cubicBezTo>
                  <a:cubicBezTo>
                    <a:pt x="3542" y="779"/>
                    <a:pt x="3552" y="779"/>
                    <a:pt x="3553" y="788"/>
                  </a:cubicBezTo>
                  <a:cubicBezTo>
                    <a:pt x="3553" y="796"/>
                    <a:pt x="3548" y="809"/>
                    <a:pt x="3555" y="811"/>
                  </a:cubicBezTo>
                  <a:cubicBezTo>
                    <a:pt x="3562" y="813"/>
                    <a:pt x="3569" y="819"/>
                    <a:pt x="3556" y="819"/>
                  </a:cubicBezTo>
                  <a:cubicBezTo>
                    <a:pt x="3543" y="819"/>
                    <a:pt x="3546" y="826"/>
                    <a:pt x="3555" y="829"/>
                  </a:cubicBezTo>
                  <a:cubicBezTo>
                    <a:pt x="3564" y="833"/>
                    <a:pt x="3565" y="839"/>
                    <a:pt x="3577" y="836"/>
                  </a:cubicBezTo>
                  <a:cubicBezTo>
                    <a:pt x="3589" y="833"/>
                    <a:pt x="3600" y="829"/>
                    <a:pt x="3611" y="831"/>
                  </a:cubicBezTo>
                  <a:cubicBezTo>
                    <a:pt x="3621" y="832"/>
                    <a:pt x="3642" y="827"/>
                    <a:pt x="3639" y="838"/>
                  </a:cubicBezTo>
                  <a:cubicBezTo>
                    <a:pt x="3636" y="849"/>
                    <a:pt x="3629" y="852"/>
                    <a:pt x="3607" y="849"/>
                  </a:cubicBezTo>
                  <a:cubicBezTo>
                    <a:pt x="3586" y="847"/>
                    <a:pt x="3566" y="847"/>
                    <a:pt x="3555" y="847"/>
                  </a:cubicBezTo>
                  <a:cubicBezTo>
                    <a:pt x="3543" y="847"/>
                    <a:pt x="3543" y="834"/>
                    <a:pt x="3531" y="834"/>
                  </a:cubicBezTo>
                  <a:cubicBezTo>
                    <a:pt x="3519" y="834"/>
                    <a:pt x="3520" y="833"/>
                    <a:pt x="3518" y="824"/>
                  </a:cubicBezTo>
                  <a:cubicBezTo>
                    <a:pt x="3517" y="814"/>
                    <a:pt x="3515" y="814"/>
                    <a:pt x="3503" y="804"/>
                  </a:cubicBezTo>
                  <a:cubicBezTo>
                    <a:pt x="3490" y="793"/>
                    <a:pt x="3477" y="778"/>
                    <a:pt x="3466" y="777"/>
                  </a:cubicBezTo>
                  <a:cubicBezTo>
                    <a:pt x="3454" y="776"/>
                    <a:pt x="3438" y="776"/>
                    <a:pt x="3422" y="776"/>
                  </a:cubicBezTo>
                  <a:cubicBezTo>
                    <a:pt x="3406" y="776"/>
                    <a:pt x="3404" y="776"/>
                    <a:pt x="3395" y="781"/>
                  </a:cubicBezTo>
                  <a:cubicBezTo>
                    <a:pt x="3386" y="785"/>
                    <a:pt x="3366" y="782"/>
                    <a:pt x="3366" y="792"/>
                  </a:cubicBezTo>
                  <a:cubicBezTo>
                    <a:pt x="3366" y="802"/>
                    <a:pt x="3366" y="816"/>
                    <a:pt x="3382" y="816"/>
                  </a:cubicBezTo>
                  <a:cubicBezTo>
                    <a:pt x="3398" y="816"/>
                    <a:pt x="3379" y="829"/>
                    <a:pt x="3391" y="840"/>
                  </a:cubicBezTo>
                  <a:cubicBezTo>
                    <a:pt x="3404" y="852"/>
                    <a:pt x="3407" y="856"/>
                    <a:pt x="3417" y="856"/>
                  </a:cubicBezTo>
                  <a:cubicBezTo>
                    <a:pt x="3427" y="856"/>
                    <a:pt x="3432" y="858"/>
                    <a:pt x="3432" y="863"/>
                  </a:cubicBezTo>
                  <a:cubicBezTo>
                    <a:pt x="3432" y="868"/>
                    <a:pt x="3434" y="881"/>
                    <a:pt x="3422" y="881"/>
                  </a:cubicBezTo>
                  <a:cubicBezTo>
                    <a:pt x="3409" y="881"/>
                    <a:pt x="3361" y="882"/>
                    <a:pt x="3352" y="882"/>
                  </a:cubicBezTo>
                  <a:cubicBezTo>
                    <a:pt x="3343" y="882"/>
                    <a:pt x="3342" y="896"/>
                    <a:pt x="3329" y="899"/>
                  </a:cubicBezTo>
                  <a:cubicBezTo>
                    <a:pt x="3316" y="902"/>
                    <a:pt x="3322" y="908"/>
                    <a:pt x="3308" y="909"/>
                  </a:cubicBezTo>
                  <a:cubicBezTo>
                    <a:pt x="3295" y="910"/>
                    <a:pt x="3280" y="914"/>
                    <a:pt x="3277" y="920"/>
                  </a:cubicBezTo>
                  <a:cubicBezTo>
                    <a:pt x="3275" y="927"/>
                    <a:pt x="3290" y="929"/>
                    <a:pt x="3288" y="942"/>
                  </a:cubicBezTo>
                  <a:cubicBezTo>
                    <a:pt x="3285" y="955"/>
                    <a:pt x="3282" y="960"/>
                    <a:pt x="3298" y="968"/>
                  </a:cubicBezTo>
                  <a:cubicBezTo>
                    <a:pt x="3313" y="977"/>
                    <a:pt x="3321" y="984"/>
                    <a:pt x="3330" y="976"/>
                  </a:cubicBezTo>
                  <a:cubicBezTo>
                    <a:pt x="3338" y="967"/>
                    <a:pt x="3348" y="965"/>
                    <a:pt x="3351" y="972"/>
                  </a:cubicBezTo>
                  <a:cubicBezTo>
                    <a:pt x="3353" y="979"/>
                    <a:pt x="3361" y="983"/>
                    <a:pt x="3368" y="983"/>
                  </a:cubicBezTo>
                  <a:cubicBezTo>
                    <a:pt x="3376" y="983"/>
                    <a:pt x="3387" y="978"/>
                    <a:pt x="3394" y="985"/>
                  </a:cubicBezTo>
                  <a:cubicBezTo>
                    <a:pt x="3400" y="992"/>
                    <a:pt x="3414" y="986"/>
                    <a:pt x="3415" y="978"/>
                  </a:cubicBezTo>
                  <a:cubicBezTo>
                    <a:pt x="3416" y="970"/>
                    <a:pt x="3427" y="971"/>
                    <a:pt x="3429" y="976"/>
                  </a:cubicBezTo>
                  <a:cubicBezTo>
                    <a:pt x="3432" y="982"/>
                    <a:pt x="3431" y="984"/>
                    <a:pt x="3442" y="984"/>
                  </a:cubicBezTo>
                  <a:cubicBezTo>
                    <a:pt x="3454" y="984"/>
                    <a:pt x="3459" y="991"/>
                    <a:pt x="3462" y="980"/>
                  </a:cubicBezTo>
                  <a:cubicBezTo>
                    <a:pt x="3465" y="969"/>
                    <a:pt x="3478" y="956"/>
                    <a:pt x="3482" y="966"/>
                  </a:cubicBezTo>
                  <a:cubicBezTo>
                    <a:pt x="3487" y="976"/>
                    <a:pt x="3487" y="979"/>
                    <a:pt x="3496" y="981"/>
                  </a:cubicBezTo>
                  <a:cubicBezTo>
                    <a:pt x="3505" y="983"/>
                    <a:pt x="3508" y="992"/>
                    <a:pt x="3515" y="992"/>
                  </a:cubicBezTo>
                  <a:cubicBezTo>
                    <a:pt x="3523" y="992"/>
                    <a:pt x="3537" y="987"/>
                    <a:pt x="3548" y="991"/>
                  </a:cubicBezTo>
                  <a:cubicBezTo>
                    <a:pt x="3558" y="994"/>
                    <a:pt x="3610" y="996"/>
                    <a:pt x="3612" y="991"/>
                  </a:cubicBezTo>
                  <a:cubicBezTo>
                    <a:pt x="3614" y="986"/>
                    <a:pt x="3599" y="986"/>
                    <a:pt x="3600" y="981"/>
                  </a:cubicBezTo>
                  <a:cubicBezTo>
                    <a:pt x="3601" y="976"/>
                    <a:pt x="3599" y="973"/>
                    <a:pt x="3612" y="974"/>
                  </a:cubicBezTo>
                  <a:cubicBezTo>
                    <a:pt x="3625" y="975"/>
                    <a:pt x="3629" y="974"/>
                    <a:pt x="3631" y="966"/>
                  </a:cubicBezTo>
                  <a:cubicBezTo>
                    <a:pt x="3633" y="957"/>
                    <a:pt x="3646" y="958"/>
                    <a:pt x="3650" y="968"/>
                  </a:cubicBezTo>
                  <a:cubicBezTo>
                    <a:pt x="3654" y="978"/>
                    <a:pt x="3668" y="983"/>
                    <a:pt x="3676" y="979"/>
                  </a:cubicBezTo>
                  <a:cubicBezTo>
                    <a:pt x="3684" y="976"/>
                    <a:pt x="3698" y="960"/>
                    <a:pt x="3707" y="975"/>
                  </a:cubicBezTo>
                  <a:cubicBezTo>
                    <a:pt x="3715" y="989"/>
                    <a:pt x="3707" y="995"/>
                    <a:pt x="3724" y="995"/>
                  </a:cubicBezTo>
                  <a:cubicBezTo>
                    <a:pt x="3740" y="995"/>
                    <a:pt x="3746" y="994"/>
                    <a:pt x="3751" y="986"/>
                  </a:cubicBezTo>
                  <a:cubicBezTo>
                    <a:pt x="3756" y="977"/>
                    <a:pt x="3757" y="970"/>
                    <a:pt x="3778" y="970"/>
                  </a:cubicBezTo>
                  <a:cubicBezTo>
                    <a:pt x="3798" y="970"/>
                    <a:pt x="3804" y="973"/>
                    <a:pt x="3804" y="967"/>
                  </a:cubicBezTo>
                  <a:cubicBezTo>
                    <a:pt x="3804" y="961"/>
                    <a:pt x="3813" y="963"/>
                    <a:pt x="3819" y="966"/>
                  </a:cubicBezTo>
                  <a:cubicBezTo>
                    <a:pt x="3824" y="968"/>
                    <a:pt x="3839" y="970"/>
                    <a:pt x="3838" y="978"/>
                  </a:cubicBezTo>
                  <a:cubicBezTo>
                    <a:pt x="3836" y="987"/>
                    <a:pt x="3840" y="995"/>
                    <a:pt x="3823" y="998"/>
                  </a:cubicBezTo>
                  <a:cubicBezTo>
                    <a:pt x="3806" y="1002"/>
                    <a:pt x="3793" y="1018"/>
                    <a:pt x="3809" y="1016"/>
                  </a:cubicBezTo>
                  <a:cubicBezTo>
                    <a:pt x="3826" y="1015"/>
                    <a:pt x="3848" y="1021"/>
                    <a:pt x="3849" y="1012"/>
                  </a:cubicBezTo>
                  <a:cubicBezTo>
                    <a:pt x="3849" y="1004"/>
                    <a:pt x="3860" y="1004"/>
                    <a:pt x="3868" y="1004"/>
                  </a:cubicBezTo>
                  <a:cubicBezTo>
                    <a:pt x="3876" y="1003"/>
                    <a:pt x="3912" y="999"/>
                    <a:pt x="3916" y="988"/>
                  </a:cubicBezTo>
                  <a:cubicBezTo>
                    <a:pt x="3920" y="978"/>
                    <a:pt x="3943" y="990"/>
                    <a:pt x="3950" y="976"/>
                  </a:cubicBezTo>
                  <a:cubicBezTo>
                    <a:pt x="3958" y="961"/>
                    <a:pt x="3966" y="956"/>
                    <a:pt x="3973" y="958"/>
                  </a:cubicBezTo>
                  <a:cubicBezTo>
                    <a:pt x="3981" y="961"/>
                    <a:pt x="3983" y="971"/>
                    <a:pt x="3991" y="971"/>
                  </a:cubicBezTo>
                  <a:cubicBezTo>
                    <a:pt x="4000" y="971"/>
                    <a:pt x="3998" y="965"/>
                    <a:pt x="4011" y="956"/>
                  </a:cubicBezTo>
                  <a:cubicBezTo>
                    <a:pt x="4023" y="948"/>
                    <a:pt x="4033" y="950"/>
                    <a:pt x="4034" y="934"/>
                  </a:cubicBezTo>
                  <a:cubicBezTo>
                    <a:pt x="4034" y="918"/>
                    <a:pt x="4033" y="918"/>
                    <a:pt x="4024" y="909"/>
                  </a:cubicBezTo>
                  <a:cubicBezTo>
                    <a:pt x="4016" y="900"/>
                    <a:pt x="4013" y="895"/>
                    <a:pt x="4004" y="895"/>
                  </a:cubicBezTo>
                  <a:cubicBezTo>
                    <a:pt x="3995" y="895"/>
                    <a:pt x="3991" y="896"/>
                    <a:pt x="3988" y="906"/>
                  </a:cubicBezTo>
                  <a:cubicBezTo>
                    <a:pt x="3986" y="916"/>
                    <a:pt x="3985" y="912"/>
                    <a:pt x="3972" y="919"/>
                  </a:cubicBezTo>
                  <a:cubicBezTo>
                    <a:pt x="3959" y="925"/>
                    <a:pt x="3960" y="925"/>
                    <a:pt x="3960" y="918"/>
                  </a:cubicBezTo>
                  <a:cubicBezTo>
                    <a:pt x="3959" y="910"/>
                    <a:pt x="3955" y="904"/>
                    <a:pt x="3950" y="904"/>
                  </a:cubicBezTo>
                  <a:cubicBezTo>
                    <a:pt x="3944" y="904"/>
                    <a:pt x="3929" y="900"/>
                    <a:pt x="3936" y="892"/>
                  </a:cubicBezTo>
                  <a:cubicBezTo>
                    <a:pt x="3943" y="885"/>
                    <a:pt x="3963" y="888"/>
                    <a:pt x="3947" y="877"/>
                  </a:cubicBezTo>
                  <a:cubicBezTo>
                    <a:pt x="3931" y="867"/>
                    <a:pt x="3918" y="870"/>
                    <a:pt x="3907" y="871"/>
                  </a:cubicBezTo>
                  <a:cubicBezTo>
                    <a:pt x="3897" y="872"/>
                    <a:pt x="3890" y="867"/>
                    <a:pt x="3885" y="876"/>
                  </a:cubicBezTo>
                  <a:cubicBezTo>
                    <a:pt x="3880" y="885"/>
                    <a:pt x="3867" y="885"/>
                    <a:pt x="3867" y="879"/>
                  </a:cubicBezTo>
                  <a:cubicBezTo>
                    <a:pt x="3867" y="872"/>
                    <a:pt x="3870" y="870"/>
                    <a:pt x="3857" y="869"/>
                  </a:cubicBezTo>
                  <a:cubicBezTo>
                    <a:pt x="3843" y="867"/>
                    <a:pt x="3821" y="864"/>
                    <a:pt x="3810" y="870"/>
                  </a:cubicBezTo>
                  <a:cubicBezTo>
                    <a:pt x="3798" y="876"/>
                    <a:pt x="3776" y="877"/>
                    <a:pt x="3776" y="867"/>
                  </a:cubicBezTo>
                  <a:cubicBezTo>
                    <a:pt x="3775" y="857"/>
                    <a:pt x="3793" y="864"/>
                    <a:pt x="3788" y="852"/>
                  </a:cubicBezTo>
                  <a:cubicBezTo>
                    <a:pt x="3784" y="841"/>
                    <a:pt x="3781" y="836"/>
                    <a:pt x="3787" y="832"/>
                  </a:cubicBezTo>
                  <a:cubicBezTo>
                    <a:pt x="3793" y="829"/>
                    <a:pt x="3804" y="832"/>
                    <a:pt x="3809" y="839"/>
                  </a:cubicBezTo>
                  <a:cubicBezTo>
                    <a:pt x="3814" y="847"/>
                    <a:pt x="3828" y="858"/>
                    <a:pt x="3844" y="858"/>
                  </a:cubicBezTo>
                  <a:cubicBezTo>
                    <a:pt x="3859" y="858"/>
                    <a:pt x="3884" y="857"/>
                    <a:pt x="3900" y="859"/>
                  </a:cubicBezTo>
                  <a:cubicBezTo>
                    <a:pt x="3917" y="860"/>
                    <a:pt x="3939" y="862"/>
                    <a:pt x="3953" y="857"/>
                  </a:cubicBezTo>
                  <a:cubicBezTo>
                    <a:pt x="3966" y="853"/>
                    <a:pt x="3994" y="853"/>
                    <a:pt x="4001" y="844"/>
                  </a:cubicBezTo>
                  <a:cubicBezTo>
                    <a:pt x="4008" y="836"/>
                    <a:pt x="4015" y="836"/>
                    <a:pt x="4019" y="827"/>
                  </a:cubicBezTo>
                  <a:cubicBezTo>
                    <a:pt x="4022" y="819"/>
                    <a:pt x="4038" y="824"/>
                    <a:pt x="4029" y="811"/>
                  </a:cubicBezTo>
                  <a:cubicBezTo>
                    <a:pt x="4021" y="797"/>
                    <a:pt x="4019" y="789"/>
                    <a:pt x="4011" y="784"/>
                  </a:cubicBezTo>
                  <a:cubicBezTo>
                    <a:pt x="4004" y="780"/>
                    <a:pt x="3997" y="776"/>
                    <a:pt x="3997" y="771"/>
                  </a:cubicBezTo>
                  <a:cubicBezTo>
                    <a:pt x="3997" y="765"/>
                    <a:pt x="4016" y="759"/>
                    <a:pt x="4022" y="770"/>
                  </a:cubicBezTo>
                  <a:cubicBezTo>
                    <a:pt x="4028" y="781"/>
                    <a:pt x="4041" y="777"/>
                    <a:pt x="4059" y="776"/>
                  </a:cubicBezTo>
                  <a:cubicBezTo>
                    <a:pt x="4077" y="774"/>
                    <a:pt x="4108" y="782"/>
                    <a:pt x="4112" y="770"/>
                  </a:cubicBezTo>
                  <a:cubicBezTo>
                    <a:pt x="4115" y="758"/>
                    <a:pt x="4162" y="773"/>
                    <a:pt x="4163" y="759"/>
                  </a:cubicBezTo>
                  <a:cubicBezTo>
                    <a:pt x="4163" y="746"/>
                    <a:pt x="4160" y="740"/>
                    <a:pt x="4142" y="740"/>
                  </a:cubicBezTo>
                  <a:cubicBezTo>
                    <a:pt x="4125" y="741"/>
                    <a:pt x="4107" y="745"/>
                    <a:pt x="4103" y="738"/>
                  </a:cubicBezTo>
                  <a:cubicBezTo>
                    <a:pt x="4099" y="732"/>
                    <a:pt x="4087" y="728"/>
                    <a:pt x="4112" y="728"/>
                  </a:cubicBezTo>
                  <a:cubicBezTo>
                    <a:pt x="4136" y="728"/>
                    <a:pt x="4177" y="738"/>
                    <a:pt x="4180" y="728"/>
                  </a:cubicBezTo>
                  <a:cubicBezTo>
                    <a:pt x="4184" y="718"/>
                    <a:pt x="4192" y="722"/>
                    <a:pt x="4193" y="716"/>
                  </a:cubicBezTo>
                  <a:cubicBezTo>
                    <a:pt x="4195" y="710"/>
                    <a:pt x="4186" y="705"/>
                    <a:pt x="4177" y="706"/>
                  </a:cubicBezTo>
                  <a:cubicBezTo>
                    <a:pt x="4168" y="707"/>
                    <a:pt x="4155" y="704"/>
                    <a:pt x="4145" y="701"/>
                  </a:cubicBezTo>
                  <a:cubicBezTo>
                    <a:pt x="4134" y="698"/>
                    <a:pt x="4135" y="692"/>
                    <a:pt x="4125" y="694"/>
                  </a:cubicBezTo>
                  <a:cubicBezTo>
                    <a:pt x="4114" y="696"/>
                    <a:pt x="4106" y="699"/>
                    <a:pt x="4107" y="691"/>
                  </a:cubicBezTo>
                  <a:cubicBezTo>
                    <a:pt x="4109" y="683"/>
                    <a:pt x="4125" y="683"/>
                    <a:pt x="4138" y="685"/>
                  </a:cubicBezTo>
                  <a:cubicBezTo>
                    <a:pt x="4151" y="686"/>
                    <a:pt x="4198" y="694"/>
                    <a:pt x="4208" y="688"/>
                  </a:cubicBezTo>
                  <a:cubicBezTo>
                    <a:pt x="4217" y="682"/>
                    <a:pt x="4222" y="671"/>
                    <a:pt x="4218" y="666"/>
                  </a:cubicBezTo>
                  <a:cubicBezTo>
                    <a:pt x="4213" y="661"/>
                    <a:pt x="4226" y="654"/>
                    <a:pt x="4217" y="647"/>
                  </a:cubicBezTo>
                  <a:cubicBezTo>
                    <a:pt x="4208" y="640"/>
                    <a:pt x="4208" y="637"/>
                    <a:pt x="4196" y="639"/>
                  </a:cubicBezTo>
                  <a:cubicBezTo>
                    <a:pt x="4183" y="642"/>
                    <a:pt x="4175" y="639"/>
                    <a:pt x="4160" y="641"/>
                  </a:cubicBezTo>
                  <a:cubicBezTo>
                    <a:pt x="4145" y="642"/>
                    <a:pt x="4122" y="645"/>
                    <a:pt x="4121" y="642"/>
                  </a:cubicBezTo>
                  <a:cubicBezTo>
                    <a:pt x="4120" y="639"/>
                    <a:pt x="4147" y="636"/>
                    <a:pt x="4148" y="631"/>
                  </a:cubicBezTo>
                  <a:cubicBezTo>
                    <a:pt x="4148" y="626"/>
                    <a:pt x="4148" y="622"/>
                    <a:pt x="4125" y="619"/>
                  </a:cubicBezTo>
                  <a:cubicBezTo>
                    <a:pt x="4103" y="617"/>
                    <a:pt x="4093" y="606"/>
                    <a:pt x="4081" y="613"/>
                  </a:cubicBezTo>
                  <a:cubicBezTo>
                    <a:pt x="4069" y="619"/>
                    <a:pt x="4056" y="624"/>
                    <a:pt x="4047" y="625"/>
                  </a:cubicBezTo>
                  <a:cubicBezTo>
                    <a:pt x="4039" y="627"/>
                    <a:pt x="4039" y="629"/>
                    <a:pt x="4030" y="635"/>
                  </a:cubicBezTo>
                  <a:cubicBezTo>
                    <a:pt x="4021" y="642"/>
                    <a:pt x="3999" y="669"/>
                    <a:pt x="3994" y="659"/>
                  </a:cubicBezTo>
                  <a:cubicBezTo>
                    <a:pt x="3989" y="649"/>
                    <a:pt x="4000" y="644"/>
                    <a:pt x="4009" y="637"/>
                  </a:cubicBezTo>
                  <a:cubicBezTo>
                    <a:pt x="4019" y="631"/>
                    <a:pt x="4036" y="631"/>
                    <a:pt x="4026" y="622"/>
                  </a:cubicBezTo>
                  <a:cubicBezTo>
                    <a:pt x="4015" y="612"/>
                    <a:pt x="4006" y="622"/>
                    <a:pt x="3990" y="623"/>
                  </a:cubicBezTo>
                  <a:cubicBezTo>
                    <a:pt x="3974" y="624"/>
                    <a:pt x="3935" y="627"/>
                    <a:pt x="3941" y="617"/>
                  </a:cubicBezTo>
                  <a:cubicBezTo>
                    <a:pt x="3947" y="606"/>
                    <a:pt x="3959" y="607"/>
                    <a:pt x="3978" y="609"/>
                  </a:cubicBezTo>
                  <a:cubicBezTo>
                    <a:pt x="3996" y="610"/>
                    <a:pt x="4045" y="621"/>
                    <a:pt x="4054" y="614"/>
                  </a:cubicBezTo>
                  <a:cubicBezTo>
                    <a:pt x="4064" y="606"/>
                    <a:pt x="4092" y="609"/>
                    <a:pt x="4076" y="604"/>
                  </a:cubicBezTo>
                  <a:cubicBezTo>
                    <a:pt x="4059" y="598"/>
                    <a:pt x="4045" y="611"/>
                    <a:pt x="4047" y="598"/>
                  </a:cubicBezTo>
                  <a:cubicBezTo>
                    <a:pt x="4049" y="584"/>
                    <a:pt x="4061" y="586"/>
                    <a:pt x="4054" y="581"/>
                  </a:cubicBezTo>
                  <a:cubicBezTo>
                    <a:pt x="4048" y="577"/>
                    <a:pt x="4048" y="573"/>
                    <a:pt x="4058" y="569"/>
                  </a:cubicBezTo>
                  <a:cubicBezTo>
                    <a:pt x="4068" y="566"/>
                    <a:pt x="4085" y="578"/>
                    <a:pt x="4094" y="584"/>
                  </a:cubicBezTo>
                  <a:cubicBezTo>
                    <a:pt x="4104" y="589"/>
                    <a:pt x="4115" y="586"/>
                    <a:pt x="4127" y="590"/>
                  </a:cubicBezTo>
                  <a:cubicBezTo>
                    <a:pt x="4138" y="594"/>
                    <a:pt x="4149" y="609"/>
                    <a:pt x="4165" y="615"/>
                  </a:cubicBezTo>
                  <a:cubicBezTo>
                    <a:pt x="4180" y="622"/>
                    <a:pt x="4202" y="621"/>
                    <a:pt x="4216" y="619"/>
                  </a:cubicBezTo>
                  <a:cubicBezTo>
                    <a:pt x="4229" y="618"/>
                    <a:pt x="4236" y="624"/>
                    <a:pt x="4237" y="614"/>
                  </a:cubicBezTo>
                  <a:cubicBezTo>
                    <a:pt x="4238" y="605"/>
                    <a:pt x="4230" y="610"/>
                    <a:pt x="4230" y="599"/>
                  </a:cubicBezTo>
                  <a:cubicBezTo>
                    <a:pt x="4230" y="589"/>
                    <a:pt x="4210" y="587"/>
                    <a:pt x="4203" y="587"/>
                  </a:cubicBezTo>
                  <a:cubicBezTo>
                    <a:pt x="4197" y="587"/>
                    <a:pt x="4145" y="594"/>
                    <a:pt x="4137" y="584"/>
                  </a:cubicBezTo>
                  <a:cubicBezTo>
                    <a:pt x="4128" y="573"/>
                    <a:pt x="4118" y="572"/>
                    <a:pt x="4110" y="572"/>
                  </a:cubicBezTo>
                  <a:cubicBezTo>
                    <a:pt x="4102" y="572"/>
                    <a:pt x="4091" y="568"/>
                    <a:pt x="4084" y="564"/>
                  </a:cubicBezTo>
                  <a:cubicBezTo>
                    <a:pt x="4077" y="561"/>
                    <a:pt x="4070" y="554"/>
                    <a:pt x="4084" y="552"/>
                  </a:cubicBezTo>
                  <a:cubicBezTo>
                    <a:pt x="4099" y="550"/>
                    <a:pt x="4130" y="552"/>
                    <a:pt x="4135" y="559"/>
                  </a:cubicBezTo>
                  <a:cubicBezTo>
                    <a:pt x="4139" y="566"/>
                    <a:pt x="4149" y="571"/>
                    <a:pt x="4152" y="567"/>
                  </a:cubicBezTo>
                  <a:cubicBezTo>
                    <a:pt x="4155" y="563"/>
                    <a:pt x="4168" y="563"/>
                    <a:pt x="4173" y="568"/>
                  </a:cubicBezTo>
                  <a:cubicBezTo>
                    <a:pt x="4179" y="573"/>
                    <a:pt x="4208" y="572"/>
                    <a:pt x="4213" y="567"/>
                  </a:cubicBezTo>
                  <a:cubicBezTo>
                    <a:pt x="4217" y="562"/>
                    <a:pt x="4220" y="561"/>
                    <a:pt x="4235" y="561"/>
                  </a:cubicBezTo>
                  <a:cubicBezTo>
                    <a:pt x="4250" y="561"/>
                    <a:pt x="4267" y="562"/>
                    <a:pt x="4270" y="555"/>
                  </a:cubicBezTo>
                  <a:cubicBezTo>
                    <a:pt x="4273" y="548"/>
                    <a:pt x="4279" y="547"/>
                    <a:pt x="4295" y="548"/>
                  </a:cubicBezTo>
                  <a:cubicBezTo>
                    <a:pt x="4311" y="550"/>
                    <a:pt x="4324" y="551"/>
                    <a:pt x="4325" y="546"/>
                  </a:cubicBezTo>
                  <a:cubicBezTo>
                    <a:pt x="4325" y="541"/>
                    <a:pt x="4339" y="534"/>
                    <a:pt x="4322" y="527"/>
                  </a:cubicBezTo>
                  <a:cubicBezTo>
                    <a:pt x="4306" y="520"/>
                    <a:pt x="4291" y="513"/>
                    <a:pt x="4264" y="512"/>
                  </a:cubicBezTo>
                  <a:cubicBezTo>
                    <a:pt x="4236" y="511"/>
                    <a:pt x="4223" y="520"/>
                    <a:pt x="4221" y="510"/>
                  </a:cubicBezTo>
                  <a:cubicBezTo>
                    <a:pt x="4219" y="501"/>
                    <a:pt x="4213" y="498"/>
                    <a:pt x="4236" y="499"/>
                  </a:cubicBezTo>
                  <a:cubicBezTo>
                    <a:pt x="4260" y="500"/>
                    <a:pt x="4291" y="501"/>
                    <a:pt x="4305" y="501"/>
                  </a:cubicBezTo>
                  <a:cubicBezTo>
                    <a:pt x="4320" y="501"/>
                    <a:pt x="4332" y="500"/>
                    <a:pt x="4337" y="511"/>
                  </a:cubicBezTo>
                  <a:cubicBezTo>
                    <a:pt x="4343" y="522"/>
                    <a:pt x="4337" y="525"/>
                    <a:pt x="4368" y="526"/>
                  </a:cubicBezTo>
                  <a:cubicBezTo>
                    <a:pt x="4398" y="527"/>
                    <a:pt x="4414" y="535"/>
                    <a:pt x="4428" y="523"/>
                  </a:cubicBezTo>
                  <a:cubicBezTo>
                    <a:pt x="4441" y="510"/>
                    <a:pt x="4438" y="507"/>
                    <a:pt x="4454" y="506"/>
                  </a:cubicBezTo>
                  <a:cubicBezTo>
                    <a:pt x="4470" y="505"/>
                    <a:pt x="4469" y="488"/>
                    <a:pt x="4459" y="490"/>
                  </a:cubicBezTo>
                  <a:cubicBezTo>
                    <a:pt x="4450" y="493"/>
                    <a:pt x="4427" y="508"/>
                    <a:pt x="4428" y="497"/>
                  </a:cubicBezTo>
                  <a:cubicBezTo>
                    <a:pt x="4430" y="485"/>
                    <a:pt x="4441" y="485"/>
                    <a:pt x="4450" y="483"/>
                  </a:cubicBezTo>
                  <a:cubicBezTo>
                    <a:pt x="4459" y="481"/>
                    <a:pt x="4479" y="485"/>
                    <a:pt x="4481" y="477"/>
                  </a:cubicBezTo>
                  <a:cubicBezTo>
                    <a:pt x="4483" y="470"/>
                    <a:pt x="4475" y="460"/>
                    <a:pt x="4466" y="460"/>
                  </a:cubicBezTo>
                  <a:cubicBezTo>
                    <a:pt x="4458" y="460"/>
                    <a:pt x="4444" y="470"/>
                    <a:pt x="4431" y="470"/>
                  </a:cubicBezTo>
                  <a:cubicBezTo>
                    <a:pt x="4418" y="470"/>
                    <a:pt x="4388" y="480"/>
                    <a:pt x="4382" y="472"/>
                  </a:cubicBezTo>
                  <a:cubicBezTo>
                    <a:pt x="4375" y="465"/>
                    <a:pt x="4376" y="462"/>
                    <a:pt x="4365" y="457"/>
                  </a:cubicBezTo>
                  <a:cubicBezTo>
                    <a:pt x="4355" y="453"/>
                    <a:pt x="4349" y="444"/>
                    <a:pt x="4365" y="444"/>
                  </a:cubicBezTo>
                  <a:cubicBezTo>
                    <a:pt x="4380" y="444"/>
                    <a:pt x="4391" y="451"/>
                    <a:pt x="4397" y="458"/>
                  </a:cubicBezTo>
                  <a:cubicBezTo>
                    <a:pt x="4403" y="465"/>
                    <a:pt x="4426" y="463"/>
                    <a:pt x="4434" y="459"/>
                  </a:cubicBezTo>
                  <a:cubicBezTo>
                    <a:pt x="4442" y="455"/>
                    <a:pt x="4453" y="446"/>
                    <a:pt x="4469" y="447"/>
                  </a:cubicBezTo>
                  <a:cubicBezTo>
                    <a:pt x="4486" y="447"/>
                    <a:pt x="4514" y="457"/>
                    <a:pt x="4517" y="447"/>
                  </a:cubicBezTo>
                  <a:cubicBezTo>
                    <a:pt x="4520" y="437"/>
                    <a:pt x="4517" y="439"/>
                    <a:pt x="4504" y="433"/>
                  </a:cubicBezTo>
                  <a:cubicBezTo>
                    <a:pt x="4492" y="427"/>
                    <a:pt x="4500" y="421"/>
                    <a:pt x="4488" y="417"/>
                  </a:cubicBezTo>
                  <a:cubicBezTo>
                    <a:pt x="4476" y="412"/>
                    <a:pt x="4481" y="398"/>
                    <a:pt x="4494" y="402"/>
                  </a:cubicBezTo>
                  <a:cubicBezTo>
                    <a:pt x="4506" y="407"/>
                    <a:pt x="4502" y="423"/>
                    <a:pt x="4512" y="425"/>
                  </a:cubicBezTo>
                  <a:cubicBezTo>
                    <a:pt x="4523" y="427"/>
                    <a:pt x="4554" y="439"/>
                    <a:pt x="4564" y="423"/>
                  </a:cubicBezTo>
                  <a:cubicBezTo>
                    <a:pt x="4574" y="407"/>
                    <a:pt x="4600" y="389"/>
                    <a:pt x="4621" y="379"/>
                  </a:cubicBezTo>
                  <a:cubicBezTo>
                    <a:pt x="4643" y="368"/>
                    <a:pt x="4669" y="361"/>
                    <a:pt x="4694" y="346"/>
                  </a:cubicBezTo>
                  <a:cubicBezTo>
                    <a:pt x="4719" y="331"/>
                    <a:pt x="4742" y="321"/>
                    <a:pt x="4765" y="311"/>
                  </a:cubicBezTo>
                  <a:cubicBezTo>
                    <a:pt x="4787" y="301"/>
                    <a:pt x="4794" y="300"/>
                    <a:pt x="4820" y="294"/>
                  </a:cubicBezTo>
                  <a:cubicBezTo>
                    <a:pt x="4847" y="288"/>
                    <a:pt x="4841" y="283"/>
                    <a:pt x="4863" y="275"/>
                  </a:cubicBezTo>
                  <a:cubicBezTo>
                    <a:pt x="4884" y="266"/>
                    <a:pt x="4877" y="265"/>
                    <a:pt x="4874" y="256"/>
                  </a:cubicBezTo>
                  <a:cubicBezTo>
                    <a:pt x="4871" y="247"/>
                    <a:pt x="4863" y="252"/>
                    <a:pt x="4840" y="252"/>
                  </a:cubicBezTo>
                  <a:cubicBezTo>
                    <a:pt x="4816" y="253"/>
                    <a:pt x="4805" y="253"/>
                    <a:pt x="4793" y="259"/>
                  </a:cubicBezTo>
                  <a:cubicBezTo>
                    <a:pt x="4782" y="265"/>
                    <a:pt x="4760" y="268"/>
                    <a:pt x="4742" y="270"/>
                  </a:cubicBezTo>
                  <a:cubicBezTo>
                    <a:pt x="4724" y="273"/>
                    <a:pt x="4704" y="275"/>
                    <a:pt x="4689" y="281"/>
                  </a:cubicBezTo>
                  <a:cubicBezTo>
                    <a:pt x="4674" y="288"/>
                    <a:pt x="4669" y="291"/>
                    <a:pt x="4647" y="293"/>
                  </a:cubicBezTo>
                  <a:cubicBezTo>
                    <a:pt x="4626" y="295"/>
                    <a:pt x="4593" y="303"/>
                    <a:pt x="4575" y="310"/>
                  </a:cubicBezTo>
                  <a:cubicBezTo>
                    <a:pt x="4556" y="317"/>
                    <a:pt x="4555" y="317"/>
                    <a:pt x="4540" y="319"/>
                  </a:cubicBezTo>
                  <a:cubicBezTo>
                    <a:pt x="4524" y="321"/>
                    <a:pt x="4508" y="328"/>
                    <a:pt x="4514" y="314"/>
                  </a:cubicBezTo>
                  <a:cubicBezTo>
                    <a:pt x="4521" y="300"/>
                    <a:pt x="4535" y="301"/>
                    <a:pt x="4555" y="297"/>
                  </a:cubicBezTo>
                  <a:cubicBezTo>
                    <a:pt x="4576" y="293"/>
                    <a:pt x="4579" y="293"/>
                    <a:pt x="4604" y="289"/>
                  </a:cubicBezTo>
                  <a:cubicBezTo>
                    <a:pt x="4629" y="285"/>
                    <a:pt x="4636" y="287"/>
                    <a:pt x="4653" y="279"/>
                  </a:cubicBezTo>
                  <a:cubicBezTo>
                    <a:pt x="4669" y="271"/>
                    <a:pt x="4675" y="269"/>
                    <a:pt x="4692" y="267"/>
                  </a:cubicBezTo>
                  <a:cubicBezTo>
                    <a:pt x="4709" y="265"/>
                    <a:pt x="4722" y="263"/>
                    <a:pt x="4727" y="257"/>
                  </a:cubicBezTo>
                  <a:cubicBezTo>
                    <a:pt x="4732" y="252"/>
                    <a:pt x="4717" y="245"/>
                    <a:pt x="4696" y="247"/>
                  </a:cubicBezTo>
                  <a:cubicBezTo>
                    <a:pt x="4675" y="250"/>
                    <a:pt x="4662" y="254"/>
                    <a:pt x="4644" y="255"/>
                  </a:cubicBezTo>
                  <a:cubicBezTo>
                    <a:pt x="4626" y="257"/>
                    <a:pt x="4622" y="264"/>
                    <a:pt x="4605" y="252"/>
                  </a:cubicBezTo>
                  <a:cubicBezTo>
                    <a:pt x="4589" y="240"/>
                    <a:pt x="4591" y="237"/>
                    <a:pt x="4578" y="233"/>
                  </a:cubicBezTo>
                  <a:cubicBezTo>
                    <a:pt x="4565" y="230"/>
                    <a:pt x="4569" y="219"/>
                    <a:pt x="4586" y="223"/>
                  </a:cubicBezTo>
                  <a:cubicBezTo>
                    <a:pt x="4603" y="227"/>
                    <a:pt x="4600" y="242"/>
                    <a:pt x="4618" y="243"/>
                  </a:cubicBezTo>
                  <a:cubicBezTo>
                    <a:pt x="4636" y="244"/>
                    <a:pt x="4643" y="241"/>
                    <a:pt x="4665" y="239"/>
                  </a:cubicBezTo>
                  <a:cubicBezTo>
                    <a:pt x="4686" y="237"/>
                    <a:pt x="4709" y="232"/>
                    <a:pt x="4721" y="235"/>
                  </a:cubicBezTo>
                  <a:cubicBezTo>
                    <a:pt x="4733" y="237"/>
                    <a:pt x="4780" y="240"/>
                    <a:pt x="4793" y="233"/>
                  </a:cubicBezTo>
                  <a:cubicBezTo>
                    <a:pt x="4807" y="227"/>
                    <a:pt x="4815" y="222"/>
                    <a:pt x="4834" y="222"/>
                  </a:cubicBezTo>
                  <a:cubicBezTo>
                    <a:pt x="4853" y="223"/>
                    <a:pt x="4865" y="218"/>
                    <a:pt x="4881" y="222"/>
                  </a:cubicBezTo>
                  <a:cubicBezTo>
                    <a:pt x="4898" y="225"/>
                    <a:pt x="4908" y="217"/>
                    <a:pt x="4922" y="211"/>
                  </a:cubicBezTo>
                  <a:cubicBezTo>
                    <a:pt x="4935" y="204"/>
                    <a:pt x="4950" y="203"/>
                    <a:pt x="4989" y="190"/>
                  </a:cubicBezTo>
                  <a:cubicBezTo>
                    <a:pt x="5028" y="177"/>
                    <a:pt x="5024" y="176"/>
                    <a:pt x="5045" y="164"/>
                  </a:cubicBezTo>
                  <a:cubicBezTo>
                    <a:pt x="5067" y="153"/>
                    <a:pt x="5085" y="152"/>
                    <a:pt x="5087" y="136"/>
                  </a:cubicBezTo>
                  <a:cubicBezTo>
                    <a:pt x="5089" y="119"/>
                    <a:pt x="5082" y="114"/>
                    <a:pt x="5073" y="109"/>
                  </a:cubicBezTo>
                  <a:cubicBezTo>
                    <a:pt x="5063" y="104"/>
                    <a:pt x="5060" y="98"/>
                    <a:pt x="5042" y="101"/>
                  </a:cubicBezTo>
                  <a:cubicBezTo>
                    <a:pt x="5024" y="104"/>
                    <a:pt x="5012" y="107"/>
                    <a:pt x="5007" y="99"/>
                  </a:cubicBezTo>
                  <a:cubicBezTo>
                    <a:pt x="5002" y="91"/>
                    <a:pt x="4992" y="89"/>
                    <a:pt x="4987" y="94"/>
                  </a:cubicBezTo>
                  <a:cubicBezTo>
                    <a:pt x="4983" y="99"/>
                    <a:pt x="4977" y="104"/>
                    <a:pt x="4969" y="104"/>
                  </a:cubicBezTo>
                  <a:cubicBezTo>
                    <a:pt x="4961" y="104"/>
                    <a:pt x="4951" y="123"/>
                    <a:pt x="4951" y="110"/>
                  </a:cubicBezTo>
                  <a:cubicBezTo>
                    <a:pt x="4951" y="97"/>
                    <a:pt x="4967" y="98"/>
                    <a:pt x="4957" y="93"/>
                  </a:cubicBezTo>
                  <a:cubicBezTo>
                    <a:pt x="4946" y="87"/>
                    <a:pt x="4936" y="84"/>
                    <a:pt x="4935" y="77"/>
                  </a:cubicBezTo>
                  <a:cubicBezTo>
                    <a:pt x="4934" y="70"/>
                    <a:pt x="4943" y="54"/>
                    <a:pt x="4938" y="50"/>
                  </a:cubicBezTo>
                  <a:cubicBezTo>
                    <a:pt x="4933" y="45"/>
                    <a:pt x="4915" y="40"/>
                    <a:pt x="4909" y="46"/>
                  </a:cubicBezTo>
                  <a:cubicBezTo>
                    <a:pt x="4902" y="52"/>
                    <a:pt x="4894" y="58"/>
                    <a:pt x="4880" y="54"/>
                  </a:cubicBezTo>
                  <a:cubicBezTo>
                    <a:pt x="4866" y="50"/>
                    <a:pt x="4863" y="51"/>
                    <a:pt x="4857" y="44"/>
                  </a:cubicBezTo>
                  <a:cubicBezTo>
                    <a:pt x="4851" y="37"/>
                    <a:pt x="4848" y="33"/>
                    <a:pt x="4839" y="37"/>
                  </a:cubicBezTo>
                  <a:cubicBezTo>
                    <a:pt x="4830" y="40"/>
                    <a:pt x="4822" y="40"/>
                    <a:pt x="4819" y="47"/>
                  </a:cubicBezTo>
                  <a:cubicBezTo>
                    <a:pt x="4816" y="55"/>
                    <a:pt x="4815" y="58"/>
                    <a:pt x="4808" y="55"/>
                  </a:cubicBezTo>
                  <a:cubicBezTo>
                    <a:pt x="4800" y="52"/>
                    <a:pt x="4795" y="45"/>
                    <a:pt x="4787" y="47"/>
                  </a:cubicBezTo>
                  <a:cubicBezTo>
                    <a:pt x="4778" y="48"/>
                    <a:pt x="4747" y="56"/>
                    <a:pt x="4741" y="60"/>
                  </a:cubicBezTo>
                  <a:cubicBezTo>
                    <a:pt x="4735" y="65"/>
                    <a:pt x="4734" y="70"/>
                    <a:pt x="4716" y="73"/>
                  </a:cubicBezTo>
                  <a:cubicBezTo>
                    <a:pt x="4698" y="75"/>
                    <a:pt x="4691" y="85"/>
                    <a:pt x="4672" y="83"/>
                  </a:cubicBezTo>
                  <a:cubicBezTo>
                    <a:pt x="4653" y="80"/>
                    <a:pt x="4629" y="75"/>
                    <a:pt x="4618" y="80"/>
                  </a:cubicBezTo>
                  <a:cubicBezTo>
                    <a:pt x="4608" y="85"/>
                    <a:pt x="4599" y="85"/>
                    <a:pt x="4603" y="78"/>
                  </a:cubicBezTo>
                  <a:cubicBezTo>
                    <a:pt x="4608" y="70"/>
                    <a:pt x="4613" y="68"/>
                    <a:pt x="4630" y="67"/>
                  </a:cubicBezTo>
                  <a:cubicBezTo>
                    <a:pt x="4647" y="65"/>
                    <a:pt x="4658" y="72"/>
                    <a:pt x="4665" y="65"/>
                  </a:cubicBezTo>
                  <a:cubicBezTo>
                    <a:pt x="4672" y="58"/>
                    <a:pt x="4678" y="62"/>
                    <a:pt x="4693" y="59"/>
                  </a:cubicBezTo>
                  <a:cubicBezTo>
                    <a:pt x="4708" y="56"/>
                    <a:pt x="4698" y="57"/>
                    <a:pt x="4713" y="52"/>
                  </a:cubicBezTo>
                  <a:cubicBezTo>
                    <a:pt x="4728" y="47"/>
                    <a:pt x="4740" y="47"/>
                    <a:pt x="4748" y="43"/>
                  </a:cubicBezTo>
                  <a:cubicBezTo>
                    <a:pt x="4756" y="39"/>
                    <a:pt x="4756" y="30"/>
                    <a:pt x="4726" y="31"/>
                  </a:cubicBezTo>
                  <a:cubicBezTo>
                    <a:pt x="4696" y="32"/>
                    <a:pt x="4695" y="26"/>
                    <a:pt x="4676" y="27"/>
                  </a:cubicBezTo>
                  <a:cubicBezTo>
                    <a:pt x="4656" y="27"/>
                    <a:pt x="4648" y="32"/>
                    <a:pt x="4638" y="27"/>
                  </a:cubicBezTo>
                  <a:cubicBezTo>
                    <a:pt x="4628" y="22"/>
                    <a:pt x="4613" y="16"/>
                    <a:pt x="4607" y="22"/>
                  </a:cubicBezTo>
                  <a:cubicBezTo>
                    <a:pt x="4601" y="29"/>
                    <a:pt x="4600" y="32"/>
                    <a:pt x="4590" y="26"/>
                  </a:cubicBezTo>
                  <a:cubicBezTo>
                    <a:pt x="4580" y="20"/>
                    <a:pt x="4588" y="18"/>
                    <a:pt x="4566" y="20"/>
                  </a:cubicBezTo>
                  <a:cubicBezTo>
                    <a:pt x="4544" y="22"/>
                    <a:pt x="4546" y="22"/>
                    <a:pt x="4537" y="15"/>
                  </a:cubicBezTo>
                  <a:cubicBezTo>
                    <a:pt x="4529" y="8"/>
                    <a:pt x="4532" y="3"/>
                    <a:pt x="4512" y="3"/>
                  </a:cubicBezTo>
                  <a:cubicBezTo>
                    <a:pt x="4492" y="3"/>
                    <a:pt x="4479" y="3"/>
                    <a:pt x="4459" y="4"/>
                  </a:cubicBezTo>
                  <a:cubicBezTo>
                    <a:pt x="4438" y="6"/>
                    <a:pt x="4423" y="17"/>
                    <a:pt x="4438" y="23"/>
                  </a:cubicBezTo>
                  <a:cubicBezTo>
                    <a:pt x="4454" y="30"/>
                    <a:pt x="4478" y="33"/>
                    <a:pt x="4461" y="38"/>
                  </a:cubicBezTo>
                  <a:cubicBezTo>
                    <a:pt x="4445" y="43"/>
                    <a:pt x="4437" y="50"/>
                    <a:pt x="4428" y="37"/>
                  </a:cubicBezTo>
                  <a:cubicBezTo>
                    <a:pt x="4418" y="25"/>
                    <a:pt x="4425" y="6"/>
                    <a:pt x="4408" y="3"/>
                  </a:cubicBezTo>
                  <a:cubicBezTo>
                    <a:pt x="4392" y="0"/>
                    <a:pt x="4381" y="8"/>
                    <a:pt x="4356" y="11"/>
                  </a:cubicBezTo>
                  <a:cubicBezTo>
                    <a:pt x="4331" y="14"/>
                    <a:pt x="4338" y="18"/>
                    <a:pt x="4316" y="17"/>
                  </a:cubicBezTo>
                  <a:cubicBezTo>
                    <a:pt x="4294" y="17"/>
                    <a:pt x="4288" y="35"/>
                    <a:pt x="4299" y="42"/>
                  </a:cubicBezTo>
                  <a:cubicBezTo>
                    <a:pt x="4311" y="49"/>
                    <a:pt x="4343" y="52"/>
                    <a:pt x="4345" y="61"/>
                  </a:cubicBezTo>
                  <a:cubicBezTo>
                    <a:pt x="4346" y="70"/>
                    <a:pt x="4329" y="66"/>
                    <a:pt x="4309" y="61"/>
                  </a:cubicBezTo>
                  <a:cubicBezTo>
                    <a:pt x="4290" y="56"/>
                    <a:pt x="4283" y="58"/>
                    <a:pt x="4274" y="43"/>
                  </a:cubicBezTo>
                  <a:cubicBezTo>
                    <a:pt x="4266" y="28"/>
                    <a:pt x="4253" y="25"/>
                    <a:pt x="4238" y="22"/>
                  </a:cubicBezTo>
                  <a:cubicBezTo>
                    <a:pt x="4223" y="18"/>
                    <a:pt x="4188" y="16"/>
                    <a:pt x="4177" y="18"/>
                  </a:cubicBezTo>
                  <a:cubicBezTo>
                    <a:pt x="4166" y="20"/>
                    <a:pt x="4166" y="20"/>
                    <a:pt x="4148" y="15"/>
                  </a:cubicBezTo>
                  <a:cubicBezTo>
                    <a:pt x="4130" y="11"/>
                    <a:pt x="4131" y="7"/>
                    <a:pt x="4114" y="12"/>
                  </a:cubicBezTo>
                  <a:cubicBezTo>
                    <a:pt x="4097" y="18"/>
                    <a:pt x="4094" y="22"/>
                    <a:pt x="4076" y="20"/>
                  </a:cubicBezTo>
                  <a:cubicBezTo>
                    <a:pt x="4058" y="18"/>
                    <a:pt x="4041" y="32"/>
                    <a:pt x="4061" y="35"/>
                  </a:cubicBezTo>
                  <a:cubicBezTo>
                    <a:pt x="4081" y="38"/>
                    <a:pt x="4086" y="46"/>
                    <a:pt x="4093" y="51"/>
                  </a:cubicBezTo>
                  <a:cubicBezTo>
                    <a:pt x="4100" y="56"/>
                    <a:pt x="4115" y="50"/>
                    <a:pt x="4117" y="60"/>
                  </a:cubicBezTo>
                  <a:cubicBezTo>
                    <a:pt x="4119" y="70"/>
                    <a:pt x="4120" y="76"/>
                    <a:pt x="4129" y="76"/>
                  </a:cubicBezTo>
                  <a:cubicBezTo>
                    <a:pt x="4137" y="76"/>
                    <a:pt x="4156" y="70"/>
                    <a:pt x="4159" y="78"/>
                  </a:cubicBezTo>
                  <a:cubicBezTo>
                    <a:pt x="4162" y="85"/>
                    <a:pt x="4158" y="87"/>
                    <a:pt x="4148" y="88"/>
                  </a:cubicBezTo>
                  <a:cubicBezTo>
                    <a:pt x="4137" y="88"/>
                    <a:pt x="4136" y="100"/>
                    <a:pt x="4130" y="107"/>
                  </a:cubicBezTo>
                  <a:cubicBezTo>
                    <a:pt x="4123" y="114"/>
                    <a:pt x="4104" y="120"/>
                    <a:pt x="4112" y="110"/>
                  </a:cubicBezTo>
                  <a:cubicBezTo>
                    <a:pt x="4121" y="100"/>
                    <a:pt x="4134" y="97"/>
                    <a:pt x="4119" y="88"/>
                  </a:cubicBezTo>
                  <a:cubicBezTo>
                    <a:pt x="4104" y="78"/>
                    <a:pt x="4099" y="90"/>
                    <a:pt x="4091" y="78"/>
                  </a:cubicBezTo>
                  <a:cubicBezTo>
                    <a:pt x="4083" y="67"/>
                    <a:pt x="4093" y="57"/>
                    <a:pt x="4063" y="52"/>
                  </a:cubicBezTo>
                  <a:cubicBezTo>
                    <a:pt x="4033" y="47"/>
                    <a:pt x="4037" y="44"/>
                    <a:pt x="4029" y="40"/>
                  </a:cubicBezTo>
                  <a:cubicBezTo>
                    <a:pt x="4020" y="35"/>
                    <a:pt x="4019" y="32"/>
                    <a:pt x="4012" y="37"/>
                  </a:cubicBezTo>
                  <a:cubicBezTo>
                    <a:pt x="4005" y="43"/>
                    <a:pt x="3999" y="51"/>
                    <a:pt x="3991" y="42"/>
                  </a:cubicBezTo>
                  <a:cubicBezTo>
                    <a:pt x="3982" y="32"/>
                    <a:pt x="3981" y="41"/>
                    <a:pt x="3975" y="32"/>
                  </a:cubicBezTo>
                  <a:cubicBezTo>
                    <a:pt x="3969" y="24"/>
                    <a:pt x="3968" y="40"/>
                    <a:pt x="3948" y="37"/>
                  </a:cubicBezTo>
                  <a:cubicBezTo>
                    <a:pt x="3927" y="33"/>
                    <a:pt x="3946" y="25"/>
                    <a:pt x="3922" y="26"/>
                  </a:cubicBezTo>
                  <a:cubicBezTo>
                    <a:pt x="3899" y="27"/>
                    <a:pt x="3902" y="28"/>
                    <a:pt x="3889" y="32"/>
                  </a:cubicBezTo>
                  <a:cubicBezTo>
                    <a:pt x="3876" y="37"/>
                    <a:pt x="3874" y="37"/>
                    <a:pt x="3874" y="42"/>
                  </a:cubicBezTo>
                  <a:cubicBezTo>
                    <a:pt x="3874" y="47"/>
                    <a:pt x="3878" y="44"/>
                    <a:pt x="3886" y="51"/>
                  </a:cubicBezTo>
                  <a:cubicBezTo>
                    <a:pt x="3894" y="58"/>
                    <a:pt x="3907" y="63"/>
                    <a:pt x="3912" y="63"/>
                  </a:cubicBezTo>
                  <a:cubicBezTo>
                    <a:pt x="3918" y="63"/>
                    <a:pt x="3912" y="73"/>
                    <a:pt x="3932" y="69"/>
                  </a:cubicBezTo>
                  <a:cubicBezTo>
                    <a:pt x="3951" y="65"/>
                    <a:pt x="3988" y="65"/>
                    <a:pt x="3987" y="71"/>
                  </a:cubicBezTo>
                  <a:cubicBezTo>
                    <a:pt x="3986" y="77"/>
                    <a:pt x="3972" y="81"/>
                    <a:pt x="3955" y="79"/>
                  </a:cubicBezTo>
                  <a:cubicBezTo>
                    <a:pt x="3938" y="77"/>
                    <a:pt x="3926" y="78"/>
                    <a:pt x="3913" y="78"/>
                  </a:cubicBezTo>
                  <a:cubicBezTo>
                    <a:pt x="3900" y="78"/>
                    <a:pt x="3885" y="78"/>
                    <a:pt x="3873" y="68"/>
                  </a:cubicBezTo>
                  <a:cubicBezTo>
                    <a:pt x="3861" y="59"/>
                    <a:pt x="3865" y="52"/>
                    <a:pt x="3849" y="52"/>
                  </a:cubicBezTo>
                  <a:cubicBezTo>
                    <a:pt x="3834" y="52"/>
                    <a:pt x="3809" y="48"/>
                    <a:pt x="3803" y="53"/>
                  </a:cubicBezTo>
                  <a:cubicBezTo>
                    <a:pt x="3797" y="58"/>
                    <a:pt x="3792" y="65"/>
                    <a:pt x="3807" y="70"/>
                  </a:cubicBezTo>
                  <a:cubicBezTo>
                    <a:pt x="3822" y="75"/>
                    <a:pt x="3845" y="85"/>
                    <a:pt x="3836" y="90"/>
                  </a:cubicBezTo>
                  <a:cubicBezTo>
                    <a:pt x="3826" y="95"/>
                    <a:pt x="3828" y="95"/>
                    <a:pt x="3805" y="86"/>
                  </a:cubicBezTo>
                  <a:cubicBezTo>
                    <a:pt x="3782" y="78"/>
                    <a:pt x="3776" y="78"/>
                    <a:pt x="3763" y="77"/>
                  </a:cubicBezTo>
                  <a:cubicBezTo>
                    <a:pt x="3749" y="76"/>
                    <a:pt x="3736" y="81"/>
                    <a:pt x="3744" y="87"/>
                  </a:cubicBezTo>
                  <a:cubicBezTo>
                    <a:pt x="3752" y="93"/>
                    <a:pt x="3767" y="100"/>
                    <a:pt x="3753" y="101"/>
                  </a:cubicBezTo>
                  <a:cubicBezTo>
                    <a:pt x="3738" y="101"/>
                    <a:pt x="3725" y="106"/>
                    <a:pt x="3720" y="113"/>
                  </a:cubicBezTo>
                  <a:cubicBezTo>
                    <a:pt x="3716" y="121"/>
                    <a:pt x="3719" y="133"/>
                    <a:pt x="3743" y="136"/>
                  </a:cubicBezTo>
                  <a:cubicBezTo>
                    <a:pt x="3766" y="138"/>
                    <a:pt x="3789" y="153"/>
                    <a:pt x="3809" y="154"/>
                  </a:cubicBezTo>
                  <a:cubicBezTo>
                    <a:pt x="3829" y="156"/>
                    <a:pt x="3845" y="169"/>
                    <a:pt x="3861" y="172"/>
                  </a:cubicBezTo>
                  <a:cubicBezTo>
                    <a:pt x="3877" y="175"/>
                    <a:pt x="3905" y="181"/>
                    <a:pt x="3914" y="190"/>
                  </a:cubicBezTo>
                  <a:cubicBezTo>
                    <a:pt x="3922" y="199"/>
                    <a:pt x="3945" y="221"/>
                    <a:pt x="3922" y="210"/>
                  </a:cubicBezTo>
                  <a:cubicBezTo>
                    <a:pt x="3899" y="199"/>
                    <a:pt x="3865" y="181"/>
                    <a:pt x="3850" y="179"/>
                  </a:cubicBezTo>
                  <a:cubicBezTo>
                    <a:pt x="3835" y="176"/>
                    <a:pt x="3816" y="172"/>
                    <a:pt x="3799" y="168"/>
                  </a:cubicBezTo>
                  <a:cubicBezTo>
                    <a:pt x="3782" y="164"/>
                    <a:pt x="3767" y="155"/>
                    <a:pt x="3752" y="152"/>
                  </a:cubicBezTo>
                  <a:cubicBezTo>
                    <a:pt x="3737" y="149"/>
                    <a:pt x="3718" y="149"/>
                    <a:pt x="3718" y="159"/>
                  </a:cubicBezTo>
                  <a:cubicBezTo>
                    <a:pt x="3718" y="169"/>
                    <a:pt x="3722" y="174"/>
                    <a:pt x="3707" y="170"/>
                  </a:cubicBezTo>
                  <a:cubicBezTo>
                    <a:pt x="3692" y="166"/>
                    <a:pt x="3679" y="152"/>
                    <a:pt x="3671" y="143"/>
                  </a:cubicBezTo>
                  <a:cubicBezTo>
                    <a:pt x="3663" y="133"/>
                    <a:pt x="3657" y="126"/>
                    <a:pt x="3646" y="124"/>
                  </a:cubicBezTo>
                  <a:cubicBezTo>
                    <a:pt x="3634" y="122"/>
                    <a:pt x="3626" y="117"/>
                    <a:pt x="3614" y="118"/>
                  </a:cubicBezTo>
                  <a:cubicBezTo>
                    <a:pt x="3602" y="118"/>
                    <a:pt x="3594" y="125"/>
                    <a:pt x="3591" y="116"/>
                  </a:cubicBezTo>
                  <a:cubicBezTo>
                    <a:pt x="3587" y="108"/>
                    <a:pt x="3594" y="106"/>
                    <a:pt x="3576" y="105"/>
                  </a:cubicBezTo>
                  <a:cubicBezTo>
                    <a:pt x="3558" y="104"/>
                    <a:pt x="3564" y="106"/>
                    <a:pt x="3547" y="106"/>
                  </a:cubicBezTo>
                  <a:cubicBezTo>
                    <a:pt x="3530" y="106"/>
                    <a:pt x="3520" y="103"/>
                    <a:pt x="3520" y="114"/>
                  </a:cubicBezTo>
                  <a:cubicBezTo>
                    <a:pt x="3521" y="125"/>
                    <a:pt x="3525" y="125"/>
                    <a:pt x="3533" y="125"/>
                  </a:cubicBezTo>
                  <a:cubicBezTo>
                    <a:pt x="3540" y="125"/>
                    <a:pt x="3550" y="131"/>
                    <a:pt x="3535" y="136"/>
                  </a:cubicBezTo>
                  <a:cubicBezTo>
                    <a:pt x="3521" y="141"/>
                    <a:pt x="3509" y="143"/>
                    <a:pt x="3495" y="143"/>
                  </a:cubicBezTo>
                  <a:cubicBezTo>
                    <a:pt x="3482" y="143"/>
                    <a:pt x="3469" y="143"/>
                    <a:pt x="3463" y="147"/>
                  </a:cubicBezTo>
                  <a:cubicBezTo>
                    <a:pt x="3457" y="151"/>
                    <a:pt x="3440" y="151"/>
                    <a:pt x="3452" y="156"/>
                  </a:cubicBezTo>
                  <a:cubicBezTo>
                    <a:pt x="3465" y="160"/>
                    <a:pt x="3462" y="170"/>
                    <a:pt x="3479" y="169"/>
                  </a:cubicBezTo>
                  <a:cubicBezTo>
                    <a:pt x="3495" y="167"/>
                    <a:pt x="3515" y="166"/>
                    <a:pt x="3528" y="170"/>
                  </a:cubicBezTo>
                  <a:cubicBezTo>
                    <a:pt x="3541" y="174"/>
                    <a:pt x="3547" y="176"/>
                    <a:pt x="3542" y="183"/>
                  </a:cubicBezTo>
                  <a:cubicBezTo>
                    <a:pt x="3537" y="190"/>
                    <a:pt x="3538" y="196"/>
                    <a:pt x="3523" y="190"/>
                  </a:cubicBezTo>
                  <a:cubicBezTo>
                    <a:pt x="3508" y="184"/>
                    <a:pt x="3492" y="176"/>
                    <a:pt x="3483" y="178"/>
                  </a:cubicBezTo>
                  <a:cubicBezTo>
                    <a:pt x="3474" y="179"/>
                    <a:pt x="3463" y="174"/>
                    <a:pt x="3457" y="180"/>
                  </a:cubicBezTo>
                  <a:cubicBezTo>
                    <a:pt x="3452" y="187"/>
                    <a:pt x="3452" y="187"/>
                    <a:pt x="3439" y="184"/>
                  </a:cubicBezTo>
                  <a:cubicBezTo>
                    <a:pt x="3427" y="181"/>
                    <a:pt x="3419" y="184"/>
                    <a:pt x="3417" y="177"/>
                  </a:cubicBezTo>
                  <a:cubicBezTo>
                    <a:pt x="3415" y="171"/>
                    <a:pt x="3406" y="164"/>
                    <a:pt x="3393" y="164"/>
                  </a:cubicBezTo>
                  <a:cubicBezTo>
                    <a:pt x="3380" y="164"/>
                    <a:pt x="3349" y="168"/>
                    <a:pt x="3340" y="171"/>
                  </a:cubicBezTo>
                  <a:cubicBezTo>
                    <a:pt x="3331" y="175"/>
                    <a:pt x="3313" y="173"/>
                    <a:pt x="3309" y="181"/>
                  </a:cubicBezTo>
                  <a:cubicBezTo>
                    <a:pt x="3305" y="189"/>
                    <a:pt x="3298" y="192"/>
                    <a:pt x="3290" y="194"/>
                  </a:cubicBezTo>
                  <a:cubicBezTo>
                    <a:pt x="3282" y="195"/>
                    <a:pt x="3278" y="203"/>
                    <a:pt x="3269" y="197"/>
                  </a:cubicBezTo>
                  <a:cubicBezTo>
                    <a:pt x="3260" y="190"/>
                    <a:pt x="3246" y="194"/>
                    <a:pt x="3237" y="194"/>
                  </a:cubicBezTo>
                  <a:cubicBezTo>
                    <a:pt x="3229" y="194"/>
                    <a:pt x="3209" y="193"/>
                    <a:pt x="3201" y="201"/>
                  </a:cubicBezTo>
                  <a:cubicBezTo>
                    <a:pt x="3192" y="209"/>
                    <a:pt x="3183" y="214"/>
                    <a:pt x="3169" y="215"/>
                  </a:cubicBezTo>
                  <a:cubicBezTo>
                    <a:pt x="3156" y="216"/>
                    <a:pt x="3147" y="219"/>
                    <a:pt x="3136" y="225"/>
                  </a:cubicBezTo>
                  <a:cubicBezTo>
                    <a:pt x="3124" y="232"/>
                    <a:pt x="3117" y="238"/>
                    <a:pt x="3128" y="240"/>
                  </a:cubicBezTo>
                  <a:cubicBezTo>
                    <a:pt x="3140" y="241"/>
                    <a:pt x="3142" y="247"/>
                    <a:pt x="3147" y="251"/>
                  </a:cubicBezTo>
                  <a:cubicBezTo>
                    <a:pt x="3152" y="255"/>
                    <a:pt x="3158" y="261"/>
                    <a:pt x="3170" y="255"/>
                  </a:cubicBezTo>
                  <a:cubicBezTo>
                    <a:pt x="3182" y="250"/>
                    <a:pt x="3194" y="254"/>
                    <a:pt x="3197" y="244"/>
                  </a:cubicBezTo>
                  <a:cubicBezTo>
                    <a:pt x="3201" y="234"/>
                    <a:pt x="3202" y="232"/>
                    <a:pt x="3219" y="232"/>
                  </a:cubicBezTo>
                  <a:cubicBezTo>
                    <a:pt x="3237" y="232"/>
                    <a:pt x="3255" y="232"/>
                    <a:pt x="3252" y="240"/>
                  </a:cubicBezTo>
                  <a:cubicBezTo>
                    <a:pt x="3248" y="249"/>
                    <a:pt x="3232" y="247"/>
                    <a:pt x="3223" y="252"/>
                  </a:cubicBezTo>
                  <a:cubicBezTo>
                    <a:pt x="3214" y="257"/>
                    <a:pt x="3199" y="253"/>
                    <a:pt x="3200" y="260"/>
                  </a:cubicBezTo>
                  <a:cubicBezTo>
                    <a:pt x="3202" y="267"/>
                    <a:pt x="3209" y="264"/>
                    <a:pt x="3215" y="272"/>
                  </a:cubicBezTo>
                  <a:cubicBezTo>
                    <a:pt x="3221" y="280"/>
                    <a:pt x="3237" y="283"/>
                    <a:pt x="3237" y="276"/>
                  </a:cubicBezTo>
                  <a:cubicBezTo>
                    <a:pt x="3238" y="270"/>
                    <a:pt x="3244" y="267"/>
                    <a:pt x="3252" y="267"/>
                  </a:cubicBezTo>
                  <a:cubicBezTo>
                    <a:pt x="3261" y="268"/>
                    <a:pt x="3265" y="263"/>
                    <a:pt x="3277" y="261"/>
                  </a:cubicBezTo>
                  <a:cubicBezTo>
                    <a:pt x="3289" y="259"/>
                    <a:pt x="3293" y="257"/>
                    <a:pt x="3308" y="254"/>
                  </a:cubicBezTo>
                  <a:cubicBezTo>
                    <a:pt x="3323" y="251"/>
                    <a:pt x="3338" y="245"/>
                    <a:pt x="3336" y="252"/>
                  </a:cubicBezTo>
                  <a:cubicBezTo>
                    <a:pt x="3335" y="260"/>
                    <a:pt x="3324" y="259"/>
                    <a:pt x="3308" y="263"/>
                  </a:cubicBezTo>
                  <a:cubicBezTo>
                    <a:pt x="3293" y="267"/>
                    <a:pt x="3294" y="277"/>
                    <a:pt x="3279" y="277"/>
                  </a:cubicBezTo>
                  <a:cubicBezTo>
                    <a:pt x="3264" y="277"/>
                    <a:pt x="3255" y="282"/>
                    <a:pt x="3260" y="285"/>
                  </a:cubicBezTo>
                  <a:cubicBezTo>
                    <a:pt x="3264" y="289"/>
                    <a:pt x="3250" y="295"/>
                    <a:pt x="3242" y="298"/>
                  </a:cubicBezTo>
                  <a:cubicBezTo>
                    <a:pt x="3233" y="300"/>
                    <a:pt x="3229" y="306"/>
                    <a:pt x="3232" y="313"/>
                  </a:cubicBezTo>
                  <a:cubicBezTo>
                    <a:pt x="3235" y="321"/>
                    <a:pt x="3240" y="330"/>
                    <a:pt x="3255" y="330"/>
                  </a:cubicBezTo>
                  <a:cubicBezTo>
                    <a:pt x="3270" y="330"/>
                    <a:pt x="3290" y="332"/>
                    <a:pt x="3309" y="333"/>
                  </a:cubicBezTo>
                  <a:cubicBezTo>
                    <a:pt x="3328" y="333"/>
                    <a:pt x="3318" y="334"/>
                    <a:pt x="3307" y="345"/>
                  </a:cubicBezTo>
                  <a:cubicBezTo>
                    <a:pt x="3296" y="356"/>
                    <a:pt x="3301" y="361"/>
                    <a:pt x="3320" y="366"/>
                  </a:cubicBezTo>
                  <a:cubicBezTo>
                    <a:pt x="3340" y="371"/>
                    <a:pt x="3338" y="376"/>
                    <a:pt x="3360" y="379"/>
                  </a:cubicBezTo>
                  <a:cubicBezTo>
                    <a:pt x="3382" y="381"/>
                    <a:pt x="3385" y="381"/>
                    <a:pt x="3391" y="385"/>
                  </a:cubicBezTo>
                  <a:cubicBezTo>
                    <a:pt x="3398" y="389"/>
                    <a:pt x="3416" y="395"/>
                    <a:pt x="3429" y="384"/>
                  </a:cubicBezTo>
                  <a:cubicBezTo>
                    <a:pt x="3442" y="372"/>
                    <a:pt x="3466" y="361"/>
                    <a:pt x="3475" y="353"/>
                  </a:cubicBezTo>
                  <a:cubicBezTo>
                    <a:pt x="3483" y="346"/>
                    <a:pt x="3508" y="330"/>
                    <a:pt x="3494" y="329"/>
                  </a:cubicBezTo>
                  <a:cubicBezTo>
                    <a:pt x="3480" y="328"/>
                    <a:pt x="3430" y="341"/>
                    <a:pt x="3425" y="333"/>
                  </a:cubicBezTo>
                  <a:cubicBezTo>
                    <a:pt x="3420" y="326"/>
                    <a:pt x="3429" y="321"/>
                    <a:pt x="3447" y="319"/>
                  </a:cubicBezTo>
                  <a:cubicBezTo>
                    <a:pt x="3466" y="317"/>
                    <a:pt x="3483" y="314"/>
                    <a:pt x="3496" y="307"/>
                  </a:cubicBezTo>
                  <a:cubicBezTo>
                    <a:pt x="3509" y="300"/>
                    <a:pt x="3518" y="301"/>
                    <a:pt x="3540" y="295"/>
                  </a:cubicBezTo>
                  <a:cubicBezTo>
                    <a:pt x="3561" y="288"/>
                    <a:pt x="3579" y="291"/>
                    <a:pt x="3554" y="301"/>
                  </a:cubicBezTo>
                  <a:cubicBezTo>
                    <a:pt x="3529" y="311"/>
                    <a:pt x="3498" y="337"/>
                    <a:pt x="3523" y="331"/>
                  </a:cubicBezTo>
                  <a:cubicBezTo>
                    <a:pt x="3548" y="324"/>
                    <a:pt x="3573" y="314"/>
                    <a:pt x="3590" y="314"/>
                  </a:cubicBezTo>
                  <a:cubicBezTo>
                    <a:pt x="3606" y="314"/>
                    <a:pt x="3637" y="318"/>
                    <a:pt x="3663" y="312"/>
                  </a:cubicBezTo>
                  <a:cubicBezTo>
                    <a:pt x="3689" y="306"/>
                    <a:pt x="3734" y="303"/>
                    <a:pt x="3722" y="308"/>
                  </a:cubicBezTo>
                  <a:cubicBezTo>
                    <a:pt x="3710" y="313"/>
                    <a:pt x="3694" y="321"/>
                    <a:pt x="3662" y="323"/>
                  </a:cubicBezTo>
                  <a:cubicBezTo>
                    <a:pt x="3631" y="326"/>
                    <a:pt x="3594" y="328"/>
                    <a:pt x="3566" y="334"/>
                  </a:cubicBezTo>
                  <a:cubicBezTo>
                    <a:pt x="3538" y="340"/>
                    <a:pt x="3520" y="336"/>
                    <a:pt x="3502" y="347"/>
                  </a:cubicBezTo>
                  <a:cubicBezTo>
                    <a:pt x="3484" y="359"/>
                    <a:pt x="3491" y="359"/>
                    <a:pt x="3479" y="368"/>
                  </a:cubicBezTo>
                  <a:cubicBezTo>
                    <a:pt x="3467" y="376"/>
                    <a:pt x="3460" y="396"/>
                    <a:pt x="3475" y="399"/>
                  </a:cubicBezTo>
                  <a:cubicBezTo>
                    <a:pt x="3490" y="402"/>
                    <a:pt x="3512" y="402"/>
                    <a:pt x="3526" y="401"/>
                  </a:cubicBezTo>
                  <a:cubicBezTo>
                    <a:pt x="3540" y="399"/>
                    <a:pt x="3649" y="402"/>
                    <a:pt x="3649" y="394"/>
                  </a:cubicBezTo>
                  <a:cubicBezTo>
                    <a:pt x="3649" y="385"/>
                    <a:pt x="3647" y="367"/>
                    <a:pt x="3659" y="367"/>
                  </a:cubicBezTo>
                  <a:cubicBezTo>
                    <a:pt x="3672" y="367"/>
                    <a:pt x="3668" y="379"/>
                    <a:pt x="3679" y="376"/>
                  </a:cubicBezTo>
                  <a:cubicBezTo>
                    <a:pt x="3690" y="373"/>
                    <a:pt x="3700" y="371"/>
                    <a:pt x="3712" y="371"/>
                  </a:cubicBezTo>
                  <a:cubicBezTo>
                    <a:pt x="3725" y="371"/>
                    <a:pt x="3757" y="357"/>
                    <a:pt x="3766" y="359"/>
                  </a:cubicBezTo>
                  <a:cubicBezTo>
                    <a:pt x="3774" y="360"/>
                    <a:pt x="3776" y="371"/>
                    <a:pt x="3758" y="373"/>
                  </a:cubicBezTo>
                  <a:cubicBezTo>
                    <a:pt x="3740" y="375"/>
                    <a:pt x="3727" y="380"/>
                    <a:pt x="3715" y="382"/>
                  </a:cubicBezTo>
                  <a:cubicBezTo>
                    <a:pt x="3702" y="384"/>
                    <a:pt x="3687" y="388"/>
                    <a:pt x="3687" y="394"/>
                  </a:cubicBezTo>
                  <a:cubicBezTo>
                    <a:pt x="3687" y="399"/>
                    <a:pt x="3693" y="404"/>
                    <a:pt x="3712" y="403"/>
                  </a:cubicBezTo>
                  <a:cubicBezTo>
                    <a:pt x="3732" y="402"/>
                    <a:pt x="3742" y="394"/>
                    <a:pt x="3763" y="394"/>
                  </a:cubicBezTo>
                  <a:cubicBezTo>
                    <a:pt x="3785" y="394"/>
                    <a:pt x="3792" y="381"/>
                    <a:pt x="3816" y="384"/>
                  </a:cubicBezTo>
                  <a:cubicBezTo>
                    <a:pt x="3841" y="388"/>
                    <a:pt x="3838" y="376"/>
                    <a:pt x="3854" y="376"/>
                  </a:cubicBezTo>
                  <a:cubicBezTo>
                    <a:pt x="3869" y="376"/>
                    <a:pt x="3871" y="369"/>
                    <a:pt x="3884" y="369"/>
                  </a:cubicBezTo>
                  <a:cubicBezTo>
                    <a:pt x="3897" y="369"/>
                    <a:pt x="3915" y="361"/>
                    <a:pt x="3922" y="351"/>
                  </a:cubicBezTo>
                  <a:cubicBezTo>
                    <a:pt x="3930" y="341"/>
                    <a:pt x="3936" y="333"/>
                    <a:pt x="3934" y="325"/>
                  </a:cubicBezTo>
                  <a:cubicBezTo>
                    <a:pt x="3932" y="316"/>
                    <a:pt x="3919" y="305"/>
                    <a:pt x="3928" y="308"/>
                  </a:cubicBezTo>
                  <a:cubicBezTo>
                    <a:pt x="3938" y="310"/>
                    <a:pt x="3943" y="320"/>
                    <a:pt x="3952" y="316"/>
                  </a:cubicBezTo>
                  <a:cubicBezTo>
                    <a:pt x="3961" y="311"/>
                    <a:pt x="3970" y="319"/>
                    <a:pt x="3974" y="310"/>
                  </a:cubicBezTo>
                  <a:cubicBezTo>
                    <a:pt x="3978" y="300"/>
                    <a:pt x="3982" y="301"/>
                    <a:pt x="3993" y="293"/>
                  </a:cubicBezTo>
                  <a:cubicBezTo>
                    <a:pt x="4003" y="285"/>
                    <a:pt x="3999" y="284"/>
                    <a:pt x="4020" y="280"/>
                  </a:cubicBezTo>
                  <a:cubicBezTo>
                    <a:pt x="4041" y="277"/>
                    <a:pt x="4048" y="268"/>
                    <a:pt x="4056" y="266"/>
                  </a:cubicBezTo>
                  <a:cubicBezTo>
                    <a:pt x="4065" y="264"/>
                    <a:pt x="4089" y="265"/>
                    <a:pt x="4077" y="270"/>
                  </a:cubicBezTo>
                  <a:cubicBezTo>
                    <a:pt x="4064" y="274"/>
                    <a:pt x="4040" y="284"/>
                    <a:pt x="4027" y="289"/>
                  </a:cubicBezTo>
                  <a:cubicBezTo>
                    <a:pt x="4014" y="294"/>
                    <a:pt x="4009" y="298"/>
                    <a:pt x="4001" y="305"/>
                  </a:cubicBezTo>
                  <a:cubicBezTo>
                    <a:pt x="3993" y="313"/>
                    <a:pt x="3986" y="315"/>
                    <a:pt x="3976" y="321"/>
                  </a:cubicBezTo>
                  <a:cubicBezTo>
                    <a:pt x="3965" y="326"/>
                    <a:pt x="3963" y="333"/>
                    <a:pt x="3963" y="343"/>
                  </a:cubicBezTo>
                  <a:cubicBezTo>
                    <a:pt x="3963" y="353"/>
                    <a:pt x="3973" y="353"/>
                    <a:pt x="3988" y="351"/>
                  </a:cubicBezTo>
                  <a:cubicBezTo>
                    <a:pt x="4002" y="350"/>
                    <a:pt x="3996" y="341"/>
                    <a:pt x="4013" y="342"/>
                  </a:cubicBezTo>
                  <a:cubicBezTo>
                    <a:pt x="4031" y="343"/>
                    <a:pt x="4044" y="343"/>
                    <a:pt x="4049" y="347"/>
                  </a:cubicBezTo>
                  <a:cubicBezTo>
                    <a:pt x="4054" y="351"/>
                    <a:pt x="4069" y="348"/>
                    <a:pt x="4082" y="348"/>
                  </a:cubicBezTo>
                  <a:cubicBezTo>
                    <a:pt x="4095" y="348"/>
                    <a:pt x="4111" y="352"/>
                    <a:pt x="4108" y="356"/>
                  </a:cubicBezTo>
                  <a:cubicBezTo>
                    <a:pt x="4105" y="361"/>
                    <a:pt x="4079" y="360"/>
                    <a:pt x="4062" y="360"/>
                  </a:cubicBezTo>
                  <a:cubicBezTo>
                    <a:pt x="4044" y="360"/>
                    <a:pt x="4008" y="358"/>
                    <a:pt x="3991" y="366"/>
                  </a:cubicBezTo>
                  <a:cubicBezTo>
                    <a:pt x="3974" y="374"/>
                    <a:pt x="3965" y="369"/>
                    <a:pt x="3948" y="373"/>
                  </a:cubicBezTo>
                  <a:cubicBezTo>
                    <a:pt x="3930" y="376"/>
                    <a:pt x="3917" y="376"/>
                    <a:pt x="3907" y="384"/>
                  </a:cubicBezTo>
                  <a:cubicBezTo>
                    <a:pt x="3896" y="391"/>
                    <a:pt x="3910" y="390"/>
                    <a:pt x="3939" y="389"/>
                  </a:cubicBezTo>
                  <a:cubicBezTo>
                    <a:pt x="3968" y="387"/>
                    <a:pt x="4010" y="386"/>
                    <a:pt x="4010" y="394"/>
                  </a:cubicBezTo>
                  <a:cubicBezTo>
                    <a:pt x="4010" y="401"/>
                    <a:pt x="4001" y="404"/>
                    <a:pt x="3973" y="404"/>
                  </a:cubicBezTo>
                  <a:cubicBezTo>
                    <a:pt x="3946" y="404"/>
                    <a:pt x="3913" y="399"/>
                    <a:pt x="3896" y="402"/>
                  </a:cubicBezTo>
                  <a:cubicBezTo>
                    <a:pt x="3879" y="404"/>
                    <a:pt x="3869" y="409"/>
                    <a:pt x="3857" y="412"/>
                  </a:cubicBezTo>
                  <a:cubicBezTo>
                    <a:pt x="3844" y="415"/>
                    <a:pt x="3795" y="422"/>
                    <a:pt x="3783" y="422"/>
                  </a:cubicBezTo>
                  <a:cubicBezTo>
                    <a:pt x="3771" y="422"/>
                    <a:pt x="3758" y="426"/>
                    <a:pt x="3740" y="427"/>
                  </a:cubicBezTo>
                  <a:cubicBezTo>
                    <a:pt x="3722" y="427"/>
                    <a:pt x="3687" y="434"/>
                    <a:pt x="3695" y="441"/>
                  </a:cubicBezTo>
                  <a:cubicBezTo>
                    <a:pt x="3703" y="447"/>
                    <a:pt x="3717" y="455"/>
                    <a:pt x="3725" y="462"/>
                  </a:cubicBezTo>
                  <a:cubicBezTo>
                    <a:pt x="3733" y="469"/>
                    <a:pt x="3748" y="483"/>
                    <a:pt x="3762" y="483"/>
                  </a:cubicBezTo>
                  <a:cubicBezTo>
                    <a:pt x="3776" y="483"/>
                    <a:pt x="3793" y="483"/>
                    <a:pt x="3793" y="491"/>
                  </a:cubicBezTo>
                  <a:cubicBezTo>
                    <a:pt x="3793" y="499"/>
                    <a:pt x="3781" y="510"/>
                    <a:pt x="3792" y="517"/>
                  </a:cubicBezTo>
                  <a:cubicBezTo>
                    <a:pt x="3803" y="524"/>
                    <a:pt x="3803" y="528"/>
                    <a:pt x="3815" y="527"/>
                  </a:cubicBezTo>
                  <a:cubicBezTo>
                    <a:pt x="3827" y="526"/>
                    <a:pt x="3845" y="531"/>
                    <a:pt x="3852" y="526"/>
                  </a:cubicBezTo>
                  <a:cubicBezTo>
                    <a:pt x="3858" y="521"/>
                    <a:pt x="3866" y="520"/>
                    <a:pt x="3877" y="520"/>
                  </a:cubicBezTo>
                  <a:cubicBezTo>
                    <a:pt x="3887" y="520"/>
                    <a:pt x="3901" y="520"/>
                    <a:pt x="3897" y="525"/>
                  </a:cubicBezTo>
                  <a:cubicBezTo>
                    <a:pt x="3892" y="531"/>
                    <a:pt x="3879" y="533"/>
                    <a:pt x="3864" y="536"/>
                  </a:cubicBezTo>
                  <a:cubicBezTo>
                    <a:pt x="3850" y="540"/>
                    <a:pt x="3829" y="541"/>
                    <a:pt x="3816" y="541"/>
                  </a:cubicBezTo>
                  <a:cubicBezTo>
                    <a:pt x="3804" y="541"/>
                    <a:pt x="3788" y="533"/>
                    <a:pt x="3778" y="527"/>
                  </a:cubicBezTo>
                  <a:cubicBezTo>
                    <a:pt x="3768" y="520"/>
                    <a:pt x="3750" y="491"/>
                    <a:pt x="3733" y="488"/>
                  </a:cubicBezTo>
                  <a:cubicBezTo>
                    <a:pt x="3717" y="485"/>
                    <a:pt x="3704" y="476"/>
                    <a:pt x="3691" y="470"/>
                  </a:cubicBezTo>
                  <a:cubicBezTo>
                    <a:pt x="3678" y="465"/>
                    <a:pt x="3662" y="447"/>
                    <a:pt x="3651" y="442"/>
                  </a:cubicBezTo>
                  <a:cubicBezTo>
                    <a:pt x="3640" y="436"/>
                    <a:pt x="3631" y="437"/>
                    <a:pt x="3615" y="439"/>
                  </a:cubicBezTo>
                  <a:cubicBezTo>
                    <a:pt x="3599" y="441"/>
                    <a:pt x="3550" y="448"/>
                    <a:pt x="3541" y="441"/>
                  </a:cubicBezTo>
                  <a:cubicBezTo>
                    <a:pt x="3533" y="434"/>
                    <a:pt x="3510" y="427"/>
                    <a:pt x="3503" y="428"/>
                  </a:cubicBezTo>
                  <a:cubicBezTo>
                    <a:pt x="3495" y="429"/>
                    <a:pt x="3477" y="444"/>
                    <a:pt x="3472" y="447"/>
                  </a:cubicBezTo>
                  <a:cubicBezTo>
                    <a:pt x="3467" y="451"/>
                    <a:pt x="3465" y="461"/>
                    <a:pt x="3465" y="464"/>
                  </a:cubicBezTo>
                  <a:cubicBezTo>
                    <a:pt x="3466" y="467"/>
                    <a:pt x="3464" y="469"/>
                    <a:pt x="3470" y="477"/>
                  </a:cubicBezTo>
                  <a:cubicBezTo>
                    <a:pt x="3477" y="485"/>
                    <a:pt x="3475" y="492"/>
                    <a:pt x="3475" y="499"/>
                  </a:cubicBezTo>
                  <a:cubicBezTo>
                    <a:pt x="3475" y="506"/>
                    <a:pt x="3480" y="520"/>
                    <a:pt x="3492" y="520"/>
                  </a:cubicBezTo>
                  <a:cubicBezTo>
                    <a:pt x="3503" y="521"/>
                    <a:pt x="3512" y="518"/>
                    <a:pt x="3513" y="523"/>
                  </a:cubicBezTo>
                  <a:cubicBezTo>
                    <a:pt x="3515" y="528"/>
                    <a:pt x="3530" y="530"/>
                    <a:pt x="3536" y="528"/>
                  </a:cubicBezTo>
                  <a:cubicBezTo>
                    <a:pt x="3543" y="525"/>
                    <a:pt x="3556" y="528"/>
                    <a:pt x="3561" y="538"/>
                  </a:cubicBezTo>
                  <a:cubicBezTo>
                    <a:pt x="3567" y="548"/>
                    <a:pt x="3571" y="561"/>
                    <a:pt x="3583" y="562"/>
                  </a:cubicBezTo>
                  <a:cubicBezTo>
                    <a:pt x="3595" y="563"/>
                    <a:pt x="3606" y="571"/>
                    <a:pt x="3610" y="577"/>
                  </a:cubicBezTo>
                  <a:cubicBezTo>
                    <a:pt x="3614" y="584"/>
                    <a:pt x="3634" y="611"/>
                    <a:pt x="3618" y="609"/>
                  </a:cubicBezTo>
                  <a:cubicBezTo>
                    <a:pt x="3601" y="606"/>
                    <a:pt x="3595" y="601"/>
                    <a:pt x="3595" y="611"/>
                  </a:cubicBezTo>
                  <a:cubicBezTo>
                    <a:pt x="3595" y="620"/>
                    <a:pt x="3591" y="627"/>
                    <a:pt x="3609" y="627"/>
                  </a:cubicBezTo>
                  <a:cubicBezTo>
                    <a:pt x="3626" y="627"/>
                    <a:pt x="3640" y="626"/>
                    <a:pt x="3652" y="629"/>
                  </a:cubicBezTo>
                  <a:cubicBezTo>
                    <a:pt x="3663" y="632"/>
                    <a:pt x="3691" y="630"/>
                    <a:pt x="3697" y="634"/>
                  </a:cubicBezTo>
                  <a:cubicBezTo>
                    <a:pt x="3704" y="639"/>
                    <a:pt x="3709" y="644"/>
                    <a:pt x="3723" y="639"/>
                  </a:cubicBezTo>
                  <a:cubicBezTo>
                    <a:pt x="3738" y="634"/>
                    <a:pt x="3750" y="636"/>
                    <a:pt x="3753" y="629"/>
                  </a:cubicBezTo>
                  <a:cubicBezTo>
                    <a:pt x="3756" y="622"/>
                    <a:pt x="3762" y="618"/>
                    <a:pt x="3776" y="617"/>
                  </a:cubicBezTo>
                  <a:cubicBezTo>
                    <a:pt x="3789" y="615"/>
                    <a:pt x="3791" y="616"/>
                    <a:pt x="3786" y="625"/>
                  </a:cubicBezTo>
                  <a:cubicBezTo>
                    <a:pt x="3781" y="634"/>
                    <a:pt x="3764" y="639"/>
                    <a:pt x="3753" y="640"/>
                  </a:cubicBezTo>
                  <a:cubicBezTo>
                    <a:pt x="3741" y="642"/>
                    <a:pt x="3735" y="646"/>
                    <a:pt x="3735" y="654"/>
                  </a:cubicBezTo>
                  <a:cubicBezTo>
                    <a:pt x="3735" y="662"/>
                    <a:pt x="3751" y="679"/>
                    <a:pt x="3732" y="676"/>
                  </a:cubicBezTo>
                  <a:cubicBezTo>
                    <a:pt x="3712" y="673"/>
                    <a:pt x="3700" y="659"/>
                    <a:pt x="3683" y="654"/>
                  </a:cubicBezTo>
                  <a:cubicBezTo>
                    <a:pt x="3667" y="649"/>
                    <a:pt x="3661" y="644"/>
                    <a:pt x="3642" y="644"/>
                  </a:cubicBezTo>
                  <a:cubicBezTo>
                    <a:pt x="3624" y="644"/>
                    <a:pt x="3609" y="637"/>
                    <a:pt x="3590" y="637"/>
                  </a:cubicBezTo>
                  <a:cubicBezTo>
                    <a:pt x="3571" y="636"/>
                    <a:pt x="3539" y="638"/>
                    <a:pt x="3529" y="642"/>
                  </a:cubicBezTo>
                  <a:cubicBezTo>
                    <a:pt x="3519" y="645"/>
                    <a:pt x="3498" y="648"/>
                    <a:pt x="3502" y="641"/>
                  </a:cubicBezTo>
                  <a:cubicBezTo>
                    <a:pt x="3505" y="634"/>
                    <a:pt x="3532" y="632"/>
                    <a:pt x="3532" y="629"/>
                  </a:cubicBezTo>
                  <a:cubicBezTo>
                    <a:pt x="3532" y="625"/>
                    <a:pt x="3571" y="628"/>
                    <a:pt x="3553" y="617"/>
                  </a:cubicBezTo>
                  <a:cubicBezTo>
                    <a:pt x="3535" y="605"/>
                    <a:pt x="3523" y="616"/>
                    <a:pt x="3525" y="609"/>
                  </a:cubicBezTo>
                  <a:cubicBezTo>
                    <a:pt x="3527" y="602"/>
                    <a:pt x="3551" y="606"/>
                    <a:pt x="3553" y="599"/>
                  </a:cubicBezTo>
                  <a:cubicBezTo>
                    <a:pt x="3556" y="591"/>
                    <a:pt x="3573" y="594"/>
                    <a:pt x="3571" y="581"/>
                  </a:cubicBezTo>
                  <a:cubicBezTo>
                    <a:pt x="3570" y="569"/>
                    <a:pt x="3568" y="576"/>
                    <a:pt x="3556" y="565"/>
                  </a:cubicBezTo>
                  <a:cubicBezTo>
                    <a:pt x="3545" y="554"/>
                    <a:pt x="3535" y="538"/>
                    <a:pt x="3521" y="538"/>
                  </a:cubicBezTo>
                  <a:cubicBezTo>
                    <a:pt x="3508" y="538"/>
                    <a:pt x="3515" y="553"/>
                    <a:pt x="3504" y="549"/>
                  </a:cubicBezTo>
                  <a:cubicBezTo>
                    <a:pt x="3493" y="545"/>
                    <a:pt x="3497" y="531"/>
                    <a:pt x="3479" y="529"/>
                  </a:cubicBezTo>
                  <a:cubicBezTo>
                    <a:pt x="3460" y="527"/>
                    <a:pt x="3467" y="529"/>
                    <a:pt x="3461" y="536"/>
                  </a:cubicBezTo>
                  <a:cubicBezTo>
                    <a:pt x="3454" y="543"/>
                    <a:pt x="3440" y="543"/>
                    <a:pt x="3437" y="539"/>
                  </a:cubicBezTo>
                  <a:cubicBezTo>
                    <a:pt x="3433" y="535"/>
                    <a:pt x="3432" y="523"/>
                    <a:pt x="3439" y="519"/>
                  </a:cubicBezTo>
                  <a:cubicBezTo>
                    <a:pt x="3446" y="515"/>
                    <a:pt x="3450" y="510"/>
                    <a:pt x="3445" y="501"/>
                  </a:cubicBezTo>
                  <a:cubicBezTo>
                    <a:pt x="3440" y="493"/>
                    <a:pt x="3441" y="486"/>
                    <a:pt x="3437" y="481"/>
                  </a:cubicBezTo>
                  <a:cubicBezTo>
                    <a:pt x="3432" y="476"/>
                    <a:pt x="3434" y="470"/>
                    <a:pt x="3424" y="468"/>
                  </a:cubicBezTo>
                  <a:cubicBezTo>
                    <a:pt x="3414" y="467"/>
                    <a:pt x="3395" y="468"/>
                    <a:pt x="3395" y="462"/>
                  </a:cubicBezTo>
                  <a:cubicBezTo>
                    <a:pt x="3395" y="457"/>
                    <a:pt x="3408" y="451"/>
                    <a:pt x="3407" y="438"/>
                  </a:cubicBezTo>
                  <a:cubicBezTo>
                    <a:pt x="3406" y="425"/>
                    <a:pt x="3395" y="425"/>
                    <a:pt x="3387" y="420"/>
                  </a:cubicBezTo>
                  <a:cubicBezTo>
                    <a:pt x="3379" y="415"/>
                    <a:pt x="3367" y="416"/>
                    <a:pt x="3359" y="416"/>
                  </a:cubicBezTo>
                  <a:cubicBezTo>
                    <a:pt x="3351" y="416"/>
                    <a:pt x="3333" y="417"/>
                    <a:pt x="3333" y="426"/>
                  </a:cubicBezTo>
                  <a:cubicBezTo>
                    <a:pt x="3334" y="435"/>
                    <a:pt x="3349" y="447"/>
                    <a:pt x="3352" y="451"/>
                  </a:cubicBezTo>
                  <a:cubicBezTo>
                    <a:pt x="3355" y="455"/>
                    <a:pt x="3352" y="462"/>
                    <a:pt x="3338" y="458"/>
                  </a:cubicBezTo>
                  <a:cubicBezTo>
                    <a:pt x="3323" y="455"/>
                    <a:pt x="3322" y="446"/>
                    <a:pt x="3313" y="445"/>
                  </a:cubicBezTo>
                  <a:cubicBezTo>
                    <a:pt x="3305" y="443"/>
                    <a:pt x="3305" y="434"/>
                    <a:pt x="3305" y="424"/>
                  </a:cubicBezTo>
                  <a:cubicBezTo>
                    <a:pt x="3306" y="414"/>
                    <a:pt x="3295" y="401"/>
                    <a:pt x="3290" y="399"/>
                  </a:cubicBezTo>
                  <a:cubicBezTo>
                    <a:pt x="3284" y="398"/>
                    <a:pt x="3224" y="407"/>
                    <a:pt x="3221" y="395"/>
                  </a:cubicBezTo>
                  <a:cubicBezTo>
                    <a:pt x="3218" y="384"/>
                    <a:pt x="3219" y="382"/>
                    <a:pt x="3206" y="379"/>
                  </a:cubicBezTo>
                  <a:cubicBezTo>
                    <a:pt x="3193" y="376"/>
                    <a:pt x="3184" y="369"/>
                    <a:pt x="3177" y="359"/>
                  </a:cubicBezTo>
                  <a:cubicBezTo>
                    <a:pt x="3170" y="348"/>
                    <a:pt x="3147" y="321"/>
                    <a:pt x="3134" y="312"/>
                  </a:cubicBezTo>
                  <a:cubicBezTo>
                    <a:pt x="3121" y="303"/>
                    <a:pt x="3110" y="292"/>
                    <a:pt x="3080" y="286"/>
                  </a:cubicBezTo>
                  <a:cubicBezTo>
                    <a:pt x="3050" y="280"/>
                    <a:pt x="3043" y="276"/>
                    <a:pt x="3027" y="276"/>
                  </a:cubicBezTo>
                  <a:cubicBezTo>
                    <a:pt x="3010" y="276"/>
                    <a:pt x="2987" y="276"/>
                    <a:pt x="2980" y="280"/>
                  </a:cubicBezTo>
                  <a:cubicBezTo>
                    <a:pt x="2973" y="283"/>
                    <a:pt x="2971" y="305"/>
                    <a:pt x="2986" y="305"/>
                  </a:cubicBezTo>
                  <a:cubicBezTo>
                    <a:pt x="3000" y="306"/>
                    <a:pt x="3045" y="301"/>
                    <a:pt x="3043" y="310"/>
                  </a:cubicBezTo>
                  <a:cubicBezTo>
                    <a:pt x="3042" y="320"/>
                    <a:pt x="3024" y="319"/>
                    <a:pt x="3012" y="318"/>
                  </a:cubicBezTo>
                  <a:cubicBezTo>
                    <a:pt x="2999" y="318"/>
                    <a:pt x="2974" y="313"/>
                    <a:pt x="2981" y="321"/>
                  </a:cubicBezTo>
                  <a:cubicBezTo>
                    <a:pt x="2987" y="328"/>
                    <a:pt x="3002" y="336"/>
                    <a:pt x="2976" y="331"/>
                  </a:cubicBezTo>
                  <a:cubicBezTo>
                    <a:pt x="2951" y="326"/>
                    <a:pt x="2949" y="323"/>
                    <a:pt x="2935" y="325"/>
                  </a:cubicBezTo>
                  <a:cubicBezTo>
                    <a:pt x="2921" y="327"/>
                    <a:pt x="2921" y="336"/>
                    <a:pt x="2914" y="339"/>
                  </a:cubicBezTo>
                  <a:cubicBezTo>
                    <a:pt x="2908" y="343"/>
                    <a:pt x="2901" y="356"/>
                    <a:pt x="2918" y="360"/>
                  </a:cubicBezTo>
                  <a:cubicBezTo>
                    <a:pt x="2936" y="364"/>
                    <a:pt x="2940" y="371"/>
                    <a:pt x="2949" y="376"/>
                  </a:cubicBezTo>
                  <a:cubicBezTo>
                    <a:pt x="2959" y="381"/>
                    <a:pt x="2969" y="392"/>
                    <a:pt x="2965" y="396"/>
                  </a:cubicBezTo>
                  <a:cubicBezTo>
                    <a:pt x="2961" y="399"/>
                    <a:pt x="2951" y="403"/>
                    <a:pt x="2942" y="396"/>
                  </a:cubicBezTo>
                  <a:cubicBezTo>
                    <a:pt x="2933" y="389"/>
                    <a:pt x="2917" y="377"/>
                    <a:pt x="2908" y="375"/>
                  </a:cubicBezTo>
                  <a:cubicBezTo>
                    <a:pt x="2900" y="373"/>
                    <a:pt x="2891" y="375"/>
                    <a:pt x="2883" y="377"/>
                  </a:cubicBezTo>
                  <a:cubicBezTo>
                    <a:pt x="2875" y="379"/>
                    <a:pt x="2875" y="383"/>
                    <a:pt x="2863" y="381"/>
                  </a:cubicBezTo>
                  <a:cubicBezTo>
                    <a:pt x="2851" y="380"/>
                    <a:pt x="2847" y="390"/>
                    <a:pt x="2860" y="390"/>
                  </a:cubicBezTo>
                  <a:cubicBezTo>
                    <a:pt x="2872" y="390"/>
                    <a:pt x="2884" y="391"/>
                    <a:pt x="2878" y="395"/>
                  </a:cubicBezTo>
                  <a:cubicBezTo>
                    <a:pt x="2871" y="399"/>
                    <a:pt x="2858" y="404"/>
                    <a:pt x="2869" y="409"/>
                  </a:cubicBezTo>
                  <a:cubicBezTo>
                    <a:pt x="2880" y="414"/>
                    <a:pt x="2888" y="425"/>
                    <a:pt x="2873" y="424"/>
                  </a:cubicBezTo>
                  <a:cubicBezTo>
                    <a:pt x="2859" y="422"/>
                    <a:pt x="2849" y="418"/>
                    <a:pt x="2847" y="422"/>
                  </a:cubicBezTo>
                  <a:cubicBezTo>
                    <a:pt x="2845" y="427"/>
                    <a:pt x="2847" y="427"/>
                    <a:pt x="2835" y="429"/>
                  </a:cubicBezTo>
                  <a:cubicBezTo>
                    <a:pt x="2823" y="430"/>
                    <a:pt x="2826" y="437"/>
                    <a:pt x="2842" y="441"/>
                  </a:cubicBezTo>
                  <a:cubicBezTo>
                    <a:pt x="2858" y="445"/>
                    <a:pt x="2860" y="453"/>
                    <a:pt x="2875" y="453"/>
                  </a:cubicBezTo>
                  <a:cubicBezTo>
                    <a:pt x="2891" y="453"/>
                    <a:pt x="2897" y="450"/>
                    <a:pt x="2906" y="460"/>
                  </a:cubicBezTo>
                  <a:cubicBezTo>
                    <a:pt x="2916" y="470"/>
                    <a:pt x="2929" y="467"/>
                    <a:pt x="2937" y="460"/>
                  </a:cubicBezTo>
                  <a:cubicBezTo>
                    <a:pt x="2945" y="452"/>
                    <a:pt x="2954" y="450"/>
                    <a:pt x="2961" y="452"/>
                  </a:cubicBezTo>
                  <a:cubicBezTo>
                    <a:pt x="2968" y="455"/>
                    <a:pt x="2974" y="465"/>
                    <a:pt x="2964" y="470"/>
                  </a:cubicBezTo>
                  <a:cubicBezTo>
                    <a:pt x="2953" y="476"/>
                    <a:pt x="2964" y="483"/>
                    <a:pt x="2925" y="475"/>
                  </a:cubicBezTo>
                  <a:cubicBezTo>
                    <a:pt x="2925" y="475"/>
                    <a:pt x="2895" y="480"/>
                    <a:pt x="2880" y="474"/>
                  </a:cubicBezTo>
                  <a:cubicBezTo>
                    <a:pt x="2864" y="467"/>
                    <a:pt x="2858" y="467"/>
                    <a:pt x="2845" y="462"/>
                  </a:cubicBezTo>
                  <a:cubicBezTo>
                    <a:pt x="2833" y="457"/>
                    <a:pt x="2812" y="461"/>
                    <a:pt x="2822" y="472"/>
                  </a:cubicBezTo>
                  <a:cubicBezTo>
                    <a:pt x="2832" y="484"/>
                    <a:pt x="2840" y="483"/>
                    <a:pt x="2842" y="493"/>
                  </a:cubicBezTo>
                  <a:close/>
                  <a:moveTo>
                    <a:pt x="2576" y="1895"/>
                  </a:moveTo>
                  <a:cubicBezTo>
                    <a:pt x="2580" y="1897"/>
                    <a:pt x="2580" y="1909"/>
                    <a:pt x="2587" y="1910"/>
                  </a:cubicBezTo>
                  <a:cubicBezTo>
                    <a:pt x="2593" y="1911"/>
                    <a:pt x="2601" y="1908"/>
                    <a:pt x="2602" y="1903"/>
                  </a:cubicBezTo>
                  <a:cubicBezTo>
                    <a:pt x="2603" y="1899"/>
                    <a:pt x="2605" y="1887"/>
                    <a:pt x="2614" y="1883"/>
                  </a:cubicBezTo>
                  <a:cubicBezTo>
                    <a:pt x="2623" y="1879"/>
                    <a:pt x="2627" y="1872"/>
                    <a:pt x="2623" y="1868"/>
                  </a:cubicBezTo>
                  <a:cubicBezTo>
                    <a:pt x="2619" y="1864"/>
                    <a:pt x="2617" y="1868"/>
                    <a:pt x="2614" y="1863"/>
                  </a:cubicBezTo>
                  <a:cubicBezTo>
                    <a:pt x="2610" y="1858"/>
                    <a:pt x="2598" y="1853"/>
                    <a:pt x="2597" y="1863"/>
                  </a:cubicBezTo>
                  <a:cubicBezTo>
                    <a:pt x="2597" y="1863"/>
                    <a:pt x="2596" y="1873"/>
                    <a:pt x="2590" y="1871"/>
                  </a:cubicBezTo>
                  <a:cubicBezTo>
                    <a:pt x="2584" y="1870"/>
                    <a:pt x="2576" y="1879"/>
                    <a:pt x="2575" y="1884"/>
                  </a:cubicBezTo>
                  <a:cubicBezTo>
                    <a:pt x="2574" y="1889"/>
                    <a:pt x="2572" y="1893"/>
                    <a:pt x="2576" y="1895"/>
                  </a:cubicBezTo>
                  <a:close/>
                  <a:moveTo>
                    <a:pt x="2536" y="1816"/>
                  </a:moveTo>
                  <a:cubicBezTo>
                    <a:pt x="2536" y="1816"/>
                    <a:pt x="2529" y="1815"/>
                    <a:pt x="2533" y="1822"/>
                  </a:cubicBezTo>
                  <a:cubicBezTo>
                    <a:pt x="2536" y="1829"/>
                    <a:pt x="2548" y="1835"/>
                    <a:pt x="2549" y="1830"/>
                  </a:cubicBezTo>
                  <a:cubicBezTo>
                    <a:pt x="2550" y="1825"/>
                    <a:pt x="2560" y="1820"/>
                    <a:pt x="2551" y="1817"/>
                  </a:cubicBezTo>
                  <a:cubicBezTo>
                    <a:pt x="2542" y="1815"/>
                    <a:pt x="2540" y="1815"/>
                    <a:pt x="2536" y="1816"/>
                  </a:cubicBezTo>
                  <a:close/>
                  <a:moveTo>
                    <a:pt x="2497" y="1891"/>
                  </a:moveTo>
                  <a:cubicBezTo>
                    <a:pt x="2496" y="1892"/>
                    <a:pt x="2494" y="1899"/>
                    <a:pt x="2484" y="1903"/>
                  </a:cubicBezTo>
                  <a:cubicBezTo>
                    <a:pt x="2473" y="1907"/>
                    <a:pt x="2469" y="1914"/>
                    <a:pt x="2476" y="1918"/>
                  </a:cubicBezTo>
                  <a:cubicBezTo>
                    <a:pt x="2483" y="1922"/>
                    <a:pt x="2500" y="1934"/>
                    <a:pt x="2505" y="1925"/>
                  </a:cubicBezTo>
                  <a:cubicBezTo>
                    <a:pt x="2509" y="1917"/>
                    <a:pt x="2528" y="1905"/>
                    <a:pt x="2516" y="1901"/>
                  </a:cubicBezTo>
                  <a:cubicBezTo>
                    <a:pt x="2503" y="1897"/>
                    <a:pt x="2502" y="1885"/>
                    <a:pt x="2497" y="1891"/>
                  </a:cubicBezTo>
                  <a:close/>
                  <a:moveTo>
                    <a:pt x="3177" y="884"/>
                  </a:moveTo>
                  <a:cubicBezTo>
                    <a:pt x="3192" y="888"/>
                    <a:pt x="3208" y="894"/>
                    <a:pt x="3205" y="880"/>
                  </a:cubicBezTo>
                  <a:cubicBezTo>
                    <a:pt x="3202" y="867"/>
                    <a:pt x="3204" y="860"/>
                    <a:pt x="3213" y="868"/>
                  </a:cubicBezTo>
                  <a:cubicBezTo>
                    <a:pt x="3222" y="875"/>
                    <a:pt x="3247" y="877"/>
                    <a:pt x="3254" y="872"/>
                  </a:cubicBezTo>
                  <a:cubicBezTo>
                    <a:pt x="3260" y="867"/>
                    <a:pt x="3276" y="867"/>
                    <a:pt x="3276" y="854"/>
                  </a:cubicBezTo>
                  <a:cubicBezTo>
                    <a:pt x="3275" y="841"/>
                    <a:pt x="3274" y="835"/>
                    <a:pt x="3263" y="830"/>
                  </a:cubicBezTo>
                  <a:cubicBezTo>
                    <a:pt x="3252" y="824"/>
                    <a:pt x="3237" y="812"/>
                    <a:pt x="3217" y="814"/>
                  </a:cubicBezTo>
                  <a:cubicBezTo>
                    <a:pt x="3217" y="814"/>
                    <a:pt x="3197" y="802"/>
                    <a:pt x="3192" y="810"/>
                  </a:cubicBezTo>
                  <a:cubicBezTo>
                    <a:pt x="3186" y="818"/>
                    <a:pt x="3166" y="824"/>
                    <a:pt x="3175" y="837"/>
                  </a:cubicBezTo>
                  <a:cubicBezTo>
                    <a:pt x="3183" y="850"/>
                    <a:pt x="3191" y="860"/>
                    <a:pt x="3187" y="865"/>
                  </a:cubicBezTo>
                  <a:cubicBezTo>
                    <a:pt x="3183" y="870"/>
                    <a:pt x="3162" y="880"/>
                    <a:pt x="3177" y="884"/>
                  </a:cubicBezTo>
                  <a:close/>
                  <a:moveTo>
                    <a:pt x="4993" y="4022"/>
                  </a:moveTo>
                  <a:cubicBezTo>
                    <a:pt x="4999" y="4022"/>
                    <a:pt x="5017" y="4025"/>
                    <a:pt x="5018" y="4018"/>
                  </a:cubicBezTo>
                  <a:cubicBezTo>
                    <a:pt x="5018" y="4010"/>
                    <a:pt x="5020" y="4005"/>
                    <a:pt x="5025" y="4003"/>
                  </a:cubicBezTo>
                  <a:cubicBezTo>
                    <a:pt x="5030" y="4001"/>
                    <a:pt x="5032" y="3989"/>
                    <a:pt x="5039" y="3989"/>
                  </a:cubicBezTo>
                  <a:cubicBezTo>
                    <a:pt x="5047" y="3989"/>
                    <a:pt x="5050" y="3987"/>
                    <a:pt x="5050" y="3981"/>
                  </a:cubicBezTo>
                  <a:cubicBezTo>
                    <a:pt x="5049" y="3975"/>
                    <a:pt x="5045" y="3979"/>
                    <a:pt x="5034" y="3978"/>
                  </a:cubicBezTo>
                  <a:cubicBezTo>
                    <a:pt x="5022" y="3977"/>
                    <a:pt x="5018" y="3982"/>
                    <a:pt x="5003" y="3979"/>
                  </a:cubicBezTo>
                  <a:cubicBezTo>
                    <a:pt x="4989" y="3977"/>
                    <a:pt x="4966" y="3984"/>
                    <a:pt x="4963" y="3979"/>
                  </a:cubicBezTo>
                  <a:cubicBezTo>
                    <a:pt x="4959" y="3973"/>
                    <a:pt x="4961" y="3972"/>
                    <a:pt x="4953" y="3972"/>
                  </a:cubicBezTo>
                  <a:cubicBezTo>
                    <a:pt x="4945" y="3971"/>
                    <a:pt x="4936" y="3967"/>
                    <a:pt x="4935" y="3975"/>
                  </a:cubicBezTo>
                  <a:cubicBezTo>
                    <a:pt x="4935" y="3982"/>
                    <a:pt x="4928" y="3984"/>
                    <a:pt x="4926" y="3979"/>
                  </a:cubicBezTo>
                  <a:cubicBezTo>
                    <a:pt x="4924" y="3974"/>
                    <a:pt x="4924" y="3965"/>
                    <a:pt x="4920" y="3963"/>
                  </a:cubicBezTo>
                  <a:cubicBezTo>
                    <a:pt x="4916" y="3961"/>
                    <a:pt x="4914" y="3953"/>
                    <a:pt x="4917" y="3949"/>
                  </a:cubicBezTo>
                  <a:cubicBezTo>
                    <a:pt x="4920" y="3944"/>
                    <a:pt x="4912" y="3932"/>
                    <a:pt x="4906" y="3941"/>
                  </a:cubicBezTo>
                  <a:cubicBezTo>
                    <a:pt x="4906" y="3941"/>
                    <a:pt x="4904" y="3956"/>
                    <a:pt x="4897" y="3956"/>
                  </a:cubicBezTo>
                  <a:cubicBezTo>
                    <a:pt x="4890" y="3955"/>
                    <a:pt x="4891" y="3969"/>
                    <a:pt x="4897" y="3972"/>
                  </a:cubicBezTo>
                  <a:cubicBezTo>
                    <a:pt x="4903" y="3975"/>
                    <a:pt x="4901" y="3983"/>
                    <a:pt x="4909" y="3985"/>
                  </a:cubicBezTo>
                  <a:cubicBezTo>
                    <a:pt x="4917" y="3987"/>
                    <a:pt x="4926" y="3991"/>
                    <a:pt x="4930" y="3996"/>
                  </a:cubicBezTo>
                  <a:cubicBezTo>
                    <a:pt x="4933" y="4001"/>
                    <a:pt x="4938" y="4007"/>
                    <a:pt x="4943" y="4007"/>
                  </a:cubicBezTo>
                  <a:cubicBezTo>
                    <a:pt x="4949" y="4007"/>
                    <a:pt x="4951" y="4008"/>
                    <a:pt x="4952" y="4011"/>
                  </a:cubicBezTo>
                  <a:cubicBezTo>
                    <a:pt x="4953" y="4013"/>
                    <a:pt x="4967" y="4018"/>
                    <a:pt x="4967" y="4012"/>
                  </a:cubicBezTo>
                  <a:cubicBezTo>
                    <a:pt x="4967" y="4006"/>
                    <a:pt x="4969" y="4005"/>
                    <a:pt x="4973" y="4005"/>
                  </a:cubicBezTo>
                  <a:cubicBezTo>
                    <a:pt x="4978" y="4005"/>
                    <a:pt x="4986" y="4005"/>
                    <a:pt x="4985" y="4013"/>
                  </a:cubicBezTo>
                  <a:cubicBezTo>
                    <a:pt x="4984" y="4021"/>
                    <a:pt x="4987" y="4021"/>
                    <a:pt x="4993" y="4022"/>
                  </a:cubicBezTo>
                  <a:close/>
                  <a:moveTo>
                    <a:pt x="5069" y="3905"/>
                  </a:moveTo>
                  <a:cubicBezTo>
                    <a:pt x="5074" y="3897"/>
                    <a:pt x="5082" y="3889"/>
                    <a:pt x="5088" y="3889"/>
                  </a:cubicBezTo>
                  <a:cubicBezTo>
                    <a:pt x="5094" y="3889"/>
                    <a:pt x="5096" y="3886"/>
                    <a:pt x="5096" y="3884"/>
                  </a:cubicBezTo>
                  <a:cubicBezTo>
                    <a:pt x="5096" y="3881"/>
                    <a:pt x="5093" y="3880"/>
                    <a:pt x="5087" y="3880"/>
                  </a:cubicBezTo>
                  <a:cubicBezTo>
                    <a:pt x="5081" y="3881"/>
                    <a:pt x="5076" y="3880"/>
                    <a:pt x="5068" y="3889"/>
                  </a:cubicBezTo>
                  <a:cubicBezTo>
                    <a:pt x="5068" y="3889"/>
                    <a:pt x="5057" y="3899"/>
                    <a:pt x="5049" y="3902"/>
                  </a:cubicBezTo>
                  <a:cubicBezTo>
                    <a:pt x="5041" y="3905"/>
                    <a:pt x="5038" y="3909"/>
                    <a:pt x="5047" y="3913"/>
                  </a:cubicBezTo>
                  <a:cubicBezTo>
                    <a:pt x="5056" y="3916"/>
                    <a:pt x="5064" y="3913"/>
                    <a:pt x="5069" y="3905"/>
                  </a:cubicBezTo>
                  <a:close/>
                  <a:moveTo>
                    <a:pt x="4960" y="3753"/>
                  </a:moveTo>
                  <a:cubicBezTo>
                    <a:pt x="4970" y="3757"/>
                    <a:pt x="4983" y="3763"/>
                    <a:pt x="4994" y="3765"/>
                  </a:cubicBezTo>
                  <a:cubicBezTo>
                    <a:pt x="5005" y="3768"/>
                    <a:pt x="5011" y="3765"/>
                    <a:pt x="5018" y="3770"/>
                  </a:cubicBezTo>
                  <a:cubicBezTo>
                    <a:pt x="5025" y="3775"/>
                    <a:pt x="5036" y="3775"/>
                    <a:pt x="5042" y="3775"/>
                  </a:cubicBezTo>
                  <a:cubicBezTo>
                    <a:pt x="5049" y="3775"/>
                    <a:pt x="5061" y="3777"/>
                    <a:pt x="5061" y="3770"/>
                  </a:cubicBezTo>
                  <a:cubicBezTo>
                    <a:pt x="5061" y="3763"/>
                    <a:pt x="5071" y="3754"/>
                    <a:pt x="5058" y="3750"/>
                  </a:cubicBezTo>
                  <a:cubicBezTo>
                    <a:pt x="5044" y="3746"/>
                    <a:pt x="5048" y="3743"/>
                    <a:pt x="5038" y="3740"/>
                  </a:cubicBezTo>
                  <a:cubicBezTo>
                    <a:pt x="5027" y="3736"/>
                    <a:pt x="5020" y="3726"/>
                    <a:pt x="5009" y="3725"/>
                  </a:cubicBezTo>
                  <a:cubicBezTo>
                    <a:pt x="4998" y="3723"/>
                    <a:pt x="5002" y="3717"/>
                    <a:pt x="4992" y="3714"/>
                  </a:cubicBezTo>
                  <a:cubicBezTo>
                    <a:pt x="4981" y="3711"/>
                    <a:pt x="4980" y="3708"/>
                    <a:pt x="4969" y="3707"/>
                  </a:cubicBezTo>
                  <a:cubicBezTo>
                    <a:pt x="4958" y="3705"/>
                    <a:pt x="4959" y="3700"/>
                    <a:pt x="4940" y="3699"/>
                  </a:cubicBezTo>
                  <a:cubicBezTo>
                    <a:pt x="4921" y="3699"/>
                    <a:pt x="4924" y="3700"/>
                    <a:pt x="4907" y="3693"/>
                  </a:cubicBezTo>
                  <a:cubicBezTo>
                    <a:pt x="4907" y="3693"/>
                    <a:pt x="4901" y="3689"/>
                    <a:pt x="4896" y="3695"/>
                  </a:cubicBezTo>
                  <a:cubicBezTo>
                    <a:pt x="4891" y="3701"/>
                    <a:pt x="4870" y="3700"/>
                    <a:pt x="4882" y="3707"/>
                  </a:cubicBezTo>
                  <a:cubicBezTo>
                    <a:pt x="4894" y="3713"/>
                    <a:pt x="4903" y="3720"/>
                    <a:pt x="4911" y="3720"/>
                  </a:cubicBezTo>
                  <a:cubicBezTo>
                    <a:pt x="4919" y="3720"/>
                    <a:pt x="4933" y="3733"/>
                    <a:pt x="4939" y="3737"/>
                  </a:cubicBezTo>
                  <a:cubicBezTo>
                    <a:pt x="4944" y="3742"/>
                    <a:pt x="4949" y="3749"/>
                    <a:pt x="4960" y="3753"/>
                  </a:cubicBezTo>
                  <a:close/>
                  <a:moveTo>
                    <a:pt x="2965" y="736"/>
                  </a:moveTo>
                  <a:cubicBezTo>
                    <a:pt x="2969" y="740"/>
                    <a:pt x="2974" y="746"/>
                    <a:pt x="2979" y="739"/>
                  </a:cubicBezTo>
                  <a:cubicBezTo>
                    <a:pt x="2984" y="732"/>
                    <a:pt x="2985" y="731"/>
                    <a:pt x="2974" y="724"/>
                  </a:cubicBezTo>
                  <a:cubicBezTo>
                    <a:pt x="2974" y="724"/>
                    <a:pt x="2962" y="718"/>
                    <a:pt x="2956" y="722"/>
                  </a:cubicBezTo>
                  <a:cubicBezTo>
                    <a:pt x="2950" y="726"/>
                    <a:pt x="2962" y="732"/>
                    <a:pt x="2965" y="736"/>
                  </a:cubicBezTo>
                  <a:close/>
                  <a:moveTo>
                    <a:pt x="3268" y="930"/>
                  </a:moveTo>
                  <a:cubicBezTo>
                    <a:pt x="3268" y="926"/>
                    <a:pt x="3265" y="925"/>
                    <a:pt x="3260" y="920"/>
                  </a:cubicBezTo>
                  <a:cubicBezTo>
                    <a:pt x="3260" y="920"/>
                    <a:pt x="3252" y="909"/>
                    <a:pt x="3246" y="914"/>
                  </a:cubicBezTo>
                  <a:cubicBezTo>
                    <a:pt x="3241" y="919"/>
                    <a:pt x="3236" y="923"/>
                    <a:pt x="3227" y="924"/>
                  </a:cubicBezTo>
                  <a:cubicBezTo>
                    <a:pt x="3219" y="925"/>
                    <a:pt x="3213" y="938"/>
                    <a:pt x="3218" y="945"/>
                  </a:cubicBezTo>
                  <a:cubicBezTo>
                    <a:pt x="3224" y="951"/>
                    <a:pt x="3230" y="954"/>
                    <a:pt x="3233" y="958"/>
                  </a:cubicBezTo>
                  <a:cubicBezTo>
                    <a:pt x="3236" y="961"/>
                    <a:pt x="3255" y="969"/>
                    <a:pt x="3258" y="968"/>
                  </a:cubicBezTo>
                  <a:cubicBezTo>
                    <a:pt x="3262" y="968"/>
                    <a:pt x="3266" y="971"/>
                    <a:pt x="3268" y="960"/>
                  </a:cubicBezTo>
                  <a:cubicBezTo>
                    <a:pt x="3269" y="949"/>
                    <a:pt x="3267" y="946"/>
                    <a:pt x="3272" y="944"/>
                  </a:cubicBezTo>
                  <a:cubicBezTo>
                    <a:pt x="3277" y="942"/>
                    <a:pt x="3277" y="941"/>
                    <a:pt x="3276" y="937"/>
                  </a:cubicBezTo>
                  <a:cubicBezTo>
                    <a:pt x="3276" y="934"/>
                    <a:pt x="3268" y="934"/>
                    <a:pt x="3268" y="930"/>
                  </a:cubicBezTo>
                  <a:close/>
                  <a:moveTo>
                    <a:pt x="618" y="3478"/>
                  </a:moveTo>
                  <a:cubicBezTo>
                    <a:pt x="618" y="3467"/>
                    <a:pt x="618" y="3466"/>
                    <a:pt x="615" y="3461"/>
                  </a:cubicBezTo>
                  <a:cubicBezTo>
                    <a:pt x="611" y="3457"/>
                    <a:pt x="608" y="3458"/>
                    <a:pt x="609" y="3448"/>
                  </a:cubicBezTo>
                  <a:cubicBezTo>
                    <a:pt x="609" y="3438"/>
                    <a:pt x="610" y="3437"/>
                    <a:pt x="604" y="3431"/>
                  </a:cubicBezTo>
                  <a:cubicBezTo>
                    <a:pt x="599" y="3425"/>
                    <a:pt x="599" y="3420"/>
                    <a:pt x="596" y="3416"/>
                  </a:cubicBezTo>
                  <a:cubicBezTo>
                    <a:pt x="593" y="3413"/>
                    <a:pt x="589" y="3389"/>
                    <a:pt x="594" y="3383"/>
                  </a:cubicBezTo>
                  <a:cubicBezTo>
                    <a:pt x="599" y="3376"/>
                    <a:pt x="599" y="3368"/>
                    <a:pt x="604" y="3363"/>
                  </a:cubicBezTo>
                  <a:cubicBezTo>
                    <a:pt x="610" y="3359"/>
                    <a:pt x="609" y="3359"/>
                    <a:pt x="609" y="3353"/>
                  </a:cubicBezTo>
                  <a:cubicBezTo>
                    <a:pt x="610" y="3347"/>
                    <a:pt x="602" y="3340"/>
                    <a:pt x="590" y="3345"/>
                  </a:cubicBezTo>
                  <a:cubicBezTo>
                    <a:pt x="577" y="3351"/>
                    <a:pt x="581" y="3355"/>
                    <a:pt x="573" y="3352"/>
                  </a:cubicBezTo>
                  <a:cubicBezTo>
                    <a:pt x="566" y="3350"/>
                    <a:pt x="569" y="3344"/>
                    <a:pt x="565" y="3344"/>
                  </a:cubicBezTo>
                  <a:cubicBezTo>
                    <a:pt x="560" y="3344"/>
                    <a:pt x="544" y="3343"/>
                    <a:pt x="532" y="3343"/>
                  </a:cubicBezTo>
                  <a:cubicBezTo>
                    <a:pt x="532" y="3343"/>
                    <a:pt x="519" y="3340"/>
                    <a:pt x="517" y="3346"/>
                  </a:cubicBezTo>
                  <a:cubicBezTo>
                    <a:pt x="515" y="3351"/>
                    <a:pt x="504" y="3355"/>
                    <a:pt x="505" y="3365"/>
                  </a:cubicBezTo>
                  <a:cubicBezTo>
                    <a:pt x="506" y="3375"/>
                    <a:pt x="517" y="3383"/>
                    <a:pt x="524" y="3394"/>
                  </a:cubicBezTo>
                  <a:cubicBezTo>
                    <a:pt x="530" y="3405"/>
                    <a:pt x="533" y="3403"/>
                    <a:pt x="539" y="3415"/>
                  </a:cubicBezTo>
                  <a:cubicBezTo>
                    <a:pt x="545" y="3428"/>
                    <a:pt x="551" y="3438"/>
                    <a:pt x="558" y="3448"/>
                  </a:cubicBezTo>
                  <a:cubicBezTo>
                    <a:pt x="566" y="3458"/>
                    <a:pt x="577" y="3469"/>
                    <a:pt x="586" y="3477"/>
                  </a:cubicBezTo>
                  <a:cubicBezTo>
                    <a:pt x="595" y="3484"/>
                    <a:pt x="599" y="3493"/>
                    <a:pt x="607" y="3499"/>
                  </a:cubicBezTo>
                  <a:cubicBezTo>
                    <a:pt x="614" y="3505"/>
                    <a:pt x="623" y="3513"/>
                    <a:pt x="628" y="3518"/>
                  </a:cubicBezTo>
                  <a:cubicBezTo>
                    <a:pt x="632" y="3522"/>
                    <a:pt x="647" y="3527"/>
                    <a:pt x="634" y="3505"/>
                  </a:cubicBezTo>
                  <a:cubicBezTo>
                    <a:pt x="621" y="3483"/>
                    <a:pt x="618" y="3489"/>
                    <a:pt x="618" y="3478"/>
                  </a:cubicBezTo>
                  <a:close/>
                  <a:moveTo>
                    <a:pt x="5435" y="3489"/>
                  </a:moveTo>
                  <a:cubicBezTo>
                    <a:pt x="5423" y="3483"/>
                    <a:pt x="5421" y="3472"/>
                    <a:pt x="5430" y="3465"/>
                  </a:cubicBezTo>
                  <a:cubicBezTo>
                    <a:pt x="5438" y="3458"/>
                    <a:pt x="5435" y="3450"/>
                    <a:pt x="5435" y="3438"/>
                  </a:cubicBezTo>
                  <a:cubicBezTo>
                    <a:pt x="5435" y="3426"/>
                    <a:pt x="5441" y="3407"/>
                    <a:pt x="5431" y="3401"/>
                  </a:cubicBezTo>
                  <a:cubicBezTo>
                    <a:pt x="5421" y="3394"/>
                    <a:pt x="5396" y="3395"/>
                    <a:pt x="5396" y="3384"/>
                  </a:cubicBezTo>
                  <a:cubicBezTo>
                    <a:pt x="5396" y="3372"/>
                    <a:pt x="5397" y="3371"/>
                    <a:pt x="5405" y="3367"/>
                  </a:cubicBezTo>
                  <a:cubicBezTo>
                    <a:pt x="5413" y="3363"/>
                    <a:pt x="5413" y="3359"/>
                    <a:pt x="5403" y="3361"/>
                  </a:cubicBezTo>
                  <a:cubicBezTo>
                    <a:pt x="5393" y="3362"/>
                    <a:pt x="5392" y="3371"/>
                    <a:pt x="5379" y="3370"/>
                  </a:cubicBezTo>
                  <a:cubicBezTo>
                    <a:pt x="5366" y="3369"/>
                    <a:pt x="5364" y="3371"/>
                    <a:pt x="5359" y="3379"/>
                  </a:cubicBezTo>
                  <a:cubicBezTo>
                    <a:pt x="5353" y="3387"/>
                    <a:pt x="5340" y="3403"/>
                    <a:pt x="5336" y="3393"/>
                  </a:cubicBezTo>
                  <a:cubicBezTo>
                    <a:pt x="5333" y="3383"/>
                    <a:pt x="5339" y="3376"/>
                    <a:pt x="5344" y="3371"/>
                  </a:cubicBezTo>
                  <a:cubicBezTo>
                    <a:pt x="5350" y="3365"/>
                    <a:pt x="5358" y="3366"/>
                    <a:pt x="5354" y="3360"/>
                  </a:cubicBezTo>
                  <a:cubicBezTo>
                    <a:pt x="5349" y="3353"/>
                    <a:pt x="5349" y="3359"/>
                    <a:pt x="5345" y="3348"/>
                  </a:cubicBezTo>
                  <a:cubicBezTo>
                    <a:pt x="5341" y="3336"/>
                    <a:pt x="5328" y="3333"/>
                    <a:pt x="5316" y="3333"/>
                  </a:cubicBezTo>
                  <a:cubicBezTo>
                    <a:pt x="5303" y="3333"/>
                    <a:pt x="5291" y="3338"/>
                    <a:pt x="5278" y="3346"/>
                  </a:cubicBezTo>
                  <a:cubicBezTo>
                    <a:pt x="5266" y="3354"/>
                    <a:pt x="5248" y="3356"/>
                    <a:pt x="5233" y="3366"/>
                  </a:cubicBezTo>
                  <a:cubicBezTo>
                    <a:pt x="5219" y="3376"/>
                    <a:pt x="5220" y="3389"/>
                    <a:pt x="5210" y="3389"/>
                  </a:cubicBezTo>
                  <a:cubicBezTo>
                    <a:pt x="5200" y="3389"/>
                    <a:pt x="5182" y="3396"/>
                    <a:pt x="5177" y="3399"/>
                  </a:cubicBezTo>
                  <a:cubicBezTo>
                    <a:pt x="5172" y="3403"/>
                    <a:pt x="5158" y="3409"/>
                    <a:pt x="5158" y="3398"/>
                  </a:cubicBezTo>
                  <a:cubicBezTo>
                    <a:pt x="5158" y="3387"/>
                    <a:pt x="5164" y="3381"/>
                    <a:pt x="5177" y="3376"/>
                  </a:cubicBezTo>
                  <a:cubicBezTo>
                    <a:pt x="5191" y="3372"/>
                    <a:pt x="5200" y="3369"/>
                    <a:pt x="5204" y="3363"/>
                  </a:cubicBezTo>
                  <a:cubicBezTo>
                    <a:pt x="5208" y="3358"/>
                    <a:pt x="5214" y="3355"/>
                    <a:pt x="5226" y="3354"/>
                  </a:cubicBezTo>
                  <a:cubicBezTo>
                    <a:pt x="5238" y="3353"/>
                    <a:pt x="5257" y="3351"/>
                    <a:pt x="5263" y="3341"/>
                  </a:cubicBezTo>
                  <a:cubicBezTo>
                    <a:pt x="5270" y="3332"/>
                    <a:pt x="5289" y="3329"/>
                    <a:pt x="5291" y="3324"/>
                  </a:cubicBezTo>
                  <a:cubicBezTo>
                    <a:pt x="5292" y="3319"/>
                    <a:pt x="5297" y="3320"/>
                    <a:pt x="5310" y="3319"/>
                  </a:cubicBezTo>
                  <a:cubicBezTo>
                    <a:pt x="5323" y="3318"/>
                    <a:pt x="5330" y="3318"/>
                    <a:pt x="5333" y="3310"/>
                  </a:cubicBezTo>
                  <a:cubicBezTo>
                    <a:pt x="5336" y="3303"/>
                    <a:pt x="5338" y="3299"/>
                    <a:pt x="5323" y="3293"/>
                  </a:cubicBezTo>
                  <a:cubicBezTo>
                    <a:pt x="5308" y="3288"/>
                    <a:pt x="5307" y="3285"/>
                    <a:pt x="5306" y="3277"/>
                  </a:cubicBezTo>
                  <a:cubicBezTo>
                    <a:pt x="5304" y="3268"/>
                    <a:pt x="5292" y="3271"/>
                    <a:pt x="5288" y="3275"/>
                  </a:cubicBezTo>
                  <a:cubicBezTo>
                    <a:pt x="5285" y="3278"/>
                    <a:pt x="5257" y="3283"/>
                    <a:pt x="5250" y="3278"/>
                  </a:cubicBezTo>
                  <a:cubicBezTo>
                    <a:pt x="5244" y="3273"/>
                    <a:pt x="5249" y="3264"/>
                    <a:pt x="5238" y="3260"/>
                  </a:cubicBezTo>
                  <a:cubicBezTo>
                    <a:pt x="5228" y="3255"/>
                    <a:pt x="5229" y="3247"/>
                    <a:pt x="5228" y="3239"/>
                  </a:cubicBezTo>
                  <a:cubicBezTo>
                    <a:pt x="5228" y="3232"/>
                    <a:pt x="5217" y="3240"/>
                    <a:pt x="5211" y="3247"/>
                  </a:cubicBezTo>
                  <a:cubicBezTo>
                    <a:pt x="5205" y="3253"/>
                    <a:pt x="5203" y="3258"/>
                    <a:pt x="5195" y="3248"/>
                  </a:cubicBezTo>
                  <a:cubicBezTo>
                    <a:pt x="5186" y="3238"/>
                    <a:pt x="5185" y="3227"/>
                    <a:pt x="5172" y="3233"/>
                  </a:cubicBezTo>
                  <a:cubicBezTo>
                    <a:pt x="5160" y="3239"/>
                    <a:pt x="5148" y="3257"/>
                    <a:pt x="5148" y="3242"/>
                  </a:cubicBezTo>
                  <a:cubicBezTo>
                    <a:pt x="5148" y="3227"/>
                    <a:pt x="5143" y="3225"/>
                    <a:pt x="5148" y="3220"/>
                  </a:cubicBezTo>
                  <a:cubicBezTo>
                    <a:pt x="5153" y="3215"/>
                    <a:pt x="5155" y="3213"/>
                    <a:pt x="5148" y="3211"/>
                  </a:cubicBezTo>
                  <a:cubicBezTo>
                    <a:pt x="5141" y="3209"/>
                    <a:pt x="5138" y="3204"/>
                    <a:pt x="5146" y="3198"/>
                  </a:cubicBezTo>
                  <a:cubicBezTo>
                    <a:pt x="5154" y="3192"/>
                    <a:pt x="5147" y="3184"/>
                    <a:pt x="5138" y="3189"/>
                  </a:cubicBezTo>
                  <a:cubicBezTo>
                    <a:pt x="5129" y="3195"/>
                    <a:pt x="5132" y="3205"/>
                    <a:pt x="5119" y="3193"/>
                  </a:cubicBezTo>
                  <a:cubicBezTo>
                    <a:pt x="5105" y="3181"/>
                    <a:pt x="5106" y="3177"/>
                    <a:pt x="5109" y="3170"/>
                  </a:cubicBezTo>
                  <a:cubicBezTo>
                    <a:pt x="5113" y="3163"/>
                    <a:pt x="5111" y="3156"/>
                    <a:pt x="5102" y="3156"/>
                  </a:cubicBezTo>
                  <a:cubicBezTo>
                    <a:pt x="5093" y="3156"/>
                    <a:pt x="5092" y="3179"/>
                    <a:pt x="5081" y="3163"/>
                  </a:cubicBezTo>
                  <a:cubicBezTo>
                    <a:pt x="5069" y="3147"/>
                    <a:pt x="5066" y="3142"/>
                    <a:pt x="5055" y="3138"/>
                  </a:cubicBezTo>
                  <a:cubicBezTo>
                    <a:pt x="5044" y="3133"/>
                    <a:pt x="5038" y="3126"/>
                    <a:pt x="5045" y="3121"/>
                  </a:cubicBezTo>
                  <a:cubicBezTo>
                    <a:pt x="5053" y="3116"/>
                    <a:pt x="5070" y="3110"/>
                    <a:pt x="5069" y="3119"/>
                  </a:cubicBezTo>
                  <a:cubicBezTo>
                    <a:pt x="5068" y="3128"/>
                    <a:pt x="5076" y="3133"/>
                    <a:pt x="5083" y="3133"/>
                  </a:cubicBezTo>
                  <a:cubicBezTo>
                    <a:pt x="5090" y="3133"/>
                    <a:pt x="5086" y="3133"/>
                    <a:pt x="5083" y="3119"/>
                  </a:cubicBezTo>
                  <a:cubicBezTo>
                    <a:pt x="5081" y="3105"/>
                    <a:pt x="5078" y="3091"/>
                    <a:pt x="5081" y="3085"/>
                  </a:cubicBezTo>
                  <a:cubicBezTo>
                    <a:pt x="5083" y="3080"/>
                    <a:pt x="5083" y="3072"/>
                    <a:pt x="5071" y="3065"/>
                  </a:cubicBezTo>
                  <a:cubicBezTo>
                    <a:pt x="5060" y="3059"/>
                    <a:pt x="5059" y="3060"/>
                    <a:pt x="5059" y="3050"/>
                  </a:cubicBezTo>
                  <a:cubicBezTo>
                    <a:pt x="5059" y="3040"/>
                    <a:pt x="5041" y="3040"/>
                    <a:pt x="5044" y="3025"/>
                  </a:cubicBezTo>
                  <a:cubicBezTo>
                    <a:pt x="5047" y="3010"/>
                    <a:pt x="5049" y="3008"/>
                    <a:pt x="5040" y="3005"/>
                  </a:cubicBezTo>
                  <a:cubicBezTo>
                    <a:pt x="5032" y="3002"/>
                    <a:pt x="5033" y="3000"/>
                    <a:pt x="5026" y="2987"/>
                  </a:cubicBezTo>
                  <a:cubicBezTo>
                    <a:pt x="5020" y="2974"/>
                    <a:pt x="5010" y="2983"/>
                    <a:pt x="5007" y="2966"/>
                  </a:cubicBezTo>
                  <a:cubicBezTo>
                    <a:pt x="5003" y="2949"/>
                    <a:pt x="5006" y="2946"/>
                    <a:pt x="4995" y="2945"/>
                  </a:cubicBezTo>
                  <a:cubicBezTo>
                    <a:pt x="4983" y="2944"/>
                    <a:pt x="4978" y="2938"/>
                    <a:pt x="4979" y="2926"/>
                  </a:cubicBezTo>
                  <a:cubicBezTo>
                    <a:pt x="4980" y="2913"/>
                    <a:pt x="4983" y="2913"/>
                    <a:pt x="4974" y="2906"/>
                  </a:cubicBezTo>
                  <a:cubicBezTo>
                    <a:pt x="4965" y="2900"/>
                    <a:pt x="4968" y="2895"/>
                    <a:pt x="4960" y="2883"/>
                  </a:cubicBezTo>
                  <a:cubicBezTo>
                    <a:pt x="4952" y="2870"/>
                    <a:pt x="4946" y="2870"/>
                    <a:pt x="4938" y="2860"/>
                  </a:cubicBezTo>
                  <a:cubicBezTo>
                    <a:pt x="4930" y="2849"/>
                    <a:pt x="4926" y="2840"/>
                    <a:pt x="4920" y="2831"/>
                  </a:cubicBezTo>
                  <a:cubicBezTo>
                    <a:pt x="4914" y="2822"/>
                    <a:pt x="4915" y="2802"/>
                    <a:pt x="4903" y="2802"/>
                  </a:cubicBezTo>
                  <a:cubicBezTo>
                    <a:pt x="4891" y="2801"/>
                    <a:pt x="4885" y="2790"/>
                    <a:pt x="4886" y="2782"/>
                  </a:cubicBezTo>
                  <a:cubicBezTo>
                    <a:pt x="4888" y="2774"/>
                    <a:pt x="4894" y="2763"/>
                    <a:pt x="4884" y="2758"/>
                  </a:cubicBezTo>
                  <a:cubicBezTo>
                    <a:pt x="4874" y="2753"/>
                    <a:pt x="4864" y="2756"/>
                    <a:pt x="4857" y="2770"/>
                  </a:cubicBezTo>
                  <a:cubicBezTo>
                    <a:pt x="4850" y="2784"/>
                    <a:pt x="4840" y="2792"/>
                    <a:pt x="4840" y="2804"/>
                  </a:cubicBezTo>
                  <a:cubicBezTo>
                    <a:pt x="4840" y="2815"/>
                    <a:pt x="4838" y="2815"/>
                    <a:pt x="4830" y="2816"/>
                  </a:cubicBezTo>
                  <a:cubicBezTo>
                    <a:pt x="4821" y="2817"/>
                    <a:pt x="4825" y="2826"/>
                    <a:pt x="4818" y="2830"/>
                  </a:cubicBezTo>
                  <a:cubicBezTo>
                    <a:pt x="4810" y="2835"/>
                    <a:pt x="4805" y="2837"/>
                    <a:pt x="4818" y="2844"/>
                  </a:cubicBezTo>
                  <a:cubicBezTo>
                    <a:pt x="4832" y="2850"/>
                    <a:pt x="4832" y="2855"/>
                    <a:pt x="4822" y="2860"/>
                  </a:cubicBezTo>
                  <a:cubicBezTo>
                    <a:pt x="4812" y="2866"/>
                    <a:pt x="4798" y="2878"/>
                    <a:pt x="4806" y="2883"/>
                  </a:cubicBezTo>
                  <a:cubicBezTo>
                    <a:pt x="4814" y="2887"/>
                    <a:pt x="4815" y="2895"/>
                    <a:pt x="4805" y="2898"/>
                  </a:cubicBezTo>
                  <a:cubicBezTo>
                    <a:pt x="4795" y="2900"/>
                    <a:pt x="4798" y="2903"/>
                    <a:pt x="4791" y="2910"/>
                  </a:cubicBezTo>
                  <a:cubicBezTo>
                    <a:pt x="4785" y="2917"/>
                    <a:pt x="4781" y="2914"/>
                    <a:pt x="4768" y="2914"/>
                  </a:cubicBezTo>
                  <a:cubicBezTo>
                    <a:pt x="4755" y="2914"/>
                    <a:pt x="4753" y="2920"/>
                    <a:pt x="4750" y="2931"/>
                  </a:cubicBezTo>
                  <a:cubicBezTo>
                    <a:pt x="4747" y="2943"/>
                    <a:pt x="4743" y="2949"/>
                    <a:pt x="4730" y="2951"/>
                  </a:cubicBezTo>
                  <a:cubicBezTo>
                    <a:pt x="4717" y="2954"/>
                    <a:pt x="4711" y="2954"/>
                    <a:pt x="4704" y="2960"/>
                  </a:cubicBezTo>
                  <a:cubicBezTo>
                    <a:pt x="4696" y="2966"/>
                    <a:pt x="4689" y="2974"/>
                    <a:pt x="4681" y="2969"/>
                  </a:cubicBezTo>
                  <a:cubicBezTo>
                    <a:pt x="4673" y="2965"/>
                    <a:pt x="4675" y="2959"/>
                    <a:pt x="4671" y="2953"/>
                  </a:cubicBezTo>
                  <a:cubicBezTo>
                    <a:pt x="4666" y="2947"/>
                    <a:pt x="4664" y="2959"/>
                    <a:pt x="4661" y="2967"/>
                  </a:cubicBezTo>
                  <a:cubicBezTo>
                    <a:pt x="4657" y="2976"/>
                    <a:pt x="4652" y="2980"/>
                    <a:pt x="4643" y="2981"/>
                  </a:cubicBezTo>
                  <a:cubicBezTo>
                    <a:pt x="4633" y="2983"/>
                    <a:pt x="4628" y="2976"/>
                    <a:pt x="4640" y="2966"/>
                  </a:cubicBezTo>
                  <a:cubicBezTo>
                    <a:pt x="4651" y="2956"/>
                    <a:pt x="4657" y="2956"/>
                    <a:pt x="4653" y="2947"/>
                  </a:cubicBezTo>
                  <a:cubicBezTo>
                    <a:pt x="4648" y="2938"/>
                    <a:pt x="4640" y="2948"/>
                    <a:pt x="4640" y="2931"/>
                  </a:cubicBezTo>
                  <a:cubicBezTo>
                    <a:pt x="4640" y="2913"/>
                    <a:pt x="4639" y="2909"/>
                    <a:pt x="4626" y="2909"/>
                  </a:cubicBezTo>
                  <a:cubicBezTo>
                    <a:pt x="4613" y="2909"/>
                    <a:pt x="4588" y="2906"/>
                    <a:pt x="4580" y="2908"/>
                  </a:cubicBezTo>
                  <a:cubicBezTo>
                    <a:pt x="4572" y="2909"/>
                    <a:pt x="4564" y="2908"/>
                    <a:pt x="4559" y="2919"/>
                  </a:cubicBezTo>
                  <a:cubicBezTo>
                    <a:pt x="4554" y="2931"/>
                    <a:pt x="4547" y="2931"/>
                    <a:pt x="4538" y="2927"/>
                  </a:cubicBezTo>
                  <a:cubicBezTo>
                    <a:pt x="4529" y="2923"/>
                    <a:pt x="4514" y="2921"/>
                    <a:pt x="4528" y="2914"/>
                  </a:cubicBezTo>
                  <a:cubicBezTo>
                    <a:pt x="4542" y="2908"/>
                    <a:pt x="4542" y="2903"/>
                    <a:pt x="4552" y="2902"/>
                  </a:cubicBezTo>
                  <a:cubicBezTo>
                    <a:pt x="4562" y="2901"/>
                    <a:pt x="4567" y="2904"/>
                    <a:pt x="4567" y="2896"/>
                  </a:cubicBezTo>
                  <a:cubicBezTo>
                    <a:pt x="4567" y="2888"/>
                    <a:pt x="4590" y="2894"/>
                    <a:pt x="4583" y="2885"/>
                  </a:cubicBezTo>
                  <a:cubicBezTo>
                    <a:pt x="4576" y="2875"/>
                    <a:pt x="4578" y="2858"/>
                    <a:pt x="4568" y="2858"/>
                  </a:cubicBezTo>
                  <a:cubicBezTo>
                    <a:pt x="4559" y="2858"/>
                    <a:pt x="4552" y="2855"/>
                    <a:pt x="4552" y="2850"/>
                  </a:cubicBezTo>
                  <a:cubicBezTo>
                    <a:pt x="4552" y="2845"/>
                    <a:pt x="4570" y="2850"/>
                    <a:pt x="4567" y="2834"/>
                  </a:cubicBezTo>
                  <a:cubicBezTo>
                    <a:pt x="4565" y="2818"/>
                    <a:pt x="4557" y="2821"/>
                    <a:pt x="4557" y="2809"/>
                  </a:cubicBezTo>
                  <a:cubicBezTo>
                    <a:pt x="4557" y="2798"/>
                    <a:pt x="4571" y="2790"/>
                    <a:pt x="4560" y="2779"/>
                  </a:cubicBezTo>
                  <a:cubicBezTo>
                    <a:pt x="4548" y="2769"/>
                    <a:pt x="4543" y="2761"/>
                    <a:pt x="4549" y="2749"/>
                  </a:cubicBezTo>
                  <a:cubicBezTo>
                    <a:pt x="4555" y="2738"/>
                    <a:pt x="4566" y="2732"/>
                    <a:pt x="4571" y="2726"/>
                  </a:cubicBezTo>
                  <a:cubicBezTo>
                    <a:pt x="4576" y="2719"/>
                    <a:pt x="4581" y="2716"/>
                    <a:pt x="4570" y="2709"/>
                  </a:cubicBezTo>
                  <a:cubicBezTo>
                    <a:pt x="4560" y="2703"/>
                    <a:pt x="4553" y="2694"/>
                    <a:pt x="4547" y="2706"/>
                  </a:cubicBezTo>
                  <a:cubicBezTo>
                    <a:pt x="4542" y="2718"/>
                    <a:pt x="4538" y="2726"/>
                    <a:pt x="4529" y="2715"/>
                  </a:cubicBezTo>
                  <a:cubicBezTo>
                    <a:pt x="4521" y="2703"/>
                    <a:pt x="4510" y="2698"/>
                    <a:pt x="4498" y="2699"/>
                  </a:cubicBezTo>
                  <a:cubicBezTo>
                    <a:pt x="4486" y="2701"/>
                    <a:pt x="4487" y="2694"/>
                    <a:pt x="4471" y="2693"/>
                  </a:cubicBezTo>
                  <a:cubicBezTo>
                    <a:pt x="4454" y="2691"/>
                    <a:pt x="4432" y="2678"/>
                    <a:pt x="4431" y="2672"/>
                  </a:cubicBezTo>
                  <a:cubicBezTo>
                    <a:pt x="4429" y="2665"/>
                    <a:pt x="4422" y="2658"/>
                    <a:pt x="4424" y="2653"/>
                  </a:cubicBezTo>
                  <a:cubicBezTo>
                    <a:pt x="4426" y="2647"/>
                    <a:pt x="4435" y="2642"/>
                    <a:pt x="4427" y="2640"/>
                  </a:cubicBezTo>
                  <a:cubicBezTo>
                    <a:pt x="4419" y="2637"/>
                    <a:pt x="4416" y="2641"/>
                    <a:pt x="4409" y="2643"/>
                  </a:cubicBezTo>
                  <a:cubicBezTo>
                    <a:pt x="4403" y="2644"/>
                    <a:pt x="4398" y="2642"/>
                    <a:pt x="4396" y="2632"/>
                  </a:cubicBezTo>
                  <a:cubicBezTo>
                    <a:pt x="4394" y="2622"/>
                    <a:pt x="4393" y="2620"/>
                    <a:pt x="4384" y="2620"/>
                  </a:cubicBezTo>
                  <a:cubicBezTo>
                    <a:pt x="4375" y="2620"/>
                    <a:pt x="4365" y="2617"/>
                    <a:pt x="4365" y="2609"/>
                  </a:cubicBezTo>
                  <a:cubicBezTo>
                    <a:pt x="4365" y="2600"/>
                    <a:pt x="4357" y="2593"/>
                    <a:pt x="4350" y="2593"/>
                  </a:cubicBezTo>
                  <a:cubicBezTo>
                    <a:pt x="4343" y="2593"/>
                    <a:pt x="4340" y="2582"/>
                    <a:pt x="4328" y="2579"/>
                  </a:cubicBezTo>
                  <a:cubicBezTo>
                    <a:pt x="4316" y="2576"/>
                    <a:pt x="4325" y="2569"/>
                    <a:pt x="4311" y="2567"/>
                  </a:cubicBezTo>
                  <a:cubicBezTo>
                    <a:pt x="4297" y="2565"/>
                    <a:pt x="4298" y="2558"/>
                    <a:pt x="4288" y="2560"/>
                  </a:cubicBezTo>
                  <a:cubicBezTo>
                    <a:pt x="4278" y="2562"/>
                    <a:pt x="4278" y="2569"/>
                    <a:pt x="4267" y="2569"/>
                  </a:cubicBezTo>
                  <a:cubicBezTo>
                    <a:pt x="4256" y="2569"/>
                    <a:pt x="4264" y="2579"/>
                    <a:pt x="4252" y="2579"/>
                  </a:cubicBezTo>
                  <a:cubicBezTo>
                    <a:pt x="4240" y="2579"/>
                    <a:pt x="4244" y="2587"/>
                    <a:pt x="4231" y="2586"/>
                  </a:cubicBezTo>
                  <a:cubicBezTo>
                    <a:pt x="4219" y="2585"/>
                    <a:pt x="4208" y="2574"/>
                    <a:pt x="4198" y="2574"/>
                  </a:cubicBezTo>
                  <a:cubicBezTo>
                    <a:pt x="4187" y="2575"/>
                    <a:pt x="4175" y="2584"/>
                    <a:pt x="4167" y="2578"/>
                  </a:cubicBezTo>
                  <a:cubicBezTo>
                    <a:pt x="4159" y="2572"/>
                    <a:pt x="4145" y="2566"/>
                    <a:pt x="4137" y="2566"/>
                  </a:cubicBezTo>
                  <a:cubicBezTo>
                    <a:pt x="4130" y="2566"/>
                    <a:pt x="4129" y="2558"/>
                    <a:pt x="4118" y="2559"/>
                  </a:cubicBezTo>
                  <a:cubicBezTo>
                    <a:pt x="4107" y="2559"/>
                    <a:pt x="4109" y="2552"/>
                    <a:pt x="4092" y="2552"/>
                  </a:cubicBezTo>
                  <a:cubicBezTo>
                    <a:pt x="4074" y="2552"/>
                    <a:pt x="4046" y="2545"/>
                    <a:pt x="4039" y="2554"/>
                  </a:cubicBezTo>
                  <a:cubicBezTo>
                    <a:pt x="4031" y="2564"/>
                    <a:pt x="4030" y="2567"/>
                    <a:pt x="4019" y="2569"/>
                  </a:cubicBezTo>
                  <a:cubicBezTo>
                    <a:pt x="4008" y="2572"/>
                    <a:pt x="4009" y="2584"/>
                    <a:pt x="4011" y="2597"/>
                  </a:cubicBezTo>
                  <a:cubicBezTo>
                    <a:pt x="4012" y="2609"/>
                    <a:pt x="4012" y="2625"/>
                    <a:pt x="4019" y="2630"/>
                  </a:cubicBezTo>
                  <a:cubicBezTo>
                    <a:pt x="4025" y="2635"/>
                    <a:pt x="4023" y="2644"/>
                    <a:pt x="4031" y="2645"/>
                  </a:cubicBezTo>
                  <a:cubicBezTo>
                    <a:pt x="4039" y="2645"/>
                    <a:pt x="4046" y="2647"/>
                    <a:pt x="4046" y="2655"/>
                  </a:cubicBezTo>
                  <a:cubicBezTo>
                    <a:pt x="4046" y="2663"/>
                    <a:pt x="4034" y="2658"/>
                    <a:pt x="4036" y="2670"/>
                  </a:cubicBezTo>
                  <a:cubicBezTo>
                    <a:pt x="4038" y="2682"/>
                    <a:pt x="4039" y="2691"/>
                    <a:pt x="4031" y="2698"/>
                  </a:cubicBezTo>
                  <a:cubicBezTo>
                    <a:pt x="4023" y="2705"/>
                    <a:pt x="4019" y="2708"/>
                    <a:pt x="4019" y="2716"/>
                  </a:cubicBezTo>
                  <a:cubicBezTo>
                    <a:pt x="4019" y="2723"/>
                    <a:pt x="4025" y="2726"/>
                    <a:pt x="4030" y="2731"/>
                  </a:cubicBezTo>
                  <a:cubicBezTo>
                    <a:pt x="4035" y="2736"/>
                    <a:pt x="4041" y="2741"/>
                    <a:pt x="4041" y="2749"/>
                  </a:cubicBezTo>
                  <a:cubicBezTo>
                    <a:pt x="4041" y="2758"/>
                    <a:pt x="4036" y="2771"/>
                    <a:pt x="4045" y="2775"/>
                  </a:cubicBezTo>
                  <a:cubicBezTo>
                    <a:pt x="4054" y="2779"/>
                    <a:pt x="4056" y="2782"/>
                    <a:pt x="4056" y="2790"/>
                  </a:cubicBezTo>
                  <a:cubicBezTo>
                    <a:pt x="4057" y="2799"/>
                    <a:pt x="4059" y="2802"/>
                    <a:pt x="4064" y="2807"/>
                  </a:cubicBezTo>
                  <a:cubicBezTo>
                    <a:pt x="4070" y="2813"/>
                    <a:pt x="4061" y="2829"/>
                    <a:pt x="4046" y="2829"/>
                  </a:cubicBezTo>
                  <a:cubicBezTo>
                    <a:pt x="4031" y="2829"/>
                    <a:pt x="4048" y="2837"/>
                    <a:pt x="4036" y="2844"/>
                  </a:cubicBezTo>
                  <a:cubicBezTo>
                    <a:pt x="4024" y="2850"/>
                    <a:pt x="4028" y="2856"/>
                    <a:pt x="4031" y="2861"/>
                  </a:cubicBezTo>
                  <a:cubicBezTo>
                    <a:pt x="4035" y="2866"/>
                    <a:pt x="4036" y="2869"/>
                    <a:pt x="4024" y="2877"/>
                  </a:cubicBezTo>
                  <a:cubicBezTo>
                    <a:pt x="4012" y="2885"/>
                    <a:pt x="4008" y="2891"/>
                    <a:pt x="4001" y="2898"/>
                  </a:cubicBezTo>
                  <a:cubicBezTo>
                    <a:pt x="3994" y="2904"/>
                    <a:pt x="3986" y="2902"/>
                    <a:pt x="3985" y="2915"/>
                  </a:cubicBezTo>
                  <a:cubicBezTo>
                    <a:pt x="3983" y="2928"/>
                    <a:pt x="3974" y="2935"/>
                    <a:pt x="3989" y="2939"/>
                  </a:cubicBezTo>
                  <a:cubicBezTo>
                    <a:pt x="4004" y="2944"/>
                    <a:pt x="4034" y="2966"/>
                    <a:pt x="4044" y="2969"/>
                  </a:cubicBezTo>
                  <a:cubicBezTo>
                    <a:pt x="4055" y="2971"/>
                    <a:pt x="4085" y="2992"/>
                    <a:pt x="4091" y="3009"/>
                  </a:cubicBezTo>
                  <a:cubicBezTo>
                    <a:pt x="4097" y="3027"/>
                    <a:pt x="4114" y="3045"/>
                    <a:pt x="4116" y="3065"/>
                  </a:cubicBezTo>
                  <a:cubicBezTo>
                    <a:pt x="4118" y="3084"/>
                    <a:pt x="4119" y="3111"/>
                    <a:pt x="4118" y="3127"/>
                  </a:cubicBezTo>
                  <a:cubicBezTo>
                    <a:pt x="4117" y="3143"/>
                    <a:pt x="4120" y="3163"/>
                    <a:pt x="4108" y="3170"/>
                  </a:cubicBezTo>
                  <a:cubicBezTo>
                    <a:pt x="4096" y="3177"/>
                    <a:pt x="4084" y="3191"/>
                    <a:pt x="4073" y="3202"/>
                  </a:cubicBezTo>
                  <a:cubicBezTo>
                    <a:pt x="4062" y="3213"/>
                    <a:pt x="4046" y="3226"/>
                    <a:pt x="4036" y="3235"/>
                  </a:cubicBezTo>
                  <a:cubicBezTo>
                    <a:pt x="4025" y="3245"/>
                    <a:pt x="4004" y="3260"/>
                    <a:pt x="3989" y="3262"/>
                  </a:cubicBezTo>
                  <a:cubicBezTo>
                    <a:pt x="3974" y="3265"/>
                    <a:pt x="3968" y="3275"/>
                    <a:pt x="3963" y="3270"/>
                  </a:cubicBezTo>
                  <a:cubicBezTo>
                    <a:pt x="3958" y="3265"/>
                    <a:pt x="3950" y="3263"/>
                    <a:pt x="3946" y="3265"/>
                  </a:cubicBezTo>
                  <a:cubicBezTo>
                    <a:pt x="3942" y="3267"/>
                    <a:pt x="3942" y="3271"/>
                    <a:pt x="3928" y="3271"/>
                  </a:cubicBezTo>
                  <a:cubicBezTo>
                    <a:pt x="3915" y="3271"/>
                    <a:pt x="3909" y="3275"/>
                    <a:pt x="3914" y="3285"/>
                  </a:cubicBezTo>
                  <a:cubicBezTo>
                    <a:pt x="3919" y="3296"/>
                    <a:pt x="3921" y="3299"/>
                    <a:pt x="3926" y="3310"/>
                  </a:cubicBezTo>
                  <a:cubicBezTo>
                    <a:pt x="3931" y="3322"/>
                    <a:pt x="3938" y="3333"/>
                    <a:pt x="3946" y="3340"/>
                  </a:cubicBezTo>
                  <a:cubicBezTo>
                    <a:pt x="3955" y="3346"/>
                    <a:pt x="3956" y="3353"/>
                    <a:pt x="3956" y="3363"/>
                  </a:cubicBezTo>
                  <a:cubicBezTo>
                    <a:pt x="3956" y="3374"/>
                    <a:pt x="3953" y="3389"/>
                    <a:pt x="3958" y="3395"/>
                  </a:cubicBezTo>
                  <a:cubicBezTo>
                    <a:pt x="3962" y="3401"/>
                    <a:pt x="3961" y="3412"/>
                    <a:pt x="3962" y="3419"/>
                  </a:cubicBezTo>
                  <a:cubicBezTo>
                    <a:pt x="3963" y="3426"/>
                    <a:pt x="3973" y="3436"/>
                    <a:pt x="3971" y="3449"/>
                  </a:cubicBezTo>
                  <a:cubicBezTo>
                    <a:pt x="3969" y="3462"/>
                    <a:pt x="3969" y="3467"/>
                    <a:pt x="3978" y="3472"/>
                  </a:cubicBezTo>
                  <a:cubicBezTo>
                    <a:pt x="3986" y="3477"/>
                    <a:pt x="3985" y="3492"/>
                    <a:pt x="3990" y="3495"/>
                  </a:cubicBezTo>
                  <a:cubicBezTo>
                    <a:pt x="3995" y="3497"/>
                    <a:pt x="4006" y="3504"/>
                    <a:pt x="3998" y="3508"/>
                  </a:cubicBezTo>
                  <a:cubicBezTo>
                    <a:pt x="3990" y="3513"/>
                    <a:pt x="3974" y="3533"/>
                    <a:pt x="3968" y="3538"/>
                  </a:cubicBezTo>
                  <a:cubicBezTo>
                    <a:pt x="3963" y="3544"/>
                    <a:pt x="3966" y="3551"/>
                    <a:pt x="3973" y="3558"/>
                  </a:cubicBezTo>
                  <a:cubicBezTo>
                    <a:pt x="3979" y="3564"/>
                    <a:pt x="3983" y="3573"/>
                    <a:pt x="3979" y="3576"/>
                  </a:cubicBezTo>
                  <a:cubicBezTo>
                    <a:pt x="3975" y="3579"/>
                    <a:pt x="3968" y="3580"/>
                    <a:pt x="3960" y="3571"/>
                  </a:cubicBezTo>
                  <a:cubicBezTo>
                    <a:pt x="3952" y="3561"/>
                    <a:pt x="3945" y="3555"/>
                    <a:pt x="3935" y="3560"/>
                  </a:cubicBezTo>
                  <a:cubicBezTo>
                    <a:pt x="3925" y="3565"/>
                    <a:pt x="3916" y="3577"/>
                    <a:pt x="3917" y="3585"/>
                  </a:cubicBezTo>
                  <a:cubicBezTo>
                    <a:pt x="3917" y="3593"/>
                    <a:pt x="3919" y="3599"/>
                    <a:pt x="3925" y="3604"/>
                  </a:cubicBezTo>
                  <a:cubicBezTo>
                    <a:pt x="3932" y="3609"/>
                    <a:pt x="3940" y="3619"/>
                    <a:pt x="3935" y="3620"/>
                  </a:cubicBezTo>
                  <a:cubicBezTo>
                    <a:pt x="3930" y="3621"/>
                    <a:pt x="3930" y="3620"/>
                    <a:pt x="3921" y="3612"/>
                  </a:cubicBezTo>
                  <a:cubicBezTo>
                    <a:pt x="3912" y="3604"/>
                    <a:pt x="3909" y="3591"/>
                    <a:pt x="3899" y="3589"/>
                  </a:cubicBezTo>
                  <a:cubicBezTo>
                    <a:pt x="3889" y="3586"/>
                    <a:pt x="3878" y="3582"/>
                    <a:pt x="3872" y="3585"/>
                  </a:cubicBezTo>
                  <a:cubicBezTo>
                    <a:pt x="3867" y="3588"/>
                    <a:pt x="3854" y="3594"/>
                    <a:pt x="3849" y="3602"/>
                  </a:cubicBezTo>
                  <a:cubicBezTo>
                    <a:pt x="3844" y="3610"/>
                    <a:pt x="3829" y="3611"/>
                    <a:pt x="3831" y="3605"/>
                  </a:cubicBezTo>
                  <a:cubicBezTo>
                    <a:pt x="3832" y="3599"/>
                    <a:pt x="3848" y="3594"/>
                    <a:pt x="3851" y="3586"/>
                  </a:cubicBezTo>
                  <a:cubicBezTo>
                    <a:pt x="3854" y="3577"/>
                    <a:pt x="3867" y="3580"/>
                    <a:pt x="3867" y="3569"/>
                  </a:cubicBezTo>
                  <a:cubicBezTo>
                    <a:pt x="3866" y="3558"/>
                    <a:pt x="3859" y="3552"/>
                    <a:pt x="3854" y="3546"/>
                  </a:cubicBezTo>
                  <a:cubicBezTo>
                    <a:pt x="3848" y="3539"/>
                    <a:pt x="3837" y="3530"/>
                    <a:pt x="3831" y="3523"/>
                  </a:cubicBezTo>
                  <a:cubicBezTo>
                    <a:pt x="3826" y="3517"/>
                    <a:pt x="3817" y="3509"/>
                    <a:pt x="3806" y="3509"/>
                  </a:cubicBezTo>
                  <a:cubicBezTo>
                    <a:pt x="3796" y="3509"/>
                    <a:pt x="3782" y="3513"/>
                    <a:pt x="3785" y="3508"/>
                  </a:cubicBezTo>
                  <a:cubicBezTo>
                    <a:pt x="3788" y="3502"/>
                    <a:pt x="3801" y="3498"/>
                    <a:pt x="3800" y="3488"/>
                  </a:cubicBezTo>
                  <a:cubicBezTo>
                    <a:pt x="3799" y="3478"/>
                    <a:pt x="3789" y="3481"/>
                    <a:pt x="3781" y="3473"/>
                  </a:cubicBezTo>
                  <a:cubicBezTo>
                    <a:pt x="3773" y="3465"/>
                    <a:pt x="3768" y="3452"/>
                    <a:pt x="3761" y="3447"/>
                  </a:cubicBezTo>
                  <a:cubicBezTo>
                    <a:pt x="3753" y="3442"/>
                    <a:pt x="3750" y="3437"/>
                    <a:pt x="3750" y="3429"/>
                  </a:cubicBezTo>
                  <a:cubicBezTo>
                    <a:pt x="3750" y="3422"/>
                    <a:pt x="3763" y="3423"/>
                    <a:pt x="3760" y="3405"/>
                  </a:cubicBezTo>
                  <a:cubicBezTo>
                    <a:pt x="3757" y="3387"/>
                    <a:pt x="3763" y="3358"/>
                    <a:pt x="3758" y="3348"/>
                  </a:cubicBezTo>
                  <a:cubicBezTo>
                    <a:pt x="3752" y="3337"/>
                    <a:pt x="3741" y="3336"/>
                    <a:pt x="3742" y="3325"/>
                  </a:cubicBezTo>
                  <a:cubicBezTo>
                    <a:pt x="3743" y="3313"/>
                    <a:pt x="3745" y="3315"/>
                    <a:pt x="3750" y="3301"/>
                  </a:cubicBezTo>
                  <a:cubicBezTo>
                    <a:pt x="3755" y="3287"/>
                    <a:pt x="3761" y="3291"/>
                    <a:pt x="3763" y="3282"/>
                  </a:cubicBezTo>
                  <a:cubicBezTo>
                    <a:pt x="3764" y="3272"/>
                    <a:pt x="3755" y="3275"/>
                    <a:pt x="3755" y="3265"/>
                  </a:cubicBezTo>
                  <a:cubicBezTo>
                    <a:pt x="3755" y="3254"/>
                    <a:pt x="3754" y="3245"/>
                    <a:pt x="3741" y="3246"/>
                  </a:cubicBezTo>
                  <a:cubicBezTo>
                    <a:pt x="3728" y="3247"/>
                    <a:pt x="3699" y="3252"/>
                    <a:pt x="3696" y="3245"/>
                  </a:cubicBezTo>
                  <a:cubicBezTo>
                    <a:pt x="3693" y="3237"/>
                    <a:pt x="3677" y="3237"/>
                    <a:pt x="3667" y="3237"/>
                  </a:cubicBezTo>
                  <a:cubicBezTo>
                    <a:pt x="3657" y="3237"/>
                    <a:pt x="3652" y="3229"/>
                    <a:pt x="3639" y="3230"/>
                  </a:cubicBezTo>
                  <a:cubicBezTo>
                    <a:pt x="3626" y="3231"/>
                    <a:pt x="3624" y="3235"/>
                    <a:pt x="3609" y="3237"/>
                  </a:cubicBezTo>
                  <a:cubicBezTo>
                    <a:pt x="3594" y="3239"/>
                    <a:pt x="3577" y="3232"/>
                    <a:pt x="3571" y="3240"/>
                  </a:cubicBezTo>
                  <a:cubicBezTo>
                    <a:pt x="3566" y="3248"/>
                    <a:pt x="3563" y="3256"/>
                    <a:pt x="3558" y="3262"/>
                  </a:cubicBezTo>
                  <a:cubicBezTo>
                    <a:pt x="3553" y="3269"/>
                    <a:pt x="3546" y="3269"/>
                    <a:pt x="3549" y="3258"/>
                  </a:cubicBezTo>
                  <a:cubicBezTo>
                    <a:pt x="3553" y="3247"/>
                    <a:pt x="3564" y="3245"/>
                    <a:pt x="3563" y="3234"/>
                  </a:cubicBezTo>
                  <a:cubicBezTo>
                    <a:pt x="3563" y="3224"/>
                    <a:pt x="3559" y="3229"/>
                    <a:pt x="3543" y="3217"/>
                  </a:cubicBezTo>
                  <a:cubicBezTo>
                    <a:pt x="3528" y="3205"/>
                    <a:pt x="3541" y="3209"/>
                    <a:pt x="3521" y="3203"/>
                  </a:cubicBezTo>
                  <a:cubicBezTo>
                    <a:pt x="3501" y="3197"/>
                    <a:pt x="3500" y="3189"/>
                    <a:pt x="3482" y="3187"/>
                  </a:cubicBezTo>
                  <a:cubicBezTo>
                    <a:pt x="3465" y="3186"/>
                    <a:pt x="3477" y="3179"/>
                    <a:pt x="3455" y="3179"/>
                  </a:cubicBezTo>
                  <a:cubicBezTo>
                    <a:pt x="3434" y="3179"/>
                    <a:pt x="3435" y="3168"/>
                    <a:pt x="3419" y="3169"/>
                  </a:cubicBezTo>
                  <a:cubicBezTo>
                    <a:pt x="3404" y="3169"/>
                    <a:pt x="3411" y="3153"/>
                    <a:pt x="3400" y="3143"/>
                  </a:cubicBezTo>
                  <a:cubicBezTo>
                    <a:pt x="3389" y="3132"/>
                    <a:pt x="3374" y="3124"/>
                    <a:pt x="3356" y="3114"/>
                  </a:cubicBezTo>
                  <a:cubicBezTo>
                    <a:pt x="3339" y="3104"/>
                    <a:pt x="3324" y="3086"/>
                    <a:pt x="3305" y="3086"/>
                  </a:cubicBezTo>
                  <a:cubicBezTo>
                    <a:pt x="3285" y="3086"/>
                    <a:pt x="3285" y="3091"/>
                    <a:pt x="3269" y="3083"/>
                  </a:cubicBezTo>
                  <a:cubicBezTo>
                    <a:pt x="3252" y="3074"/>
                    <a:pt x="3254" y="3080"/>
                    <a:pt x="3239" y="3069"/>
                  </a:cubicBezTo>
                  <a:cubicBezTo>
                    <a:pt x="3225" y="3058"/>
                    <a:pt x="3217" y="3051"/>
                    <a:pt x="3201" y="3055"/>
                  </a:cubicBezTo>
                  <a:cubicBezTo>
                    <a:pt x="3185" y="3058"/>
                    <a:pt x="3181" y="3063"/>
                    <a:pt x="3166" y="3067"/>
                  </a:cubicBezTo>
                  <a:cubicBezTo>
                    <a:pt x="3152" y="3070"/>
                    <a:pt x="3143" y="3070"/>
                    <a:pt x="3136" y="3078"/>
                  </a:cubicBezTo>
                  <a:cubicBezTo>
                    <a:pt x="3128" y="3085"/>
                    <a:pt x="3118" y="3084"/>
                    <a:pt x="3107" y="3082"/>
                  </a:cubicBezTo>
                  <a:cubicBezTo>
                    <a:pt x="3096" y="3080"/>
                    <a:pt x="3098" y="3075"/>
                    <a:pt x="3100" y="3061"/>
                  </a:cubicBezTo>
                  <a:cubicBezTo>
                    <a:pt x="3101" y="3047"/>
                    <a:pt x="3108" y="3038"/>
                    <a:pt x="3098" y="3028"/>
                  </a:cubicBezTo>
                  <a:cubicBezTo>
                    <a:pt x="3088" y="3018"/>
                    <a:pt x="3091" y="3013"/>
                    <a:pt x="3082" y="2994"/>
                  </a:cubicBezTo>
                  <a:cubicBezTo>
                    <a:pt x="3073" y="2974"/>
                    <a:pt x="3065" y="2954"/>
                    <a:pt x="3062" y="2943"/>
                  </a:cubicBezTo>
                  <a:cubicBezTo>
                    <a:pt x="3059" y="2932"/>
                    <a:pt x="3060" y="2918"/>
                    <a:pt x="3048" y="2918"/>
                  </a:cubicBezTo>
                  <a:cubicBezTo>
                    <a:pt x="3036" y="2918"/>
                    <a:pt x="3015" y="2918"/>
                    <a:pt x="3003" y="2919"/>
                  </a:cubicBezTo>
                  <a:cubicBezTo>
                    <a:pt x="2991" y="2920"/>
                    <a:pt x="2982" y="2928"/>
                    <a:pt x="2978" y="2919"/>
                  </a:cubicBezTo>
                  <a:cubicBezTo>
                    <a:pt x="2974" y="2911"/>
                    <a:pt x="2966" y="2903"/>
                    <a:pt x="2961" y="2900"/>
                  </a:cubicBezTo>
                  <a:cubicBezTo>
                    <a:pt x="2957" y="2897"/>
                    <a:pt x="2949" y="2889"/>
                    <a:pt x="2954" y="2880"/>
                  </a:cubicBezTo>
                  <a:cubicBezTo>
                    <a:pt x="2959" y="2870"/>
                    <a:pt x="2961" y="2865"/>
                    <a:pt x="2957" y="2858"/>
                  </a:cubicBezTo>
                  <a:cubicBezTo>
                    <a:pt x="2953" y="2850"/>
                    <a:pt x="2949" y="2843"/>
                    <a:pt x="2951" y="2822"/>
                  </a:cubicBezTo>
                  <a:cubicBezTo>
                    <a:pt x="2953" y="2802"/>
                    <a:pt x="2956" y="2800"/>
                    <a:pt x="2958" y="2780"/>
                  </a:cubicBezTo>
                  <a:cubicBezTo>
                    <a:pt x="2959" y="2760"/>
                    <a:pt x="2967" y="2765"/>
                    <a:pt x="2975" y="2748"/>
                  </a:cubicBezTo>
                  <a:cubicBezTo>
                    <a:pt x="2983" y="2731"/>
                    <a:pt x="3006" y="2705"/>
                    <a:pt x="3008" y="2685"/>
                  </a:cubicBezTo>
                  <a:cubicBezTo>
                    <a:pt x="3010" y="2665"/>
                    <a:pt x="3014" y="2656"/>
                    <a:pt x="3025" y="2649"/>
                  </a:cubicBezTo>
                  <a:cubicBezTo>
                    <a:pt x="3037" y="2642"/>
                    <a:pt x="3058" y="2645"/>
                    <a:pt x="3053" y="2630"/>
                  </a:cubicBezTo>
                  <a:cubicBezTo>
                    <a:pt x="3048" y="2616"/>
                    <a:pt x="3039" y="2611"/>
                    <a:pt x="3050" y="2607"/>
                  </a:cubicBezTo>
                  <a:cubicBezTo>
                    <a:pt x="3060" y="2604"/>
                    <a:pt x="3073" y="2611"/>
                    <a:pt x="3076" y="2599"/>
                  </a:cubicBezTo>
                  <a:cubicBezTo>
                    <a:pt x="3080" y="2587"/>
                    <a:pt x="3077" y="2582"/>
                    <a:pt x="3083" y="2589"/>
                  </a:cubicBezTo>
                  <a:cubicBezTo>
                    <a:pt x="3090" y="2595"/>
                    <a:pt x="3103" y="2599"/>
                    <a:pt x="3098" y="2587"/>
                  </a:cubicBezTo>
                  <a:cubicBezTo>
                    <a:pt x="3093" y="2574"/>
                    <a:pt x="3090" y="2565"/>
                    <a:pt x="3094" y="2560"/>
                  </a:cubicBezTo>
                  <a:cubicBezTo>
                    <a:pt x="3098" y="2555"/>
                    <a:pt x="3098" y="2554"/>
                    <a:pt x="3108" y="2557"/>
                  </a:cubicBezTo>
                  <a:cubicBezTo>
                    <a:pt x="3118" y="2559"/>
                    <a:pt x="3129" y="2562"/>
                    <a:pt x="3131" y="2555"/>
                  </a:cubicBezTo>
                  <a:cubicBezTo>
                    <a:pt x="3132" y="2549"/>
                    <a:pt x="3138" y="2549"/>
                    <a:pt x="3122" y="2544"/>
                  </a:cubicBezTo>
                  <a:cubicBezTo>
                    <a:pt x="3105" y="2539"/>
                    <a:pt x="3104" y="2536"/>
                    <a:pt x="3109" y="2529"/>
                  </a:cubicBezTo>
                  <a:cubicBezTo>
                    <a:pt x="3114" y="2522"/>
                    <a:pt x="3129" y="2524"/>
                    <a:pt x="3143" y="2529"/>
                  </a:cubicBezTo>
                  <a:cubicBezTo>
                    <a:pt x="3158" y="2534"/>
                    <a:pt x="3169" y="2541"/>
                    <a:pt x="3174" y="2535"/>
                  </a:cubicBezTo>
                  <a:cubicBezTo>
                    <a:pt x="3179" y="2529"/>
                    <a:pt x="3187" y="2524"/>
                    <a:pt x="3197" y="2523"/>
                  </a:cubicBezTo>
                  <a:cubicBezTo>
                    <a:pt x="3207" y="2521"/>
                    <a:pt x="3213" y="2524"/>
                    <a:pt x="3213" y="2508"/>
                  </a:cubicBezTo>
                  <a:cubicBezTo>
                    <a:pt x="3213" y="2493"/>
                    <a:pt x="3236" y="2486"/>
                    <a:pt x="3212" y="2479"/>
                  </a:cubicBezTo>
                  <a:cubicBezTo>
                    <a:pt x="3189" y="2473"/>
                    <a:pt x="3189" y="2473"/>
                    <a:pt x="3171" y="2460"/>
                  </a:cubicBezTo>
                  <a:cubicBezTo>
                    <a:pt x="3152" y="2448"/>
                    <a:pt x="3154" y="2447"/>
                    <a:pt x="3141" y="2448"/>
                  </a:cubicBezTo>
                  <a:cubicBezTo>
                    <a:pt x="3127" y="2448"/>
                    <a:pt x="3113" y="2455"/>
                    <a:pt x="3105" y="2443"/>
                  </a:cubicBezTo>
                  <a:cubicBezTo>
                    <a:pt x="3096" y="2432"/>
                    <a:pt x="3105" y="2423"/>
                    <a:pt x="3079" y="2430"/>
                  </a:cubicBezTo>
                  <a:cubicBezTo>
                    <a:pt x="3053" y="2436"/>
                    <a:pt x="3027" y="2435"/>
                    <a:pt x="3022" y="2423"/>
                  </a:cubicBezTo>
                  <a:cubicBezTo>
                    <a:pt x="3017" y="2411"/>
                    <a:pt x="3019" y="2400"/>
                    <a:pt x="3032" y="2404"/>
                  </a:cubicBezTo>
                  <a:cubicBezTo>
                    <a:pt x="3046" y="2407"/>
                    <a:pt x="3057" y="2418"/>
                    <a:pt x="3069" y="2416"/>
                  </a:cubicBezTo>
                  <a:cubicBezTo>
                    <a:pt x="3080" y="2414"/>
                    <a:pt x="3100" y="2415"/>
                    <a:pt x="3105" y="2425"/>
                  </a:cubicBezTo>
                  <a:cubicBezTo>
                    <a:pt x="3109" y="2434"/>
                    <a:pt x="3110" y="2436"/>
                    <a:pt x="3123" y="2436"/>
                  </a:cubicBezTo>
                  <a:cubicBezTo>
                    <a:pt x="3135" y="2436"/>
                    <a:pt x="3154" y="2430"/>
                    <a:pt x="3166" y="2436"/>
                  </a:cubicBezTo>
                  <a:cubicBezTo>
                    <a:pt x="3177" y="2443"/>
                    <a:pt x="3203" y="2460"/>
                    <a:pt x="3209" y="2455"/>
                  </a:cubicBezTo>
                  <a:cubicBezTo>
                    <a:pt x="3216" y="2450"/>
                    <a:pt x="3225" y="2446"/>
                    <a:pt x="3235" y="2445"/>
                  </a:cubicBezTo>
                  <a:cubicBezTo>
                    <a:pt x="3245" y="2445"/>
                    <a:pt x="3259" y="2444"/>
                    <a:pt x="3256" y="2428"/>
                  </a:cubicBezTo>
                  <a:cubicBezTo>
                    <a:pt x="3253" y="2412"/>
                    <a:pt x="3257" y="2399"/>
                    <a:pt x="3267" y="2398"/>
                  </a:cubicBezTo>
                  <a:cubicBezTo>
                    <a:pt x="3278" y="2397"/>
                    <a:pt x="3282" y="2405"/>
                    <a:pt x="3285" y="2411"/>
                  </a:cubicBezTo>
                  <a:cubicBezTo>
                    <a:pt x="3288" y="2417"/>
                    <a:pt x="3295" y="2421"/>
                    <a:pt x="3300" y="2415"/>
                  </a:cubicBezTo>
                  <a:cubicBezTo>
                    <a:pt x="3306" y="2410"/>
                    <a:pt x="3313" y="2410"/>
                    <a:pt x="3328" y="2411"/>
                  </a:cubicBezTo>
                  <a:cubicBezTo>
                    <a:pt x="3343" y="2412"/>
                    <a:pt x="3387" y="2399"/>
                    <a:pt x="3390" y="2385"/>
                  </a:cubicBezTo>
                  <a:cubicBezTo>
                    <a:pt x="3393" y="2370"/>
                    <a:pt x="3400" y="2361"/>
                    <a:pt x="3417" y="2345"/>
                  </a:cubicBezTo>
                  <a:cubicBezTo>
                    <a:pt x="3433" y="2329"/>
                    <a:pt x="3437" y="2324"/>
                    <a:pt x="3442" y="2314"/>
                  </a:cubicBezTo>
                  <a:cubicBezTo>
                    <a:pt x="3447" y="2303"/>
                    <a:pt x="3457" y="2287"/>
                    <a:pt x="3441" y="2284"/>
                  </a:cubicBezTo>
                  <a:cubicBezTo>
                    <a:pt x="3424" y="2281"/>
                    <a:pt x="3419" y="2275"/>
                    <a:pt x="3399" y="2278"/>
                  </a:cubicBezTo>
                  <a:cubicBezTo>
                    <a:pt x="3379" y="2282"/>
                    <a:pt x="3369" y="2273"/>
                    <a:pt x="3348" y="2273"/>
                  </a:cubicBezTo>
                  <a:cubicBezTo>
                    <a:pt x="3328" y="2273"/>
                    <a:pt x="3309" y="2269"/>
                    <a:pt x="3298" y="2259"/>
                  </a:cubicBezTo>
                  <a:cubicBezTo>
                    <a:pt x="3288" y="2249"/>
                    <a:pt x="3282" y="2233"/>
                    <a:pt x="3270" y="2228"/>
                  </a:cubicBezTo>
                  <a:cubicBezTo>
                    <a:pt x="3257" y="2223"/>
                    <a:pt x="3245" y="2222"/>
                    <a:pt x="3260" y="2213"/>
                  </a:cubicBezTo>
                  <a:cubicBezTo>
                    <a:pt x="3275" y="2205"/>
                    <a:pt x="3277" y="2206"/>
                    <a:pt x="3285" y="2212"/>
                  </a:cubicBezTo>
                  <a:cubicBezTo>
                    <a:pt x="3293" y="2218"/>
                    <a:pt x="3295" y="2225"/>
                    <a:pt x="3304" y="2228"/>
                  </a:cubicBezTo>
                  <a:cubicBezTo>
                    <a:pt x="3313" y="2230"/>
                    <a:pt x="3336" y="2235"/>
                    <a:pt x="3348" y="2244"/>
                  </a:cubicBezTo>
                  <a:cubicBezTo>
                    <a:pt x="3359" y="2253"/>
                    <a:pt x="3368" y="2263"/>
                    <a:pt x="3384" y="2267"/>
                  </a:cubicBezTo>
                  <a:cubicBezTo>
                    <a:pt x="3401" y="2271"/>
                    <a:pt x="3429" y="2276"/>
                    <a:pt x="3438" y="2264"/>
                  </a:cubicBezTo>
                  <a:cubicBezTo>
                    <a:pt x="3447" y="2252"/>
                    <a:pt x="3466" y="2241"/>
                    <a:pt x="3476" y="2239"/>
                  </a:cubicBezTo>
                  <a:cubicBezTo>
                    <a:pt x="3486" y="2237"/>
                    <a:pt x="3487" y="2218"/>
                    <a:pt x="3498" y="2209"/>
                  </a:cubicBezTo>
                  <a:cubicBezTo>
                    <a:pt x="3510" y="2200"/>
                    <a:pt x="3516" y="2196"/>
                    <a:pt x="3515" y="2188"/>
                  </a:cubicBezTo>
                  <a:cubicBezTo>
                    <a:pt x="3513" y="2180"/>
                    <a:pt x="3507" y="2182"/>
                    <a:pt x="3505" y="2177"/>
                  </a:cubicBezTo>
                  <a:cubicBezTo>
                    <a:pt x="3503" y="2172"/>
                    <a:pt x="3494" y="2168"/>
                    <a:pt x="3487" y="2166"/>
                  </a:cubicBezTo>
                  <a:cubicBezTo>
                    <a:pt x="3480" y="2164"/>
                    <a:pt x="3468" y="2158"/>
                    <a:pt x="3475" y="2151"/>
                  </a:cubicBezTo>
                  <a:cubicBezTo>
                    <a:pt x="3481" y="2144"/>
                    <a:pt x="3492" y="2152"/>
                    <a:pt x="3505" y="2150"/>
                  </a:cubicBezTo>
                  <a:cubicBezTo>
                    <a:pt x="3519" y="2149"/>
                    <a:pt x="3544" y="2139"/>
                    <a:pt x="3550" y="2151"/>
                  </a:cubicBezTo>
                  <a:cubicBezTo>
                    <a:pt x="3556" y="2163"/>
                    <a:pt x="3564" y="2177"/>
                    <a:pt x="3578" y="2177"/>
                  </a:cubicBezTo>
                  <a:cubicBezTo>
                    <a:pt x="3591" y="2178"/>
                    <a:pt x="3602" y="2182"/>
                    <a:pt x="3609" y="2194"/>
                  </a:cubicBezTo>
                  <a:cubicBezTo>
                    <a:pt x="3615" y="2205"/>
                    <a:pt x="3627" y="2212"/>
                    <a:pt x="3634" y="2224"/>
                  </a:cubicBezTo>
                  <a:cubicBezTo>
                    <a:pt x="3642" y="2236"/>
                    <a:pt x="3649" y="2230"/>
                    <a:pt x="3661" y="2230"/>
                  </a:cubicBezTo>
                  <a:cubicBezTo>
                    <a:pt x="3672" y="2230"/>
                    <a:pt x="3681" y="2230"/>
                    <a:pt x="3680" y="2224"/>
                  </a:cubicBezTo>
                  <a:cubicBezTo>
                    <a:pt x="3680" y="2218"/>
                    <a:pt x="3680" y="2213"/>
                    <a:pt x="3671" y="2213"/>
                  </a:cubicBezTo>
                  <a:cubicBezTo>
                    <a:pt x="3662" y="2213"/>
                    <a:pt x="3659" y="2205"/>
                    <a:pt x="3647" y="2199"/>
                  </a:cubicBezTo>
                  <a:cubicBezTo>
                    <a:pt x="3636" y="2193"/>
                    <a:pt x="3637" y="2195"/>
                    <a:pt x="3626" y="2190"/>
                  </a:cubicBezTo>
                  <a:cubicBezTo>
                    <a:pt x="3614" y="2185"/>
                    <a:pt x="3605" y="2170"/>
                    <a:pt x="3612" y="2170"/>
                  </a:cubicBezTo>
                  <a:cubicBezTo>
                    <a:pt x="3619" y="2170"/>
                    <a:pt x="3629" y="2168"/>
                    <a:pt x="3632" y="2174"/>
                  </a:cubicBezTo>
                  <a:cubicBezTo>
                    <a:pt x="3635" y="2180"/>
                    <a:pt x="3654" y="2186"/>
                    <a:pt x="3654" y="2180"/>
                  </a:cubicBezTo>
                  <a:cubicBezTo>
                    <a:pt x="3654" y="2173"/>
                    <a:pt x="3659" y="2161"/>
                    <a:pt x="3647" y="2153"/>
                  </a:cubicBezTo>
                  <a:cubicBezTo>
                    <a:pt x="3634" y="2145"/>
                    <a:pt x="3629" y="2127"/>
                    <a:pt x="3619" y="2124"/>
                  </a:cubicBezTo>
                  <a:cubicBezTo>
                    <a:pt x="3610" y="2120"/>
                    <a:pt x="3603" y="2113"/>
                    <a:pt x="3594" y="2113"/>
                  </a:cubicBezTo>
                  <a:cubicBezTo>
                    <a:pt x="3586" y="2113"/>
                    <a:pt x="3572" y="2104"/>
                    <a:pt x="3580" y="2099"/>
                  </a:cubicBezTo>
                  <a:cubicBezTo>
                    <a:pt x="3588" y="2094"/>
                    <a:pt x="3606" y="2091"/>
                    <a:pt x="3614" y="2104"/>
                  </a:cubicBezTo>
                  <a:cubicBezTo>
                    <a:pt x="3623" y="2117"/>
                    <a:pt x="3635" y="2130"/>
                    <a:pt x="3648" y="2134"/>
                  </a:cubicBezTo>
                  <a:cubicBezTo>
                    <a:pt x="3661" y="2137"/>
                    <a:pt x="3661" y="2156"/>
                    <a:pt x="3670" y="2160"/>
                  </a:cubicBezTo>
                  <a:cubicBezTo>
                    <a:pt x="3680" y="2164"/>
                    <a:pt x="3684" y="2167"/>
                    <a:pt x="3691" y="2159"/>
                  </a:cubicBezTo>
                  <a:cubicBezTo>
                    <a:pt x="3698" y="2152"/>
                    <a:pt x="3717" y="2146"/>
                    <a:pt x="3724" y="2144"/>
                  </a:cubicBezTo>
                  <a:cubicBezTo>
                    <a:pt x="3731" y="2143"/>
                    <a:pt x="3735" y="2129"/>
                    <a:pt x="3748" y="2128"/>
                  </a:cubicBezTo>
                  <a:cubicBezTo>
                    <a:pt x="3761" y="2127"/>
                    <a:pt x="3761" y="2127"/>
                    <a:pt x="3766" y="2114"/>
                  </a:cubicBezTo>
                  <a:cubicBezTo>
                    <a:pt x="3771" y="2100"/>
                    <a:pt x="3784" y="2099"/>
                    <a:pt x="3794" y="2096"/>
                  </a:cubicBezTo>
                  <a:cubicBezTo>
                    <a:pt x="3804" y="2093"/>
                    <a:pt x="3810" y="2083"/>
                    <a:pt x="3811" y="2073"/>
                  </a:cubicBezTo>
                  <a:cubicBezTo>
                    <a:pt x="3811" y="2063"/>
                    <a:pt x="3814" y="2033"/>
                    <a:pt x="3805" y="2028"/>
                  </a:cubicBezTo>
                  <a:cubicBezTo>
                    <a:pt x="3796" y="2023"/>
                    <a:pt x="3786" y="2020"/>
                    <a:pt x="3780" y="2009"/>
                  </a:cubicBezTo>
                  <a:cubicBezTo>
                    <a:pt x="3774" y="1998"/>
                    <a:pt x="3760" y="2004"/>
                    <a:pt x="3759" y="1988"/>
                  </a:cubicBezTo>
                  <a:cubicBezTo>
                    <a:pt x="3758" y="1972"/>
                    <a:pt x="3762" y="1972"/>
                    <a:pt x="3753" y="1964"/>
                  </a:cubicBezTo>
                  <a:cubicBezTo>
                    <a:pt x="3743" y="1956"/>
                    <a:pt x="3734" y="1955"/>
                    <a:pt x="3734" y="1944"/>
                  </a:cubicBezTo>
                  <a:cubicBezTo>
                    <a:pt x="3734" y="1934"/>
                    <a:pt x="3736" y="1932"/>
                    <a:pt x="3746" y="1934"/>
                  </a:cubicBezTo>
                  <a:cubicBezTo>
                    <a:pt x="3756" y="1937"/>
                    <a:pt x="3766" y="1955"/>
                    <a:pt x="3771" y="1944"/>
                  </a:cubicBezTo>
                  <a:cubicBezTo>
                    <a:pt x="3777" y="1934"/>
                    <a:pt x="3775" y="1931"/>
                    <a:pt x="3786" y="1930"/>
                  </a:cubicBezTo>
                  <a:cubicBezTo>
                    <a:pt x="3798" y="1929"/>
                    <a:pt x="3806" y="1930"/>
                    <a:pt x="3807" y="1921"/>
                  </a:cubicBezTo>
                  <a:cubicBezTo>
                    <a:pt x="3809" y="1912"/>
                    <a:pt x="3814" y="1895"/>
                    <a:pt x="3809" y="1894"/>
                  </a:cubicBezTo>
                  <a:cubicBezTo>
                    <a:pt x="3803" y="1894"/>
                    <a:pt x="3790" y="1897"/>
                    <a:pt x="3790" y="1885"/>
                  </a:cubicBezTo>
                  <a:cubicBezTo>
                    <a:pt x="3790" y="1873"/>
                    <a:pt x="3795" y="1878"/>
                    <a:pt x="3804" y="1871"/>
                  </a:cubicBezTo>
                  <a:cubicBezTo>
                    <a:pt x="3812" y="1865"/>
                    <a:pt x="3816" y="1854"/>
                    <a:pt x="3806" y="1851"/>
                  </a:cubicBezTo>
                  <a:cubicBezTo>
                    <a:pt x="3795" y="1848"/>
                    <a:pt x="3796" y="1843"/>
                    <a:pt x="3785" y="1843"/>
                  </a:cubicBezTo>
                  <a:cubicBezTo>
                    <a:pt x="3773" y="1844"/>
                    <a:pt x="3756" y="1851"/>
                    <a:pt x="3752" y="1843"/>
                  </a:cubicBezTo>
                  <a:cubicBezTo>
                    <a:pt x="3748" y="1834"/>
                    <a:pt x="3738" y="1823"/>
                    <a:pt x="3725" y="1815"/>
                  </a:cubicBezTo>
                  <a:cubicBezTo>
                    <a:pt x="3712" y="1808"/>
                    <a:pt x="3733" y="1806"/>
                    <a:pt x="3743" y="1806"/>
                  </a:cubicBezTo>
                  <a:cubicBezTo>
                    <a:pt x="3753" y="1806"/>
                    <a:pt x="3748" y="1800"/>
                    <a:pt x="3740" y="1799"/>
                  </a:cubicBezTo>
                  <a:cubicBezTo>
                    <a:pt x="3733" y="1798"/>
                    <a:pt x="3735" y="1790"/>
                    <a:pt x="3720" y="1792"/>
                  </a:cubicBezTo>
                  <a:cubicBezTo>
                    <a:pt x="3705" y="1793"/>
                    <a:pt x="3675" y="1795"/>
                    <a:pt x="3662" y="1790"/>
                  </a:cubicBezTo>
                  <a:cubicBezTo>
                    <a:pt x="3650" y="1785"/>
                    <a:pt x="3641" y="1794"/>
                    <a:pt x="3628" y="1785"/>
                  </a:cubicBezTo>
                  <a:cubicBezTo>
                    <a:pt x="3615" y="1775"/>
                    <a:pt x="3601" y="1777"/>
                    <a:pt x="3591" y="1777"/>
                  </a:cubicBezTo>
                  <a:cubicBezTo>
                    <a:pt x="3580" y="1777"/>
                    <a:pt x="3576" y="1783"/>
                    <a:pt x="3566" y="1783"/>
                  </a:cubicBezTo>
                  <a:cubicBezTo>
                    <a:pt x="3556" y="1783"/>
                    <a:pt x="3541" y="1774"/>
                    <a:pt x="3539" y="1779"/>
                  </a:cubicBezTo>
                  <a:cubicBezTo>
                    <a:pt x="3537" y="1784"/>
                    <a:pt x="3544" y="1784"/>
                    <a:pt x="3543" y="1793"/>
                  </a:cubicBezTo>
                  <a:cubicBezTo>
                    <a:pt x="3541" y="1803"/>
                    <a:pt x="3537" y="1842"/>
                    <a:pt x="3548" y="1848"/>
                  </a:cubicBezTo>
                  <a:cubicBezTo>
                    <a:pt x="3558" y="1853"/>
                    <a:pt x="3551" y="1858"/>
                    <a:pt x="3563" y="1858"/>
                  </a:cubicBezTo>
                  <a:cubicBezTo>
                    <a:pt x="3574" y="1859"/>
                    <a:pt x="3578" y="1862"/>
                    <a:pt x="3578" y="1871"/>
                  </a:cubicBezTo>
                  <a:cubicBezTo>
                    <a:pt x="3578" y="1879"/>
                    <a:pt x="3576" y="1886"/>
                    <a:pt x="3569" y="1884"/>
                  </a:cubicBezTo>
                  <a:cubicBezTo>
                    <a:pt x="3562" y="1883"/>
                    <a:pt x="3556" y="1886"/>
                    <a:pt x="3560" y="1889"/>
                  </a:cubicBezTo>
                  <a:cubicBezTo>
                    <a:pt x="3564" y="1892"/>
                    <a:pt x="3568" y="1894"/>
                    <a:pt x="3558" y="1896"/>
                  </a:cubicBezTo>
                  <a:cubicBezTo>
                    <a:pt x="3547" y="1897"/>
                    <a:pt x="3532" y="1901"/>
                    <a:pt x="3530" y="1912"/>
                  </a:cubicBezTo>
                  <a:cubicBezTo>
                    <a:pt x="3528" y="1924"/>
                    <a:pt x="3523" y="1930"/>
                    <a:pt x="3523" y="1942"/>
                  </a:cubicBezTo>
                  <a:cubicBezTo>
                    <a:pt x="3523" y="1953"/>
                    <a:pt x="3521" y="1962"/>
                    <a:pt x="3517" y="1967"/>
                  </a:cubicBezTo>
                  <a:cubicBezTo>
                    <a:pt x="3513" y="1971"/>
                    <a:pt x="3515" y="1987"/>
                    <a:pt x="3504" y="1989"/>
                  </a:cubicBezTo>
                  <a:cubicBezTo>
                    <a:pt x="3493" y="1990"/>
                    <a:pt x="3495" y="1990"/>
                    <a:pt x="3491" y="1977"/>
                  </a:cubicBezTo>
                  <a:cubicBezTo>
                    <a:pt x="3487" y="1963"/>
                    <a:pt x="3479" y="1967"/>
                    <a:pt x="3477" y="1958"/>
                  </a:cubicBezTo>
                  <a:cubicBezTo>
                    <a:pt x="3476" y="1949"/>
                    <a:pt x="3467" y="1949"/>
                    <a:pt x="3464" y="1951"/>
                  </a:cubicBezTo>
                  <a:cubicBezTo>
                    <a:pt x="3461" y="1952"/>
                    <a:pt x="3458" y="1958"/>
                    <a:pt x="3452" y="1963"/>
                  </a:cubicBezTo>
                  <a:cubicBezTo>
                    <a:pt x="3445" y="1968"/>
                    <a:pt x="3452" y="1982"/>
                    <a:pt x="3449" y="1995"/>
                  </a:cubicBezTo>
                  <a:cubicBezTo>
                    <a:pt x="3447" y="2008"/>
                    <a:pt x="3454" y="2015"/>
                    <a:pt x="3464" y="2018"/>
                  </a:cubicBezTo>
                  <a:cubicBezTo>
                    <a:pt x="3474" y="2021"/>
                    <a:pt x="3484" y="2022"/>
                    <a:pt x="3482" y="2032"/>
                  </a:cubicBezTo>
                  <a:cubicBezTo>
                    <a:pt x="3481" y="2042"/>
                    <a:pt x="3477" y="2054"/>
                    <a:pt x="3465" y="2052"/>
                  </a:cubicBezTo>
                  <a:cubicBezTo>
                    <a:pt x="3454" y="2050"/>
                    <a:pt x="3449" y="2048"/>
                    <a:pt x="3447" y="2057"/>
                  </a:cubicBezTo>
                  <a:cubicBezTo>
                    <a:pt x="3444" y="2066"/>
                    <a:pt x="3432" y="2063"/>
                    <a:pt x="3432" y="2070"/>
                  </a:cubicBezTo>
                  <a:cubicBezTo>
                    <a:pt x="3432" y="2076"/>
                    <a:pt x="3421" y="2073"/>
                    <a:pt x="3421" y="2066"/>
                  </a:cubicBezTo>
                  <a:cubicBezTo>
                    <a:pt x="3421" y="2058"/>
                    <a:pt x="3419" y="2057"/>
                    <a:pt x="3412" y="2050"/>
                  </a:cubicBezTo>
                  <a:cubicBezTo>
                    <a:pt x="3406" y="2043"/>
                    <a:pt x="3375" y="2021"/>
                    <a:pt x="3369" y="2002"/>
                  </a:cubicBezTo>
                  <a:cubicBezTo>
                    <a:pt x="3363" y="1982"/>
                    <a:pt x="3358" y="1960"/>
                    <a:pt x="3364" y="1958"/>
                  </a:cubicBezTo>
                  <a:cubicBezTo>
                    <a:pt x="3371" y="1956"/>
                    <a:pt x="3367" y="1960"/>
                    <a:pt x="3376" y="1962"/>
                  </a:cubicBezTo>
                  <a:cubicBezTo>
                    <a:pt x="3384" y="1964"/>
                    <a:pt x="3391" y="1967"/>
                    <a:pt x="3393" y="1960"/>
                  </a:cubicBezTo>
                  <a:cubicBezTo>
                    <a:pt x="3394" y="1953"/>
                    <a:pt x="3399" y="1960"/>
                    <a:pt x="3399" y="1945"/>
                  </a:cubicBezTo>
                  <a:cubicBezTo>
                    <a:pt x="3399" y="1931"/>
                    <a:pt x="3392" y="1941"/>
                    <a:pt x="3392" y="1926"/>
                  </a:cubicBezTo>
                  <a:cubicBezTo>
                    <a:pt x="3392" y="1911"/>
                    <a:pt x="3394" y="1901"/>
                    <a:pt x="3386" y="1896"/>
                  </a:cubicBezTo>
                  <a:cubicBezTo>
                    <a:pt x="3378" y="1891"/>
                    <a:pt x="3363" y="1879"/>
                    <a:pt x="3348" y="1872"/>
                  </a:cubicBezTo>
                  <a:cubicBezTo>
                    <a:pt x="3333" y="1865"/>
                    <a:pt x="3323" y="1853"/>
                    <a:pt x="3319" y="1848"/>
                  </a:cubicBezTo>
                  <a:cubicBezTo>
                    <a:pt x="3315" y="1843"/>
                    <a:pt x="3298" y="1846"/>
                    <a:pt x="3291" y="1852"/>
                  </a:cubicBezTo>
                  <a:cubicBezTo>
                    <a:pt x="3284" y="1858"/>
                    <a:pt x="3280" y="1873"/>
                    <a:pt x="3275" y="1874"/>
                  </a:cubicBezTo>
                  <a:cubicBezTo>
                    <a:pt x="3270" y="1874"/>
                    <a:pt x="3256" y="1886"/>
                    <a:pt x="3260" y="1895"/>
                  </a:cubicBezTo>
                  <a:cubicBezTo>
                    <a:pt x="3265" y="1904"/>
                    <a:pt x="3267" y="1915"/>
                    <a:pt x="3258" y="1919"/>
                  </a:cubicBezTo>
                  <a:cubicBezTo>
                    <a:pt x="3250" y="1924"/>
                    <a:pt x="3245" y="1922"/>
                    <a:pt x="3245" y="1932"/>
                  </a:cubicBezTo>
                  <a:cubicBezTo>
                    <a:pt x="3245" y="1941"/>
                    <a:pt x="3245" y="1957"/>
                    <a:pt x="3236" y="1950"/>
                  </a:cubicBezTo>
                  <a:cubicBezTo>
                    <a:pt x="3227" y="1942"/>
                    <a:pt x="3230" y="1945"/>
                    <a:pt x="3225" y="1927"/>
                  </a:cubicBezTo>
                  <a:cubicBezTo>
                    <a:pt x="3220" y="1908"/>
                    <a:pt x="3227" y="1893"/>
                    <a:pt x="3219" y="1879"/>
                  </a:cubicBezTo>
                  <a:cubicBezTo>
                    <a:pt x="3210" y="1866"/>
                    <a:pt x="3202" y="1860"/>
                    <a:pt x="3202" y="1850"/>
                  </a:cubicBezTo>
                  <a:cubicBezTo>
                    <a:pt x="3202" y="1840"/>
                    <a:pt x="3209" y="1841"/>
                    <a:pt x="3215" y="1846"/>
                  </a:cubicBezTo>
                  <a:cubicBezTo>
                    <a:pt x="3221" y="1851"/>
                    <a:pt x="3250" y="1853"/>
                    <a:pt x="3245" y="1838"/>
                  </a:cubicBezTo>
                  <a:cubicBezTo>
                    <a:pt x="3240" y="1824"/>
                    <a:pt x="3222" y="1828"/>
                    <a:pt x="3218" y="1819"/>
                  </a:cubicBezTo>
                  <a:cubicBezTo>
                    <a:pt x="3214" y="1810"/>
                    <a:pt x="3204" y="1810"/>
                    <a:pt x="3199" y="1813"/>
                  </a:cubicBezTo>
                  <a:cubicBezTo>
                    <a:pt x="3194" y="1817"/>
                    <a:pt x="3187" y="1815"/>
                    <a:pt x="3186" y="1808"/>
                  </a:cubicBezTo>
                  <a:cubicBezTo>
                    <a:pt x="3186" y="1802"/>
                    <a:pt x="3171" y="1800"/>
                    <a:pt x="3164" y="1800"/>
                  </a:cubicBezTo>
                  <a:cubicBezTo>
                    <a:pt x="3156" y="1800"/>
                    <a:pt x="3148" y="1804"/>
                    <a:pt x="3143" y="1813"/>
                  </a:cubicBezTo>
                  <a:cubicBezTo>
                    <a:pt x="3138" y="1821"/>
                    <a:pt x="3130" y="1820"/>
                    <a:pt x="3118" y="1809"/>
                  </a:cubicBezTo>
                  <a:cubicBezTo>
                    <a:pt x="3105" y="1798"/>
                    <a:pt x="3098" y="1801"/>
                    <a:pt x="3098" y="1793"/>
                  </a:cubicBezTo>
                  <a:cubicBezTo>
                    <a:pt x="3097" y="1784"/>
                    <a:pt x="3098" y="1786"/>
                    <a:pt x="3107" y="1783"/>
                  </a:cubicBezTo>
                  <a:cubicBezTo>
                    <a:pt x="3116" y="1779"/>
                    <a:pt x="3124" y="1767"/>
                    <a:pt x="3131" y="1760"/>
                  </a:cubicBezTo>
                  <a:cubicBezTo>
                    <a:pt x="3138" y="1752"/>
                    <a:pt x="3161" y="1756"/>
                    <a:pt x="3157" y="1742"/>
                  </a:cubicBezTo>
                  <a:cubicBezTo>
                    <a:pt x="3153" y="1729"/>
                    <a:pt x="3141" y="1713"/>
                    <a:pt x="3133" y="1705"/>
                  </a:cubicBezTo>
                  <a:cubicBezTo>
                    <a:pt x="3124" y="1697"/>
                    <a:pt x="3125" y="1683"/>
                    <a:pt x="3110" y="1683"/>
                  </a:cubicBezTo>
                  <a:cubicBezTo>
                    <a:pt x="3095" y="1683"/>
                    <a:pt x="3088" y="1693"/>
                    <a:pt x="3086" y="1681"/>
                  </a:cubicBezTo>
                  <a:cubicBezTo>
                    <a:pt x="3085" y="1669"/>
                    <a:pt x="3071" y="1673"/>
                    <a:pt x="3071" y="1656"/>
                  </a:cubicBezTo>
                  <a:cubicBezTo>
                    <a:pt x="3071" y="1640"/>
                    <a:pt x="3085" y="1631"/>
                    <a:pt x="3073" y="1620"/>
                  </a:cubicBezTo>
                  <a:cubicBezTo>
                    <a:pt x="3061" y="1609"/>
                    <a:pt x="3068" y="1613"/>
                    <a:pt x="3057" y="1603"/>
                  </a:cubicBezTo>
                  <a:cubicBezTo>
                    <a:pt x="3045" y="1594"/>
                    <a:pt x="3045" y="1590"/>
                    <a:pt x="3036" y="1582"/>
                  </a:cubicBezTo>
                  <a:cubicBezTo>
                    <a:pt x="3027" y="1574"/>
                    <a:pt x="3019" y="1581"/>
                    <a:pt x="3017" y="1572"/>
                  </a:cubicBezTo>
                  <a:cubicBezTo>
                    <a:pt x="3014" y="1563"/>
                    <a:pt x="3013" y="1561"/>
                    <a:pt x="3003" y="1560"/>
                  </a:cubicBezTo>
                  <a:cubicBezTo>
                    <a:pt x="2993" y="1560"/>
                    <a:pt x="2982" y="1565"/>
                    <a:pt x="2980" y="1559"/>
                  </a:cubicBezTo>
                  <a:cubicBezTo>
                    <a:pt x="2978" y="1552"/>
                    <a:pt x="2969" y="1560"/>
                    <a:pt x="2968" y="1549"/>
                  </a:cubicBezTo>
                  <a:cubicBezTo>
                    <a:pt x="2967" y="1538"/>
                    <a:pt x="2963" y="1532"/>
                    <a:pt x="2976" y="1531"/>
                  </a:cubicBezTo>
                  <a:cubicBezTo>
                    <a:pt x="2990" y="1530"/>
                    <a:pt x="2997" y="1532"/>
                    <a:pt x="3002" y="1516"/>
                  </a:cubicBezTo>
                  <a:cubicBezTo>
                    <a:pt x="3007" y="1500"/>
                    <a:pt x="3015" y="1497"/>
                    <a:pt x="3024" y="1492"/>
                  </a:cubicBezTo>
                  <a:cubicBezTo>
                    <a:pt x="3032" y="1486"/>
                    <a:pt x="3040" y="1480"/>
                    <a:pt x="3035" y="1469"/>
                  </a:cubicBezTo>
                  <a:cubicBezTo>
                    <a:pt x="3029" y="1457"/>
                    <a:pt x="3025" y="1456"/>
                    <a:pt x="3016" y="1451"/>
                  </a:cubicBezTo>
                  <a:cubicBezTo>
                    <a:pt x="3007" y="1445"/>
                    <a:pt x="3008" y="1438"/>
                    <a:pt x="3023" y="1437"/>
                  </a:cubicBezTo>
                  <a:cubicBezTo>
                    <a:pt x="3038" y="1436"/>
                    <a:pt x="3057" y="1434"/>
                    <a:pt x="3064" y="1442"/>
                  </a:cubicBezTo>
                  <a:cubicBezTo>
                    <a:pt x="3071" y="1450"/>
                    <a:pt x="3082" y="1446"/>
                    <a:pt x="3096" y="1446"/>
                  </a:cubicBezTo>
                  <a:cubicBezTo>
                    <a:pt x="3110" y="1446"/>
                    <a:pt x="3132" y="1446"/>
                    <a:pt x="3138" y="1433"/>
                  </a:cubicBezTo>
                  <a:cubicBezTo>
                    <a:pt x="3145" y="1420"/>
                    <a:pt x="3159" y="1391"/>
                    <a:pt x="3172" y="1380"/>
                  </a:cubicBezTo>
                  <a:cubicBezTo>
                    <a:pt x="3185" y="1370"/>
                    <a:pt x="3191" y="1357"/>
                    <a:pt x="3207" y="1348"/>
                  </a:cubicBezTo>
                  <a:cubicBezTo>
                    <a:pt x="3222" y="1340"/>
                    <a:pt x="3217" y="1335"/>
                    <a:pt x="3225" y="1321"/>
                  </a:cubicBezTo>
                  <a:cubicBezTo>
                    <a:pt x="3233" y="1307"/>
                    <a:pt x="3242" y="1307"/>
                    <a:pt x="3231" y="1301"/>
                  </a:cubicBezTo>
                  <a:cubicBezTo>
                    <a:pt x="3219" y="1294"/>
                    <a:pt x="3219" y="1289"/>
                    <a:pt x="3209" y="1289"/>
                  </a:cubicBezTo>
                  <a:cubicBezTo>
                    <a:pt x="3199" y="1288"/>
                    <a:pt x="3193" y="1288"/>
                    <a:pt x="3185" y="1284"/>
                  </a:cubicBezTo>
                  <a:cubicBezTo>
                    <a:pt x="3177" y="1279"/>
                    <a:pt x="3174" y="1279"/>
                    <a:pt x="3163" y="1279"/>
                  </a:cubicBezTo>
                  <a:cubicBezTo>
                    <a:pt x="3151" y="1279"/>
                    <a:pt x="3133" y="1279"/>
                    <a:pt x="3129" y="1283"/>
                  </a:cubicBezTo>
                  <a:cubicBezTo>
                    <a:pt x="3126" y="1287"/>
                    <a:pt x="3117" y="1293"/>
                    <a:pt x="3108" y="1287"/>
                  </a:cubicBezTo>
                  <a:cubicBezTo>
                    <a:pt x="3100" y="1282"/>
                    <a:pt x="3093" y="1273"/>
                    <a:pt x="3084" y="1273"/>
                  </a:cubicBezTo>
                  <a:cubicBezTo>
                    <a:pt x="3075" y="1273"/>
                    <a:pt x="3078" y="1264"/>
                    <a:pt x="3057" y="1264"/>
                  </a:cubicBezTo>
                  <a:cubicBezTo>
                    <a:pt x="3037" y="1265"/>
                    <a:pt x="2979" y="1265"/>
                    <a:pt x="2968" y="1268"/>
                  </a:cubicBezTo>
                  <a:cubicBezTo>
                    <a:pt x="2956" y="1271"/>
                    <a:pt x="2954" y="1271"/>
                    <a:pt x="2943" y="1277"/>
                  </a:cubicBezTo>
                  <a:cubicBezTo>
                    <a:pt x="2931" y="1282"/>
                    <a:pt x="2931" y="1282"/>
                    <a:pt x="2921" y="1281"/>
                  </a:cubicBezTo>
                  <a:cubicBezTo>
                    <a:pt x="2912" y="1280"/>
                    <a:pt x="2909" y="1293"/>
                    <a:pt x="2915" y="1300"/>
                  </a:cubicBezTo>
                  <a:cubicBezTo>
                    <a:pt x="2921" y="1307"/>
                    <a:pt x="2936" y="1315"/>
                    <a:pt x="2919" y="1315"/>
                  </a:cubicBezTo>
                  <a:cubicBezTo>
                    <a:pt x="2902" y="1315"/>
                    <a:pt x="2889" y="1320"/>
                    <a:pt x="2888" y="1327"/>
                  </a:cubicBezTo>
                  <a:cubicBezTo>
                    <a:pt x="2886" y="1335"/>
                    <a:pt x="2887" y="1335"/>
                    <a:pt x="2889" y="1340"/>
                  </a:cubicBezTo>
                  <a:cubicBezTo>
                    <a:pt x="2891" y="1344"/>
                    <a:pt x="2896" y="1348"/>
                    <a:pt x="2893" y="1355"/>
                  </a:cubicBezTo>
                  <a:cubicBezTo>
                    <a:pt x="2889" y="1362"/>
                    <a:pt x="2888" y="1369"/>
                    <a:pt x="2891" y="1371"/>
                  </a:cubicBezTo>
                  <a:cubicBezTo>
                    <a:pt x="2894" y="1373"/>
                    <a:pt x="2894" y="1375"/>
                    <a:pt x="2894" y="1390"/>
                  </a:cubicBezTo>
                  <a:cubicBezTo>
                    <a:pt x="2894" y="1404"/>
                    <a:pt x="2897" y="1406"/>
                    <a:pt x="2890" y="1410"/>
                  </a:cubicBezTo>
                  <a:cubicBezTo>
                    <a:pt x="2884" y="1413"/>
                    <a:pt x="2884" y="1425"/>
                    <a:pt x="2891" y="1435"/>
                  </a:cubicBezTo>
                  <a:cubicBezTo>
                    <a:pt x="2898" y="1445"/>
                    <a:pt x="2921" y="1451"/>
                    <a:pt x="2921" y="1473"/>
                  </a:cubicBezTo>
                  <a:cubicBezTo>
                    <a:pt x="2922" y="1494"/>
                    <a:pt x="2920" y="1526"/>
                    <a:pt x="2923" y="1532"/>
                  </a:cubicBezTo>
                  <a:cubicBezTo>
                    <a:pt x="2927" y="1537"/>
                    <a:pt x="2926" y="1546"/>
                    <a:pt x="2913" y="1554"/>
                  </a:cubicBezTo>
                  <a:cubicBezTo>
                    <a:pt x="2899" y="1562"/>
                    <a:pt x="2904" y="1564"/>
                    <a:pt x="2893" y="1568"/>
                  </a:cubicBezTo>
                  <a:cubicBezTo>
                    <a:pt x="2883" y="1571"/>
                    <a:pt x="2876" y="1582"/>
                    <a:pt x="2883" y="1587"/>
                  </a:cubicBezTo>
                  <a:cubicBezTo>
                    <a:pt x="2889" y="1592"/>
                    <a:pt x="2901" y="1593"/>
                    <a:pt x="2906" y="1593"/>
                  </a:cubicBezTo>
                  <a:cubicBezTo>
                    <a:pt x="2910" y="1593"/>
                    <a:pt x="2908" y="1601"/>
                    <a:pt x="2906" y="1608"/>
                  </a:cubicBezTo>
                  <a:cubicBezTo>
                    <a:pt x="2905" y="1614"/>
                    <a:pt x="2898" y="1617"/>
                    <a:pt x="2888" y="1611"/>
                  </a:cubicBezTo>
                  <a:cubicBezTo>
                    <a:pt x="2878" y="1606"/>
                    <a:pt x="2870" y="1595"/>
                    <a:pt x="2864" y="1595"/>
                  </a:cubicBezTo>
                  <a:cubicBezTo>
                    <a:pt x="2858" y="1595"/>
                    <a:pt x="2860" y="1607"/>
                    <a:pt x="2851" y="1615"/>
                  </a:cubicBezTo>
                  <a:cubicBezTo>
                    <a:pt x="2842" y="1623"/>
                    <a:pt x="2839" y="1631"/>
                    <a:pt x="2838" y="1637"/>
                  </a:cubicBezTo>
                  <a:cubicBezTo>
                    <a:pt x="2837" y="1643"/>
                    <a:pt x="2842" y="1649"/>
                    <a:pt x="2837" y="1653"/>
                  </a:cubicBezTo>
                  <a:cubicBezTo>
                    <a:pt x="2831" y="1657"/>
                    <a:pt x="2826" y="1666"/>
                    <a:pt x="2833" y="1670"/>
                  </a:cubicBezTo>
                  <a:cubicBezTo>
                    <a:pt x="2840" y="1674"/>
                    <a:pt x="2842" y="1687"/>
                    <a:pt x="2855" y="1688"/>
                  </a:cubicBezTo>
                  <a:cubicBezTo>
                    <a:pt x="2869" y="1689"/>
                    <a:pt x="2875" y="1689"/>
                    <a:pt x="2874" y="1693"/>
                  </a:cubicBezTo>
                  <a:cubicBezTo>
                    <a:pt x="2873" y="1697"/>
                    <a:pt x="2872" y="1702"/>
                    <a:pt x="2861" y="1702"/>
                  </a:cubicBezTo>
                  <a:cubicBezTo>
                    <a:pt x="2850" y="1702"/>
                    <a:pt x="2846" y="1704"/>
                    <a:pt x="2843" y="1714"/>
                  </a:cubicBezTo>
                  <a:cubicBezTo>
                    <a:pt x="2840" y="1724"/>
                    <a:pt x="2836" y="1724"/>
                    <a:pt x="2837" y="1737"/>
                  </a:cubicBezTo>
                  <a:cubicBezTo>
                    <a:pt x="2839" y="1749"/>
                    <a:pt x="2835" y="1757"/>
                    <a:pt x="2844" y="1761"/>
                  </a:cubicBezTo>
                  <a:cubicBezTo>
                    <a:pt x="2853" y="1765"/>
                    <a:pt x="2859" y="1780"/>
                    <a:pt x="2866" y="1783"/>
                  </a:cubicBezTo>
                  <a:cubicBezTo>
                    <a:pt x="2873" y="1785"/>
                    <a:pt x="2890" y="1795"/>
                    <a:pt x="2900" y="1796"/>
                  </a:cubicBezTo>
                  <a:cubicBezTo>
                    <a:pt x="2910" y="1798"/>
                    <a:pt x="2913" y="1808"/>
                    <a:pt x="2923" y="1807"/>
                  </a:cubicBezTo>
                  <a:cubicBezTo>
                    <a:pt x="2933" y="1806"/>
                    <a:pt x="2962" y="1808"/>
                    <a:pt x="2966" y="1818"/>
                  </a:cubicBezTo>
                  <a:cubicBezTo>
                    <a:pt x="2971" y="1827"/>
                    <a:pt x="2987" y="1822"/>
                    <a:pt x="2987" y="1833"/>
                  </a:cubicBezTo>
                  <a:cubicBezTo>
                    <a:pt x="2987" y="1845"/>
                    <a:pt x="2976" y="1840"/>
                    <a:pt x="2981" y="1848"/>
                  </a:cubicBezTo>
                  <a:cubicBezTo>
                    <a:pt x="2987" y="1857"/>
                    <a:pt x="2994" y="1864"/>
                    <a:pt x="2987" y="1871"/>
                  </a:cubicBezTo>
                  <a:cubicBezTo>
                    <a:pt x="2980" y="1877"/>
                    <a:pt x="2972" y="1877"/>
                    <a:pt x="2969" y="1884"/>
                  </a:cubicBezTo>
                  <a:cubicBezTo>
                    <a:pt x="2965" y="1890"/>
                    <a:pt x="2959" y="1884"/>
                    <a:pt x="2959" y="1891"/>
                  </a:cubicBezTo>
                  <a:cubicBezTo>
                    <a:pt x="2959" y="1899"/>
                    <a:pt x="2959" y="1906"/>
                    <a:pt x="2970" y="1906"/>
                  </a:cubicBezTo>
                  <a:cubicBezTo>
                    <a:pt x="2981" y="1906"/>
                    <a:pt x="2996" y="1915"/>
                    <a:pt x="2998" y="1904"/>
                  </a:cubicBezTo>
                  <a:cubicBezTo>
                    <a:pt x="3000" y="1894"/>
                    <a:pt x="3009" y="1896"/>
                    <a:pt x="3009" y="1885"/>
                  </a:cubicBezTo>
                  <a:cubicBezTo>
                    <a:pt x="3009" y="1874"/>
                    <a:pt x="3009" y="1871"/>
                    <a:pt x="3016" y="1871"/>
                  </a:cubicBezTo>
                  <a:cubicBezTo>
                    <a:pt x="3022" y="1871"/>
                    <a:pt x="3019" y="1880"/>
                    <a:pt x="3019" y="1890"/>
                  </a:cubicBezTo>
                  <a:cubicBezTo>
                    <a:pt x="3019" y="1900"/>
                    <a:pt x="3027" y="1919"/>
                    <a:pt x="3017" y="1925"/>
                  </a:cubicBezTo>
                  <a:cubicBezTo>
                    <a:pt x="3008" y="1932"/>
                    <a:pt x="2997" y="1934"/>
                    <a:pt x="2990" y="1944"/>
                  </a:cubicBezTo>
                  <a:cubicBezTo>
                    <a:pt x="2984" y="1955"/>
                    <a:pt x="2982" y="1959"/>
                    <a:pt x="2972" y="1961"/>
                  </a:cubicBezTo>
                  <a:cubicBezTo>
                    <a:pt x="2962" y="1963"/>
                    <a:pt x="2959" y="1967"/>
                    <a:pt x="2956" y="1974"/>
                  </a:cubicBezTo>
                  <a:cubicBezTo>
                    <a:pt x="2953" y="1980"/>
                    <a:pt x="2946" y="1984"/>
                    <a:pt x="2941" y="1980"/>
                  </a:cubicBezTo>
                  <a:cubicBezTo>
                    <a:pt x="2935" y="1977"/>
                    <a:pt x="2936" y="1972"/>
                    <a:pt x="2923" y="1975"/>
                  </a:cubicBezTo>
                  <a:cubicBezTo>
                    <a:pt x="2910" y="1978"/>
                    <a:pt x="2911" y="1977"/>
                    <a:pt x="2906" y="1987"/>
                  </a:cubicBezTo>
                  <a:cubicBezTo>
                    <a:pt x="2901" y="1996"/>
                    <a:pt x="2889" y="2006"/>
                    <a:pt x="2893" y="2015"/>
                  </a:cubicBezTo>
                  <a:cubicBezTo>
                    <a:pt x="2898" y="2023"/>
                    <a:pt x="2901" y="2022"/>
                    <a:pt x="2908" y="2033"/>
                  </a:cubicBezTo>
                  <a:cubicBezTo>
                    <a:pt x="2914" y="2043"/>
                    <a:pt x="2912" y="2056"/>
                    <a:pt x="2916" y="2057"/>
                  </a:cubicBezTo>
                  <a:cubicBezTo>
                    <a:pt x="2921" y="2058"/>
                    <a:pt x="2931" y="2064"/>
                    <a:pt x="2921" y="2071"/>
                  </a:cubicBezTo>
                  <a:cubicBezTo>
                    <a:pt x="2911" y="2077"/>
                    <a:pt x="2910" y="2085"/>
                    <a:pt x="2903" y="2073"/>
                  </a:cubicBezTo>
                  <a:cubicBezTo>
                    <a:pt x="2895" y="2062"/>
                    <a:pt x="2899" y="2057"/>
                    <a:pt x="2890" y="2056"/>
                  </a:cubicBezTo>
                  <a:cubicBezTo>
                    <a:pt x="2882" y="2056"/>
                    <a:pt x="2880" y="2060"/>
                    <a:pt x="2879" y="2065"/>
                  </a:cubicBezTo>
                  <a:cubicBezTo>
                    <a:pt x="2878" y="2070"/>
                    <a:pt x="2869" y="2077"/>
                    <a:pt x="2867" y="2066"/>
                  </a:cubicBezTo>
                  <a:cubicBezTo>
                    <a:pt x="2865" y="2056"/>
                    <a:pt x="2870" y="2051"/>
                    <a:pt x="2860" y="2048"/>
                  </a:cubicBezTo>
                  <a:cubicBezTo>
                    <a:pt x="2851" y="2044"/>
                    <a:pt x="2844" y="2035"/>
                    <a:pt x="2850" y="2026"/>
                  </a:cubicBezTo>
                  <a:cubicBezTo>
                    <a:pt x="2857" y="2018"/>
                    <a:pt x="2860" y="2012"/>
                    <a:pt x="2860" y="2000"/>
                  </a:cubicBezTo>
                  <a:cubicBezTo>
                    <a:pt x="2861" y="1987"/>
                    <a:pt x="2867" y="1993"/>
                    <a:pt x="2868" y="1981"/>
                  </a:cubicBezTo>
                  <a:cubicBezTo>
                    <a:pt x="2870" y="1969"/>
                    <a:pt x="2890" y="1967"/>
                    <a:pt x="2876" y="1961"/>
                  </a:cubicBezTo>
                  <a:cubicBezTo>
                    <a:pt x="2862" y="1955"/>
                    <a:pt x="2858" y="1959"/>
                    <a:pt x="2852" y="1966"/>
                  </a:cubicBezTo>
                  <a:cubicBezTo>
                    <a:pt x="2847" y="1973"/>
                    <a:pt x="2842" y="1988"/>
                    <a:pt x="2839" y="1981"/>
                  </a:cubicBezTo>
                  <a:cubicBezTo>
                    <a:pt x="2835" y="1974"/>
                    <a:pt x="2840" y="1963"/>
                    <a:pt x="2830" y="1962"/>
                  </a:cubicBezTo>
                  <a:cubicBezTo>
                    <a:pt x="2820" y="1962"/>
                    <a:pt x="2809" y="1963"/>
                    <a:pt x="2802" y="1955"/>
                  </a:cubicBezTo>
                  <a:cubicBezTo>
                    <a:pt x="2796" y="1946"/>
                    <a:pt x="2789" y="1928"/>
                    <a:pt x="2802" y="1929"/>
                  </a:cubicBezTo>
                  <a:cubicBezTo>
                    <a:pt x="2815" y="1931"/>
                    <a:pt x="2829" y="1944"/>
                    <a:pt x="2836" y="1939"/>
                  </a:cubicBezTo>
                  <a:cubicBezTo>
                    <a:pt x="2843" y="1934"/>
                    <a:pt x="2856" y="1933"/>
                    <a:pt x="2865" y="1933"/>
                  </a:cubicBezTo>
                  <a:cubicBezTo>
                    <a:pt x="2873" y="1933"/>
                    <a:pt x="2883" y="1942"/>
                    <a:pt x="2892" y="1937"/>
                  </a:cubicBezTo>
                  <a:cubicBezTo>
                    <a:pt x="2901" y="1933"/>
                    <a:pt x="2923" y="1941"/>
                    <a:pt x="2928" y="1928"/>
                  </a:cubicBezTo>
                  <a:cubicBezTo>
                    <a:pt x="2933" y="1915"/>
                    <a:pt x="2944" y="1907"/>
                    <a:pt x="2936" y="1899"/>
                  </a:cubicBezTo>
                  <a:cubicBezTo>
                    <a:pt x="2928" y="1891"/>
                    <a:pt x="2930" y="1889"/>
                    <a:pt x="2925" y="1881"/>
                  </a:cubicBezTo>
                  <a:cubicBezTo>
                    <a:pt x="2920" y="1874"/>
                    <a:pt x="2909" y="1866"/>
                    <a:pt x="2901" y="1866"/>
                  </a:cubicBezTo>
                  <a:cubicBezTo>
                    <a:pt x="2892" y="1866"/>
                    <a:pt x="2875" y="1865"/>
                    <a:pt x="2876" y="1858"/>
                  </a:cubicBezTo>
                  <a:cubicBezTo>
                    <a:pt x="2877" y="1851"/>
                    <a:pt x="2870" y="1850"/>
                    <a:pt x="2865" y="1850"/>
                  </a:cubicBezTo>
                  <a:cubicBezTo>
                    <a:pt x="2860" y="1850"/>
                    <a:pt x="2852" y="1846"/>
                    <a:pt x="2859" y="1837"/>
                  </a:cubicBezTo>
                  <a:cubicBezTo>
                    <a:pt x="2866" y="1828"/>
                    <a:pt x="2876" y="1821"/>
                    <a:pt x="2881" y="1831"/>
                  </a:cubicBezTo>
                  <a:cubicBezTo>
                    <a:pt x="2886" y="1840"/>
                    <a:pt x="2889" y="1842"/>
                    <a:pt x="2896" y="1841"/>
                  </a:cubicBezTo>
                  <a:cubicBezTo>
                    <a:pt x="2903" y="1841"/>
                    <a:pt x="2917" y="1846"/>
                    <a:pt x="2920" y="1841"/>
                  </a:cubicBezTo>
                  <a:cubicBezTo>
                    <a:pt x="2923" y="1836"/>
                    <a:pt x="2924" y="1826"/>
                    <a:pt x="2917" y="1826"/>
                  </a:cubicBezTo>
                  <a:cubicBezTo>
                    <a:pt x="2910" y="1826"/>
                    <a:pt x="2913" y="1811"/>
                    <a:pt x="2902" y="1811"/>
                  </a:cubicBezTo>
                  <a:cubicBezTo>
                    <a:pt x="2891" y="1811"/>
                    <a:pt x="2888" y="1806"/>
                    <a:pt x="2880" y="1811"/>
                  </a:cubicBezTo>
                  <a:cubicBezTo>
                    <a:pt x="2872" y="1816"/>
                    <a:pt x="2868" y="1818"/>
                    <a:pt x="2857" y="1814"/>
                  </a:cubicBezTo>
                  <a:cubicBezTo>
                    <a:pt x="2845" y="1810"/>
                    <a:pt x="2828" y="1807"/>
                    <a:pt x="2823" y="1813"/>
                  </a:cubicBezTo>
                  <a:cubicBezTo>
                    <a:pt x="2818" y="1818"/>
                    <a:pt x="2815" y="1817"/>
                    <a:pt x="2804" y="1810"/>
                  </a:cubicBezTo>
                  <a:cubicBezTo>
                    <a:pt x="2794" y="1803"/>
                    <a:pt x="2792" y="1800"/>
                    <a:pt x="2780" y="1790"/>
                  </a:cubicBezTo>
                  <a:cubicBezTo>
                    <a:pt x="2769" y="1781"/>
                    <a:pt x="2757" y="1773"/>
                    <a:pt x="2746" y="1777"/>
                  </a:cubicBezTo>
                  <a:cubicBezTo>
                    <a:pt x="2736" y="1780"/>
                    <a:pt x="2731" y="1786"/>
                    <a:pt x="2724" y="1797"/>
                  </a:cubicBezTo>
                  <a:cubicBezTo>
                    <a:pt x="2718" y="1808"/>
                    <a:pt x="2713" y="1837"/>
                    <a:pt x="2703" y="1843"/>
                  </a:cubicBezTo>
                  <a:cubicBezTo>
                    <a:pt x="2693" y="1848"/>
                    <a:pt x="2692" y="1858"/>
                    <a:pt x="2675" y="1858"/>
                  </a:cubicBezTo>
                  <a:cubicBezTo>
                    <a:pt x="2658" y="1858"/>
                    <a:pt x="2648" y="1861"/>
                    <a:pt x="2648" y="1870"/>
                  </a:cubicBezTo>
                  <a:cubicBezTo>
                    <a:pt x="2648" y="1879"/>
                    <a:pt x="2654" y="1900"/>
                    <a:pt x="2665" y="1897"/>
                  </a:cubicBezTo>
                  <a:cubicBezTo>
                    <a:pt x="2675" y="1894"/>
                    <a:pt x="2685" y="1885"/>
                    <a:pt x="2692" y="1895"/>
                  </a:cubicBezTo>
                  <a:cubicBezTo>
                    <a:pt x="2699" y="1905"/>
                    <a:pt x="2703" y="1906"/>
                    <a:pt x="2714" y="1906"/>
                  </a:cubicBezTo>
                  <a:cubicBezTo>
                    <a:pt x="2725" y="1906"/>
                    <a:pt x="2730" y="1914"/>
                    <a:pt x="2743" y="1914"/>
                  </a:cubicBezTo>
                  <a:cubicBezTo>
                    <a:pt x="2756" y="1915"/>
                    <a:pt x="2770" y="1914"/>
                    <a:pt x="2770" y="1919"/>
                  </a:cubicBezTo>
                  <a:cubicBezTo>
                    <a:pt x="2770" y="1925"/>
                    <a:pt x="2749" y="1922"/>
                    <a:pt x="2749" y="1930"/>
                  </a:cubicBezTo>
                  <a:cubicBezTo>
                    <a:pt x="2749" y="1939"/>
                    <a:pt x="2749" y="1945"/>
                    <a:pt x="2739" y="1944"/>
                  </a:cubicBezTo>
                  <a:cubicBezTo>
                    <a:pt x="2729" y="1944"/>
                    <a:pt x="2722" y="1944"/>
                    <a:pt x="2713" y="1942"/>
                  </a:cubicBezTo>
                  <a:cubicBezTo>
                    <a:pt x="2705" y="1939"/>
                    <a:pt x="2697" y="1941"/>
                    <a:pt x="2702" y="1953"/>
                  </a:cubicBezTo>
                  <a:cubicBezTo>
                    <a:pt x="2707" y="1965"/>
                    <a:pt x="2715" y="1959"/>
                    <a:pt x="2715" y="1968"/>
                  </a:cubicBezTo>
                  <a:cubicBezTo>
                    <a:pt x="2715" y="1977"/>
                    <a:pt x="2701" y="1977"/>
                    <a:pt x="2701" y="1986"/>
                  </a:cubicBezTo>
                  <a:cubicBezTo>
                    <a:pt x="2701" y="1995"/>
                    <a:pt x="2698" y="2000"/>
                    <a:pt x="2703" y="2000"/>
                  </a:cubicBezTo>
                  <a:cubicBezTo>
                    <a:pt x="2708" y="2000"/>
                    <a:pt x="2712" y="2009"/>
                    <a:pt x="2703" y="2011"/>
                  </a:cubicBezTo>
                  <a:cubicBezTo>
                    <a:pt x="2695" y="2013"/>
                    <a:pt x="2698" y="2022"/>
                    <a:pt x="2676" y="2016"/>
                  </a:cubicBezTo>
                  <a:cubicBezTo>
                    <a:pt x="2654" y="2010"/>
                    <a:pt x="2660" y="2008"/>
                    <a:pt x="2643" y="2009"/>
                  </a:cubicBezTo>
                  <a:cubicBezTo>
                    <a:pt x="2627" y="2010"/>
                    <a:pt x="2624" y="2013"/>
                    <a:pt x="2619" y="2006"/>
                  </a:cubicBezTo>
                  <a:cubicBezTo>
                    <a:pt x="2614" y="2000"/>
                    <a:pt x="2606" y="1997"/>
                    <a:pt x="2600" y="1997"/>
                  </a:cubicBezTo>
                  <a:cubicBezTo>
                    <a:pt x="2593" y="1997"/>
                    <a:pt x="2600" y="2007"/>
                    <a:pt x="2582" y="2008"/>
                  </a:cubicBezTo>
                  <a:cubicBezTo>
                    <a:pt x="2564" y="2008"/>
                    <a:pt x="2552" y="2004"/>
                    <a:pt x="2543" y="2009"/>
                  </a:cubicBezTo>
                  <a:cubicBezTo>
                    <a:pt x="2534" y="2014"/>
                    <a:pt x="2532" y="2015"/>
                    <a:pt x="2506" y="2017"/>
                  </a:cubicBezTo>
                  <a:cubicBezTo>
                    <a:pt x="2481" y="2018"/>
                    <a:pt x="2474" y="2018"/>
                    <a:pt x="2465" y="2013"/>
                  </a:cubicBezTo>
                  <a:cubicBezTo>
                    <a:pt x="2455" y="2007"/>
                    <a:pt x="2453" y="2008"/>
                    <a:pt x="2443" y="2003"/>
                  </a:cubicBezTo>
                  <a:cubicBezTo>
                    <a:pt x="2434" y="1997"/>
                    <a:pt x="2424" y="1998"/>
                    <a:pt x="2419" y="1989"/>
                  </a:cubicBezTo>
                  <a:cubicBezTo>
                    <a:pt x="2414" y="1980"/>
                    <a:pt x="2412" y="1973"/>
                    <a:pt x="2403" y="1975"/>
                  </a:cubicBezTo>
                  <a:cubicBezTo>
                    <a:pt x="2394" y="1976"/>
                    <a:pt x="2403" y="1977"/>
                    <a:pt x="2389" y="1980"/>
                  </a:cubicBezTo>
                  <a:cubicBezTo>
                    <a:pt x="2374" y="1982"/>
                    <a:pt x="2347" y="1986"/>
                    <a:pt x="2343" y="1980"/>
                  </a:cubicBezTo>
                  <a:cubicBezTo>
                    <a:pt x="2339" y="1973"/>
                    <a:pt x="2333" y="1958"/>
                    <a:pt x="2319" y="1958"/>
                  </a:cubicBezTo>
                  <a:cubicBezTo>
                    <a:pt x="2304" y="1958"/>
                    <a:pt x="2304" y="1948"/>
                    <a:pt x="2293" y="1947"/>
                  </a:cubicBezTo>
                  <a:cubicBezTo>
                    <a:pt x="2283" y="1947"/>
                    <a:pt x="2280" y="1947"/>
                    <a:pt x="2276" y="1935"/>
                  </a:cubicBezTo>
                  <a:cubicBezTo>
                    <a:pt x="2273" y="1923"/>
                    <a:pt x="2271" y="1897"/>
                    <a:pt x="2259" y="1892"/>
                  </a:cubicBezTo>
                  <a:cubicBezTo>
                    <a:pt x="2247" y="1887"/>
                    <a:pt x="2249" y="1891"/>
                    <a:pt x="2243" y="1885"/>
                  </a:cubicBezTo>
                  <a:cubicBezTo>
                    <a:pt x="2236" y="1879"/>
                    <a:pt x="2232" y="1884"/>
                    <a:pt x="2216" y="1884"/>
                  </a:cubicBezTo>
                  <a:cubicBezTo>
                    <a:pt x="2200" y="1884"/>
                    <a:pt x="2203" y="1896"/>
                    <a:pt x="2185" y="1894"/>
                  </a:cubicBezTo>
                  <a:cubicBezTo>
                    <a:pt x="2167" y="1893"/>
                    <a:pt x="2172" y="1904"/>
                    <a:pt x="2157" y="1906"/>
                  </a:cubicBezTo>
                  <a:cubicBezTo>
                    <a:pt x="2143" y="1908"/>
                    <a:pt x="2125" y="1914"/>
                    <a:pt x="2109" y="1914"/>
                  </a:cubicBezTo>
                  <a:cubicBezTo>
                    <a:pt x="2094" y="1914"/>
                    <a:pt x="2082" y="1917"/>
                    <a:pt x="2079" y="1924"/>
                  </a:cubicBezTo>
                  <a:cubicBezTo>
                    <a:pt x="2076" y="1932"/>
                    <a:pt x="2078" y="1937"/>
                    <a:pt x="2068" y="1944"/>
                  </a:cubicBezTo>
                  <a:cubicBezTo>
                    <a:pt x="2059" y="1952"/>
                    <a:pt x="2046" y="1965"/>
                    <a:pt x="2058" y="1965"/>
                  </a:cubicBezTo>
                  <a:cubicBezTo>
                    <a:pt x="2071" y="1965"/>
                    <a:pt x="2085" y="1960"/>
                    <a:pt x="2089" y="1965"/>
                  </a:cubicBezTo>
                  <a:cubicBezTo>
                    <a:pt x="2094" y="1970"/>
                    <a:pt x="2101" y="1975"/>
                    <a:pt x="2109" y="1973"/>
                  </a:cubicBezTo>
                  <a:cubicBezTo>
                    <a:pt x="2116" y="1971"/>
                    <a:pt x="2118" y="1973"/>
                    <a:pt x="2120" y="1964"/>
                  </a:cubicBezTo>
                  <a:cubicBezTo>
                    <a:pt x="2122" y="1955"/>
                    <a:pt x="2129" y="1955"/>
                    <a:pt x="2137" y="1955"/>
                  </a:cubicBezTo>
                  <a:cubicBezTo>
                    <a:pt x="2146" y="1956"/>
                    <a:pt x="2147" y="1967"/>
                    <a:pt x="2156" y="1964"/>
                  </a:cubicBezTo>
                  <a:cubicBezTo>
                    <a:pt x="2165" y="1960"/>
                    <a:pt x="2162" y="1957"/>
                    <a:pt x="2172" y="1954"/>
                  </a:cubicBezTo>
                  <a:cubicBezTo>
                    <a:pt x="2183" y="1950"/>
                    <a:pt x="2195" y="1952"/>
                    <a:pt x="2197" y="1944"/>
                  </a:cubicBezTo>
                  <a:cubicBezTo>
                    <a:pt x="2200" y="1937"/>
                    <a:pt x="2203" y="1934"/>
                    <a:pt x="2210" y="1932"/>
                  </a:cubicBezTo>
                  <a:cubicBezTo>
                    <a:pt x="2216" y="1931"/>
                    <a:pt x="2219" y="1922"/>
                    <a:pt x="2227" y="1922"/>
                  </a:cubicBezTo>
                  <a:cubicBezTo>
                    <a:pt x="2235" y="1922"/>
                    <a:pt x="2250" y="1924"/>
                    <a:pt x="2249" y="1930"/>
                  </a:cubicBezTo>
                  <a:cubicBezTo>
                    <a:pt x="2248" y="1936"/>
                    <a:pt x="2239" y="1943"/>
                    <a:pt x="2226" y="1942"/>
                  </a:cubicBezTo>
                  <a:cubicBezTo>
                    <a:pt x="2213" y="1940"/>
                    <a:pt x="2223" y="1954"/>
                    <a:pt x="2203" y="1960"/>
                  </a:cubicBezTo>
                  <a:cubicBezTo>
                    <a:pt x="2183" y="1967"/>
                    <a:pt x="2179" y="1976"/>
                    <a:pt x="2163" y="1976"/>
                  </a:cubicBezTo>
                  <a:cubicBezTo>
                    <a:pt x="2147" y="1976"/>
                    <a:pt x="2147" y="1985"/>
                    <a:pt x="2135" y="1985"/>
                  </a:cubicBezTo>
                  <a:cubicBezTo>
                    <a:pt x="2124" y="1985"/>
                    <a:pt x="2109" y="1981"/>
                    <a:pt x="2113" y="1987"/>
                  </a:cubicBezTo>
                  <a:cubicBezTo>
                    <a:pt x="2116" y="1994"/>
                    <a:pt x="2121" y="2000"/>
                    <a:pt x="2117" y="2006"/>
                  </a:cubicBezTo>
                  <a:cubicBezTo>
                    <a:pt x="2114" y="2012"/>
                    <a:pt x="2094" y="2030"/>
                    <a:pt x="2106" y="2033"/>
                  </a:cubicBezTo>
                  <a:cubicBezTo>
                    <a:pt x="2119" y="2036"/>
                    <a:pt x="2124" y="2025"/>
                    <a:pt x="2128" y="2041"/>
                  </a:cubicBezTo>
                  <a:cubicBezTo>
                    <a:pt x="2132" y="2057"/>
                    <a:pt x="2134" y="2082"/>
                    <a:pt x="2144" y="2085"/>
                  </a:cubicBezTo>
                  <a:cubicBezTo>
                    <a:pt x="2154" y="2088"/>
                    <a:pt x="2156" y="2095"/>
                    <a:pt x="2154" y="2099"/>
                  </a:cubicBezTo>
                  <a:cubicBezTo>
                    <a:pt x="2153" y="2104"/>
                    <a:pt x="2145" y="2111"/>
                    <a:pt x="2140" y="2106"/>
                  </a:cubicBezTo>
                  <a:cubicBezTo>
                    <a:pt x="2135" y="2100"/>
                    <a:pt x="2139" y="2099"/>
                    <a:pt x="2129" y="2099"/>
                  </a:cubicBezTo>
                  <a:cubicBezTo>
                    <a:pt x="2120" y="2099"/>
                    <a:pt x="2114" y="2098"/>
                    <a:pt x="2114" y="2106"/>
                  </a:cubicBezTo>
                  <a:cubicBezTo>
                    <a:pt x="2114" y="2115"/>
                    <a:pt x="2110" y="2119"/>
                    <a:pt x="2103" y="2116"/>
                  </a:cubicBezTo>
                  <a:cubicBezTo>
                    <a:pt x="2096" y="2114"/>
                    <a:pt x="2098" y="2101"/>
                    <a:pt x="2106" y="2099"/>
                  </a:cubicBezTo>
                  <a:cubicBezTo>
                    <a:pt x="2114" y="2098"/>
                    <a:pt x="2105" y="2088"/>
                    <a:pt x="2111" y="2086"/>
                  </a:cubicBezTo>
                  <a:cubicBezTo>
                    <a:pt x="2116" y="2085"/>
                    <a:pt x="2123" y="2085"/>
                    <a:pt x="2119" y="2077"/>
                  </a:cubicBezTo>
                  <a:cubicBezTo>
                    <a:pt x="2114" y="2069"/>
                    <a:pt x="2106" y="2071"/>
                    <a:pt x="2109" y="2061"/>
                  </a:cubicBezTo>
                  <a:cubicBezTo>
                    <a:pt x="2113" y="2051"/>
                    <a:pt x="2130" y="2050"/>
                    <a:pt x="2119" y="2045"/>
                  </a:cubicBezTo>
                  <a:cubicBezTo>
                    <a:pt x="2107" y="2040"/>
                    <a:pt x="2099" y="2042"/>
                    <a:pt x="2094" y="2037"/>
                  </a:cubicBezTo>
                  <a:cubicBezTo>
                    <a:pt x="2090" y="2032"/>
                    <a:pt x="2096" y="2047"/>
                    <a:pt x="2094" y="2051"/>
                  </a:cubicBezTo>
                  <a:cubicBezTo>
                    <a:pt x="2091" y="2056"/>
                    <a:pt x="2086" y="2055"/>
                    <a:pt x="2085" y="2046"/>
                  </a:cubicBezTo>
                  <a:cubicBezTo>
                    <a:pt x="2084" y="2038"/>
                    <a:pt x="2081" y="2036"/>
                    <a:pt x="2072" y="2034"/>
                  </a:cubicBezTo>
                  <a:cubicBezTo>
                    <a:pt x="2063" y="2032"/>
                    <a:pt x="2058" y="2051"/>
                    <a:pt x="2053" y="2045"/>
                  </a:cubicBezTo>
                  <a:cubicBezTo>
                    <a:pt x="2048" y="2039"/>
                    <a:pt x="2046" y="2043"/>
                    <a:pt x="2044" y="2032"/>
                  </a:cubicBezTo>
                  <a:cubicBezTo>
                    <a:pt x="2043" y="2021"/>
                    <a:pt x="2042" y="2017"/>
                    <a:pt x="2031" y="2016"/>
                  </a:cubicBezTo>
                  <a:cubicBezTo>
                    <a:pt x="2020" y="2015"/>
                    <a:pt x="2007" y="2019"/>
                    <a:pt x="2002" y="2010"/>
                  </a:cubicBezTo>
                  <a:cubicBezTo>
                    <a:pt x="1997" y="2000"/>
                    <a:pt x="1993" y="2000"/>
                    <a:pt x="1988" y="1998"/>
                  </a:cubicBezTo>
                  <a:cubicBezTo>
                    <a:pt x="1983" y="1995"/>
                    <a:pt x="1981" y="1987"/>
                    <a:pt x="1982" y="1980"/>
                  </a:cubicBezTo>
                  <a:cubicBezTo>
                    <a:pt x="1982" y="1973"/>
                    <a:pt x="1972" y="1970"/>
                    <a:pt x="1970" y="1977"/>
                  </a:cubicBezTo>
                  <a:cubicBezTo>
                    <a:pt x="1969" y="1983"/>
                    <a:pt x="1973" y="1991"/>
                    <a:pt x="1956" y="1990"/>
                  </a:cubicBezTo>
                  <a:cubicBezTo>
                    <a:pt x="1939" y="1990"/>
                    <a:pt x="1921" y="1992"/>
                    <a:pt x="1919" y="2000"/>
                  </a:cubicBezTo>
                  <a:cubicBezTo>
                    <a:pt x="1918" y="2008"/>
                    <a:pt x="1921" y="2015"/>
                    <a:pt x="1901" y="2015"/>
                  </a:cubicBezTo>
                  <a:cubicBezTo>
                    <a:pt x="1881" y="2014"/>
                    <a:pt x="1880" y="2016"/>
                    <a:pt x="1863" y="2014"/>
                  </a:cubicBezTo>
                  <a:cubicBezTo>
                    <a:pt x="1846" y="2012"/>
                    <a:pt x="1833" y="2009"/>
                    <a:pt x="1824" y="2015"/>
                  </a:cubicBezTo>
                  <a:cubicBezTo>
                    <a:pt x="1815" y="2020"/>
                    <a:pt x="1815" y="2023"/>
                    <a:pt x="1795" y="2024"/>
                  </a:cubicBezTo>
                  <a:cubicBezTo>
                    <a:pt x="1774" y="2025"/>
                    <a:pt x="1752" y="2022"/>
                    <a:pt x="1740" y="2020"/>
                  </a:cubicBezTo>
                  <a:cubicBezTo>
                    <a:pt x="1727" y="2019"/>
                    <a:pt x="1703" y="2019"/>
                    <a:pt x="1699" y="2013"/>
                  </a:cubicBezTo>
                  <a:cubicBezTo>
                    <a:pt x="1696" y="2008"/>
                    <a:pt x="1695" y="2007"/>
                    <a:pt x="1685" y="2007"/>
                  </a:cubicBezTo>
                  <a:cubicBezTo>
                    <a:pt x="1675" y="2007"/>
                    <a:pt x="1648" y="2010"/>
                    <a:pt x="1648" y="2002"/>
                  </a:cubicBezTo>
                  <a:cubicBezTo>
                    <a:pt x="1648" y="1993"/>
                    <a:pt x="1658" y="1993"/>
                    <a:pt x="1657" y="1986"/>
                  </a:cubicBezTo>
                  <a:cubicBezTo>
                    <a:pt x="1656" y="1980"/>
                    <a:pt x="1661" y="1972"/>
                    <a:pt x="1671" y="1972"/>
                  </a:cubicBezTo>
                  <a:cubicBezTo>
                    <a:pt x="1680" y="1972"/>
                    <a:pt x="1679" y="1963"/>
                    <a:pt x="1692" y="1964"/>
                  </a:cubicBezTo>
                  <a:cubicBezTo>
                    <a:pt x="1706" y="1965"/>
                    <a:pt x="1727" y="1962"/>
                    <a:pt x="1727" y="1957"/>
                  </a:cubicBezTo>
                  <a:cubicBezTo>
                    <a:pt x="1727" y="1952"/>
                    <a:pt x="1738" y="1947"/>
                    <a:pt x="1721" y="1937"/>
                  </a:cubicBezTo>
                  <a:cubicBezTo>
                    <a:pt x="1704" y="1927"/>
                    <a:pt x="1692" y="1909"/>
                    <a:pt x="1686" y="1903"/>
                  </a:cubicBezTo>
                  <a:cubicBezTo>
                    <a:pt x="1679" y="1897"/>
                    <a:pt x="1672" y="1893"/>
                    <a:pt x="1663" y="1891"/>
                  </a:cubicBezTo>
                  <a:cubicBezTo>
                    <a:pt x="1654" y="1890"/>
                    <a:pt x="1633" y="1883"/>
                    <a:pt x="1629" y="1882"/>
                  </a:cubicBezTo>
                  <a:cubicBezTo>
                    <a:pt x="1625" y="1881"/>
                    <a:pt x="1621" y="1874"/>
                    <a:pt x="1610" y="1874"/>
                  </a:cubicBezTo>
                  <a:cubicBezTo>
                    <a:pt x="1598" y="1874"/>
                    <a:pt x="1582" y="1878"/>
                    <a:pt x="1582" y="1884"/>
                  </a:cubicBezTo>
                  <a:cubicBezTo>
                    <a:pt x="1582" y="1889"/>
                    <a:pt x="1576" y="1893"/>
                    <a:pt x="1565" y="1893"/>
                  </a:cubicBezTo>
                  <a:cubicBezTo>
                    <a:pt x="1555" y="1893"/>
                    <a:pt x="1551" y="1896"/>
                    <a:pt x="1550" y="1889"/>
                  </a:cubicBezTo>
                  <a:cubicBezTo>
                    <a:pt x="1548" y="1882"/>
                    <a:pt x="1550" y="1883"/>
                    <a:pt x="1535" y="1883"/>
                  </a:cubicBezTo>
                  <a:cubicBezTo>
                    <a:pt x="1521" y="1883"/>
                    <a:pt x="1509" y="1886"/>
                    <a:pt x="1497" y="1881"/>
                  </a:cubicBezTo>
                  <a:cubicBezTo>
                    <a:pt x="1485" y="1877"/>
                    <a:pt x="1481" y="1881"/>
                    <a:pt x="1468" y="1874"/>
                  </a:cubicBezTo>
                  <a:cubicBezTo>
                    <a:pt x="1455" y="1866"/>
                    <a:pt x="1447" y="1864"/>
                    <a:pt x="1438" y="1857"/>
                  </a:cubicBezTo>
                  <a:cubicBezTo>
                    <a:pt x="1428" y="1851"/>
                    <a:pt x="1422" y="1844"/>
                    <a:pt x="1403" y="1844"/>
                  </a:cubicBezTo>
                  <a:cubicBezTo>
                    <a:pt x="1385" y="1844"/>
                    <a:pt x="1358" y="1844"/>
                    <a:pt x="1342" y="1838"/>
                  </a:cubicBezTo>
                  <a:cubicBezTo>
                    <a:pt x="1327" y="1831"/>
                    <a:pt x="1326" y="1829"/>
                    <a:pt x="1310" y="1822"/>
                  </a:cubicBezTo>
                  <a:cubicBezTo>
                    <a:pt x="1293" y="1815"/>
                    <a:pt x="1279" y="1803"/>
                    <a:pt x="1269" y="1797"/>
                  </a:cubicBezTo>
                  <a:cubicBezTo>
                    <a:pt x="1259" y="1791"/>
                    <a:pt x="1247" y="1784"/>
                    <a:pt x="1228" y="1784"/>
                  </a:cubicBezTo>
                  <a:cubicBezTo>
                    <a:pt x="1208" y="1784"/>
                    <a:pt x="1152" y="1782"/>
                    <a:pt x="1148" y="1787"/>
                  </a:cubicBezTo>
                  <a:cubicBezTo>
                    <a:pt x="1143" y="1792"/>
                    <a:pt x="1136" y="1810"/>
                    <a:pt x="1130" y="1821"/>
                  </a:cubicBezTo>
                  <a:cubicBezTo>
                    <a:pt x="1123" y="1831"/>
                    <a:pt x="1122" y="1836"/>
                    <a:pt x="1105" y="1834"/>
                  </a:cubicBezTo>
                  <a:cubicBezTo>
                    <a:pt x="1088" y="1832"/>
                    <a:pt x="1050" y="1837"/>
                    <a:pt x="1063" y="1826"/>
                  </a:cubicBezTo>
                  <a:cubicBezTo>
                    <a:pt x="1076" y="1815"/>
                    <a:pt x="1087" y="1818"/>
                    <a:pt x="1084" y="1808"/>
                  </a:cubicBezTo>
                  <a:cubicBezTo>
                    <a:pt x="1082" y="1799"/>
                    <a:pt x="1077" y="1793"/>
                    <a:pt x="1069" y="1798"/>
                  </a:cubicBezTo>
                  <a:cubicBezTo>
                    <a:pt x="1062" y="1802"/>
                    <a:pt x="1058" y="1790"/>
                    <a:pt x="1060" y="1783"/>
                  </a:cubicBezTo>
                  <a:cubicBezTo>
                    <a:pt x="1062" y="1775"/>
                    <a:pt x="1071" y="1770"/>
                    <a:pt x="1067" y="1761"/>
                  </a:cubicBezTo>
                  <a:cubicBezTo>
                    <a:pt x="1064" y="1752"/>
                    <a:pt x="1057" y="1748"/>
                    <a:pt x="1049" y="1751"/>
                  </a:cubicBezTo>
                  <a:cubicBezTo>
                    <a:pt x="1041" y="1754"/>
                    <a:pt x="1036" y="1759"/>
                    <a:pt x="1024" y="1758"/>
                  </a:cubicBezTo>
                  <a:cubicBezTo>
                    <a:pt x="1011" y="1757"/>
                    <a:pt x="1008" y="1756"/>
                    <a:pt x="1008" y="1762"/>
                  </a:cubicBezTo>
                  <a:cubicBezTo>
                    <a:pt x="1008" y="1769"/>
                    <a:pt x="1005" y="1771"/>
                    <a:pt x="1013" y="1772"/>
                  </a:cubicBezTo>
                  <a:cubicBezTo>
                    <a:pt x="1021" y="1774"/>
                    <a:pt x="1024" y="1780"/>
                    <a:pt x="1021" y="1787"/>
                  </a:cubicBezTo>
                  <a:cubicBezTo>
                    <a:pt x="1019" y="1794"/>
                    <a:pt x="1004" y="1783"/>
                    <a:pt x="1003" y="1795"/>
                  </a:cubicBezTo>
                  <a:cubicBezTo>
                    <a:pt x="1003" y="1806"/>
                    <a:pt x="1003" y="1836"/>
                    <a:pt x="989" y="1834"/>
                  </a:cubicBezTo>
                  <a:cubicBezTo>
                    <a:pt x="976" y="1833"/>
                    <a:pt x="945" y="1826"/>
                    <a:pt x="933" y="1805"/>
                  </a:cubicBezTo>
                  <a:cubicBezTo>
                    <a:pt x="922" y="1784"/>
                    <a:pt x="911" y="1785"/>
                    <a:pt x="906" y="1769"/>
                  </a:cubicBezTo>
                  <a:cubicBezTo>
                    <a:pt x="901" y="1753"/>
                    <a:pt x="899" y="1742"/>
                    <a:pt x="887" y="1732"/>
                  </a:cubicBezTo>
                  <a:cubicBezTo>
                    <a:pt x="876" y="1722"/>
                    <a:pt x="864" y="1712"/>
                    <a:pt x="856" y="1709"/>
                  </a:cubicBezTo>
                  <a:cubicBezTo>
                    <a:pt x="847" y="1707"/>
                    <a:pt x="844" y="1704"/>
                    <a:pt x="837" y="1699"/>
                  </a:cubicBezTo>
                  <a:cubicBezTo>
                    <a:pt x="829" y="1694"/>
                    <a:pt x="821" y="1684"/>
                    <a:pt x="816" y="1692"/>
                  </a:cubicBezTo>
                  <a:cubicBezTo>
                    <a:pt x="810" y="1701"/>
                    <a:pt x="807" y="1705"/>
                    <a:pt x="814" y="1706"/>
                  </a:cubicBezTo>
                  <a:cubicBezTo>
                    <a:pt x="820" y="1707"/>
                    <a:pt x="821" y="1707"/>
                    <a:pt x="821" y="1717"/>
                  </a:cubicBezTo>
                  <a:cubicBezTo>
                    <a:pt x="821" y="1726"/>
                    <a:pt x="835" y="1726"/>
                    <a:pt x="834" y="1735"/>
                  </a:cubicBezTo>
                  <a:cubicBezTo>
                    <a:pt x="832" y="1745"/>
                    <a:pt x="825" y="1742"/>
                    <a:pt x="816" y="1742"/>
                  </a:cubicBezTo>
                  <a:cubicBezTo>
                    <a:pt x="808" y="1742"/>
                    <a:pt x="809" y="1742"/>
                    <a:pt x="807" y="1752"/>
                  </a:cubicBezTo>
                  <a:cubicBezTo>
                    <a:pt x="805" y="1763"/>
                    <a:pt x="804" y="1776"/>
                    <a:pt x="795" y="1779"/>
                  </a:cubicBezTo>
                  <a:cubicBezTo>
                    <a:pt x="786" y="1782"/>
                    <a:pt x="778" y="1793"/>
                    <a:pt x="773" y="1798"/>
                  </a:cubicBezTo>
                  <a:cubicBezTo>
                    <a:pt x="768" y="1804"/>
                    <a:pt x="762" y="1800"/>
                    <a:pt x="762" y="1791"/>
                  </a:cubicBezTo>
                  <a:cubicBezTo>
                    <a:pt x="762" y="1783"/>
                    <a:pt x="771" y="1775"/>
                    <a:pt x="762" y="1775"/>
                  </a:cubicBezTo>
                  <a:cubicBezTo>
                    <a:pt x="753" y="1775"/>
                    <a:pt x="753" y="1788"/>
                    <a:pt x="739" y="1786"/>
                  </a:cubicBezTo>
                  <a:cubicBezTo>
                    <a:pt x="725" y="1785"/>
                    <a:pt x="721" y="1794"/>
                    <a:pt x="710" y="1793"/>
                  </a:cubicBezTo>
                  <a:cubicBezTo>
                    <a:pt x="698" y="1793"/>
                    <a:pt x="695" y="1794"/>
                    <a:pt x="688" y="1802"/>
                  </a:cubicBezTo>
                  <a:cubicBezTo>
                    <a:pt x="681" y="1810"/>
                    <a:pt x="675" y="1816"/>
                    <a:pt x="670" y="1823"/>
                  </a:cubicBezTo>
                  <a:cubicBezTo>
                    <a:pt x="665" y="1829"/>
                    <a:pt x="666" y="1832"/>
                    <a:pt x="652" y="1833"/>
                  </a:cubicBezTo>
                  <a:cubicBezTo>
                    <a:pt x="639" y="1835"/>
                    <a:pt x="629" y="1837"/>
                    <a:pt x="624" y="1834"/>
                  </a:cubicBezTo>
                  <a:cubicBezTo>
                    <a:pt x="619" y="1831"/>
                    <a:pt x="609" y="1828"/>
                    <a:pt x="601" y="1828"/>
                  </a:cubicBezTo>
                  <a:cubicBezTo>
                    <a:pt x="594" y="1828"/>
                    <a:pt x="587" y="1828"/>
                    <a:pt x="586" y="1837"/>
                  </a:cubicBezTo>
                  <a:cubicBezTo>
                    <a:pt x="586" y="1846"/>
                    <a:pt x="586" y="1855"/>
                    <a:pt x="574" y="1855"/>
                  </a:cubicBezTo>
                  <a:cubicBezTo>
                    <a:pt x="563" y="1855"/>
                    <a:pt x="553" y="1860"/>
                    <a:pt x="546" y="1862"/>
                  </a:cubicBezTo>
                  <a:cubicBezTo>
                    <a:pt x="539" y="1864"/>
                    <a:pt x="538" y="1866"/>
                    <a:pt x="533" y="1871"/>
                  </a:cubicBezTo>
                  <a:cubicBezTo>
                    <a:pt x="529" y="1875"/>
                    <a:pt x="520" y="1884"/>
                    <a:pt x="528" y="1888"/>
                  </a:cubicBezTo>
                  <a:cubicBezTo>
                    <a:pt x="535" y="1892"/>
                    <a:pt x="537" y="1897"/>
                    <a:pt x="527" y="1898"/>
                  </a:cubicBezTo>
                  <a:cubicBezTo>
                    <a:pt x="517" y="1899"/>
                    <a:pt x="494" y="1908"/>
                    <a:pt x="495" y="1896"/>
                  </a:cubicBezTo>
                  <a:cubicBezTo>
                    <a:pt x="495" y="1885"/>
                    <a:pt x="510" y="1886"/>
                    <a:pt x="511" y="1876"/>
                  </a:cubicBezTo>
                  <a:cubicBezTo>
                    <a:pt x="513" y="1867"/>
                    <a:pt x="526" y="1869"/>
                    <a:pt x="528" y="1860"/>
                  </a:cubicBezTo>
                  <a:cubicBezTo>
                    <a:pt x="530" y="1851"/>
                    <a:pt x="557" y="1854"/>
                    <a:pt x="561" y="1845"/>
                  </a:cubicBezTo>
                  <a:cubicBezTo>
                    <a:pt x="564" y="1836"/>
                    <a:pt x="575" y="1836"/>
                    <a:pt x="579" y="1827"/>
                  </a:cubicBezTo>
                  <a:cubicBezTo>
                    <a:pt x="584" y="1818"/>
                    <a:pt x="601" y="1817"/>
                    <a:pt x="612" y="1817"/>
                  </a:cubicBezTo>
                  <a:cubicBezTo>
                    <a:pt x="624" y="1817"/>
                    <a:pt x="647" y="1822"/>
                    <a:pt x="654" y="1812"/>
                  </a:cubicBezTo>
                  <a:cubicBezTo>
                    <a:pt x="660" y="1802"/>
                    <a:pt x="674" y="1788"/>
                    <a:pt x="689" y="1785"/>
                  </a:cubicBezTo>
                  <a:cubicBezTo>
                    <a:pt x="704" y="1783"/>
                    <a:pt x="715" y="1775"/>
                    <a:pt x="725" y="1772"/>
                  </a:cubicBezTo>
                  <a:cubicBezTo>
                    <a:pt x="734" y="1770"/>
                    <a:pt x="739" y="1761"/>
                    <a:pt x="738" y="1754"/>
                  </a:cubicBezTo>
                  <a:cubicBezTo>
                    <a:pt x="738" y="1747"/>
                    <a:pt x="740" y="1745"/>
                    <a:pt x="728" y="1741"/>
                  </a:cubicBezTo>
                  <a:cubicBezTo>
                    <a:pt x="717" y="1737"/>
                    <a:pt x="725" y="1748"/>
                    <a:pt x="711" y="1750"/>
                  </a:cubicBezTo>
                  <a:cubicBezTo>
                    <a:pt x="697" y="1752"/>
                    <a:pt x="685" y="1752"/>
                    <a:pt x="670" y="1751"/>
                  </a:cubicBezTo>
                  <a:cubicBezTo>
                    <a:pt x="655" y="1750"/>
                    <a:pt x="644" y="1756"/>
                    <a:pt x="642" y="1764"/>
                  </a:cubicBezTo>
                  <a:cubicBezTo>
                    <a:pt x="641" y="1772"/>
                    <a:pt x="643" y="1775"/>
                    <a:pt x="629" y="1775"/>
                  </a:cubicBezTo>
                  <a:cubicBezTo>
                    <a:pt x="616" y="1774"/>
                    <a:pt x="614" y="1769"/>
                    <a:pt x="602" y="1778"/>
                  </a:cubicBezTo>
                  <a:cubicBezTo>
                    <a:pt x="591" y="1786"/>
                    <a:pt x="591" y="1791"/>
                    <a:pt x="574" y="1791"/>
                  </a:cubicBezTo>
                  <a:cubicBezTo>
                    <a:pt x="558" y="1791"/>
                    <a:pt x="547" y="1796"/>
                    <a:pt x="538" y="1800"/>
                  </a:cubicBezTo>
                  <a:cubicBezTo>
                    <a:pt x="530" y="1803"/>
                    <a:pt x="516" y="1798"/>
                    <a:pt x="515" y="1809"/>
                  </a:cubicBezTo>
                  <a:cubicBezTo>
                    <a:pt x="513" y="1821"/>
                    <a:pt x="510" y="1828"/>
                    <a:pt x="495" y="1831"/>
                  </a:cubicBezTo>
                  <a:cubicBezTo>
                    <a:pt x="480" y="1834"/>
                    <a:pt x="472" y="1834"/>
                    <a:pt x="471" y="1841"/>
                  </a:cubicBezTo>
                  <a:cubicBezTo>
                    <a:pt x="470" y="1847"/>
                    <a:pt x="462" y="1848"/>
                    <a:pt x="457" y="1843"/>
                  </a:cubicBezTo>
                  <a:cubicBezTo>
                    <a:pt x="452" y="1838"/>
                    <a:pt x="455" y="1833"/>
                    <a:pt x="462" y="1826"/>
                  </a:cubicBezTo>
                  <a:cubicBezTo>
                    <a:pt x="470" y="1818"/>
                    <a:pt x="475" y="1810"/>
                    <a:pt x="462" y="1811"/>
                  </a:cubicBezTo>
                  <a:cubicBezTo>
                    <a:pt x="450" y="1812"/>
                    <a:pt x="448" y="1815"/>
                    <a:pt x="443" y="1808"/>
                  </a:cubicBezTo>
                  <a:cubicBezTo>
                    <a:pt x="438" y="1801"/>
                    <a:pt x="427" y="1788"/>
                    <a:pt x="424" y="1797"/>
                  </a:cubicBezTo>
                  <a:cubicBezTo>
                    <a:pt x="422" y="1805"/>
                    <a:pt x="427" y="1821"/>
                    <a:pt x="410" y="1823"/>
                  </a:cubicBezTo>
                  <a:cubicBezTo>
                    <a:pt x="394" y="1826"/>
                    <a:pt x="373" y="1823"/>
                    <a:pt x="366" y="1829"/>
                  </a:cubicBezTo>
                  <a:cubicBezTo>
                    <a:pt x="358" y="1836"/>
                    <a:pt x="353" y="1845"/>
                    <a:pt x="342" y="1845"/>
                  </a:cubicBezTo>
                  <a:cubicBezTo>
                    <a:pt x="331" y="1845"/>
                    <a:pt x="322" y="1858"/>
                    <a:pt x="328" y="1863"/>
                  </a:cubicBezTo>
                  <a:cubicBezTo>
                    <a:pt x="335" y="1868"/>
                    <a:pt x="333" y="1884"/>
                    <a:pt x="344" y="1886"/>
                  </a:cubicBezTo>
                  <a:cubicBezTo>
                    <a:pt x="355" y="1888"/>
                    <a:pt x="361" y="1889"/>
                    <a:pt x="361" y="1896"/>
                  </a:cubicBezTo>
                  <a:cubicBezTo>
                    <a:pt x="361" y="1904"/>
                    <a:pt x="366" y="1914"/>
                    <a:pt x="348" y="1907"/>
                  </a:cubicBezTo>
                  <a:cubicBezTo>
                    <a:pt x="330" y="1899"/>
                    <a:pt x="334" y="1893"/>
                    <a:pt x="326" y="1892"/>
                  </a:cubicBezTo>
                  <a:cubicBezTo>
                    <a:pt x="317" y="1891"/>
                    <a:pt x="312" y="1897"/>
                    <a:pt x="293" y="1896"/>
                  </a:cubicBezTo>
                  <a:cubicBezTo>
                    <a:pt x="293" y="1896"/>
                    <a:pt x="268" y="1889"/>
                    <a:pt x="252" y="1885"/>
                  </a:cubicBezTo>
                  <a:cubicBezTo>
                    <a:pt x="236" y="1880"/>
                    <a:pt x="222" y="1880"/>
                    <a:pt x="208" y="1871"/>
                  </a:cubicBezTo>
                  <a:cubicBezTo>
                    <a:pt x="193" y="1861"/>
                    <a:pt x="160" y="1849"/>
                    <a:pt x="146" y="1842"/>
                  </a:cubicBezTo>
                  <a:cubicBezTo>
                    <a:pt x="132" y="1835"/>
                    <a:pt x="121" y="1826"/>
                    <a:pt x="128" y="1821"/>
                  </a:cubicBezTo>
                  <a:cubicBezTo>
                    <a:pt x="134" y="1817"/>
                    <a:pt x="139" y="1810"/>
                    <a:pt x="134" y="1807"/>
                  </a:cubicBezTo>
                  <a:cubicBezTo>
                    <a:pt x="128" y="1804"/>
                    <a:pt x="119" y="1801"/>
                    <a:pt x="116" y="1807"/>
                  </a:cubicBezTo>
                  <a:cubicBezTo>
                    <a:pt x="112" y="1814"/>
                    <a:pt x="106" y="1821"/>
                    <a:pt x="94" y="1817"/>
                  </a:cubicBezTo>
                  <a:cubicBezTo>
                    <a:pt x="81" y="1812"/>
                    <a:pt x="81" y="1813"/>
                    <a:pt x="58" y="1811"/>
                  </a:cubicBezTo>
                  <a:cubicBezTo>
                    <a:pt x="34" y="1809"/>
                    <a:pt x="17" y="1807"/>
                    <a:pt x="4" y="1805"/>
                  </a:cubicBezTo>
                  <a:cubicBezTo>
                    <a:pt x="3" y="1805"/>
                    <a:pt x="1" y="1804"/>
                    <a:pt x="0" y="1804"/>
                  </a:cubicBezTo>
                  <a:cubicBezTo>
                    <a:pt x="2" y="2768"/>
                    <a:pt x="2" y="2768"/>
                    <a:pt x="2" y="2768"/>
                  </a:cubicBezTo>
                  <a:cubicBezTo>
                    <a:pt x="2" y="2768"/>
                    <a:pt x="9" y="2775"/>
                    <a:pt x="12" y="2780"/>
                  </a:cubicBezTo>
                  <a:cubicBezTo>
                    <a:pt x="15" y="2786"/>
                    <a:pt x="21" y="2790"/>
                    <a:pt x="27" y="2790"/>
                  </a:cubicBezTo>
                  <a:cubicBezTo>
                    <a:pt x="32" y="2790"/>
                    <a:pt x="41" y="2776"/>
                    <a:pt x="49" y="2783"/>
                  </a:cubicBezTo>
                  <a:cubicBezTo>
                    <a:pt x="57" y="2790"/>
                    <a:pt x="64" y="2792"/>
                    <a:pt x="72" y="2789"/>
                  </a:cubicBezTo>
                  <a:cubicBezTo>
                    <a:pt x="80" y="2786"/>
                    <a:pt x="80" y="2776"/>
                    <a:pt x="97" y="2777"/>
                  </a:cubicBezTo>
                  <a:cubicBezTo>
                    <a:pt x="114" y="2778"/>
                    <a:pt x="123" y="2775"/>
                    <a:pt x="122" y="2789"/>
                  </a:cubicBezTo>
                  <a:cubicBezTo>
                    <a:pt x="122" y="2803"/>
                    <a:pt x="128" y="2817"/>
                    <a:pt x="139" y="2817"/>
                  </a:cubicBezTo>
                  <a:cubicBezTo>
                    <a:pt x="151" y="2817"/>
                    <a:pt x="162" y="2835"/>
                    <a:pt x="174" y="2843"/>
                  </a:cubicBezTo>
                  <a:cubicBezTo>
                    <a:pt x="185" y="2852"/>
                    <a:pt x="211" y="2863"/>
                    <a:pt x="219" y="2879"/>
                  </a:cubicBezTo>
                  <a:cubicBezTo>
                    <a:pt x="227" y="2894"/>
                    <a:pt x="232" y="2909"/>
                    <a:pt x="238" y="2911"/>
                  </a:cubicBezTo>
                  <a:cubicBezTo>
                    <a:pt x="244" y="2912"/>
                    <a:pt x="247" y="2909"/>
                    <a:pt x="250" y="2903"/>
                  </a:cubicBezTo>
                  <a:cubicBezTo>
                    <a:pt x="253" y="2897"/>
                    <a:pt x="259" y="2892"/>
                    <a:pt x="269" y="2891"/>
                  </a:cubicBezTo>
                  <a:cubicBezTo>
                    <a:pt x="280" y="2891"/>
                    <a:pt x="298" y="2883"/>
                    <a:pt x="298" y="2875"/>
                  </a:cubicBezTo>
                  <a:cubicBezTo>
                    <a:pt x="298" y="2867"/>
                    <a:pt x="298" y="2845"/>
                    <a:pt x="314" y="2844"/>
                  </a:cubicBezTo>
                  <a:cubicBezTo>
                    <a:pt x="330" y="2843"/>
                    <a:pt x="337" y="2839"/>
                    <a:pt x="343" y="2835"/>
                  </a:cubicBezTo>
                  <a:cubicBezTo>
                    <a:pt x="349" y="2830"/>
                    <a:pt x="375" y="2829"/>
                    <a:pt x="381" y="2845"/>
                  </a:cubicBezTo>
                  <a:cubicBezTo>
                    <a:pt x="387" y="2860"/>
                    <a:pt x="387" y="2875"/>
                    <a:pt x="396" y="2879"/>
                  </a:cubicBezTo>
                  <a:cubicBezTo>
                    <a:pt x="405" y="2883"/>
                    <a:pt x="423" y="2889"/>
                    <a:pt x="425" y="2903"/>
                  </a:cubicBezTo>
                  <a:cubicBezTo>
                    <a:pt x="426" y="2917"/>
                    <a:pt x="443" y="2925"/>
                    <a:pt x="459" y="2929"/>
                  </a:cubicBezTo>
                  <a:cubicBezTo>
                    <a:pt x="474" y="2933"/>
                    <a:pt x="491" y="2955"/>
                    <a:pt x="501" y="2972"/>
                  </a:cubicBezTo>
                  <a:cubicBezTo>
                    <a:pt x="510" y="2989"/>
                    <a:pt x="533" y="3030"/>
                    <a:pt x="545" y="3041"/>
                  </a:cubicBezTo>
                  <a:cubicBezTo>
                    <a:pt x="557" y="3051"/>
                    <a:pt x="564" y="3061"/>
                    <a:pt x="566" y="3077"/>
                  </a:cubicBezTo>
                  <a:cubicBezTo>
                    <a:pt x="568" y="3093"/>
                    <a:pt x="589" y="3120"/>
                    <a:pt x="602" y="3128"/>
                  </a:cubicBezTo>
                  <a:cubicBezTo>
                    <a:pt x="615" y="3136"/>
                    <a:pt x="643" y="3145"/>
                    <a:pt x="661" y="3153"/>
                  </a:cubicBezTo>
                  <a:cubicBezTo>
                    <a:pt x="679" y="3161"/>
                    <a:pt x="707" y="3167"/>
                    <a:pt x="705" y="3196"/>
                  </a:cubicBezTo>
                  <a:cubicBezTo>
                    <a:pt x="705" y="3210"/>
                    <a:pt x="704" y="3216"/>
                    <a:pt x="703" y="3220"/>
                  </a:cubicBezTo>
                  <a:cubicBezTo>
                    <a:pt x="708" y="3221"/>
                    <a:pt x="713" y="3225"/>
                    <a:pt x="713" y="3236"/>
                  </a:cubicBezTo>
                  <a:cubicBezTo>
                    <a:pt x="713" y="3248"/>
                    <a:pt x="711" y="3264"/>
                    <a:pt x="702" y="3270"/>
                  </a:cubicBezTo>
                  <a:cubicBezTo>
                    <a:pt x="693" y="3276"/>
                    <a:pt x="682" y="3297"/>
                    <a:pt x="679" y="3302"/>
                  </a:cubicBezTo>
                  <a:cubicBezTo>
                    <a:pt x="675" y="3306"/>
                    <a:pt x="676" y="3309"/>
                    <a:pt x="685" y="3319"/>
                  </a:cubicBezTo>
                  <a:cubicBezTo>
                    <a:pt x="693" y="3329"/>
                    <a:pt x="697" y="3333"/>
                    <a:pt x="697" y="3343"/>
                  </a:cubicBezTo>
                  <a:cubicBezTo>
                    <a:pt x="698" y="3352"/>
                    <a:pt x="708" y="3365"/>
                    <a:pt x="699" y="3360"/>
                  </a:cubicBezTo>
                  <a:cubicBezTo>
                    <a:pt x="690" y="3356"/>
                    <a:pt x="691" y="3347"/>
                    <a:pt x="684" y="3347"/>
                  </a:cubicBezTo>
                  <a:cubicBezTo>
                    <a:pt x="677" y="3347"/>
                    <a:pt x="660" y="3356"/>
                    <a:pt x="672" y="3363"/>
                  </a:cubicBezTo>
                  <a:cubicBezTo>
                    <a:pt x="683" y="3369"/>
                    <a:pt x="692" y="3372"/>
                    <a:pt x="689" y="3379"/>
                  </a:cubicBezTo>
                  <a:cubicBezTo>
                    <a:pt x="687" y="3387"/>
                    <a:pt x="667" y="3379"/>
                    <a:pt x="675" y="3393"/>
                  </a:cubicBezTo>
                  <a:cubicBezTo>
                    <a:pt x="683" y="3407"/>
                    <a:pt x="690" y="3402"/>
                    <a:pt x="698" y="3416"/>
                  </a:cubicBezTo>
                  <a:cubicBezTo>
                    <a:pt x="706" y="3430"/>
                    <a:pt x="727" y="3436"/>
                    <a:pt x="728" y="3427"/>
                  </a:cubicBezTo>
                  <a:cubicBezTo>
                    <a:pt x="729" y="3419"/>
                    <a:pt x="742" y="3420"/>
                    <a:pt x="744" y="3412"/>
                  </a:cubicBezTo>
                  <a:cubicBezTo>
                    <a:pt x="747" y="3405"/>
                    <a:pt x="757" y="3399"/>
                    <a:pt x="757" y="3407"/>
                  </a:cubicBezTo>
                  <a:cubicBezTo>
                    <a:pt x="758" y="3415"/>
                    <a:pt x="754" y="3423"/>
                    <a:pt x="762" y="3424"/>
                  </a:cubicBezTo>
                  <a:cubicBezTo>
                    <a:pt x="770" y="3426"/>
                    <a:pt x="769" y="3431"/>
                    <a:pt x="765" y="3443"/>
                  </a:cubicBezTo>
                  <a:cubicBezTo>
                    <a:pt x="761" y="3455"/>
                    <a:pt x="752" y="3465"/>
                    <a:pt x="758" y="3471"/>
                  </a:cubicBezTo>
                  <a:cubicBezTo>
                    <a:pt x="764" y="3477"/>
                    <a:pt x="776" y="3491"/>
                    <a:pt x="778" y="3482"/>
                  </a:cubicBezTo>
                  <a:cubicBezTo>
                    <a:pt x="779" y="3473"/>
                    <a:pt x="781" y="3468"/>
                    <a:pt x="788" y="3468"/>
                  </a:cubicBezTo>
                  <a:cubicBezTo>
                    <a:pt x="795" y="3469"/>
                    <a:pt x="797" y="3466"/>
                    <a:pt x="800" y="3463"/>
                  </a:cubicBezTo>
                  <a:cubicBezTo>
                    <a:pt x="803" y="3460"/>
                    <a:pt x="811" y="3457"/>
                    <a:pt x="806" y="3466"/>
                  </a:cubicBezTo>
                  <a:cubicBezTo>
                    <a:pt x="801" y="3475"/>
                    <a:pt x="800" y="3483"/>
                    <a:pt x="793" y="3485"/>
                  </a:cubicBezTo>
                  <a:cubicBezTo>
                    <a:pt x="786" y="3488"/>
                    <a:pt x="786" y="3491"/>
                    <a:pt x="790" y="3498"/>
                  </a:cubicBezTo>
                  <a:cubicBezTo>
                    <a:pt x="794" y="3505"/>
                    <a:pt x="800" y="3500"/>
                    <a:pt x="804" y="3493"/>
                  </a:cubicBezTo>
                  <a:cubicBezTo>
                    <a:pt x="809" y="3486"/>
                    <a:pt x="815" y="3478"/>
                    <a:pt x="821" y="3484"/>
                  </a:cubicBezTo>
                  <a:cubicBezTo>
                    <a:pt x="826" y="3491"/>
                    <a:pt x="820" y="3498"/>
                    <a:pt x="829" y="3499"/>
                  </a:cubicBezTo>
                  <a:cubicBezTo>
                    <a:pt x="837" y="3501"/>
                    <a:pt x="842" y="3509"/>
                    <a:pt x="851" y="3504"/>
                  </a:cubicBezTo>
                  <a:cubicBezTo>
                    <a:pt x="859" y="3499"/>
                    <a:pt x="866" y="3497"/>
                    <a:pt x="866" y="3503"/>
                  </a:cubicBezTo>
                  <a:cubicBezTo>
                    <a:pt x="866" y="3510"/>
                    <a:pt x="855" y="3517"/>
                    <a:pt x="847" y="3517"/>
                  </a:cubicBezTo>
                  <a:cubicBezTo>
                    <a:pt x="839" y="3517"/>
                    <a:pt x="845" y="3523"/>
                    <a:pt x="836" y="3525"/>
                  </a:cubicBezTo>
                  <a:cubicBezTo>
                    <a:pt x="827" y="3527"/>
                    <a:pt x="816" y="3535"/>
                    <a:pt x="823" y="3542"/>
                  </a:cubicBezTo>
                  <a:cubicBezTo>
                    <a:pt x="830" y="3548"/>
                    <a:pt x="829" y="3550"/>
                    <a:pt x="831" y="3562"/>
                  </a:cubicBezTo>
                  <a:cubicBezTo>
                    <a:pt x="833" y="3575"/>
                    <a:pt x="840" y="3584"/>
                    <a:pt x="845" y="3579"/>
                  </a:cubicBezTo>
                  <a:cubicBezTo>
                    <a:pt x="850" y="3574"/>
                    <a:pt x="862" y="3561"/>
                    <a:pt x="859" y="3578"/>
                  </a:cubicBezTo>
                  <a:cubicBezTo>
                    <a:pt x="857" y="3596"/>
                    <a:pt x="852" y="3609"/>
                    <a:pt x="865" y="3609"/>
                  </a:cubicBezTo>
                  <a:cubicBezTo>
                    <a:pt x="877" y="3609"/>
                    <a:pt x="872" y="3624"/>
                    <a:pt x="883" y="3624"/>
                  </a:cubicBezTo>
                  <a:cubicBezTo>
                    <a:pt x="894" y="3624"/>
                    <a:pt x="910" y="3623"/>
                    <a:pt x="921" y="3626"/>
                  </a:cubicBezTo>
                  <a:cubicBezTo>
                    <a:pt x="931" y="3629"/>
                    <a:pt x="940" y="3628"/>
                    <a:pt x="942" y="3634"/>
                  </a:cubicBezTo>
                  <a:cubicBezTo>
                    <a:pt x="944" y="3640"/>
                    <a:pt x="958" y="3651"/>
                    <a:pt x="935" y="3650"/>
                  </a:cubicBezTo>
                  <a:cubicBezTo>
                    <a:pt x="911" y="3649"/>
                    <a:pt x="900" y="3648"/>
                    <a:pt x="890" y="3644"/>
                  </a:cubicBezTo>
                  <a:cubicBezTo>
                    <a:pt x="880" y="3639"/>
                    <a:pt x="868" y="3627"/>
                    <a:pt x="860" y="3626"/>
                  </a:cubicBezTo>
                  <a:cubicBezTo>
                    <a:pt x="851" y="3625"/>
                    <a:pt x="844" y="3625"/>
                    <a:pt x="830" y="3625"/>
                  </a:cubicBezTo>
                  <a:cubicBezTo>
                    <a:pt x="817" y="3625"/>
                    <a:pt x="815" y="3634"/>
                    <a:pt x="817" y="3641"/>
                  </a:cubicBezTo>
                  <a:cubicBezTo>
                    <a:pt x="818" y="3648"/>
                    <a:pt x="818" y="3651"/>
                    <a:pt x="826" y="3654"/>
                  </a:cubicBezTo>
                  <a:cubicBezTo>
                    <a:pt x="834" y="3656"/>
                    <a:pt x="835" y="3660"/>
                    <a:pt x="840" y="3669"/>
                  </a:cubicBezTo>
                  <a:cubicBezTo>
                    <a:pt x="846" y="3678"/>
                    <a:pt x="850" y="3674"/>
                    <a:pt x="850" y="3683"/>
                  </a:cubicBezTo>
                  <a:cubicBezTo>
                    <a:pt x="849" y="3692"/>
                    <a:pt x="858" y="3694"/>
                    <a:pt x="863" y="3694"/>
                  </a:cubicBezTo>
                  <a:cubicBezTo>
                    <a:pt x="868" y="3694"/>
                    <a:pt x="872" y="3692"/>
                    <a:pt x="877" y="3698"/>
                  </a:cubicBezTo>
                  <a:cubicBezTo>
                    <a:pt x="882" y="3703"/>
                    <a:pt x="887" y="3700"/>
                    <a:pt x="892" y="3708"/>
                  </a:cubicBezTo>
                  <a:cubicBezTo>
                    <a:pt x="897" y="3716"/>
                    <a:pt x="904" y="3713"/>
                    <a:pt x="907" y="3720"/>
                  </a:cubicBezTo>
                  <a:cubicBezTo>
                    <a:pt x="909" y="3727"/>
                    <a:pt x="914" y="3732"/>
                    <a:pt x="921" y="3732"/>
                  </a:cubicBezTo>
                  <a:cubicBezTo>
                    <a:pt x="927" y="3732"/>
                    <a:pt x="929" y="3735"/>
                    <a:pt x="929" y="3740"/>
                  </a:cubicBezTo>
                  <a:cubicBezTo>
                    <a:pt x="929" y="3745"/>
                    <a:pt x="929" y="3749"/>
                    <a:pt x="940" y="3750"/>
                  </a:cubicBezTo>
                  <a:cubicBezTo>
                    <a:pt x="952" y="3752"/>
                    <a:pt x="957" y="3746"/>
                    <a:pt x="966" y="3753"/>
                  </a:cubicBezTo>
                  <a:cubicBezTo>
                    <a:pt x="974" y="3760"/>
                    <a:pt x="984" y="3758"/>
                    <a:pt x="979" y="3767"/>
                  </a:cubicBezTo>
                  <a:cubicBezTo>
                    <a:pt x="973" y="3775"/>
                    <a:pt x="976" y="3782"/>
                    <a:pt x="989" y="3785"/>
                  </a:cubicBezTo>
                  <a:cubicBezTo>
                    <a:pt x="1003" y="3788"/>
                    <a:pt x="1021" y="3791"/>
                    <a:pt x="1023" y="3797"/>
                  </a:cubicBezTo>
                  <a:cubicBezTo>
                    <a:pt x="1025" y="3804"/>
                    <a:pt x="1033" y="3813"/>
                    <a:pt x="1039" y="3815"/>
                  </a:cubicBezTo>
                  <a:cubicBezTo>
                    <a:pt x="1043" y="3816"/>
                    <a:pt x="1043" y="3820"/>
                    <a:pt x="1044" y="3825"/>
                  </a:cubicBezTo>
                  <a:cubicBezTo>
                    <a:pt x="1049" y="3826"/>
                    <a:pt x="1056" y="3827"/>
                    <a:pt x="1062" y="3831"/>
                  </a:cubicBezTo>
                  <a:cubicBezTo>
                    <a:pt x="1075" y="3839"/>
                    <a:pt x="1090" y="3844"/>
                    <a:pt x="1100" y="3845"/>
                  </a:cubicBezTo>
                  <a:cubicBezTo>
                    <a:pt x="1110" y="3846"/>
                    <a:pt x="1135" y="3849"/>
                    <a:pt x="1140" y="3839"/>
                  </a:cubicBezTo>
                  <a:cubicBezTo>
                    <a:pt x="1145" y="3829"/>
                    <a:pt x="1145" y="3824"/>
                    <a:pt x="1138" y="3818"/>
                  </a:cubicBezTo>
                  <a:cubicBezTo>
                    <a:pt x="1135" y="3815"/>
                    <a:pt x="1135" y="3813"/>
                    <a:pt x="1137" y="3812"/>
                  </a:cubicBezTo>
                  <a:cubicBezTo>
                    <a:pt x="1135" y="3811"/>
                    <a:pt x="1133" y="3809"/>
                    <a:pt x="1130" y="3808"/>
                  </a:cubicBezTo>
                  <a:cubicBezTo>
                    <a:pt x="1125" y="3806"/>
                    <a:pt x="1123" y="3798"/>
                    <a:pt x="1120" y="3795"/>
                  </a:cubicBezTo>
                  <a:cubicBezTo>
                    <a:pt x="1119" y="3794"/>
                    <a:pt x="1118" y="3792"/>
                    <a:pt x="1118" y="3790"/>
                  </a:cubicBezTo>
                  <a:cubicBezTo>
                    <a:pt x="1118" y="3789"/>
                    <a:pt x="1118" y="3786"/>
                    <a:pt x="1118" y="3785"/>
                  </a:cubicBezTo>
                  <a:cubicBezTo>
                    <a:pt x="1117" y="3785"/>
                    <a:pt x="1116" y="3785"/>
                    <a:pt x="1115" y="3785"/>
                  </a:cubicBezTo>
                  <a:cubicBezTo>
                    <a:pt x="1114" y="3784"/>
                    <a:pt x="1112" y="3784"/>
                    <a:pt x="1110" y="3784"/>
                  </a:cubicBezTo>
                  <a:cubicBezTo>
                    <a:pt x="1101" y="3783"/>
                    <a:pt x="1104" y="3782"/>
                    <a:pt x="1103" y="3775"/>
                  </a:cubicBezTo>
                  <a:cubicBezTo>
                    <a:pt x="1103" y="3768"/>
                    <a:pt x="1095" y="3765"/>
                    <a:pt x="1091" y="3758"/>
                  </a:cubicBezTo>
                  <a:cubicBezTo>
                    <a:pt x="1086" y="3751"/>
                    <a:pt x="1076" y="3748"/>
                    <a:pt x="1064" y="3746"/>
                  </a:cubicBezTo>
                  <a:cubicBezTo>
                    <a:pt x="1052" y="3744"/>
                    <a:pt x="1058" y="3746"/>
                    <a:pt x="1048" y="3737"/>
                  </a:cubicBezTo>
                  <a:cubicBezTo>
                    <a:pt x="1038" y="3728"/>
                    <a:pt x="1039" y="3734"/>
                    <a:pt x="1038" y="3722"/>
                  </a:cubicBezTo>
                  <a:cubicBezTo>
                    <a:pt x="1036" y="3711"/>
                    <a:pt x="1029" y="3714"/>
                    <a:pt x="1028" y="3705"/>
                  </a:cubicBezTo>
                  <a:cubicBezTo>
                    <a:pt x="1026" y="3697"/>
                    <a:pt x="1019" y="3698"/>
                    <a:pt x="1019" y="3691"/>
                  </a:cubicBezTo>
                  <a:cubicBezTo>
                    <a:pt x="1019" y="3684"/>
                    <a:pt x="1014" y="3684"/>
                    <a:pt x="1008" y="3684"/>
                  </a:cubicBezTo>
                  <a:cubicBezTo>
                    <a:pt x="1002" y="3685"/>
                    <a:pt x="997" y="3674"/>
                    <a:pt x="1001" y="3667"/>
                  </a:cubicBezTo>
                  <a:cubicBezTo>
                    <a:pt x="1005" y="3660"/>
                    <a:pt x="1012" y="3667"/>
                    <a:pt x="1018" y="3669"/>
                  </a:cubicBezTo>
                  <a:cubicBezTo>
                    <a:pt x="1024" y="3672"/>
                    <a:pt x="1027" y="3677"/>
                    <a:pt x="1027" y="3681"/>
                  </a:cubicBezTo>
                  <a:cubicBezTo>
                    <a:pt x="1027" y="3686"/>
                    <a:pt x="1026" y="3689"/>
                    <a:pt x="1036" y="3692"/>
                  </a:cubicBezTo>
                  <a:cubicBezTo>
                    <a:pt x="1045" y="3695"/>
                    <a:pt x="1045" y="3702"/>
                    <a:pt x="1045" y="3702"/>
                  </a:cubicBezTo>
                  <a:cubicBezTo>
                    <a:pt x="1049" y="3715"/>
                    <a:pt x="1055" y="3718"/>
                    <a:pt x="1062" y="3727"/>
                  </a:cubicBezTo>
                  <a:cubicBezTo>
                    <a:pt x="1069" y="3735"/>
                    <a:pt x="1069" y="3735"/>
                    <a:pt x="1084" y="3737"/>
                  </a:cubicBezTo>
                  <a:cubicBezTo>
                    <a:pt x="1098" y="3739"/>
                    <a:pt x="1094" y="3744"/>
                    <a:pt x="1107" y="3748"/>
                  </a:cubicBezTo>
                  <a:cubicBezTo>
                    <a:pt x="1120" y="3752"/>
                    <a:pt x="1127" y="3749"/>
                    <a:pt x="1129" y="3742"/>
                  </a:cubicBezTo>
                  <a:cubicBezTo>
                    <a:pt x="1132" y="3736"/>
                    <a:pt x="1139" y="3740"/>
                    <a:pt x="1141" y="3744"/>
                  </a:cubicBezTo>
                  <a:cubicBezTo>
                    <a:pt x="1143" y="3747"/>
                    <a:pt x="1146" y="3749"/>
                    <a:pt x="1144" y="3754"/>
                  </a:cubicBezTo>
                  <a:cubicBezTo>
                    <a:pt x="1144" y="3755"/>
                    <a:pt x="1144" y="3757"/>
                    <a:pt x="1145" y="3758"/>
                  </a:cubicBezTo>
                  <a:cubicBezTo>
                    <a:pt x="1146" y="3760"/>
                    <a:pt x="1149" y="3762"/>
                    <a:pt x="1150" y="3765"/>
                  </a:cubicBezTo>
                  <a:cubicBezTo>
                    <a:pt x="1153" y="3768"/>
                    <a:pt x="1153" y="3772"/>
                    <a:pt x="1155" y="3775"/>
                  </a:cubicBezTo>
                  <a:cubicBezTo>
                    <a:pt x="1155" y="3777"/>
                    <a:pt x="1156" y="3778"/>
                    <a:pt x="1157" y="3779"/>
                  </a:cubicBezTo>
                  <a:cubicBezTo>
                    <a:pt x="1158" y="3780"/>
                    <a:pt x="1158" y="3782"/>
                    <a:pt x="1159" y="3783"/>
                  </a:cubicBezTo>
                  <a:cubicBezTo>
                    <a:pt x="1160" y="3784"/>
                    <a:pt x="1160" y="3785"/>
                    <a:pt x="1161" y="3786"/>
                  </a:cubicBezTo>
                  <a:cubicBezTo>
                    <a:pt x="1189" y="3785"/>
                    <a:pt x="2910" y="3783"/>
                    <a:pt x="2910" y="3783"/>
                  </a:cubicBezTo>
                  <a:cubicBezTo>
                    <a:pt x="2910" y="3783"/>
                    <a:pt x="2928" y="3776"/>
                    <a:pt x="2928" y="3769"/>
                  </a:cubicBezTo>
                  <a:cubicBezTo>
                    <a:pt x="2928" y="3761"/>
                    <a:pt x="2927" y="3749"/>
                    <a:pt x="2935" y="3750"/>
                  </a:cubicBezTo>
                  <a:cubicBezTo>
                    <a:pt x="2942" y="3751"/>
                    <a:pt x="2953" y="3761"/>
                    <a:pt x="2953" y="3767"/>
                  </a:cubicBezTo>
                  <a:cubicBezTo>
                    <a:pt x="2953" y="3774"/>
                    <a:pt x="2958" y="3780"/>
                    <a:pt x="2960" y="3788"/>
                  </a:cubicBezTo>
                  <a:cubicBezTo>
                    <a:pt x="2963" y="3797"/>
                    <a:pt x="2965" y="3802"/>
                    <a:pt x="2974" y="3805"/>
                  </a:cubicBezTo>
                  <a:cubicBezTo>
                    <a:pt x="2982" y="3808"/>
                    <a:pt x="3006" y="3805"/>
                    <a:pt x="3011" y="3815"/>
                  </a:cubicBezTo>
                  <a:cubicBezTo>
                    <a:pt x="3016" y="3825"/>
                    <a:pt x="3031" y="3825"/>
                    <a:pt x="3041" y="3817"/>
                  </a:cubicBezTo>
                  <a:cubicBezTo>
                    <a:pt x="3051" y="3809"/>
                    <a:pt x="3061" y="3811"/>
                    <a:pt x="3071" y="3814"/>
                  </a:cubicBezTo>
                  <a:cubicBezTo>
                    <a:pt x="3080" y="3817"/>
                    <a:pt x="3089" y="3821"/>
                    <a:pt x="3093" y="3829"/>
                  </a:cubicBezTo>
                  <a:cubicBezTo>
                    <a:pt x="3097" y="3838"/>
                    <a:pt x="3116" y="3844"/>
                    <a:pt x="3120" y="3839"/>
                  </a:cubicBezTo>
                  <a:cubicBezTo>
                    <a:pt x="3124" y="3833"/>
                    <a:pt x="3135" y="3835"/>
                    <a:pt x="3139" y="3843"/>
                  </a:cubicBezTo>
                  <a:cubicBezTo>
                    <a:pt x="3142" y="3852"/>
                    <a:pt x="3154" y="3853"/>
                    <a:pt x="3162" y="3858"/>
                  </a:cubicBezTo>
                  <a:cubicBezTo>
                    <a:pt x="3171" y="3863"/>
                    <a:pt x="3178" y="3860"/>
                    <a:pt x="3182" y="3855"/>
                  </a:cubicBezTo>
                  <a:cubicBezTo>
                    <a:pt x="3186" y="3850"/>
                    <a:pt x="3194" y="3842"/>
                    <a:pt x="3202" y="3844"/>
                  </a:cubicBezTo>
                  <a:cubicBezTo>
                    <a:pt x="3209" y="3846"/>
                    <a:pt x="3214" y="3852"/>
                    <a:pt x="3220" y="3852"/>
                  </a:cubicBezTo>
                  <a:cubicBezTo>
                    <a:pt x="3226" y="3852"/>
                    <a:pt x="3238" y="3847"/>
                    <a:pt x="3250" y="3854"/>
                  </a:cubicBezTo>
                  <a:cubicBezTo>
                    <a:pt x="3261" y="3862"/>
                    <a:pt x="3265" y="3859"/>
                    <a:pt x="3276" y="3860"/>
                  </a:cubicBezTo>
                  <a:cubicBezTo>
                    <a:pt x="3286" y="3861"/>
                    <a:pt x="3294" y="3865"/>
                    <a:pt x="3305" y="3862"/>
                  </a:cubicBezTo>
                  <a:cubicBezTo>
                    <a:pt x="3305" y="3859"/>
                    <a:pt x="3304" y="3855"/>
                    <a:pt x="3306" y="3852"/>
                  </a:cubicBezTo>
                  <a:cubicBezTo>
                    <a:pt x="3309" y="3845"/>
                    <a:pt x="3311" y="3839"/>
                    <a:pt x="3314" y="3830"/>
                  </a:cubicBezTo>
                  <a:cubicBezTo>
                    <a:pt x="3316" y="3821"/>
                    <a:pt x="3327" y="3823"/>
                    <a:pt x="3336" y="3823"/>
                  </a:cubicBezTo>
                  <a:cubicBezTo>
                    <a:pt x="3345" y="3824"/>
                    <a:pt x="3356" y="3824"/>
                    <a:pt x="3361" y="3817"/>
                  </a:cubicBezTo>
                  <a:cubicBezTo>
                    <a:pt x="3365" y="3810"/>
                    <a:pt x="3371" y="3809"/>
                    <a:pt x="3379" y="3806"/>
                  </a:cubicBezTo>
                  <a:cubicBezTo>
                    <a:pt x="3386" y="3804"/>
                    <a:pt x="3381" y="3783"/>
                    <a:pt x="3385" y="3783"/>
                  </a:cubicBezTo>
                  <a:cubicBezTo>
                    <a:pt x="3389" y="3783"/>
                    <a:pt x="3393" y="3791"/>
                    <a:pt x="3394" y="3796"/>
                  </a:cubicBezTo>
                  <a:cubicBezTo>
                    <a:pt x="3394" y="3801"/>
                    <a:pt x="3406" y="3798"/>
                    <a:pt x="3413" y="3798"/>
                  </a:cubicBezTo>
                  <a:cubicBezTo>
                    <a:pt x="3419" y="3798"/>
                    <a:pt x="3441" y="3798"/>
                    <a:pt x="3451" y="3798"/>
                  </a:cubicBezTo>
                  <a:cubicBezTo>
                    <a:pt x="3461" y="3798"/>
                    <a:pt x="3470" y="3799"/>
                    <a:pt x="3478" y="3804"/>
                  </a:cubicBezTo>
                  <a:cubicBezTo>
                    <a:pt x="3485" y="3809"/>
                    <a:pt x="3485" y="3812"/>
                    <a:pt x="3494" y="3814"/>
                  </a:cubicBezTo>
                  <a:cubicBezTo>
                    <a:pt x="3504" y="3816"/>
                    <a:pt x="3493" y="3820"/>
                    <a:pt x="3492" y="3828"/>
                  </a:cubicBezTo>
                  <a:cubicBezTo>
                    <a:pt x="3492" y="3835"/>
                    <a:pt x="3504" y="3844"/>
                    <a:pt x="3512" y="3850"/>
                  </a:cubicBezTo>
                  <a:cubicBezTo>
                    <a:pt x="3520" y="3857"/>
                    <a:pt x="3520" y="3862"/>
                    <a:pt x="3527" y="3866"/>
                  </a:cubicBezTo>
                  <a:cubicBezTo>
                    <a:pt x="3533" y="3869"/>
                    <a:pt x="3528" y="3871"/>
                    <a:pt x="3525" y="3873"/>
                  </a:cubicBezTo>
                  <a:cubicBezTo>
                    <a:pt x="3522" y="3876"/>
                    <a:pt x="3526" y="3882"/>
                    <a:pt x="3529" y="3882"/>
                  </a:cubicBezTo>
                  <a:cubicBezTo>
                    <a:pt x="3533" y="3882"/>
                    <a:pt x="3540" y="3881"/>
                    <a:pt x="3542" y="3874"/>
                  </a:cubicBezTo>
                  <a:cubicBezTo>
                    <a:pt x="3545" y="3868"/>
                    <a:pt x="3559" y="3868"/>
                    <a:pt x="3566" y="3867"/>
                  </a:cubicBezTo>
                  <a:cubicBezTo>
                    <a:pt x="3574" y="3865"/>
                    <a:pt x="3580" y="3870"/>
                    <a:pt x="3580" y="3876"/>
                  </a:cubicBezTo>
                  <a:cubicBezTo>
                    <a:pt x="3580" y="3881"/>
                    <a:pt x="3579" y="3881"/>
                    <a:pt x="3574" y="3882"/>
                  </a:cubicBezTo>
                  <a:cubicBezTo>
                    <a:pt x="3569" y="3884"/>
                    <a:pt x="3580" y="3889"/>
                    <a:pt x="3581" y="3895"/>
                  </a:cubicBezTo>
                  <a:cubicBezTo>
                    <a:pt x="3582" y="3902"/>
                    <a:pt x="3586" y="3905"/>
                    <a:pt x="3594" y="3906"/>
                  </a:cubicBezTo>
                  <a:cubicBezTo>
                    <a:pt x="3603" y="3907"/>
                    <a:pt x="3600" y="3911"/>
                    <a:pt x="3600" y="3923"/>
                  </a:cubicBezTo>
                  <a:cubicBezTo>
                    <a:pt x="3599" y="3935"/>
                    <a:pt x="3593" y="3933"/>
                    <a:pt x="3594" y="3940"/>
                  </a:cubicBezTo>
                  <a:cubicBezTo>
                    <a:pt x="3595" y="3947"/>
                    <a:pt x="3608" y="3946"/>
                    <a:pt x="3608" y="3953"/>
                  </a:cubicBezTo>
                  <a:cubicBezTo>
                    <a:pt x="3608" y="3960"/>
                    <a:pt x="3614" y="3964"/>
                    <a:pt x="3614" y="3972"/>
                  </a:cubicBezTo>
                  <a:cubicBezTo>
                    <a:pt x="3614" y="3975"/>
                    <a:pt x="3614" y="3977"/>
                    <a:pt x="3613" y="3978"/>
                  </a:cubicBezTo>
                  <a:cubicBezTo>
                    <a:pt x="3622" y="3979"/>
                    <a:pt x="3629" y="3980"/>
                    <a:pt x="3631" y="3988"/>
                  </a:cubicBezTo>
                  <a:cubicBezTo>
                    <a:pt x="3632" y="3999"/>
                    <a:pt x="3639" y="4006"/>
                    <a:pt x="3650" y="4008"/>
                  </a:cubicBezTo>
                  <a:cubicBezTo>
                    <a:pt x="3656" y="4008"/>
                    <a:pt x="3662" y="4009"/>
                    <a:pt x="3667" y="4012"/>
                  </a:cubicBezTo>
                  <a:cubicBezTo>
                    <a:pt x="3670" y="4009"/>
                    <a:pt x="3673" y="4006"/>
                    <a:pt x="3675" y="4004"/>
                  </a:cubicBezTo>
                  <a:cubicBezTo>
                    <a:pt x="3681" y="3999"/>
                    <a:pt x="3693" y="4006"/>
                    <a:pt x="3702" y="4008"/>
                  </a:cubicBezTo>
                  <a:cubicBezTo>
                    <a:pt x="3711" y="4010"/>
                    <a:pt x="3721" y="4011"/>
                    <a:pt x="3727" y="4011"/>
                  </a:cubicBezTo>
                  <a:cubicBezTo>
                    <a:pt x="3732" y="4011"/>
                    <a:pt x="3751" y="4013"/>
                    <a:pt x="3775" y="4013"/>
                  </a:cubicBezTo>
                  <a:cubicBezTo>
                    <a:pt x="3800" y="4013"/>
                    <a:pt x="3803" y="4021"/>
                    <a:pt x="3808" y="4025"/>
                  </a:cubicBezTo>
                  <a:cubicBezTo>
                    <a:pt x="3813" y="4029"/>
                    <a:pt x="3829" y="4028"/>
                    <a:pt x="3839" y="4028"/>
                  </a:cubicBezTo>
                  <a:cubicBezTo>
                    <a:pt x="3848" y="4028"/>
                    <a:pt x="3852" y="4029"/>
                    <a:pt x="3855" y="4037"/>
                  </a:cubicBezTo>
                  <a:cubicBezTo>
                    <a:pt x="3857" y="4045"/>
                    <a:pt x="3863" y="4051"/>
                    <a:pt x="3868" y="4059"/>
                  </a:cubicBezTo>
                  <a:cubicBezTo>
                    <a:pt x="3873" y="4068"/>
                    <a:pt x="3880" y="4073"/>
                    <a:pt x="3893" y="4078"/>
                  </a:cubicBezTo>
                  <a:cubicBezTo>
                    <a:pt x="3905" y="4083"/>
                    <a:pt x="3899" y="4100"/>
                    <a:pt x="3901" y="4113"/>
                  </a:cubicBezTo>
                  <a:cubicBezTo>
                    <a:pt x="3903" y="4125"/>
                    <a:pt x="3900" y="4134"/>
                    <a:pt x="3892" y="4137"/>
                  </a:cubicBezTo>
                  <a:cubicBezTo>
                    <a:pt x="3884" y="4139"/>
                    <a:pt x="3873" y="4133"/>
                    <a:pt x="3867" y="4127"/>
                  </a:cubicBezTo>
                  <a:cubicBezTo>
                    <a:pt x="3862" y="4122"/>
                    <a:pt x="3852" y="4121"/>
                    <a:pt x="3847" y="4111"/>
                  </a:cubicBezTo>
                  <a:cubicBezTo>
                    <a:pt x="3841" y="4102"/>
                    <a:pt x="3829" y="4098"/>
                    <a:pt x="3823" y="4092"/>
                  </a:cubicBezTo>
                  <a:cubicBezTo>
                    <a:pt x="3817" y="4086"/>
                    <a:pt x="3815" y="4079"/>
                    <a:pt x="3804" y="4079"/>
                  </a:cubicBezTo>
                  <a:cubicBezTo>
                    <a:pt x="3793" y="4079"/>
                    <a:pt x="3787" y="4074"/>
                    <a:pt x="3787" y="4079"/>
                  </a:cubicBezTo>
                  <a:cubicBezTo>
                    <a:pt x="3787" y="4085"/>
                    <a:pt x="3787" y="4085"/>
                    <a:pt x="3796" y="4085"/>
                  </a:cubicBezTo>
                  <a:cubicBezTo>
                    <a:pt x="3805" y="4086"/>
                    <a:pt x="3800" y="4097"/>
                    <a:pt x="3807" y="4101"/>
                  </a:cubicBezTo>
                  <a:cubicBezTo>
                    <a:pt x="3815" y="4105"/>
                    <a:pt x="3815" y="4114"/>
                    <a:pt x="3815" y="4125"/>
                  </a:cubicBezTo>
                  <a:cubicBezTo>
                    <a:pt x="3815" y="4135"/>
                    <a:pt x="3811" y="4143"/>
                    <a:pt x="3798" y="4151"/>
                  </a:cubicBezTo>
                  <a:cubicBezTo>
                    <a:pt x="3785" y="4160"/>
                    <a:pt x="3791" y="4189"/>
                    <a:pt x="3793" y="4201"/>
                  </a:cubicBezTo>
                  <a:cubicBezTo>
                    <a:pt x="3794" y="4213"/>
                    <a:pt x="3794" y="4226"/>
                    <a:pt x="3782" y="4229"/>
                  </a:cubicBezTo>
                  <a:cubicBezTo>
                    <a:pt x="3770" y="4233"/>
                    <a:pt x="3770" y="4249"/>
                    <a:pt x="3763" y="4251"/>
                  </a:cubicBezTo>
                  <a:cubicBezTo>
                    <a:pt x="3755" y="4252"/>
                    <a:pt x="3753" y="4245"/>
                    <a:pt x="3752" y="4235"/>
                  </a:cubicBezTo>
                  <a:cubicBezTo>
                    <a:pt x="3752" y="4234"/>
                    <a:pt x="3752" y="4233"/>
                    <a:pt x="3752" y="4232"/>
                  </a:cubicBezTo>
                  <a:cubicBezTo>
                    <a:pt x="3749" y="4236"/>
                    <a:pt x="3748" y="4240"/>
                    <a:pt x="3748" y="4244"/>
                  </a:cubicBezTo>
                  <a:cubicBezTo>
                    <a:pt x="3749" y="4253"/>
                    <a:pt x="3748" y="4279"/>
                    <a:pt x="3733" y="4288"/>
                  </a:cubicBezTo>
                  <a:cubicBezTo>
                    <a:pt x="3718" y="4297"/>
                    <a:pt x="3710" y="4310"/>
                    <a:pt x="3704" y="4315"/>
                  </a:cubicBezTo>
                  <a:cubicBezTo>
                    <a:pt x="3698" y="4319"/>
                    <a:pt x="3693" y="4332"/>
                    <a:pt x="3699" y="4341"/>
                  </a:cubicBezTo>
                  <a:cubicBezTo>
                    <a:pt x="3700" y="4340"/>
                    <a:pt x="3702" y="4339"/>
                    <a:pt x="3704" y="4338"/>
                  </a:cubicBezTo>
                  <a:cubicBezTo>
                    <a:pt x="3715" y="4334"/>
                    <a:pt x="3713" y="4339"/>
                    <a:pt x="3732" y="4338"/>
                  </a:cubicBezTo>
                  <a:cubicBezTo>
                    <a:pt x="3751" y="4337"/>
                    <a:pt x="3758" y="4315"/>
                    <a:pt x="3758" y="4315"/>
                  </a:cubicBezTo>
                  <a:cubicBezTo>
                    <a:pt x="3759" y="4310"/>
                    <a:pt x="3762" y="4318"/>
                    <a:pt x="3770" y="4318"/>
                  </a:cubicBezTo>
                  <a:cubicBezTo>
                    <a:pt x="3778" y="4318"/>
                    <a:pt x="3780" y="4311"/>
                    <a:pt x="3784" y="4306"/>
                  </a:cubicBezTo>
                  <a:cubicBezTo>
                    <a:pt x="3788" y="4301"/>
                    <a:pt x="3803" y="4294"/>
                    <a:pt x="3811" y="4288"/>
                  </a:cubicBezTo>
                  <a:cubicBezTo>
                    <a:pt x="3819" y="4282"/>
                    <a:pt x="3830" y="4284"/>
                    <a:pt x="3847" y="4285"/>
                  </a:cubicBezTo>
                  <a:cubicBezTo>
                    <a:pt x="3863" y="4285"/>
                    <a:pt x="3852" y="4290"/>
                    <a:pt x="3864" y="4293"/>
                  </a:cubicBezTo>
                  <a:cubicBezTo>
                    <a:pt x="3876" y="4295"/>
                    <a:pt x="3879" y="4288"/>
                    <a:pt x="3884" y="4281"/>
                  </a:cubicBezTo>
                  <a:cubicBezTo>
                    <a:pt x="3889" y="4273"/>
                    <a:pt x="3896" y="4276"/>
                    <a:pt x="3905" y="4271"/>
                  </a:cubicBezTo>
                  <a:cubicBezTo>
                    <a:pt x="3915" y="4265"/>
                    <a:pt x="3933" y="4267"/>
                    <a:pt x="3946" y="4267"/>
                  </a:cubicBezTo>
                  <a:cubicBezTo>
                    <a:pt x="3952" y="4267"/>
                    <a:pt x="3957" y="4270"/>
                    <a:pt x="3959" y="4273"/>
                  </a:cubicBezTo>
                  <a:cubicBezTo>
                    <a:pt x="3962" y="4269"/>
                    <a:pt x="3964" y="4264"/>
                    <a:pt x="3962" y="4258"/>
                  </a:cubicBezTo>
                  <a:cubicBezTo>
                    <a:pt x="3959" y="4252"/>
                    <a:pt x="3956" y="4246"/>
                    <a:pt x="3954" y="4241"/>
                  </a:cubicBezTo>
                  <a:cubicBezTo>
                    <a:pt x="3948" y="4242"/>
                    <a:pt x="3940" y="4240"/>
                    <a:pt x="3933" y="4240"/>
                  </a:cubicBezTo>
                  <a:cubicBezTo>
                    <a:pt x="3923" y="4240"/>
                    <a:pt x="3921" y="4238"/>
                    <a:pt x="3921" y="4231"/>
                  </a:cubicBezTo>
                  <a:cubicBezTo>
                    <a:pt x="3921" y="4225"/>
                    <a:pt x="3924" y="4217"/>
                    <a:pt x="3931" y="4217"/>
                  </a:cubicBezTo>
                  <a:cubicBezTo>
                    <a:pt x="3939" y="4217"/>
                    <a:pt x="3944" y="4207"/>
                    <a:pt x="3950" y="4203"/>
                  </a:cubicBezTo>
                  <a:cubicBezTo>
                    <a:pt x="3956" y="4199"/>
                    <a:pt x="3958" y="4193"/>
                    <a:pt x="3970" y="4193"/>
                  </a:cubicBezTo>
                  <a:cubicBezTo>
                    <a:pt x="3982" y="4193"/>
                    <a:pt x="3990" y="4183"/>
                    <a:pt x="3990" y="4183"/>
                  </a:cubicBezTo>
                  <a:cubicBezTo>
                    <a:pt x="4006" y="4183"/>
                    <a:pt x="4003" y="4185"/>
                    <a:pt x="4018" y="4185"/>
                  </a:cubicBezTo>
                  <a:cubicBezTo>
                    <a:pt x="4033" y="4185"/>
                    <a:pt x="4030" y="4179"/>
                    <a:pt x="4035" y="4177"/>
                  </a:cubicBezTo>
                  <a:cubicBezTo>
                    <a:pt x="4041" y="4176"/>
                    <a:pt x="4051" y="4175"/>
                    <a:pt x="4055" y="4181"/>
                  </a:cubicBezTo>
                  <a:cubicBezTo>
                    <a:pt x="4059" y="4187"/>
                    <a:pt x="4064" y="4185"/>
                    <a:pt x="4077" y="4185"/>
                  </a:cubicBezTo>
                  <a:cubicBezTo>
                    <a:pt x="4089" y="4185"/>
                    <a:pt x="4097" y="4179"/>
                    <a:pt x="4102" y="4172"/>
                  </a:cubicBezTo>
                  <a:cubicBezTo>
                    <a:pt x="4107" y="4165"/>
                    <a:pt x="4111" y="4161"/>
                    <a:pt x="4119" y="4161"/>
                  </a:cubicBezTo>
                  <a:cubicBezTo>
                    <a:pt x="4125" y="4160"/>
                    <a:pt x="4132" y="4159"/>
                    <a:pt x="4138" y="4160"/>
                  </a:cubicBezTo>
                  <a:cubicBezTo>
                    <a:pt x="4145" y="4152"/>
                    <a:pt x="4154" y="4145"/>
                    <a:pt x="4166" y="4142"/>
                  </a:cubicBezTo>
                  <a:cubicBezTo>
                    <a:pt x="4197" y="4133"/>
                    <a:pt x="4182" y="4101"/>
                    <a:pt x="4239" y="4101"/>
                  </a:cubicBezTo>
                  <a:cubicBezTo>
                    <a:pt x="4295" y="4101"/>
                    <a:pt x="4427" y="4100"/>
                    <a:pt x="4430" y="4100"/>
                  </a:cubicBezTo>
                  <a:cubicBezTo>
                    <a:pt x="4432" y="4100"/>
                    <a:pt x="4442" y="4082"/>
                    <a:pt x="4459" y="4081"/>
                  </a:cubicBezTo>
                  <a:cubicBezTo>
                    <a:pt x="4476" y="4081"/>
                    <a:pt x="4482" y="4071"/>
                    <a:pt x="4497" y="4051"/>
                  </a:cubicBezTo>
                  <a:cubicBezTo>
                    <a:pt x="4511" y="4030"/>
                    <a:pt x="4515" y="4018"/>
                    <a:pt x="4516" y="4004"/>
                  </a:cubicBezTo>
                  <a:cubicBezTo>
                    <a:pt x="4517" y="3990"/>
                    <a:pt x="4526" y="3977"/>
                    <a:pt x="4536" y="3964"/>
                  </a:cubicBezTo>
                  <a:cubicBezTo>
                    <a:pt x="4546" y="3951"/>
                    <a:pt x="4557" y="3933"/>
                    <a:pt x="4569" y="3923"/>
                  </a:cubicBezTo>
                  <a:cubicBezTo>
                    <a:pt x="4580" y="3912"/>
                    <a:pt x="4588" y="3903"/>
                    <a:pt x="4597" y="3918"/>
                  </a:cubicBezTo>
                  <a:cubicBezTo>
                    <a:pt x="4605" y="3933"/>
                    <a:pt x="4611" y="3934"/>
                    <a:pt x="4618" y="3923"/>
                  </a:cubicBezTo>
                  <a:cubicBezTo>
                    <a:pt x="4626" y="3912"/>
                    <a:pt x="4639" y="3904"/>
                    <a:pt x="4654" y="3915"/>
                  </a:cubicBezTo>
                  <a:cubicBezTo>
                    <a:pt x="4669" y="3926"/>
                    <a:pt x="4666" y="3933"/>
                    <a:pt x="4671" y="3939"/>
                  </a:cubicBezTo>
                  <a:cubicBezTo>
                    <a:pt x="4676" y="3946"/>
                    <a:pt x="4674" y="3956"/>
                    <a:pt x="4674" y="3972"/>
                  </a:cubicBezTo>
                  <a:cubicBezTo>
                    <a:pt x="4674" y="3987"/>
                    <a:pt x="4673" y="4052"/>
                    <a:pt x="4682" y="4053"/>
                  </a:cubicBezTo>
                  <a:cubicBezTo>
                    <a:pt x="4691" y="4053"/>
                    <a:pt x="4697" y="4064"/>
                    <a:pt x="4697" y="4071"/>
                  </a:cubicBezTo>
                  <a:cubicBezTo>
                    <a:pt x="4697" y="4078"/>
                    <a:pt x="4701" y="4081"/>
                    <a:pt x="4707" y="4084"/>
                  </a:cubicBezTo>
                  <a:cubicBezTo>
                    <a:pt x="4714" y="4086"/>
                    <a:pt x="4720" y="4092"/>
                    <a:pt x="4722" y="4099"/>
                  </a:cubicBezTo>
                  <a:cubicBezTo>
                    <a:pt x="4723" y="4105"/>
                    <a:pt x="4730" y="4117"/>
                    <a:pt x="4730" y="4134"/>
                  </a:cubicBezTo>
                  <a:cubicBezTo>
                    <a:pt x="4734" y="4133"/>
                    <a:pt x="4737" y="4131"/>
                    <a:pt x="4738" y="4127"/>
                  </a:cubicBezTo>
                  <a:cubicBezTo>
                    <a:pt x="4741" y="4120"/>
                    <a:pt x="4744" y="4114"/>
                    <a:pt x="4739" y="4111"/>
                  </a:cubicBezTo>
                  <a:cubicBezTo>
                    <a:pt x="4735" y="4108"/>
                    <a:pt x="4733" y="4100"/>
                    <a:pt x="4744" y="4098"/>
                  </a:cubicBezTo>
                  <a:cubicBezTo>
                    <a:pt x="4755" y="4096"/>
                    <a:pt x="4766" y="4097"/>
                    <a:pt x="4770" y="4091"/>
                  </a:cubicBezTo>
                  <a:cubicBezTo>
                    <a:pt x="4773" y="4084"/>
                    <a:pt x="4780" y="4084"/>
                    <a:pt x="4788" y="4084"/>
                  </a:cubicBezTo>
                  <a:cubicBezTo>
                    <a:pt x="4796" y="4084"/>
                    <a:pt x="4815" y="4082"/>
                    <a:pt x="4818" y="4079"/>
                  </a:cubicBezTo>
                  <a:cubicBezTo>
                    <a:pt x="4820" y="4077"/>
                    <a:pt x="4828" y="4077"/>
                    <a:pt x="4833" y="4070"/>
                  </a:cubicBezTo>
                  <a:cubicBezTo>
                    <a:pt x="4838" y="4063"/>
                    <a:pt x="4847" y="4057"/>
                    <a:pt x="4855" y="4056"/>
                  </a:cubicBezTo>
                  <a:cubicBezTo>
                    <a:pt x="4863" y="4054"/>
                    <a:pt x="4857" y="4065"/>
                    <a:pt x="4863" y="4068"/>
                  </a:cubicBezTo>
                  <a:cubicBezTo>
                    <a:pt x="4868" y="4071"/>
                    <a:pt x="4871" y="4085"/>
                    <a:pt x="4860" y="4087"/>
                  </a:cubicBezTo>
                  <a:cubicBezTo>
                    <a:pt x="4849" y="4088"/>
                    <a:pt x="4856" y="4097"/>
                    <a:pt x="4839" y="4099"/>
                  </a:cubicBezTo>
                  <a:cubicBezTo>
                    <a:pt x="4823" y="4102"/>
                    <a:pt x="4833" y="4110"/>
                    <a:pt x="4820" y="4114"/>
                  </a:cubicBezTo>
                  <a:cubicBezTo>
                    <a:pt x="4808" y="4118"/>
                    <a:pt x="4801" y="4120"/>
                    <a:pt x="4795" y="4127"/>
                  </a:cubicBezTo>
                  <a:cubicBezTo>
                    <a:pt x="4788" y="4135"/>
                    <a:pt x="4775" y="4143"/>
                    <a:pt x="4777" y="4155"/>
                  </a:cubicBezTo>
                  <a:cubicBezTo>
                    <a:pt x="4779" y="4166"/>
                    <a:pt x="4775" y="4197"/>
                    <a:pt x="4787" y="4198"/>
                  </a:cubicBezTo>
                  <a:cubicBezTo>
                    <a:pt x="4800" y="4200"/>
                    <a:pt x="4806" y="4205"/>
                    <a:pt x="4810" y="4210"/>
                  </a:cubicBezTo>
                  <a:cubicBezTo>
                    <a:pt x="4813" y="4215"/>
                    <a:pt x="4825" y="4218"/>
                    <a:pt x="4833" y="4215"/>
                  </a:cubicBezTo>
                  <a:cubicBezTo>
                    <a:pt x="4840" y="4211"/>
                    <a:pt x="4834" y="4202"/>
                    <a:pt x="4848" y="4201"/>
                  </a:cubicBezTo>
                  <a:cubicBezTo>
                    <a:pt x="4861" y="4201"/>
                    <a:pt x="4863" y="4200"/>
                    <a:pt x="4869" y="4186"/>
                  </a:cubicBezTo>
                  <a:cubicBezTo>
                    <a:pt x="4876" y="4173"/>
                    <a:pt x="4896" y="4167"/>
                    <a:pt x="4899" y="4154"/>
                  </a:cubicBezTo>
                  <a:cubicBezTo>
                    <a:pt x="4901" y="4141"/>
                    <a:pt x="4907" y="4137"/>
                    <a:pt x="4915" y="4139"/>
                  </a:cubicBezTo>
                  <a:cubicBezTo>
                    <a:pt x="4923" y="4141"/>
                    <a:pt x="4924" y="4148"/>
                    <a:pt x="4934" y="4146"/>
                  </a:cubicBezTo>
                  <a:cubicBezTo>
                    <a:pt x="4943" y="4145"/>
                    <a:pt x="4952" y="4137"/>
                    <a:pt x="4954" y="4134"/>
                  </a:cubicBezTo>
                  <a:cubicBezTo>
                    <a:pt x="4957" y="4131"/>
                    <a:pt x="4967" y="4127"/>
                    <a:pt x="4974" y="4127"/>
                  </a:cubicBezTo>
                  <a:cubicBezTo>
                    <a:pt x="4980" y="4127"/>
                    <a:pt x="4993" y="4127"/>
                    <a:pt x="4995" y="4120"/>
                  </a:cubicBezTo>
                  <a:cubicBezTo>
                    <a:pt x="4997" y="4113"/>
                    <a:pt x="5010" y="4116"/>
                    <a:pt x="5021" y="4114"/>
                  </a:cubicBezTo>
                  <a:cubicBezTo>
                    <a:pt x="5033" y="4112"/>
                    <a:pt x="5031" y="4102"/>
                    <a:pt x="5041" y="4102"/>
                  </a:cubicBezTo>
                  <a:cubicBezTo>
                    <a:pt x="5051" y="4102"/>
                    <a:pt x="5086" y="4100"/>
                    <a:pt x="5092" y="4090"/>
                  </a:cubicBezTo>
                  <a:cubicBezTo>
                    <a:pt x="5099" y="4080"/>
                    <a:pt x="5104" y="4074"/>
                    <a:pt x="5098" y="4069"/>
                  </a:cubicBezTo>
                  <a:cubicBezTo>
                    <a:pt x="5091" y="4064"/>
                    <a:pt x="5091" y="4056"/>
                    <a:pt x="5107" y="4056"/>
                  </a:cubicBezTo>
                  <a:cubicBezTo>
                    <a:pt x="5123" y="4056"/>
                    <a:pt x="5153" y="4057"/>
                    <a:pt x="5154" y="4051"/>
                  </a:cubicBezTo>
                  <a:cubicBezTo>
                    <a:pt x="5154" y="4044"/>
                    <a:pt x="5177" y="4047"/>
                    <a:pt x="5177" y="4039"/>
                  </a:cubicBezTo>
                  <a:cubicBezTo>
                    <a:pt x="5177" y="4030"/>
                    <a:pt x="5180" y="4030"/>
                    <a:pt x="5185" y="4029"/>
                  </a:cubicBezTo>
                  <a:cubicBezTo>
                    <a:pt x="5190" y="4027"/>
                    <a:pt x="5195" y="4022"/>
                    <a:pt x="5191" y="4015"/>
                  </a:cubicBezTo>
                  <a:cubicBezTo>
                    <a:pt x="5187" y="4008"/>
                    <a:pt x="5182" y="4008"/>
                    <a:pt x="5172" y="4005"/>
                  </a:cubicBezTo>
                  <a:cubicBezTo>
                    <a:pt x="5161" y="4001"/>
                    <a:pt x="5164" y="3996"/>
                    <a:pt x="5157" y="3991"/>
                  </a:cubicBezTo>
                  <a:cubicBezTo>
                    <a:pt x="5149" y="3987"/>
                    <a:pt x="5145" y="3984"/>
                    <a:pt x="5148" y="3973"/>
                  </a:cubicBezTo>
                  <a:cubicBezTo>
                    <a:pt x="5151" y="3963"/>
                    <a:pt x="5158" y="3963"/>
                    <a:pt x="5157" y="3955"/>
                  </a:cubicBezTo>
                  <a:cubicBezTo>
                    <a:pt x="5157" y="3946"/>
                    <a:pt x="5147" y="3943"/>
                    <a:pt x="5137" y="3941"/>
                  </a:cubicBezTo>
                  <a:cubicBezTo>
                    <a:pt x="5126" y="3939"/>
                    <a:pt x="5117" y="3948"/>
                    <a:pt x="5114" y="3957"/>
                  </a:cubicBezTo>
                  <a:cubicBezTo>
                    <a:pt x="5111" y="3966"/>
                    <a:pt x="5099" y="3984"/>
                    <a:pt x="5091" y="3993"/>
                  </a:cubicBezTo>
                  <a:cubicBezTo>
                    <a:pt x="5083" y="4001"/>
                    <a:pt x="5068" y="4015"/>
                    <a:pt x="5073" y="4022"/>
                  </a:cubicBezTo>
                  <a:cubicBezTo>
                    <a:pt x="5078" y="4029"/>
                    <a:pt x="5078" y="4043"/>
                    <a:pt x="5071" y="4046"/>
                  </a:cubicBezTo>
                  <a:cubicBezTo>
                    <a:pt x="5063" y="4049"/>
                    <a:pt x="5063" y="4044"/>
                    <a:pt x="5059" y="4037"/>
                  </a:cubicBezTo>
                  <a:cubicBezTo>
                    <a:pt x="5056" y="4030"/>
                    <a:pt x="5048" y="4022"/>
                    <a:pt x="5042" y="4029"/>
                  </a:cubicBezTo>
                  <a:cubicBezTo>
                    <a:pt x="5036" y="4035"/>
                    <a:pt x="5029" y="4043"/>
                    <a:pt x="5017" y="4043"/>
                  </a:cubicBezTo>
                  <a:cubicBezTo>
                    <a:pt x="5005" y="4043"/>
                    <a:pt x="4989" y="4030"/>
                    <a:pt x="4979" y="4030"/>
                  </a:cubicBezTo>
                  <a:cubicBezTo>
                    <a:pt x="4969" y="4030"/>
                    <a:pt x="4934" y="4032"/>
                    <a:pt x="4930" y="4024"/>
                  </a:cubicBezTo>
                  <a:cubicBezTo>
                    <a:pt x="4926" y="4016"/>
                    <a:pt x="4924" y="4016"/>
                    <a:pt x="4926" y="4010"/>
                  </a:cubicBezTo>
                  <a:cubicBezTo>
                    <a:pt x="4928" y="4004"/>
                    <a:pt x="4922" y="3999"/>
                    <a:pt x="4912" y="3996"/>
                  </a:cubicBezTo>
                  <a:cubicBezTo>
                    <a:pt x="4902" y="3993"/>
                    <a:pt x="4887" y="4000"/>
                    <a:pt x="4884" y="3993"/>
                  </a:cubicBezTo>
                  <a:cubicBezTo>
                    <a:pt x="4880" y="3987"/>
                    <a:pt x="4879" y="3968"/>
                    <a:pt x="4873" y="3964"/>
                  </a:cubicBezTo>
                  <a:cubicBezTo>
                    <a:pt x="4868" y="3960"/>
                    <a:pt x="4870" y="3948"/>
                    <a:pt x="4866" y="3938"/>
                  </a:cubicBezTo>
                  <a:cubicBezTo>
                    <a:pt x="4861" y="3927"/>
                    <a:pt x="4853" y="3923"/>
                    <a:pt x="4861" y="3912"/>
                  </a:cubicBezTo>
                  <a:cubicBezTo>
                    <a:pt x="4868" y="3902"/>
                    <a:pt x="4869" y="3897"/>
                    <a:pt x="4868" y="3889"/>
                  </a:cubicBezTo>
                  <a:cubicBezTo>
                    <a:pt x="4866" y="3880"/>
                    <a:pt x="4867" y="3868"/>
                    <a:pt x="4858" y="3866"/>
                  </a:cubicBezTo>
                  <a:cubicBezTo>
                    <a:pt x="4850" y="3864"/>
                    <a:pt x="4841" y="3853"/>
                    <a:pt x="4835" y="3862"/>
                  </a:cubicBezTo>
                  <a:cubicBezTo>
                    <a:pt x="4829" y="3870"/>
                    <a:pt x="4823" y="3887"/>
                    <a:pt x="4816" y="3883"/>
                  </a:cubicBezTo>
                  <a:cubicBezTo>
                    <a:pt x="4810" y="3879"/>
                    <a:pt x="4813" y="3874"/>
                    <a:pt x="4806" y="3868"/>
                  </a:cubicBezTo>
                  <a:cubicBezTo>
                    <a:pt x="4800" y="3862"/>
                    <a:pt x="4793" y="3862"/>
                    <a:pt x="4795" y="3853"/>
                  </a:cubicBezTo>
                  <a:cubicBezTo>
                    <a:pt x="4796" y="3844"/>
                    <a:pt x="4808" y="3847"/>
                    <a:pt x="4815" y="3850"/>
                  </a:cubicBezTo>
                  <a:cubicBezTo>
                    <a:pt x="4821" y="3854"/>
                    <a:pt x="4845" y="3853"/>
                    <a:pt x="4852" y="3847"/>
                  </a:cubicBezTo>
                  <a:cubicBezTo>
                    <a:pt x="4859" y="3841"/>
                    <a:pt x="4866" y="3839"/>
                    <a:pt x="4879" y="3832"/>
                  </a:cubicBezTo>
                  <a:cubicBezTo>
                    <a:pt x="4892" y="3826"/>
                    <a:pt x="4906" y="3824"/>
                    <a:pt x="4909" y="3814"/>
                  </a:cubicBezTo>
                  <a:cubicBezTo>
                    <a:pt x="4911" y="3803"/>
                    <a:pt x="4899" y="3801"/>
                    <a:pt x="4899" y="3792"/>
                  </a:cubicBezTo>
                  <a:cubicBezTo>
                    <a:pt x="4900" y="3783"/>
                    <a:pt x="4907" y="3781"/>
                    <a:pt x="4895" y="3773"/>
                  </a:cubicBezTo>
                  <a:cubicBezTo>
                    <a:pt x="4883" y="3764"/>
                    <a:pt x="4874" y="3757"/>
                    <a:pt x="4865" y="3756"/>
                  </a:cubicBezTo>
                  <a:cubicBezTo>
                    <a:pt x="4856" y="3755"/>
                    <a:pt x="4840" y="3750"/>
                    <a:pt x="4826" y="3750"/>
                  </a:cubicBezTo>
                  <a:cubicBezTo>
                    <a:pt x="4813" y="3750"/>
                    <a:pt x="4789" y="3755"/>
                    <a:pt x="4774" y="3755"/>
                  </a:cubicBezTo>
                  <a:cubicBezTo>
                    <a:pt x="4759" y="3755"/>
                    <a:pt x="4760" y="3762"/>
                    <a:pt x="4737" y="3768"/>
                  </a:cubicBezTo>
                  <a:cubicBezTo>
                    <a:pt x="4715" y="3773"/>
                    <a:pt x="4708" y="3781"/>
                    <a:pt x="4684" y="3788"/>
                  </a:cubicBezTo>
                  <a:cubicBezTo>
                    <a:pt x="4661" y="3796"/>
                    <a:pt x="4641" y="3815"/>
                    <a:pt x="4624" y="3821"/>
                  </a:cubicBezTo>
                  <a:cubicBezTo>
                    <a:pt x="4607" y="3826"/>
                    <a:pt x="4603" y="3831"/>
                    <a:pt x="4590" y="3844"/>
                  </a:cubicBezTo>
                  <a:cubicBezTo>
                    <a:pt x="4577" y="3857"/>
                    <a:pt x="4552" y="3884"/>
                    <a:pt x="4539" y="3897"/>
                  </a:cubicBezTo>
                  <a:cubicBezTo>
                    <a:pt x="4525" y="3909"/>
                    <a:pt x="4515" y="3934"/>
                    <a:pt x="4505" y="3938"/>
                  </a:cubicBezTo>
                  <a:cubicBezTo>
                    <a:pt x="4495" y="3943"/>
                    <a:pt x="4469" y="3947"/>
                    <a:pt x="4480" y="3935"/>
                  </a:cubicBezTo>
                  <a:cubicBezTo>
                    <a:pt x="4492" y="3922"/>
                    <a:pt x="4510" y="3917"/>
                    <a:pt x="4518" y="3902"/>
                  </a:cubicBezTo>
                  <a:cubicBezTo>
                    <a:pt x="4526" y="3887"/>
                    <a:pt x="4543" y="3888"/>
                    <a:pt x="4549" y="3868"/>
                  </a:cubicBezTo>
                  <a:cubicBezTo>
                    <a:pt x="4555" y="3848"/>
                    <a:pt x="4562" y="3839"/>
                    <a:pt x="4572" y="3831"/>
                  </a:cubicBezTo>
                  <a:cubicBezTo>
                    <a:pt x="4582" y="3824"/>
                    <a:pt x="4598" y="3816"/>
                    <a:pt x="4603" y="3803"/>
                  </a:cubicBezTo>
                  <a:cubicBezTo>
                    <a:pt x="4608" y="3790"/>
                    <a:pt x="4621" y="3783"/>
                    <a:pt x="4635" y="3771"/>
                  </a:cubicBezTo>
                  <a:cubicBezTo>
                    <a:pt x="4648" y="3759"/>
                    <a:pt x="4649" y="3757"/>
                    <a:pt x="4671" y="3755"/>
                  </a:cubicBezTo>
                  <a:cubicBezTo>
                    <a:pt x="4692" y="3754"/>
                    <a:pt x="4708" y="3753"/>
                    <a:pt x="4713" y="3737"/>
                  </a:cubicBezTo>
                  <a:cubicBezTo>
                    <a:pt x="4718" y="3720"/>
                    <a:pt x="4726" y="3696"/>
                    <a:pt x="4745" y="3689"/>
                  </a:cubicBezTo>
                  <a:cubicBezTo>
                    <a:pt x="4765" y="3682"/>
                    <a:pt x="4778" y="3686"/>
                    <a:pt x="4787" y="3680"/>
                  </a:cubicBezTo>
                  <a:cubicBezTo>
                    <a:pt x="4795" y="3673"/>
                    <a:pt x="4798" y="3673"/>
                    <a:pt x="4828" y="3669"/>
                  </a:cubicBezTo>
                  <a:cubicBezTo>
                    <a:pt x="4857" y="3666"/>
                    <a:pt x="4872" y="3670"/>
                    <a:pt x="4902" y="3670"/>
                  </a:cubicBezTo>
                  <a:cubicBezTo>
                    <a:pt x="4932" y="3670"/>
                    <a:pt x="4949" y="3670"/>
                    <a:pt x="4966" y="3670"/>
                  </a:cubicBezTo>
                  <a:cubicBezTo>
                    <a:pt x="4982" y="3671"/>
                    <a:pt x="5022" y="3667"/>
                    <a:pt x="5035" y="3677"/>
                  </a:cubicBezTo>
                  <a:cubicBezTo>
                    <a:pt x="5049" y="3688"/>
                    <a:pt x="5058" y="3685"/>
                    <a:pt x="5086" y="3683"/>
                  </a:cubicBezTo>
                  <a:cubicBezTo>
                    <a:pt x="5114" y="3682"/>
                    <a:pt x="5167" y="3683"/>
                    <a:pt x="5180" y="3669"/>
                  </a:cubicBezTo>
                  <a:cubicBezTo>
                    <a:pt x="5192" y="3654"/>
                    <a:pt x="5195" y="3639"/>
                    <a:pt x="5217" y="3634"/>
                  </a:cubicBezTo>
                  <a:cubicBezTo>
                    <a:pt x="5240" y="3628"/>
                    <a:pt x="5233" y="3627"/>
                    <a:pt x="5246" y="3610"/>
                  </a:cubicBezTo>
                  <a:cubicBezTo>
                    <a:pt x="5259" y="3594"/>
                    <a:pt x="5257" y="3585"/>
                    <a:pt x="5281" y="3581"/>
                  </a:cubicBezTo>
                  <a:cubicBezTo>
                    <a:pt x="5304" y="3576"/>
                    <a:pt x="5315" y="3576"/>
                    <a:pt x="5331" y="3574"/>
                  </a:cubicBezTo>
                  <a:cubicBezTo>
                    <a:pt x="5348" y="3573"/>
                    <a:pt x="5377" y="3569"/>
                    <a:pt x="5401" y="3548"/>
                  </a:cubicBezTo>
                  <a:cubicBezTo>
                    <a:pt x="5425" y="3528"/>
                    <a:pt x="5440" y="3523"/>
                    <a:pt x="5445" y="3516"/>
                  </a:cubicBezTo>
                  <a:cubicBezTo>
                    <a:pt x="5449" y="3510"/>
                    <a:pt x="5446" y="3495"/>
                    <a:pt x="5435" y="3489"/>
                  </a:cubicBezTo>
                  <a:close/>
                  <a:moveTo>
                    <a:pt x="3908" y="3085"/>
                  </a:moveTo>
                  <a:cubicBezTo>
                    <a:pt x="3908" y="3085"/>
                    <a:pt x="3900" y="3094"/>
                    <a:pt x="3909" y="3096"/>
                  </a:cubicBezTo>
                  <a:cubicBezTo>
                    <a:pt x="3918" y="3097"/>
                    <a:pt x="3920" y="3094"/>
                    <a:pt x="3918" y="3091"/>
                  </a:cubicBezTo>
                  <a:cubicBezTo>
                    <a:pt x="3916" y="3088"/>
                    <a:pt x="3913" y="3083"/>
                    <a:pt x="3908" y="3085"/>
                  </a:cubicBezTo>
                  <a:close/>
                  <a:moveTo>
                    <a:pt x="3935" y="3116"/>
                  </a:moveTo>
                  <a:cubicBezTo>
                    <a:pt x="3935" y="3116"/>
                    <a:pt x="3941" y="3123"/>
                    <a:pt x="3926" y="3128"/>
                  </a:cubicBezTo>
                  <a:cubicBezTo>
                    <a:pt x="3912" y="3133"/>
                    <a:pt x="3906" y="3131"/>
                    <a:pt x="3902" y="3138"/>
                  </a:cubicBezTo>
                  <a:cubicBezTo>
                    <a:pt x="3898" y="3144"/>
                    <a:pt x="3890" y="3148"/>
                    <a:pt x="3890" y="3154"/>
                  </a:cubicBezTo>
                  <a:cubicBezTo>
                    <a:pt x="3890" y="3161"/>
                    <a:pt x="3894" y="3164"/>
                    <a:pt x="3899" y="3160"/>
                  </a:cubicBezTo>
                  <a:cubicBezTo>
                    <a:pt x="3903" y="3156"/>
                    <a:pt x="3913" y="3156"/>
                    <a:pt x="3912" y="3162"/>
                  </a:cubicBezTo>
                  <a:cubicBezTo>
                    <a:pt x="3910" y="3167"/>
                    <a:pt x="3903" y="3166"/>
                    <a:pt x="3900" y="3171"/>
                  </a:cubicBezTo>
                  <a:cubicBezTo>
                    <a:pt x="3897" y="3177"/>
                    <a:pt x="3892" y="3181"/>
                    <a:pt x="3894" y="3187"/>
                  </a:cubicBezTo>
                  <a:cubicBezTo>
                    <a:pt x="3895" y="3192"/>
                    <a:pt x="3895" y="3189"/>
                    <a:pt x="3900" y="3187"/>
                  </a:cubicBezTo>
                  <a:cubicBezTo>
                    <a:pt x="3906" y="3184"/>
                    <a:pt x="3916" y="3175"/>
                    <a:pt x="3920" y="3181"/>
                  </a:cubicBezTo>
                  <a:cubicBezTo>
                    <a:pt x="3923" y="3187"/>
                    <a:pt x="3925" y="3189"/>
                    <a:pt x="3934" y="3189"/>
                  </a:cubicBezTo>
                  <a:cubicBezTo>
                    <a:pt x="3944" y="3189"/>
                    <a:pt x="3953" y="3189"/>
                    <a:pt x="3955" y="3181"/>
                  </a:cubicBezTo>
                  <a:cubicBezTo>
                    <a:pt x="3958" y="3173"/>
                    <a:pt x="3956" y="3160"/>
                    <a:pt x="3963" y="3158"/>
                  </a:cubicBezTo>
                  <a:cubicBezTo>
                    <a:pt x="3969" y="3157"/>
                    <a:pt x="3968" y="3169"/>
                    <a:pt x="3973" y="3168"/>
                  </a:cubicBezTo>
                  <a:cubicBezTo>
                    <a:pt x="3979" y="3167"/>
                    <a:pt x="3976" y="3157"/>
                    <a:pt x="3981" y="3156"/>
                  </a:cubicBezTo>
                  <a:cubicBezTo>
                    <a:pt x="3987" y="3154"/>
                    <a:pt x="3986" y="3144"/>
                    <a:pt x="3986" y="3137"/>
                  </a:cubicBezTo>
                  <a:cubicBezTo>
                    <a:pt x="3986" y="3131"/>
                    <a:pt x="3979" y="3127"/>
                    <a:pt x="3977" y="3132"/>
                  </a:cubicBezTo>
                  <a:cubicBezTo>
                    <a:pt x="3976" y="3137"/>
                    <a:pt x="3969" y="3137"/>
                    <a:pt x="3965" y="3134"/>
                  </a:cubicBezTo>
                  <a:cubicBezTo>
                    <a:pt x="3961" y="3131"/>
                    <a:pt x="3954" y="3127"/>
                    <a:pt x="3953" y="3121"/>
                  </a:cubicBezTo>
                  <a:cubicBezTo>
                    <a:pt x="3952" y="3115"/>
                    <a:pt x="3930" y="3101"/>
                    <a:pt x="3935" y="3116"/>
                  </a:cubicBezTo>
                  <a:close/>
                  <a:moveTo>
                    <a:pt x="4654" y="2752"/>
                  </a:moveTo>
                  <a:cubicBezTo>
                    <a:pt x="4654" y="2752"/>
                    <a:pt x="4641" y="2752"/>
                    <a:pt x="4637" y="2763"/>
                  </a:cubicBezTo>
                  <a:cubicBezTo>
                    <a:pt x="4632" y="2775"/>
                    <a:pt x="4639" y="2782"/>
                    <a:pt x="4648" y="2782"/>
                  </a:cubicBezTo>
                  <a:cubicBezTo>
                    <a:pt x="4658" y="2782"/>
                    <a:pt x="4660" y="2774"/>
                    <a:pt x="4668" y="2768"/>
                  </a:cubicBezTo>
                  <a:cubicBezTo>
                    <a:pt x="4677" y="2762"/>
                    <a:pt x="4672" y="2740"/>
                    <a:pt x="4654" y="2752"/>
                  </a:cubicBezTo>
                  <a:close/>
                  <a:moveTo>
                    <a:pt x="4837" y="2614"/>
                  </a:moveTo>
                  <a:cubicBezTo>
                    <a:pt x="4837" y="2614"/>
                    <a:pt x="4823" y="2619"/>
                    <a:pt x="4831" y="2624"/>
                  </a:cubicBezTo>
                  <a:cubicBezTo>
                    <a:pt x="4839" y="2628"/>
                    <a:pt x="4847" y="2619"/>
                    <a:pt x="4845" y="2628"/>
                  </a:cubicBezTo>
                  <a:cubicBezTo>
                    <a:pt x="4843" y="2637"/>
                    <a:pt x="4837" y="2637"/>
                    <a:pt x="4830" y="2637"/>
                  </a:cubicBezTo>
                  <a:cubicBezTo>
                    <a:pt x="4823" y="2637"/>
                    <a:pt x="4814" y="2644"/>
                    <a:pt x="4820" y="2649"/>
                  </a:cubicBezTo>
                  <a:cubicBezTo>
                    <a:pt x="4826" y="2653"/>
                    <a:pt x="4833" y="2656"/>
                    <a:pt x="4838" y="2665"/>
                  </a:cubicBezTo>
                  <a:cubicBezTo>
                    <a:pt x="4843" y="2673"/>
                    <a:pt x="4861" y="2681"/>
                    <a:pt x="4866" y="2670"/>
                  </a:cubicBezTo>
                  <a:cubicBezTo>
                    <a:pt x="4872" y="2659"/>
                    <a:pt x="4879" y="2661"/>
                    <a:pt x="4875" y="2652"/>
                  </a:cubicBezTo>
                  <a:cubicBezTo>
                    <a:pt x="4870" y="2643"/>
                    <a:pt x="4865" y="2643"/>
                    <a:pt x="4862" y="2632"/>
                  </a:cubicBezTo>
                  <a:cubicBezTo>
                    <a:pt x="4859" y="2620"/>
                    <a:pt x="4850" y="2608"/>
                    <a:pt x="4837" y="2614"/>
                  </a:cubicBezTo>
                  <a:close/>
                  <a:moveTo>
                    <a:pt x="3898" y="2572"/>
                  </a:moveTo>
                  <a:cubicBezTo>
                    <a:pt x="3898" y="2572"/>
                    <a:pt x="3896" y="2585"/>
                    <a:pt x="3886" y="2590"/>
                  </a:cubicBezTo>
                  <a:cubicBezTo>
                    <a:pt x="3876" y="2594"/>
                    <a:pt x="3883" y="2602"/>
                    <a:pt x="3874" y="2604"/>
                  </a:cubicBezTo>
                  <a:cubicBezTo>
                    <a:pt x="3865" y="2606"/>
                    <a:pt x="3868" y="2617"/>
                    <a:pt x="3876" y="2624"/>
                  </a:cubicBezTo>
                  <a:cubicBezTo>
                    <a:pt x="3884" y="2630"/>
                    <a:pt x="3888" y="2633"/>
                    <a:pt x="3891" y="2640"/>
                  </a:cubicBezTo>
                  <a:cubicBezTo>
                    <a:pt x="3895" y="2647"/>
                    <a:pt x="3918" y="2653"/>
                    <a:pt x="3917" y="2644"/>
                  </a:cubicBezTo>
                  <a:cubicBezTo>
                    <a:pt x="3916" y="2635"/>
                    <a:pt x="3924" y="2636"/>
                    <a:pt x="3931" y="2625"/>
                  </a:cubicBezTo>
                  <a:cubicBezTo>
                    <a:pt x="3937" y="2613"/>
                    <a:pt x="3932" y="2609"/>
                    <a:pt x="3938" y="2605"/>
                  </a:cubicBezTo>
                  <a:cubicBezTo>
                    <a:pt x="3943" y="2600"/>
                    <a:pt x="3945" y="2597"/>
                    <a:pt x="3944" y="2588"/>
                  </a:cubicBezTo>
                  <a:cubicBezTo>
                    <a:pt x="3943" y="2580"/>
                    <a:pt x="3940" y="2576"/>
                    <a:pt x="3932" y="2572"/>
                  </a:cubicBezTo>
                  <a:cubicBezTo>
                    <a:pt x="3925" y="2568"/>
                    <a:pt x="3899" y="2557"/>
                    <a:pt x="3898" y="2572"/>
                  </a:cubicBezTo>
                  <a:close/>
                  <a:moveTo>
                    <a:pt x="4033" y="2465"/>
                  </a:moveTo>
                  <a:cubicBezTo>
                    <a:pt x="4033" y="2465"/>
                    <a:pt x="4019" y="2469"/>
                    <a:pt x="4014" y="2462"/>
                  </a:cubicBezTo>
                  <a:cubicBezTo>
                    <a:pt x="4008" y="2454"/>
                    <a:pt x="4004" y="2454"/>
                    <a:pt x="4002" y="2458"/>
                  </a:cubicBezTo>
                  <a:cubicBezTo>
                    <a:pt x="3999" y="2462"/>
                    <a:pt x="3990" y="2470"/>
                    <a:pt x="3995" y="2474"/>
                  </a:cubicBezTo>
                  <a:cubicBezTo>
                    <a:pt x="4000" y="2478"/>
                    <a:pt x="4008" y="2484"/>
                    <a:pt x="4011" y="2490"/>
                  </a:cubicBezTo>
                  <a:cubicBezTo>
                    <a:pt x="4013" y="2496"/>
                    <a:pt x="4019" y="2499"/>
                    <a:pt x="4027" y="2500"/>
                  </a:cubicBezTo>
                  <a:cubicBezTo>
                    <a:pt x="4034" y="2500"/>
                    <a:pt x="4038" y="2501"/>
                    <a:pt x="4039" y="2497"/>
                  </a:cubicBezTo>
                  <a:cubicBezTo>
                    <a:pt x="4041" y="2492"/>
                    <a:pt x="4049" y="2499"/>
                    <a:pt x="4047" y="2483"/>
                  </a:cubicBezTo>
                  <a:cubicBezTo>
                    <a:pt x="4044" y="2468"/>
                    <a:pt x="4047" y="2459"/>
                    <a:pt x="4033" y="2465"/>
                  </a:cubicBezTo>
                  <a:close/>
                  <a:moveTo>
                    <a:pt x="4072" y="2440"/>
                  </a:moveTo>
                  <a:cubicBezTo>
                    <a:pt x="4072" y="2440"/>
                    <a:pt x="4056" y="2446"/>
                    <a:pt x="4063" y="2452"/>
                  </a:cubicBezTo>
                  <a:cubicBezTo>
                    <a:pt x="4071" y="2457"/>
                    <a:pt x="4077" y="2460"/>
                    <a:pt x="4082" y="2466"/>
                  </a:cubicBezTo>
                  <a:cubicBezTo>
                    <a:pt x="4086" y="2471"/>
                    <a:pt x="4093" y="2476"/>
                    <a:pt x="4100" y="2474"/>
                  </a:cubicBezTo>
                  <a:cubicBezTo>
                    <a:pt x="4106" y="2472"/>
                    <a:pt x="4112" y="2470"/>
                    <a:pt x="4107" y="2461"/>
                  </a:cubicBezTo>
                  <a:cubicBezTo>
                    <a:pt x="4103" y="2453"/>
                    <a:pt x="4092" y="2451"/>
                    <a:pt x="4090" y="2446"/>
                  </a:cubicBezTo>
                  <a:cubicBezTo>
                    <a:pt x="4088" y="2442"/>
                    <a:pt x="4080" y="2437"/>
                    <a:pt x="4072" y="2440"/>
                  </a:cubicBezTo>
                  <a:close/>
                  <a:moveTo>
                    <a:pt x="4043" y="2402"/>
                  </a:moveTo>
                  <a:cubicBezTo>
                    <a:pt x="4043" y="2402"/>
                    <a:pt x="4034" y="2403"/>
                    <a:pt x="4035" y="2408"/>
                  </a:cubicBezTo>
                  <a:cubicBezTo>
                    <a:pt x="4036" y="2412"/>
                    <a:pt x="4047" y="2416"/>
                    <a:pt x="4047" y="2411"/>
                  </a:cubicBezTo>
                  <a:cubicBezTo>
                    <a:pt x="4048" y="2405"/>
                    <a:pt x="4052" y="2402"/>
                    <a:pt x="4043" y="2402"/>
                  </a:cubicBezTo>
                  <a:close/>
                  <a:moveTo>
                    <a:pt x="4247" y="2537"/>
                  </a:moveTo>
                  <a:cubicBezTo>
                    <a:pt x="4247" y="2537"/>
                    <a:pt x="4239" y="2539"/>
                    <a:pt x="4242" y="2545"/>
                  </a:cubicBezTo>
                  <a:cubicBezTo>
                    <a:pt x="4244" y="2552"/>
                    <a:pt x="4249" y="2552"/>
                    <a:pt x="4258" y="2552"/>
                  </a:cubicBezTo>
                  <a:cubicBezTo>
                    <a:pt x="4267" y="2552"/>
                    <a:pt x="4275" y="2559"/>
                    <a:pt x="4275" y="2549"/>
                  </a:cubicBezTo>
                  <a:cubicBezTo>
                    <a:pt x="4275" y="2538"/>
                    <a:pt x="4267" y="2534"/>
                    <a:pt x="4262" y="2534"/>
                  </a:cubicBezTo>
                  <a:cubicBezTo>
                    <a:pt x="4256" y="2534"/>
                    <a:pt x="4252" y="2534"/>
                    <a:pt x="4247" y="2537"/>
                  </a:cubicBezTo>
                  <a:close/>
                  <a:moveTo>
                    <a:pt x="3821" y="3422"/>
                  </a:moveTo>
                  <a:cubicBezTo>
                    <a:pt x="3821" y="3422"/>
                    <a:pt x="3799" y="3423"/>
                    <a:pt x="3790" y="3423"/>
                  </a:cubicBezTo>
                  <a:cubicBezTo>
                    <a:pt x="3781" y="3423"/>
                    <a:pt x="3781" y="3424"/>
                    <a:pt x="3776" y="3427"/>
                  </a:cubicBezTo>
                  <a:cubicBezTo>
                    <a:pt x="3771" y="3430"/>
                    <a:pt x="3769" y="3437"/>
                    <a:pt x="3776" y="3439"/>
                  </a:cubicBezTo>
                  <a:cubicBezTo>
                    <a:pt x="3783" y="3442"/>
                    <a:pt x="3786" y="3447"/>
                    <a:pt x="3795" y="3448"/>
                  </a:cubicBezTo>
                  <a:cubicBezTo>
                    <a:pt x="3803" y="3449"/>
                    <a:pt x="3807" y="3457"/>
                    <a:pt x="3815" y="3456"/>
                  </a:cubicBezTo>
                  <a:cubicBezTo>
                    <a:pt x="3823" y="3456"/>
                    <a:pt x="3830" y="3461"/>
                    <a:pt x="3833" y="3465"/>
                  </a:cubicBezTo>
                  <a:cubicBezTo>
                    <a:pt x="3836" y="3468"/>
                    <a:pt x="3843" y="3466"/>
                    <a:pt x="3848" y="3466"/>
                  </a:cubicBezTo>
                  <a:cubicBezTo>
                    <a:pt x="3852" y="3466"/>
                    <a:pt x="3854" y="3458"/>
                    <a:pt x="3851" y="3451"/>
                  </a:cubicBezTo>
                  <a:cubicBezTo>
                    <a:pt x="3848" y="3444"/>
                    <a:pt x="3845" y="3442"/>
                    <a:pt x="3838" y="3436"/>
                  </a:cubicBezTo>
                  <a:cubicBezTo>
                    <a:pt x="3831" y="3429"/>
                    <a:pt x="3834" y="3421"/>
                    <a:pt x="3821" y="3422"/>
                  </a:cubicBezTo>
                  <a:close/>
                  <a:moveTo>
                    <a:pt x="3936" y="3518"/>
                  </a:moveTo>
                  <a:cubicBezTo>
                    <a:pt x="3936" y="3518"/>
                    <a:pt x="3926" y="3516"/>
                    <a:pt x="3925" y="3522"/>
                  </a:cubicBezTo>
                  <a:cubicBezTo>
                    <a:pt x="3923" y="3527"/>
                    <a:pt x="3918" y="3534"/>
                    <a:pt x="3928" y="3534"/>
                  </a:cubicBezTo>
                  <a:cubicBezTo>
                    <a:pt x="3939" y="3534"/>
                    <a:pt x="3945" y="3535"/>
                    <a:pt x="3945" y="3527"/>
                  </a:cubicBezTo>
                  <a:cubicBezTo>
                    <a:pt x="3945" y="3519"/>
                    <a:pt x="3945" y="3518"/>
                    <a:pt x="3936" y="3518"/>
                  </a:cubicBezTo>
                  <a:close/>
                  <a:moveTo>
                    <a:pt x="3996" y="1795"/>
                  </a:moveTo>
                  <a:cubicBezTo>
                    <a:pt x="3996" y="1795"/>
                    <a:pt x="3983" y="1800"/>
                    <a:pt x="3977" y="1808"/>
                  </a:cubicBezTo>
                  <a:cubicBezTo>
                    <a:pt x="3971" y="1817"/>
                    <a:pt x="3975" y="1820"/>
                    <a:pt x="3980" y="1824"/>
                  </a:cubicBezTo>
                  <a:cubicBezTo>
                    <a:pt x="3985" y="1828"/>
                    <a:pt x="3983" y="1837"/>
                    <a:pt x="3973" y="1839"/>
                  </a:cubicBezTo>
                  <a:cubicBezTo>
                    <a:pt x="3964" y="1841"/>
                    <a:pt x="3962" y="1856"/>
                    <a:pt x="3950" y="1859"/>
                  </a:cubicBezTo>
                  <a:cubicBezTo>
                    <a:pt x="3938" y="1862"/>
                    <a:pt x="3934" y="1873"/>
                    <a:pt x="3934" y="1880"/>
                  </a:cubicBezTo>
                  <a:cubicBezTo>
                    <a:pt x="3934" y="1887"/>
                    <a:pt x="3932" y="1898"/>
                    <a:pt x="3942" y="1898"/>
                  </a:cubicBezTo>
                  <a:cubicBezTo>
                    <a:pt x="3952" y="1898"/>
                    <a:pt x="3962" y="1886"/>
                    <a:pt x="3974" y="1879"/>
                  </a:cubicBezTo>
                  <a:cubicBezTo>
                    <a:pt x="3986" y="1873"/>
                    <a:pt x="4005" y="1853"/>
                    <a:pt x="4006" y="1845"/>
                  </a:cubicBezTo>
                  <a:cubicBezTo>
                    <a:pt x="4006" y="1836"/>
                    <a:pt x="4004" y="1838"/>
                    <a:pt x="3999" y="1830"/>
                  </a:cubicBezTo>
                  <a:cubicBezTo>
                    <a:pt x="3994" y="1821"/>
                    <a:pt x="3990" y="1817"/>
                    <a:pt x="4004" y="1815"/>
                  </a:cubicBezTo>
                  <a:cubicBezTo>
                    <a:pt x="4019" y="1813"/>
                    <a:pt x="4024" y="1810"/>
                    <a:pt x="4024" y="1804"/>
                  </a:cubicBezTo>
                  <a:cubicBezTo>
                    <a:pt x="4024" y="1798"/>
                    <a:pt x="4017" y="1789"/>
                    <a:pt x="3996" y="1795"/>
                  </a:cubicBezTo>
                  <a:close/>
                  <a:moveTo>
                    <a:pt x="4074" y="1828"/>
                  </a:moveTo>
                  <a:cubicBezTo>
                    <a:pt x="4074" y="1828"/>
                    <a:pt x="4062" y="1828"/>
                    <a:pt x="4062" y="1839"/>
                  </a:cubicBezTo>
                  <a:cubicBezTo>
                    <a:pt x="4062" y="1850"/>
                    <a:pt x="4064" y="1852"/>
                    <a:pt x="4068" y="1858"/>
                  </a:cubicBezTo>
                  <a:cubicBezTo>
                    <a:pt x="4072" y="1865"/>
                    <a:pt x="4088" y="1866"/>
                    <a:pt x="4090" y="1857"/>
                  </a:cubicBezTo>
                  <a:cubicBezTo>
                    <a:pt x="4092" y="1848"/>
                    <a:pt x="4096" y="1848"/>
                    <a:pt x="4099" y="1842"/>
                  </a:cubicBezTo>
                  <a:cubicBezTo>
                    <a:pt x="4103" y="1836"/>
                    <a:pt x="4107" y="1831"/>
                    <a:pt x="4094" y="1828"/>
                  </a:cubicBezTo>
                  <a:cubicBezTo>
                    <a:pt x="4082" y="1826"/>
                    <a:pt x="4087" y="1827"/>
                    <a:pt x="4074" y="1828"/>
                  </a:cubicBezTo>
                  <a:close/>
                  <a:moveTo>
                    <a:pt x="4133" y="1950"/>
                  </a:moveTo>
                  <a:cubicBezTo>
                    <a:pt x="4133" y="1950"/>
                    <a:pt x="4107" y="1947"/>
                    <a:pt x="4103" y="1959"/>
                  </a:cubicBezTo>
                  <a:cubicBezTo>
                    <a:pt x="4099" y="1970"/>
                    <a:pt x="4096" y="1980"/>
                    <a:pt x="4079" y="1990"/>
                  </a:cubicBezTo>
                  <a:cubicBezTo>
                    <a:pt x="4062" y="1999"/>
                    <a:pt x="4062" y="2018"/>
                    <a:pt x="4062" y="2025"/>
                  </a:cubicBezTo>
                  <a:cubicBezTo>
                    <a:pt x="4062" y="2031"/>
                    <a:pt x="4066" y="2029"/>
                    <a:pt x="4071" y="2039"/>
                  </a:cubicBezTo>
                  <a:cubicBezTo>
                    <a:pt x="4076" y="2049"/>
                    <a:pt x="4076" y="2064"/>
                    <a:pt x="4087" y="2067"/>
                  </a:cubicBezTo>
                  <a:cubicBezTo>
                    <a:pt x="4099" y="2070"/>
                    <a:pt x="4150" y="2080"/>
                    <a:pt x="4159" y="2068"/>
                  </a:cubicBezTo>
                  <a:cubicBezTo>
                    <a:pt x="4168" y="2057"/>
                    <a:pt x="4175" y="2058"/>
                    <a:pt x="4188" y="2051"/>
                  </a:cubicBezTo>
                  <a:cubicBezTo>
                    <a:pt x="4202" y="2045"/>
                    <a:pt x="4216" y="2040"/>
                    <a:pt x="4216" y="2025"/>
                  </a:cubicBezTo>
                  <a:cubicBezTo>
                    <a:pt x="4216" y="2011"/>
                    <a:pt x="4203" y="2004"/>
                    <a:pt x="4206" y="1995"/>
                  </a:cubicBezTo>
                  <a:cubicBezTo>
                    <a:pt x="4208" y="1987"/>
                    <a:pt x="4215" y="1978"/>
                    <a:pt x="4213" y="1972"/>
                  </a:cubicBezTo>
                  <a:cubicBezTo>
                    <a:pt x="4211" y="1967"/>
                    <a:pt x="4213" y="1966"/>
                    <a:pt x="4201" y="1962"/>
                  </a:cubicBezTo>
                  <a:cubicBezTo>
                    <a:pt x="4189" y="1957"/>
                    <a:pt x="4193" y="1955"/>
                    <a:pt x="4182" y="1950"/>
                  </a:cubicBezTo>
                  <a:cubicBezTo>
                    <a:pt x="4171" y="1946"/>
                    <a:pt x="4159" y="1939"/>
                    <a:pt x="4153" y="1945"/>
                  </a:cubicBezTo>
                  <a:cubicBezTo>
                    <a:pt x="4148" y="1952"/>
                    <a:pt x="4152" y="1953"/>
                    <a:pt x="4133" y="1950"/>
                  </a:cubicBezTo>
                  <a:close/>
                  <a:moveTo>
                    <a:pt x="4265" y="1978"/>
                  </a:moveTo>
                  <a:cubicBezTo>
                    <a:pt x="4265" y="1978"/>
                    <a:pt x="4253" y="1962"/>
                    <a:pt x="4246" y="1970"/>
                  </a:cubicBezTo>
                  <a:cubicBezTo>
                    <a:pt x="4240" y="1977"/>
                    <a:pt x="4226" y="1974"/>
                    <a:pt x="4226" y="1983"/>
                  </a:cubicBezTo>
                  <a:cubicBezTo>
                    <a:pt x="4227" y="1993"/>
                    <a:pt x="4234" y="1992"/>
                    <a:pt x="4238" y="2001"/>
                  </a:cubicBezTo>
                  <a:cubicBezTo>
                    <a:pt x="4242" y="2010"/>
                    <a:pt x="4251" y="2013"/>
                    <a:pt x="4261" y="2013"/>
                  </a:cubicBezTo>
                  <a:cubicBezTo>
                    <a:pt x="4270" y="2013"/>
                    <a:pt x="4312" y="2006"/>
                    <a:pt x="4310" y="1995"/>
                  </a:cubicBezTo>
                  <a:cubicBezTo>
                    <a:pt x="4309" y="1985"/>
                    <a:pt x="4313" y="1985"/>
                    <a:pt x="4292" y="1985"/>
                  </a:cubicBezTo>
                  <a:cubicBezTo>
                    <a:pt x="4271" y="1985"/>
                    <a:pt x="4277" y="1987"/>
                    <a:pt x="4265" y="1978"/>
                  </a:cubicBezTo>
                  <a:close/>
                  <a:moveTo>
                    <a:pt x="3979" y="1912"/>
                  </a:moveTo>
                  <a:cubicBezTo>
                    <a:pt x="3979" y="1912"/>
                    <a:pt x="3969" y="1917"/>
                    <a:pt x="3968" y="1923"/>
                  </a:cubicBezTo>
                  <a:cubicBezTo>
                    <a:pt x="3966" y="1929"/>
                    <a:pt x="3975" y="1946"/>
                    <a:pt x="3979" y="1936"/>
                  </a:cubicBezTo>
                  <a:cubicBezTo>
                    <a:pt x="3983" y="1926"/>
                    <a:pt x="3986" y="1903"/>
                    <a:pt x="3979" y="1912"/>
                  </a:cubicBezTo>
                  <a:close/>
                  <a:moveTo>
                    <a:pt x="3945" y="1946"/>
                  </a:moveTo>
                  <a:cubicBezTo>
                    <a:pt x="3945" y="1946"/>
                    <a:pt x="3936" y="1963"/>
                    <a:pt x="3949" y="1964"/>
                  </a:cubicBezTo>
                  <a:cubicBezTo>
                    <a:pt x="3962" y="1965"/>
                    <a:pt x="3968" y="1962"/>
                    <a:pt x="3965" y="1955"/>
                  </a:cubicBezTo>
                  <a:cubicBezTo>
                    <a:pt x="3963" y="1949"/>
                    <a:pt x="3945" y="1933"/>
                    <a:pt x="3945" y="1946"/>
                  </a:cubicBezTo>
                  <a:close/>
                  <a:moveTo>
                    <a:pt x="4804" y="2620"/>
                  </a:moveTo>
                  <a:cubicBezTo>
                    <a:pt x="4804" y="2620"/>
                    <a:pt x="4793" y="2617"/>
                    <a:pt x="4794" y="2626"/>
                  </a:cubicBezTo>
                  <a:cubicBezTo>
                    <a:pt x="4794" y="2635"/>
                    <a:pt x="4801" y="2637"/>
                    <a:pt x="4803" y="2631"/>
                  </a:cubicBezTo>
                  <a:cubicBezTo>
                    <a:pt x="4804" y="2625"/>
                    <a:pt x="4815" y="2617"/>
                    <a:pt x="4804" y="2620"/>
                  </a:cubicBezTo>
                  <a:close/>
                  <a:moveTo>
                    <a:pt x="5637" y="3873"/>
                  </a:moveTo>
                  <a:cubicBezTo>
                    <a:pt x="5631" y="3867"/>
                    <a:pt x="5635" y="3852"/>
                    <a:pt x="5628" y="3847"/>
                  </a:cubicBezTo>
                  <a:cubicBezTo>
                    <a:pt x="5621" y="3843"/>
                    <a:pt x="5622" y="3834"/>
                    <a:pt x="5622" y="3823"/>
                  </a:cubicBezTo>
                  <a:cubicBezTo>
                    <a:pt x="5622" y="3812"/>
                    <a:pt x="5624" y="3802"/>
                    <a:pt x="5615" y="3801"/>
                  </a:cubicBezTo>
                  <a:cubicBezTo>
                    <a:pt x="5606" y="3800"/>
                    <a:pt x="5606" y="3805"/>
                    <a:pt x="5600" y="3807"/>
                  </a:cubicBezTo>
                  <a:cubicBezTo>
                    <a:pt x="5593" y="3809"/>
                    <a:pt x="5587" y="3806"/>
                    <a:pt x="5579" y="3809"/>
                  </a:cubicBezTo>
                  <a:cubicBezTo>
                    <a:pt x="5570" y="3812"/>
                    <a:pt x="5562" y="3806"/>
                    <a:pt x="5562" y="3795"/>
                  </a:cubicBezTo>
                  <a:cubicBezTo>
                    <a:pt x="5563" y="3784"/>
                    <a:pt x="5563" y="3782"/>
                    <a:pt x="5571" y="3777"/>
                  </a:cubicBezTo>
                  <a:cubicBezTo>
                    <a:pt x="5579" y="3771"/>
                    <a:pt x="5584" y="3765"/>
                    <a:pt x="5588" y="3760"/>
                  </a:cubicBezTo>
                  <a:cubicBezTo>
                    <a:pt x="5592" y="3756"/>
                    <a:pt x="5592" y="3748"/>
                    <a:pt x="5583" y="3743"/>
                  </a:cubicBezTo>
                  <a:cubicBezTo>
                    <a:pt x="5574" y="3737"/>
                    <a:pt x="5569" y="3739"/>
                    <a:pt x="5562" y="3736"/>
                  </a:cubicBezTo>
                  <a:cubicBezTo>
                    <a:pt x="5556" y="3732"/>
                    <a:pt x="5548" y="3731"/>
                    <a:pt x="5548" y="3720"/>
                  </a:cubicBezTo>
                  <a:cubicBezTo>
                    <a:pt x="5549" y="3709"/>
                    <a:pt x="5539" y="3699"/>
                    <a:pt x="5537" y="3708"/>
                  </a:cubicBezTo>
                  <a:cubicBezTo>
                    <a:pt x="5534" y="3717"/>
                    <a:pt x="5534" y="3729"/>
                    <a:pt x="5526" y="3723"/>
                  </a:cubicBezTo>
                  <a:cubicBezTo>
                    <a:pt x="5519" y="3716"/>
                    <a:pt x="5511" y="3719"/>
                    <a:pt x="5508" y="3725"/>
                  </a:cubicBezTo>
                  <a:cubicBezTo>
                    <a:pt x="5505" y="3732"/>
                    <a:pt x="5498" y="3729"/>
                    <a:pt x="5496" y="3739"/>
                  </a:cubicBezTo>
                  <a:cubicBezTo>
                    <a:pt x="5493" y="3748"/>
                    <a:pt x="5484" y="3757"/>
                    <a:pt x="5479" y="3747"/>
                  </a:cubicBezTo>
                  <a:cubicBezTo>
                    <a:pt x="5475" y="3737"/>
                    <a:pt x="5480" y="3729"/>
                    <a:pt x="5473" y="3727"/>
                  </a:cubicBezTo>
                  <a:cubicBezTo>
                    <a:pt x="5467" y="3725"/>
                    <a:pt x="5462" y="3725"/>
                    <a:pt x="5460" y="3730"/>
                  </a:cubicBezTo>
                  <a:cubicBezTo>
                    <a:pt x="5457" y="3735"/>
                    <a:pt x="5448" y="3736"/>
                    <a:pt x="5444" y="3732"/>
                  </a:cubicBezTo>
                  <a:cubicBezTo>
                    <a:pt x="5439" y="3728"/>
                    <a:pt x="5430" y="3718"/>
                    <a:pt x="5442" y="3713"/>
                  </a:cubicBezTo>
                  <a:cubicBezTo>
                    <a:pt x="5454" y="3708"/>
                    <a:pt x="5456" y="3702"/>
                    <a:pt x="5458" y="3696"/>
                  </a:cubicBezTo>
                  <a:cubicBezTo>
                    <a:pt x="5460" y="3689"/>
                    <a:pt x="5457" y="3685"/>
                    <a:pt x="5444" y="3688"/>
                  </a:cubicBezTo>
                  <a:cubicBezTo>
                    <a:pt x="5430" y="3690"/>
                    <a:pt x="5427" y="3693"/>
                    <a:pt x="5425" y="3685"/>
                  </a:cubicBezTo>
                  <a:cubicBezTo>
                    <a:pt x="5424" y="3678"/>
                    <a:pt x="5422" y="3682"/>
                    <a:pt x="5418" y="3677"/>
                  </a:cubicBezTo>
                  <a:cubicBezTo>
                    <a:pt x="5413" y="3671"/>
                    <a:pt x="5401" y="3663"/>
                    <a:pt x="5410" y="3654"/>
                  </a:cubicBezTo>
                  <a:cubicBezTo>
                    <a:pt x="5419" y="3645"/>
                    <a:pt x="5429" y="3636"/>
                    <a:pt x="5436" y="3624"/>
                  </a:cubicBezTo>
                  <a:cubicBezTo>
                    <a:pt x="5444" y="3612"/>
                    <a:pt x="5444" y="3618"/>
                    <a:pt x="5445" y="3604"/>
                  </a:cubicBezTo>
                  <a:cubicBezTo>
                    <a:pt x="5447" y="3589"/>
                    <a:pt x="5446" y="3583"/>
                    <a:pt x="5450" y="3582"/>
                  </a:cubicBezTo>
                  <a:cubicBezTo>
                    <a:pt x="5454" y="3581"/>
                    <a:pt x="5461" y="3576"/>
                    <a:pt x="5462" y="3567"/>
                  </a:cubicBezTo>
                  <a:cubicBezTo>
                    <a:pt x="5464" y="3558"/>
                    <a:pt x="5465" y="3550"/>
                    <a:pt x="5456" y="3553"/>
                  </a:cubicBezTo>
                  <a:cubicBezTo>
                    <a:pt x="5447" y="3556"/>
                    <a:pt x="5441" y="3555"/>
                    <a:pt x="5430" y="3555"/>
                  </a:cubicBezTo>
                  <a:cubicBezTo>
                    <a:pt x="5419" y="3555"/>
                    <a:pt x="5407" y="3565"/>
                    <a:pt x="5400" y="3572"/>
                  </a:cubicBezTo>
                  <a:cubicBezTo>
                    <a:pt x="5393" y="3579"/>
                    <a:pt x="5395" y="3598"/>
                    <a:pt x="5378" y="3616"/>
                  </a:cubicBezTo>
                  <a:cubicBezTo>
                    <a:pt x="5360" y="3635"/>
                    <a:pt x="5333" y="3647"/>
                    <a:pt x="5327" y="3657"/>
                  </a:cubicBezTo>
                  <a:cubicBezTo>
                    <a:pt x="5321" y="3668"/>
                    <a:pt x="5310" y="3684"/>
                    <a:pt x="5307" y="3699"/>
                  </a:cubicBezTo>
                  <a:cubicBezTo>
                    <a:pt x="5307" y="3699"/>
                    <a:pt x="5303" y="3717"/>
                    <a:pt x="5295" y="3722"/>
                  </a:cubicBezTo>
                  <a:cubicBezTo>
                    <a:pt x="5288" y="3728"/>
                    <a:pt x="5282" y="3738"/>
                    <a:pt x="5283" y="3746"/>
                  </a:cubicBezTo>
                  <a:cubicBezTo>
                    <a:pt x="5283" y="3755"/>
                    <a:pt x="5294" y="3763"/>
                    <a:pt x="5284" y="3765"/>
                  </a:cubicBezTo>
                  <a:cubicBezTo>
                    <a:pt x="5274" y="3766"/>
                    <a:pt x="5266" y="3765"/>
                    <a:pt x="5264" y="3774"/>
                  </a:cubicBezTo>
                  <a:cubicBezTo>
                    <a:pt x="5263" y="3783"/>
                    <a:pt x="5256" y="3789"/>
                    <a:pt x="5255" y="3796"/>
                  </a:cubicBezTo>
                  <a:cubicBezTo>
                    <a:pt x="5254" y="3803"/>
                    <a:pt x="5241" y="3797"/>
                    <a:pt x="5230" y="3803"/>
                  </a:cubicBezTo>
                  <a:cubicBezTo>
                    <a:pt x="5218" y="3810"/>
                    <a:pt x="5218" y="3806"/>
                    <a:pt x="5215" y="3823"/>
                  </a:cubicBezTo>
                  <a:cubicBezTo>
                    <a:pt x="5212" y="3841"/>
                    <a:pt x="5195" y="3865"/>
                    <a:pt x="5203" y="3874"/>
                  </a:cubicBezTo>
                  <a:cubicBezTo>
                    <a:pt x="5212" y="3883"/>
                    <a:pt x="5218" y="3883"/>
                    <a:pt x="5218" y="3890"/>
                  </a:cubicBezTo>
                  <a:cubicBezTo>
                    <a:pt x="5218" y="3897"/>
                    <a:pt x="5225" y="3900"/>
                    <a:pt x="5233" y="3900"/>
                  </a:cubicBezTo>
                  <a:cubicBezTo>
                    <a:pt x="5241" y="3900"/>
                    <a:pt x="5254" y="3906"/>
                    <a:pt x="5259" y="3898"/>
                  </a:cubicBezTo>
                  <a:cubicBezTo>
                    <a:pt x="5264" y="3890"/>
                    <a:pt x="5272" y="3890"/>
                    <a:pt x="5287" y="3890"/>
                  </a:cubicBezTo>
                  <a:cubicBezTo>
                    <a:pt x="5301" y="3890"/>
                    <a:pt x="5317" y="3886"/>
                    <a:pt x="5321" y="3890"/>
                  </a:cubicBezTo>
                  <a:cubicBezTo>
                    <a:pt x="5324" y="3895"/>
                    <a:pt x="5341" y="3897"/>
                    <a:pt x="5349" y="3897"/>
                  </a:cubicBezTo>
                  <a:cubicBezTo>
                    <a:pt x="5358" y="3897"/>
                    <a:pt x="5374" y="3905"/>
                    <a:pt x="5384" y="3903"/>
                  </a:cubicBezTo>
                  <a:cubicBezTo>
                    <a:pt x="5395" y="3900"/>
                    <a:pt x="5407" y="3895"/>
                    <a:pt x="5409" y="3892"/>
                  </a:cubicBezTo>
                  <a:cubicBezTo>
                    <a:pt x="5412" y="3888"/>
                    <a:pt x="5422" y="3884"/>
                    <a:pt x="5428" y="3885"/>
                  </a:cubicBezTo>
                  <a:cubicBezTo>
                    <a:pt x="5433" y="3886"/>
                    <a:pt x="5422" y="3897"/>
                    <a:pt x="5434" y="3900"/>
                  </a:cubicBezTo>
                  <a:cubicBezTo>
                    <a:pt x="5445" y="3902"/>
                    <a:pt x="5445" y="3910"/>
                    <a:pt x="5456" y="3905"/>
                  </a:cubicBezTo>
                  <a:cubicBezTo>
                    <a:pt x="5466" y="3900"/>
                    <a:pt x="5476" y="3892"/>
                    <a:pt x="5476" y="3899"/>
                  </a:cubicBezTo>
                  <a:cubicBezTo>
                    <a:pt x="5476" y="3906"/>
                    <a:pt x="5469" y="3913"/>
                    <a:pt x="5457" y="3919"/>
                  </a:cubicBezTo>
                  <a:cubicBezTo>
                    <a:pt x="5445" y="3925"/>
                    <a:pt x="5425" y="3924"/>
                    <a:pt x="5436" y="3938"/>
                  </a:cubicBezTo>
                  <a:cubicBezTo>
                    <a:pt x="5446" y="3952"/>
                    <a:pt x="5448" y="3954"/>
                    <a:pt x="5461" y="3952"/>
                  </a:cubicBezTo>
                  <a:cubicBezTo>
                    <a:pt x="5474" y="3950"/>
                    <a:pt x="5483" y="3936"/>
                    <a:pt x="5492" y="3925"/>
                  </a:cubicBezTo>
                  <a:cubicBezTo>
                    <a:pt x="5501" y="3914"/>
                    <a:pt x="5504" y="3910"/>
                    <a:pt x="5513" y="3912"/>
                  </a:cubicBezTo>
                  <a:cubicBezTo>
                    <a:pt x="5521" y="3914"/>
                    <a:pt x="5523" y="3920"/>
                    <a:pt x="5528" y="3911"/>
                  </a:cubicBezTo>
                  <a:cubicBezTo>
                    <a:pt x="5533" y="3902"/>
                    <a:pt x="5535" y="3900"/>
                    <a:pt x="5541" y="3901"/>
                  </a:cubicBezTo>
                  <a:cubicBezTo>
                    <a:pt x="5547" y="3901"/>
                    <a:pt x="5557" y="3905"/>
                    <a:pt x="5551" y="3915"/>
                  </a:cubicBezTo>
                  <a:cubicBezTo>
                    <a:pt x="5545" y="3926"/>
                    <a:pt x="5526" y="3936"/>
                    <a:pt x="5531" y="3946"/>
                  </a:cubicBezTo>
                  <a:cubicBezTo>
                    <a:pt x="5537" y="3956"/>
                    <a:pt x="5540" y="3958"/>
                    <a:pt x="5552" y="3952"/>
                  </a:cubicBezTo>
                  <a:cubicBezTo>
                    <a:pt x="5563" y="3945"/>
                    <a:pt x="5565" y="3939"/>
                    <a:pt x="5572" y="3941"/>
                  </a:cubicBezTo>
                  <a:cubicBezTo>
                    <a:pt x="5579" y="3942"/>
                    <a:pt x="5575" y="3949"/>
                    <a:pt x="5572" y="3954"/>
                  </a:cubicBezTo>
                  <a:cubicBezTo>
                    <a:pt x="5569" y="3959"/>
                    <a:pt x="5572" y="3964"/>
                    <a:pt x="5579" y="3964"/>
                  </a:cubicBezTo>
                  <a:cubicBezTo>
                    <a:pt x="5585" y="3965"/>
                    <a:pt x="5603" y="3964"/>
                    <a:pt x="5609" y="3964"/>
                  </a:cubicBezTo>
                  <a:cubicBezTo>
                    <a:pt x="5614" y="3965"/>
                    <a:pt x="5623" y="3961"/>
                    <a:pt x="5623" y="3951"/>
                  </a:cubicBezTo>
                  <a:cubicBezTo>
                    <a:pt x="5624" y="3941"/>
                    <a:pt x="5627" y="3927"/>
                    <a:pt x="5632" y="3924"/>
                  </a:cubicBezTo>
                  <a:cubicBezTo>
                    <a:pt x="5637" y="3920"/>
                    <a:pt x="5637" y="3917"/>
                    <a:pt x="5639" y="3901"/>
                  </a:cubicBezTo>
                  <a:cubicBezTo>
                    <a:pt x="5641" y="3886"/>
                    <a:pt x="5643" y="3878"/>
                    <a:pt x="5637" y="387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35"/>
            <p:cNvSpPr>
              <a:spLocks/>
            </p:cNvSpPr>
            <p:nvPr/>
          </p:nvSpPr>
          <p:spPr bwMode="auto">
            <a:xfrm>
              <a:off x="2068" y="1207"/>
              <a:ext cx="174" cy="85"/>
            </a:xfrm>
            <a:custGeom>
              <a:avLst/>
              <a:gdLst>
                <a:gd name="T0" fmla="*/ 129 w 478"/>
                <a:gd name="T1" fmla="*/ 55 h 232"/>
                <a:gd name="T2" fmla="*/ 89 w 478"/>
                <a:gd name="T3" fmla="*/ 71 h 232"/>
                <a:gd name="T4" fmla="*/ 42 w 478"/>
                <a:gd name="T5" fmla="*/ 76 h 232"/>
                <a:gd name="T6" fmla="*/ 0 w 478"/>
                <a:gd name="T7" fmla="*/ 89 h 232"/>
                <a:gd name="T8" fmla="*/ 14 w 478"/>
                <a:gd name="T9" fmla="*/ 109 h 232"/>
                <a:gd name="T10" fmla="*/ 34 w 478"/>
                <a:gd name="T11" fmla="*/ 94 h 232"/>
                <a:gd name="T12" fmla="*/ 66 w 478"/>
                <a:gd name="T13" fmla="*/ 94 h 232"/>
                <a:gd name="T14" fmla="*/ 112 w 478"/>
                <a:gd name="T15" fmla="*/ 85 h 232"/>
                <a:gd name="T16" fmla="*/ 138 w 478"/>
                <a:gd name="T17" fmla="*/ 87 h 232"/>
                <a:gd name="T18" fmla="*/ 168 w 478"/>
                <a:gd name="T19" fmla="*/ 72 h 232"/>
                <a:gd name="T20" fmla="*/ 197 w 478"/>
                <a:gd name="T21" fmla="*/ 76 h 232"/>
                <a:gd name="T22" fmla="*/ 247 w 478"/>
                <a:gd name="T23" fmla="*/ 100 h 232"/>
                <a:gd name="T24" fmla="*/ 216 w 478"/>
                <a:gd name="T25" fmla="*/ 116 h 232"/>
                <a:gd name="T26" fmla="*/ 178 w 478"/>
                <a:gd name="T27" fmla="*/ 106 h 232"/>
                <a:gd name="T28" fmla="*/ 186 w 478"/>
                <a:gd name="T29" fmla="*/ 140 h 232"/>
                <a:gd name="T30" fmla="*/ 155 w 478"/>
                <a:gd name="T31" fmla="*/ 178 h 232"/>
                <a:gd name="T32" fmla="*/ 122 w 478"/>
                <a:gd name="T33" fmla="*/ 207 h 232"/>
                <a:gd name="T34" fmla="*/ 210 w 478"/>
                <a:gd name="T35" fmla="*/ 204 h 232"/>
                <a:gd name="T36" fmla="*/ 234 w 478"/>
                <a:gd name="T37" fmla="*/ 164 h 232"/>
                <a:gd name="T38" fmla="*/ 286 w 478"/>
                <a:gd name="T39" fmla="*/ 144 h 232"/>
                <a:gd name="T40" fmla="*/ 288 w 478"/>
                <a:gd name="T41" fmla="*/ 185 h 232"/>
                <a:gd name="T42" fmla="*/ 233 w 478"/>
                <a:gd name="T43" fmla="*/ 221 h 232"/>
                <a:gd name="T44" fmla="*/ 274 w 478"/>
                <a:gd name="T45" fmla="*/ 215 h 232"/>
                <a:gd name="T46" fmla="*/ 330 w 478"/>
                <a:gd name="T47" fmla="*/ 176 h 232"/>
                <a:gd name="T48" fmla="*/ 344 w 478"/>
                <a:gd name="T49" fmla="*/ 160 h 232"/>
                <a:gd name="T50" fmla="*/ 336 w 478"/>
                <a:gd name="T51" fmla="*/ 140 h 232"/>
                <a:gd name="T52" fmla="*/ 403 w 478"/>
                <a:gd name="T53" fmla="*/ 129 h 232"/>
                <a:gd name="T54" fmla="*/ 436 w 478"/>
                <a:gd name="T55" fmla="*/ 123 h 232"/>
                <a:gd name="T56" fmla="*/ 478 w 478"/>
                <a:gd name="T57" fmla="*/ 74 h 232"/>
                <a:gd name="T58" fmla="*/ 466 w 478"/>
                <a:gd name="T59" fmla="*/ 58 h 232"/>
                <a:gd name="T60" fmla="*/ 450 w 478"/>
                <a:gd name="T61" fmla="*/ 44 h 232"/>
                <a:gd name="T62" fmla="*/ 400 w 478"/>
                <a:gd name="T63" fmla="*/ 74 h 232"/>
                <a:gd name="T64" fmla="*/ 323 w 478"/>
                <a:gd name="T65" fmla="*/ 73 h 232"/>
                <a:gd name="T66" fmla="*/ 300 w 478"/>
                <a:gd name="T67" fmla="*/ 53 h 232"/>
                <a:gd name="T68" fmla="*/ 342 w 478"/>
                <a:gd name="T69" fmla="*/ 32 h 232"/>
                <a:gd name="T70" fmla="*/ 348 w 478"/>
                <a:gd name="T71" fmla="*/ 9 h 232"/>
                <a:gd name="T72" fmla="*/ 314 w 478"/>
                <a:gd name="T73" fmla="*/ 10 h 232"/>
                <a:gd name="T74" fmla="*/ 255 w 478"/>
                <a:gd name="T75" fmla="*/ 19 h 232"/>
                <a:gd name="T76" fmla="*/ 191 w 478"/>
                <a:gd name="T77" fmla="*/ 4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78" h="232">
                  <a:moveTo>
                    <a:pt x="147" y="48"/>
                  </a:moveTo>
                  <a:cubicBezTo>
                    <a:pt x="147" y="48"/>
                    <a:pt x="136" y="48"/>
                    <a:pt x="129" y="55"/>
                  </a:cubicBezTo>
                  <a:cubicBezTo>
                    <a:pt x="122" y="62"/>
                    <a:pt x="122" y="62"/>
                    <a:pt x="110" y="62"/>
                  </a:cubicBezTo>
                  <a:cubicBezTo>
                    <a:pt x="99" y="62"/>
                    <a:pt x="95" y="66"/>
                    <a:pt x="89" y="71"/>
                  </a:cubicBezTo>
                  <a:cubicBezTo>
                    <a:pt x="83" y="76"/>
                    <a:pt x="82" y="75"/>
                    <a:pt x="66" y="74"/>
                  </a:cubicBezTo>
                  <a:cubicBezTo>
                    <a:pt x="51" y="72"/>
                    <a:pt x="48" y="71"/>
                    <a:pt x="42" y="76"/>
                  </a:cubicBezTo>
                  <a:cubicBezTo>
                    <a:pt x="37" y="82"/>
                    <a:pt x="33" y="82"/>
                    <a:pt x="22" y="82"/>
                  </a:cubicBezTo>
                  <a:cubicBezTo>
                    <a:pt x="12" y="82"/>
                    <a:pt x="0" y="82"/>
                    <a:pt x="0" y="89"/>
                  </a:cubicBezTo>
                  <a:cubicBezTo>
                    <a:pt x="1" y="96"/>
                    <a:pt x="0" y="101"/>
                    <a:pt x="5" y="101"/>
                  </a:cubicBezTo>
                  <a:cubicBezTo>
                    <a:pt x="10" y="101"/>
                    <a:pt x="6" y="108"/>
                    <a:pt x="14" y="109"/>
                  </a:cubicBezTo>
                  <a:cubicBezTo>
                    <a:pt x="21" y="110"/>
                    <a:pt x="17" y="100"/>
                    <a:pt x="23" y="100"/>
                  </a:cubicBezTo>
                  <a:cubicBezTo>
                    <a:pt x="29" y="100"/>
                    <a:pt x="31" y="98"/>
                    <a:pt x="34" y="94"/>
                  </a:cubicBezTo>
                  <a:cubicBezTo>
                    <a:pt x="38" y="89"/>
                    <a:pt x="46" y="82"/>
                    <a:pt x="52" y="86"/>
                  </a:cubicBezTo>
                  <a:cubicBezTo>
                    <a:pt x="57" y="90"/>
                    <a:pt x="55" y="93"/>
                    <a:pt x="66" y="94"/>
                  </a:cubicBezTo>
                  <a:cubicBezTo>
                    <a:pt x="78" y="94"/>
                    <a:pt x="96" y="96"/>
                    <a:pt x="99" y="92"/>
                  </a:cubicBezTo>
                  <a:cubicBezTo>
                    <a:pt x="102" y="87"/>
                    <a:pt x="109" y="81"/>
                    <a:pt x="112" y="85"/>
                  </a:cubicBezTo>
                  <a:cubicBezTo>
                    <a:pt x="116" y="89"/>
                    <a:pt x="114" y="93"/>
                    <a:pt x="122" y="93"/>
                  </a:cubicBezTo>
                  <a:cubicBezTo>
                    <a:pt x="130" y="93"/>
                    <a:pt x="136" y="94"/>
                    <a:pt x="138" y="87"/>
                  </a:cubicBezTo>
                  <a:cubicBezTo>
                    <a:pt x="140" y="80"/>
                    <a:pt x="140" y="78"/>
                    <a:pt x="151" y="77"/>
                  </a:cubicBezTo>
                  <a:cubicBezTo>
                    <a:pt x="162" y="76"/>
                    <a:pt x="166" y="76"/>
                    <a:pt x="168" y="72"/>
                  </a:cubicBezTo>
                  <a:cubicBezTo>
                    <a:pt x="170" y="68"/>
                    <a:pt x="178" y="64"/>
                    <a:pt x="178" y="68"/>
                  </a:cubicBezTo>
                  <a:cubicBezTo>
                    <a:pt x="179" y="73"/>
                    <a:pt x="187" y="76"/>
                    <a:pt x="197" y="76"/>
                  </a:cubicBezTo>
                  <a:cubicBezTo>
                    <a:pt x="207" y="77"/>
                    <a:pt x="215" y="80"/>
                    <a:pt x="222" y="87"/>
                  </a:cubicBezTo>
                  <a:cubicBezTo>
                    <a:pt x="228" y="94"/>
                    <a:pt x="243" y="99"/>
                    <a:pt x="247" y="100"/>
                  </a:cubicBezTo>
                  <a:cubicBezTo>
                    <a:pt x="251" y="100"/>
                    <a:pt x="252" y="116"/>
                    <a:pt x="242" y="116"/>
                  </a:cubicBezTo>
                  <a:cubicBezTo>
                    <a:pt x="232" y="117"/>
                    <a:pt x="224" y="117"/>
                    <a:pt x="216" y="116"/>
                  </a:cubicBezTo>
                  <a:cubicBezTo>
                    <a:pt x="208" y="116"/>
                    <a:pt x="200" y="120"/>
                    <a:pt x="197" y="114"/>
                  </a:cubicBezTo>
                  <a:cubicBezTo>
                    <a:pt x="194" y="107"/>
                    <a:pt x="184" y="106"/>
                    <a:pt x="178" y="106"/>
                  </a:cubicBezTo>
                  <a:cubicBezTo>
                    <a:pt x="173" y="106"/>
                    <a:pt x="158" y="110"/>
                    <a:pt x="172" y="115"/>
                  </a:cubicBezTo>
                  <a:cubicBezTo>
                    <a:pt x="187" y="120"/>
                    <a:pt x="195" y="130"/>
                    <a:pt x="186" y="140"/>
                  </a:cubicBezTo>
                  <a:cubicBezTo>
                    <a:pt x="176" y="150"/>
                    <a:pt x="172" y="150"/>
                    <a:pt x="162" y="153"/>
                  </a:cubicBezTo>
                  <a:cubicBezTo>
                    <a:pt x="151" y="156"/>
                    <a:pt x="158" y="170"/>
                    <a:pt x="155" y="178"/>
                  </a:cubicBezTo>
                  <a:cubicBezTo>
                    <a:pt x="152" y="187"/>
                    <a:pt x="142" y="191"/>
                    <a:pt x="130" y="191"/>
                  </a:cubicBezTo>
                  <a:cubicBezTo>
                    <a:pt x="117" y="191"/>
                    <a:pt x="112" y="206"/>
                    <a:pt x="122" y="207"/>
                  </a:cubicBezTo>
                  <a:cubicBezTo>
                    <a:pt x="132" y="208"/>
                    <a:pt x="144" y="208"/>
                    <a:pt x="160" y="208"/>
                  </a:cubicBezTo>
                  <a:cubicBezTo>
                    <a:pt x="175" y="208"/>
                    <a:pt x="208" y="215"/>
                    <a:pt x="210" y="204"/>
                  </a:cubicBezTo>
                  <a:cubicBezTo>
                    <a:pt x="212" y="194"/>
                    <a:pt x="219" y="200"/>
                    <a:pt x="223" y="186"/>
                  </a:cubicBezTo>
                  <a:cubicBezTo>
                    <a:pt x="227" y="172"/>
                    <a:pt x="224" y="166"/>
                    <a:pt x="234" y="164"/>
                  </a:cubicBezTo>
                  <a:cubicBezTo>
                    <a:pt x="244" y="162"/>
                    <a:pt x="252" y="157"/>
                    <a:pt x="261" y="151"/>
                  </a:cubicBezTo>
                  <a:cubicBezTo>
                    <a:pt x="270" y="145"/>
                    <a:pt x="276" y="144"/>
                    <a:pt x="286" y="144"/>
                  </a:cubicBezTo>
                  <a:cubicBezTo>
                    <a:pt x="296" y="144"/>
                    <a:pt x="305" y="156"/>
                    <a:pt x="305" y="163"/>
                  </a:cubicBezTo>
                  <a:cubicBezTo>
                    <a:pt x="305" y="170"/>
                    <a:pt x="303" y="178"/>
                    <a:pt x="288" y="185"/>
                  </a:cubicBezTo>
                  <a:cubicBezTo>
                    <a:pt x="272" y="192"/>
                    <a:pt x="264" y="202"/>
                    <a:pt x="261" y="208"/>
                  </a:cubicBezTo>
                  <a:cubicBezTo>
                    <a:pt x="258" y="213"/>
                    <a:pt x="236" y="214"/>
                    <a:pt x="233" y="221"/>
                  </a:cubicBezTo>
                  <a:cubicBezTo>
                    <a:pt x="230" y="228"/>
                    <a:pt x="240" y="232"/>
                    <a:pt x="250" y="232"/>
                  </a:cubicBezTo>
                  <a:cubicBezTo>
                    <a:pt x="259" y="232"/>
                    <a:pt x="260" y="218"/>
                    <a:pt x="274" y="215"/>
                  </a:cubicBezTo>
                  <a:cubicBezTo>
                    <a:pt x="288" y="212"/>
                    <a:pt x="300" y="204"/>
                    <a:pt x="308" y="198"/>
                  </a:cubicBezTo>
                  <a:cubicBezTo>
                    <a:pt x="316" y="193"/>
                    <a:pt x="318" y="176"/>
                    <a:pt x="330" y="176"/>
                  </a:cubicBezTo>
                  <a:cubicBezTo>
                    <a:pt x="343" y="175"/>
                    <a:pt x="360" y="178"/>
                    <a:pt x="360" y="173"/>
                  </a:cubicBezTo>
                  <a:cubicBezTo>
                    <a:pt x="361" y="168"/>
                    <a:pt x="354" y="162"/>
                    <a:pt x="344" y="160"/>
                  </a:cubicBezTo>
                  <a:cubicBezTo>
                    <a:pt x="334" y="158"/>
                    <a:pt x="328" y="160"/>
                    <a:pt x="328" y="154"/>
                  </a:cubicBezTo>
                  <a:cubicBezTo>
                    <a:pt x="328" y="148"/>
                    <a:pt x="329" y="140"/>
                    <a:pt x="336" y="140"/>
                  </a:cubicBezTo>
                  <a:cubicBezTo>
                    <a:pt x="342" y="140"/>
                    <a:pt x="340" y="125"/>
                    <a:pt x="352" y="124"/>
                  </a:cubicBezTo>
                  <a:cubicBezTo>
                    <a:pt x="365" y="124"/>
                    <a:pt x="401" y="124"/>
                    <a:pt x="403" y="129"/>
                  </a:cubicBezTo>
                  <a:cubicBezTo>
                    <a:pt x="405" y="134"/>
                    <a:pt x="406" y="142"/>
                    <a:pt x="416" y="141"/>
                  </a:cubicBezTo>
                  <a:cubicBezTo>
                    <a:pt x="427" y="140"/>
                    <a:pt x="422" y="127"/>
                    <a:pt x="436" y="123"/>
                  </a:cubicBezTo>
                  <a:cubicBezTo>
                    <a:pt x="449" y="119"/>
                    <a:pt x="454" y="91"/>
                    <a:pt x="464" y="87"/>
                  </a:cubicBezTo>
                  <a:cubicBezTo>
                    <a:pt x="475" y="83"/>
                    <a:pt x="478" y="80"/>
                    <a:pt x="478" y="74"/>
                  </a:cubicBezTo>
                  <a:cubicBezTo>
                    <a:pt x="478" y="68"/>
                    <a:pt x="474" y="67"/>
                    <a:pt x="469" y="68"/>
                  </a:cubicBezTo>
                  <a:cubicBezTo>
                    <a:pt x="464" y="68"/>
                    <a:pt x="458" y="63"/>
                    <a:pt x="466" y="58"/>
                  </a:cubicBezTo>
                  <a:cubicBezTo>
                    <a:pt x="474" y="54"/>
                    <a:pt x="472" y="52"/>
                    <a:pt x="470" y="46"/>
                  </a:cubicBezTo>
                  <a:cubicBezTo>
                    <a:pt x="469" y="40"/>
                    <a:pt x="456" y="34"/>
                    <a:pt x="450" y="44"/>
                  </a:cubicBezTo>
                  <a:cubicBezTo>
                    <a:pt x="444" y="53"/>
                    <a:pt x="441" y="67"/>
                    <a:pt x="432" y="70"/>
                  </a:cubicBezTo>
                  <a:cubicBezTo>
                    <a:pt x="424" y="72"/>
                    <a:pt x="412" y="74"/>
                    <a:pt x="400" y="74"/>
                  </a:cubicBezTo>
                  <a:cubicBezTo>
                    <a:pt x="387" y="74"/>
                    <a:pt x="361" y="77"/>
                    <a:pt x="350" y="75"/>
                  </a:cubicBezTo>
                  <a:cubicBezTo>
                    <a:pt x="338" y="73"/>
                    <a:pt x="327" y="76"/>
                    <a:pt x="323" y="73"/>
                  </a:cubicBezTo>
                  <a:cubicBezTo>
                    <a:pt x="319" y="70"/>
                    <a:pt x="318" y="69"/>
                    <a:pt x="309" y="68"/>
                  </a:cubicBezTo>
                  <a:cubicBezTo>
                    <a:pt x="300" y="66"/>
                    <a:pt x="298" y="61"/>
                    <a:pt x="300" y="53"/>
                  </a:cubicBezTo>
                  <a:cubicBezTo>
                    <a:pt x="301" y="45"/>
                    <a:pt x="314" y="50"/>
                    <a:pt x="319" y="46"/>
                  </a:cubicBezTo>
                  <a:cubicBezTo>
                    <a:pt x="324" y="42"/>
                    <a:pt x="330" y="33"/>
                    <a:pt x="342" y="32"/>
                  </a:cubicBezTo>
                  <a:cubicBezTo>
                    <a:pt x="354" y="30"/>
                    <a:pt x="361" y="30"/>
                    <a:pt x="363" y="24"/>
                  </a:cubicBezTo>
                  <a:cubicBezTo>
                    <a:pt x="365" y="18"/>
                    <a:pt x="356" y="10"/>
                    <a:pt x="348" y="9"/>
                  </a:cubicBezTo>
                  <a:cubicBezTo>
                    <a:pt x="341" y="8"/>
                    <a:pt x="346" y="2"/>
                    <a:pt x="335" y="1"/>
                  </a:cubicBezTo>
                  <a:cubicBezTo>
                    <a:pt x="324" y="0"/>
                    <a:pt x="326" y="12"/>
                    <a:pt x="314" y="10"/>
                  </a:cubicBezTo>
                  <a:cubicBezTo>
                    <a:pt x="301" y="9"/>
                    <a:pt x="293" y="9"/>
                    <a:pt x="289" y="14"/>
                  </a:cubicBezTo>
                  <a:cubicBezTo>
                    <a:pt x="285" y="18"/>
                    <a:pt x="260" y="14"/>
                    <a:pt x="255" y="19"/>
                  </a:cubicBezTo>
                  <a:cubicBezTo>
                    <a:pt x="250" y="24"/>
                    <a:pt x="235" y="32"/>
                    <a:pt x="227" y="35"/>
                  </a:cubicBezTo>
                  <a:cubicBezTo>
                    <a:pt x="219" y="38"/>
                    <a:pt x="216" y="45"/>
                    <a:pt x="191" y="48"/>
                  </a:cubicBezTo>
                  <a:cubicBezTo>
                    <a:pt x="166" y="50"/>
                    <a:pt x="164" y="48"/>
                    <a:pt x="147" y="4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36"/>
            <p:cNvSpPr>
              <a:spLocks/>
            </p:cNvSpPr>
            <p:nvPr/>
          </p:nvSpPr>
          <p:spPr bwMode="auto">
            <a:xfrm>
              <a:off x="2264" y="1358"/>
              <a:ext cx="178" cy="77"/>
            </a:xfrm>
            <a:custGeom>
              <a:avLst/>
              <a:gdLst>
                <a:gd name="T0" fmla="*/ 68 w 489"/>
                <a:gd name="T1" fmla="*/ 41 h 212"/>
                <a:gd name="T2" fmla="*/ 86 w 489"/>
                <a:gd name="T3" fmla="*/ 62 h 212"/>
                <a:gd name="T4" fmla="*/ 101 w 489"/>
                <a:gd name="T5" fmla="*/ 81 h 212"/>
                <a:gd name="T6" fmla="*/ 117 w 489"/>
                <a:gd name="T7" fmla="*/ 99 h 212"/>
                <a:gd name="T8" fmla="*/ 121 w 489"/>
                <a:gd name="T9" fmla="*/ 121 h 212"/>
                <a:gd name="T10" fmla="*/ 101 w 489"/>
                <a:gd name="T11" fmla="*/ 131 h 212"/>
                <a:gd name="T12" fmla="*/ 75 w 489"/>
                <a:gd name="T13" fmla="*/ 129 h 212"/>
                <a:gd name="T14" fmla="*/ 57 w 489"/>
                <a:gd name="T15" fmla="*/ 154 h 212"/>
                <a:gd name="T16" fmla="*/ 46 w 489"/>
                <a:gd name="T17" fmla="*/ 180 h 212"/>
                <a:gd name="T18" fmla="*/ 23 w 489"/>
                <a:gd name="T19" fmla="*/ 172 h 212"/>
                <a:gd name="T20" fmla="*/ 2 w 489"/>
                <a:gd name="T21" fmla="*/ 177 h 212"/>
                <a:gd name="T22" fmla="*/ 10 w 489"/>
                <a:gd name="T23" fmla="*/ 185 h 212"/>
                <a:gd name="T24" fmla="*/ 15 w 489"/>
                <a:gd name="T25" fmla="*/ 193 h 212"/>
                <a:gd name="T26" fmla="*/ 25 w 489"/>
                <a:gd name="T27" fmla="*/ 201 h 212"/>
                <a:gd name="T28" fmla="*/ 46 w 489"/>
                <a:gd name="T29" fmla="*/ 210 h 212"/>
                <a:gd name="T30" fmla="*/ 78 w 489"/>
                <a:gd name="T31" fmla="*/ 212 h 212"/>
                <a:gd name="T32" fmla="*/ 123 w 489"/>
                <a:gd name="T33" fmla="*/ 205 h 212"/>
                <a:gd name="T34" fmla="*/ 142 w 489"/>
                <a:gd name="T35" fmla="*/ 197 h 212"/>
                <a:gd name="T36" fmla="*/ 188 w 489"/>
                <a:gd name="T37" fmla="*/ 192 h 212"/>
                <a:gd name="T38" fmla="*/ 197 w 489"/>
                <a:gd name="T39" fmla="*/ 160 h 212"/>
                <a:gd name="T40" fmla="*/ 224 w 489"/>
                <a:gd name="T41" fmla="*/ 147 h 212"/>
                <a:gd name="T42" fmla="*/ 260 w 489"/>
                <a:gd name="T43" fmla="*/ 149 h 212"/>
                <a:gd name="T44" fmla="*/ 262 w 489"/>
                <a:gd name="T45" fmla="*/ 137 h 212"/>
                <a:gd name="T46" fmla="*/ 254 w 489"/>
                <a:gd name="T47" fmla="*/ 121 h 212"/>
                <a:gd name="T48" fmla="*/ 220 w 489"/>
                <a:gd name="T49" fmla="*/ 117 h 212"/>
                <a:gd name="T50" fmla="*/ 249 w 489"/>
                <a:gd name="T51" fmla="*/ 112 h 212"/>
                <a:gd name="T52" fmla="*/ 272 w 489"/>
                <a:gd name="T53" fmla="*/ 101 h 212"/>
                <a:gd name="T54" fmla="*/ 295 w 489"/>
                <a:gd name="T55" fmla="*/ 99 h 212"/>
                <a:gd name="T56" fmla="*/ 323 w 489"/>
                <a:gd name="T57" fmla="*/ 92 h 212"/>
                <a:gd name="T58" fmla="*/ 340 w 489"/>
                <a:gd name="T59" fmla="*/ 75 h 212"/>
                <a:gd name="T60" fmla="*/ 357 w 489"/>
                <a:gd name="T61" fmla="*/ 54 h 212"/>
                <a:gd name="T62" fmla="*/ 378 w 489"/>
                <a:gd name="T63" fmla="*/ 52 h 212"/>
                <a:gd name="T64" fmla="*/ 396 w 489"/>
                <a:gd name="T65" fmla="*/ 52 h 212"/>
                <a:gd name="T66" fmla="*/ 410 w 489"/>
                <a:gd name="T67" fmla="*/ 58 h 212"/>
                <a:gd name="T68" fmla="*/ 421 w 489"/>
                <a:gd name="T69" fmla="*/ 46 h 212"/>
                <a:gd name="T70" fmla="*/ 440 w 489"/>
                <a:gd name="T71" fmla="*/ 36 h 212"/>
                <a:gd name="T72" fmla="*/ 467 w 489"/>
                <a:gd name="T73" fmla="*/ 33 h 212"/>
                <a:gd name="T74" fmla="*/ 489 w 489"/>
                <a:gd name="T75" fmla="*/ 28 h 212"/>
                <a:gd name="T76" fmla="*/ 477 w 489"/>
                <a:gd name="T77" fmla="*/ 15 h 212"/>
                <a:gd name="T78" fmla="*/ 443 w 489"/>
                <a:gd name="T79" fmla="*/ 13 h 212"/>
                <a:gd name="T80" fmla="*/ 422 w 489"/>
                <a:gd name="T81" fmla="*/ 6 h 212"/>
                <a:gd name="T82" fmla="*/ 378 w 489"/>
                <a:gd name="T83" fmla="*/ 7 h 212"/>
                <a:gd name="T84" fmla="*/ 360 w 489"/>
                <a:gd name="T85" fmla="*/ 19 h 212"/>
                <a:gd name="T86" fmla="*/ 331 w 489"/>
                <a:gd name="T87" fmla="*/ 48 h 212"/>
                <a:gd name="T88" fmla="*/ 320 w 489"/>
                <a:gd name="T89" fmla="*/ 66 h 212"/>
                <a:gd name="T90" fmla="*/ 314 w 489"/>
                <a:gd name="T91" fmla="*/ 80 h 212"/>
                <a:gd name="T92" fmla="*/ 295 w 489"/>
                <a:gd name="T93" fmla="*/ 72 h 212"/>
                <a:gd name="T94" fmla="*/ 285 w 489"/>
                <a:gd name="T95" fmla="*/ 91 h 212"/>
                <a:gd name="T96" fmla="*/ 255 w 489"/>
                <a:gd name="T97" fmla="*/ 96 h 212"/>
                <a:gd name="T98" fmla="*/ 220 w 489"/>
                <a:gd name="T99" fmla="*/ 99 h 212"/>
                <a:gd name="T100" fmla="*/ 199 w 489"/>
                <a:gd name="T101" fmla="*/ 104 h 212"/>
                <a:gd name="T102" fmla="*/ 174 w 489"/>
                <a:gd name="T103" fmla="*/ 80 h 212"/>
                <a:gd name="T104" fmla="*/ 146 w 489"/>
                <a:gd name="T105" fmla="*/ 65 h 212"/>
                <a:gd name="T106" fmla="*/ 121 w 489"/>
                <a:gd name="T107" fmla="*/ 66 h 212"/>
                <a:gd name="T108" fmla="*/ 103 w 489"/>
                <a:gd name="T109" fmla="*/ 51 h 212"/>
                <a:gd name="T110" fmla="*/ 82 w 489"/>
                <a:gd name="T111" fmla="*/ 40 h 212"/>
                <a:gd name="T112" fmla="*/ 68 w 489"/>
                <a:gd name="T113" fmla="*/ 41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89" h="212">
                  <a:moveTo>
                    <a:pt x="68" y="41"/>
                  </a:moveTo>
                  <a:cubicBezTo>
                    <a:pt x="68" y="41"/>
                    <a:pt x="77" y="59"/>
                    <a:pt x="86" y="62"/>
                  </a:cubicBezTo>
                  <a:cubicBezTo>
                    <a:pt x="96" y="65"/>
                    <a:pt x="89" y="78"/>
                    <a:pt x="101" y="81"/>
                  </a:cubicBezTo>
                  <a:cubicBezTo>
                    <a:pt x="112" y="85"/>
                    <a:pt x="108" y="94"/>
                    <a:pt x="117" y="99"/>
                  </a:cubicBezTo>
                  <a:cubicBezTo>
                    <a:pt x="126" y="103"/>
                    <a:pt x="136" y="115"/>
                    <a:pt x="121" y="121"/>
                  </a:cubicBezTo>
                  <a:cubicBezTo>
                    <a:pt x="106" y="126"/>
                    <a:pt x="114" y="132"/>
                    <a:pt x="101" y="131"/>
                  </a:cubicBezTo>
                  <a:cubicBezTo>
                    <a:pt x="88" y="129"/>
                    <a:pt x="84" y="123"/>
                    <a:pt x="75" y="129"/>
                  </a:cubicBezTo>
                  <a:cubicBezTo>
                    <a:pt x="66" y="136"/>
                    <a:pt x="60" y="141"/>
                    <a:pt x="57" y="154"/>
                  </a:cubicBezTo>
                  <a:cubicBezTo>
                    <a:pt x="54" y="168"/>
                    <a:pt x="56" y="180"/>
                    <a:pt x="46" y="180"/>
                  </a:cubicBezTo>
                  <a:cubicBezTo>
                    <a:pt x="36" y="180"/>
                    <a:pt x="38" y="172"/>
                    <a:pt x="23" y="172"/>
                  </a:cubicBezTo>
                  <a:cubicBezTo>
                    <a:pt x="8" y="171"/>
                    <a:pt x="0" y="172"/>
                    <a:pt x="2" y="177"/>
                  </a:cubicBezTo>
                  <a:cubicBezTo>
                    <a:pt x="3" y="182"/>
                    <a:pt x="10" y="181"/>
                    <a:pt x="10" y="185"/>
                  </a:cubicBezTo>
                  <a:cubicBezTo>
                    <a:pt x="10" y="189"/>
                    <a:pt x="8" y="192"/>
                    <a:pt x="15" y="193"/>
                  </a:cubicBezTo>
                  <a:cubicBezTo>
                    <a:pt x="22" y="194"/>
                    <a:pt x="24" y="197"/>
                    <a:pt x="25" y="201"/>
                  </a:cubicBezTo>
                  <a:cubicBezTo>
                    <a:pt x="27" y="205"/>
                    <a:pt x="38" y="208"/>
                    <a:pt x="46" y="210"/>
                  </a:cubicBezTo>
                  <a:cubicBezTo>
                    <a:pt x="53" y="211"/>
                    <a:pt x="56" y="212"/>
                    <a:pt x="78" y="212"/>
                  </a:cubicBezTo>
                  <a:cubicBezTo>
                    <a:pt x="99" y="212"/>
                    <a:pt x="113" y="205"/>
                    <a:pt x="123" y="205"/>
                  </a:cubicBezTo>
                  <a:cubicBezTo>
                    <a:pt x="133" y="205"/>
                    <a:pt x="125" y="199"/>
                    <a:pt x="142" y="197"/>
                  </a:cubicBezTo>
                  <a:cubicBezTo>
                    <a:pt x="159" y="196"/>
                    <a:pt x="187" y="200"/>
                    <a:pt x="188" y="192"/>
                  </a:cubicBezTo>
                  <a:cubicBezTo>
                    <a:pt x="189" y="184"/>
                    <a:pt x="189" y="164"/>
                    <a:pt x="197" y="160"/>
                  </a:cubicBezTo>
                  <a:cubicBezTo>
                    <a:pt x="204" y="156"/>
                    <a:pt x="212" y="145"/>
                    <a:pt x="224" y="147"/>
                  </a:cubicBezTo>
                  <a:cubicBezTo>
                    <a:pt x="235" y="149"/>
                    <a:pt x="252" y="152"/>
                    <a:pt x="260" y="149"/>
                  </a:cubicBezTo>
                  <a:cubicBezTo>
                    <a:pt x="267" y="146"/>
                    <a:pt x="269" y="137"/>
                    <a:pt x="262" y="137"/>
                  </a:cubicBezTo>
                  <a:cubicBezTo>
                    <a:pt x="255" y="137"/>
                    <a:pt x="268" y="127"/>
                    <a:pt x="254" y="121"/>
                  </a:cubicBezTo>
                  <a:cubicBezTo>
                    <a:pt x="240" y="116"/>
                    <a:pt x="217" y="126"/>
                    <a:pt x="220" y="117"/>
                  </a:cubicBezTo>
                  <a:cubicBezTo>
                    <a:pt x="222" y="109"/>
                    <a:pt x="242" y="112"/>
                    <a:pt x="249" y="112"/>
                  </a:cubicBezTo>
                  <a:cubicBezTo>
                    <a:pt x="255" y="112"/>
                    <a:pt x="265" y="101"/>
                    <a:pt x="272" y="101"/>
                  </a:cubicBezTo>
                  <a:cubicBezTo>
                    <a:pt x="278" y="101"/>
                    <a:pt x="288" y="99"/>
                    <a:pt x="295" y="99"/>
                  </a:cubicBezTo>
                  <a:cubicBezTo>
                    <a:pt x="303" y="99"/>
                    <a:pt x="318" y="100"/>
                    <a:pt x="323" y="92"/>
                  </a:cubicBezTo>
                  <a:cubicBezTo>
                    <a:pt x="327" y="84"/>
                    <a:pt x="330" y="76"/>
                    <a:pt x="340" y="75"/>
                  </a:cubicBezTo>
                  <a:cubicBezTo>
                    <a:pt x="349" y="74"/>
                    <a:pt x="348" y="54"/>
                    <a:pt x="357" y="54"/>
                  </a:cubicBezTo>
                  <a:cubicBezTo>
                    <a:pt x="366" y="54"/>
                    <a:pt x="373" y="58"/>
                    <a:pt x="378" y="52"/>
                  </a:cubicBezTo>
                  <a:cubicBezTo>
                    <a:pt x="383" y="46"/>
                    <a:pt x="393" y="47"/>
                    <a:pt x="396" y="52"/>
                  </a:cubicBezTo>
                  <a:cubicBezTo>
                    <a:pt x="398" y="57"/>
                    <a:pt x="409" y="64"/>
                    <a:pt x="410" y="58"/>
                  </a:cubicBezTo>
                  <a:cubicBezTo>
                    <a:pt x="411" y="51"/>
                    <a:pt x="413" y="46"/>
                    <a:pt x="421" y="46"/>
                  </a:cubicBezTo>
                  <a:cubicBezTo>
                    <a:pt x="429" y="46"/>
                    <a:pt x="429" y="37"/>
                    <a:pt x="440" y="36"/>
                  </a:cubicBezTo>
                  <a:cubicBezTo>
                    <a:pt x="451" y="34"/>
                    <a:pt x="459" y="32"/>
                    <a:pt x="467" y="33"/>
                  </a:cubicBezTo>
                  <a:cubicBezTo>
                    <a:pt x="475" y="35"/>
                    <a:pt x="488" y="35"/>
                    <a:pt x="489" y="28"/>
                  </a:cubicBezTo>
                  <a:cubicBezTo>
                    <a:pt x="489" y="22"/>
                    <a:pt x="484" y="15"/>
                    <a:pt x="477" y="15"/>
                  </a:cubicBezTo>
                  <a:cubicBezTo>
                    <a:pt x="469" y="15"/>
                    <a:pt x="445" y="21"/>
                    <a:pt x="443" y="13"/>
                  </a:cubicBezTo>
                  <a:cubicBezTo>
                    <a:pt x="441" y="6"/>
                    <a:pt x="431" y="8"/>
                    <a:pt x="422" y="6"/>
                  </a:cubicBezTo>
                  <a:cubicBezTo>
                    <a:pt x="413" y="4"/>
                    <a:pt x="378" y="0"/>
                    <a:pt x="378" y="7"/>
                  </a:cubicBezTo>
                  <a:cubicBezTo>
                    <a:pt x="379" y="13"/>
                    <a:pt x="371" y="13"/>
                    <a:pt x="360" y="19"/>
                  </a:cubicBezTo>
                  <a:cubicBezTo>
                    <a:pt x="349" y="25"/>
                    <a:pt x="333" y="40"/>
                    <a:pt x="331" y="48"/>
                  </a:cubicBezTo>
                  <a:cubicBezTo>
                    <a:pt x="329" y="56"/>
                    <a:pt x="318" y="58"/>
                    <a:pt x="320" y="66"/>
                  </a:cubicBezTo>
                  <a:cubicBezTo>
                    <a:pt x="321" y="74"/>
                    <a:pt x="321" y="84"/>
                    <a:pt x="314" y="80"/>
                  </a:cubicBezTo>
                  <a:cubicBezTo>
                    <a:pt x="307" y="76"/>
                    <a:pt x="303" y="68"/>
                    <a:pt x="295" y="72"/>
                  </a:cubicBezTo>
                  <a:cubicBezTo>
                    <a:pt x="287" y="76"/>
                    <a:pt x="288" y="88"/>
                    <a:pt x="285" y="91"/>
                  </a:cubicBezTo>
                  <a:cubicBezTo>
                    <a:pt x="283" y="94"/>
                    <a:pt x="266" y="96"/>
                    <a:pt x="255" y="96"/>
                  </a:cubicBezTo>
                  <a:cubicBezTo>
                    <a:pt x="245" y="96"/>
                    <a:pt x="225" y="95"/>
                    <a:pt x="220" y="99"/>
                  </a:cubicBezTo>
                  <a:cubicBezTo>
                    <a:pt x="214" y="104"/>
                    <a:pt x="204" y="106"/>
                    <a:pt x="199" y="104"/>
                  </a:cubicBezTo>
                  <a:cubicBezTo>
                    <a:pt x="193" y="102"/>
                    <a:pt x="193" y="89"/>
                    <a:pt x="174" y="80"/>
                  </a:cubicBezTo>
                  <a:cubicBezTo>
                    <a:pt x="156" y="71"/>
                    <a:pt x="151" y="62"/>
                    <a:pt x="146" y="65"/>
                  </a:cubicBezTo>
                  <a:cubicBezTo>
                    <a:pt x="142" y="68"/>
                    <a:pt x="131" y="71"/>
                    <a:pt x="121" y="66"/>
                  </a:cubicBezTo>
                  <a:cubicBezTo>
                    <a:pt x="111" y="61"/>
                    <a:pt x="111" y="55"/>
                    <a:pt x="103" y="51"/>
                  </a:cubicBezTo>
                  <a:cubicBezTo>
                    <a:pt x="94" y="48"/>
                    <a:pt x="90" y="41"/>
                    <a:pt x="82" y="40"/>
                  </a:cubicBezTo>
                  <a:cubicBezTo>
                    <a:pt x="74" y="39"/>
                    <a:pt x="65" y="36"/>
                    <a:pt x="68" y="4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37"/>
            <p:cNvSpPr>
              <a:spLocks/>
            </p:cNvSpPr>
            <p:nvPr/>
          </p:nvSpPr>
          <p:spPr bwMode="auto">
            <a:xfrm>
              <a:off x="2666" y="1654"/>
              <a:ext cx="71" cy="124"/>
            </a:xfrm>
            <a:custGeom>
              <a:avLst/>
              <a:gdLst>
                <a:gd name="T0" fmla="*/ 120 w 194"/>
                <a:gd name="T1" fmla="*/ 89 h 342"/>
                <a:gd name="T2" fmla="*/ 98 w 194"/>
                <a:gd name="T3" fmla="*/ 56 h 342"/>
                <a:gd name="T4" fmla="*/ 94 w 194"/>
                <a:gd name="T5" fmla="*/ 29 h 342"/>
                <a:gd name="T6" fmla="*/ 87 w 194"/>
                <a:gd name="T7" fmla="*/ 5 h 342"/>
                <a:gd name="T8" fmla="*/ 77 w 194"/>
                <a:gd name="T9" fmla="*/ 14 h 342"/>
                <a:gd name="T10" fmla="*/ 70 w 194"/>
                <a:gd name="T11" fmla="*/ 41 h 342"/>
                <a:gd name="T12" fmla="*/ 28 w 194"/>
                <a:gd name="T13" fmla="*/ 41 h 342"/>
                <a:gd name="T14" fmla="*/ 22 w 194"/>
                <a:gd name="T15" fmla="*/ 56 h 342"/>
                <a:gd name="T16" fmla="*/ 18 w 194"/>
                <a:gd name="T17" fmla="*/ 74 h 342"/>
                <a:gd name="T18" fmla="*/ 14 w 194"/>
                <a:gd name="T19" fmla="*/ 94 h 342"/>
                <a:gd name="T20" fmla="*/ 6 w 194"/>
                <a:gd name="T21" fmla="*/ 102 h 342"/>
                <a:gd name="T22" fmla="*/ 22 w 194"/>
                <a:gd name="T23" fmla="*/ 108 h 342"/>
                <a:gd name="T24" fmla="*/ 42 w 194"/>
                <a:gd name="T25" fmla="*/ 108 h 342"/>
                <a:gd name="T26" fmla="*/ 46 w 194"/>
                <a:gd name="T27" fmla="*/ 118 h 342"/>
                <a:gd name="T28" fmla="*/ 32 w 194"/>
                <a:gd name="T29" fmla="*/ 134 h 342"/>
                <a:gd name="T30" fmla="*/ 61 w 194"/>
                <a:gd name="T31" fmla="*/ 158 h 342"/>
                <a:gd name="T32" fmla="*/ 80 w 194"/>
                <a:gd name="T33" fmla="*/ 182 h 342"/>
                <a:gd name="T34" fmla="*/ 90 w 194"/>
                <a:gd name="T35" fmla="*/ 203 h 342"/>
                <a:gd name="T36" fmla="*/ 100 w 194"/>
                <a:gd name="T37" fmla="*/ 199 h 342"/>
                <a:gd name="T38" fmla="*/ 104 w 194"/>
                <a:gd name="T39" fmla="*/ 190 h 342"/>
                <a:gd name="T40" fmla="*/ 116 w 194"/>
                <a:gd name="T41" fmla="*/ 183 h 342"/>
                <a:gd name="T42" fmla="*/ 124 w 194"/>
                <a:gd name="T43" fmla="*/ 194 h 342"/>
                <a:gd name="T44" fmla="*/ 139 w 194"/>
                <a:gd name="T45" fmla="*/ 210 h 342"/>
                <a:gd name="T46" fmla="*/ 140 w 194"/>
                <a:gd name="T47" fmla="*/ 236 h 342"/>
                <a:gd name="T48" fmla="*/ 161 w 194"/>
                <a:gd name="T49" fmla="*/ 239 h 342"/>
                <a:gd name="T50" fmla="*/ 162 w 194"/>
                <a:gd name="T51" fmla="*/ 272 h 342"/>
                <a:gd name="T52" fmla="*/ 156 w 194"/>
                <a:gd name="T53" fmla="*/ 290 h 342"/>
                <a:gd name="T54" fmla="*/ 157 w 194"/>
                <a:gd name="T55" fmla="*/ 313 h 342"/>
                <a:gd name="T56" fmla="*/ 163 w 194"/>
                <a:gd name="T57" fmla="*/ 334 h 342"/>
                <a:gd name="T58" fmla="*/ 178 w 194"/>
                <a:gd name="T59" fmla="*/ 333 h 342"/>
                <a:gd name="T60" fmla="*/ 184 w 194"/>
                <a:gd name="T61" fmla="*/ 312 h 342"/>
                <a:gd name="T62" fmla="*/ 190 w 194"/>
                <a:gd name="T63" fmla="*/ 290 h 342"/>
                <a:gd name="T64" fmla="*/ 188 w 194"/>
                <a:gd name="T65" fmla="*/ 271 h 342"/>
                <a:gd name="T66" fmla="*/ 188 w 194"/>
                <a:gd name="T67" fmla="*/ 255 h 342"/>
                <a:gd name="T68" fmla="*/ 174 w 194"/>
                <a:gd name="T69" fmla="*/ 234 h 342"/>
                <a:gd name="T70" fmla="*/ 160 w 194"/>
                <a:gd name="T71" fmla="*/ 210 h 342"/>
                <a:gd name="T72" fmla="*/ 148 w 194"/>
                <a:gd name="T73" fmla="*/ 188 h 342"/>
                <a:gd name="T74" fmla="*/ 138 w 194"/>
                <a:gd name="T75" fmla="*/ 150 h 342"/>
                <a:gd name="T76" fmla="*/ 122 w 194"/>
                <a:gd name="T77" fmla="*/ 118 h 342"/>
                <a:gd name="T78" fmla="*/ 120 w 194"/>
                <a:gd name="T79" fmla="*/ 8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4" h="342">
                  <a:moveTo>
                    <a:pt x="120" y="89"/>
                  </a:moveTo>
                  <a:cubicBezTo>
                    <a:pt x="120" y="89"/>
                    <a:pt x="100" y="70"/>
                    <a:pt x="98" y="56"/>
                  </a:cubicBezTo>
                  <a:cubicBezTo>
                    <a:pt x="96" y="41"/>
                    <a:pt x="95" y="38"/>
                    <a:pt x="94" y="29"/>
                  </a:cubicBezTo>
                  <a:cubicBezTo>
                    <a:pt x="92" y="20"/>
                    <a:pt x="90" y="10"/>
                    <a:pt x="87" y="5"/>
                  </a:cubicBezTo>
                  <a:cubicBezTo>
                    <a:pt x="84" y="0"/>
                    <a:pt x="77" y="4"/>
                    <a:pt x="77" y="14"/>
                  </a:cubicBezTo>
                  <a:cubicBezTo>
                    <a:pt x="77" y="25"/>
                    <a:pt x="84" y="42"/>
                    <a:pt x="70" y="41"/>
                  </a:cubicBezTo>
                  <a:cubicBezTo>
                    <a:pt x="56" y="40"/>
                    <a:pt x="34" y="37"/>
                    <a:pt x="28" y="41"/>
                  </a:cubicBezTo>
                  <a:cubicBezTo>
                    <a:pt x="23" y="45"/>
                    <a:pt x="24" y="50"/>
                    <a:pt x="22" y="56"/>
                  </a:cubicBezTo>
                  <a:cubicBezTo>
                    <a:pt x="21" y="62"/>
                    <a:pt x="25" y="72"/>
                    <a:pt x="18" y="74"/>
                  </a:cubicBezTo>
                  <a:cubicBezTo>
                    <a:pt x="12" y="76"/>
                    <a:pt x="23" y="92"/>
                    <a:pt x="14" y="94"/>
                  </a:cubicBezTo>
                  <a:cubicBezTo>
                    <a:pt x="6" y="95"/>
                    <a:pt x="0" y="98"/>
                    <a:pt x="6" y="102"/>
                  </a:cubicBezTo>
                  <a:cubicBezTo>
                    <a:pt x="13" y="105"/>
                    <a:pt x="12" y="109"/>
                    <a:pt x="22" y="108"/>
                  </a:cubicBezTo>
                  <a:cubicBezTo>
                    <a:pt x="32" y="108"/>
                    <a:pt x="34" y="107"/>
                    <a:pt x="42" y="108"/>
                  </a:cubicBezTo>
                  <a:cubicBezTo>
                    <a:pt x="49" y="108"/>
                    <a:pt x="52" y="115"/>
                    <a:pt x="46" y="118"/>
                  </a:cubicBezTo>
                  <a:cubicBezTo>
                    <a:pt x="40" y="120"/>
                    <a:pt x="24" y="128"/>
                    <a:pt x="32" y="134"/>
                  </a:cubicBezTo>
                  <a:cubicBezTo>
                    <a:pt x="41" y="141"/>
                    <a:pt x="55" y="152"/>
                    <a:pt x="61" y="158"/>
                  </a:cubicBezTo>
                  <a:cubicBezTo>
                    <a:pt x="67" y="164"/>
                    <a:pt x="77" y="174"/>
                    <a:pt x="80" y="182"/>
                  </a:cubicBezTo>
                  <a:cubicBezTo>
                    <a:pt x="82" y="190"/>
                    <a:pt x="86" y="200"/>
                    <a:pt x="90" y="203"/>
                  </a:cubicBezTo>
                  <a:cubicBezTo>
                    <a:pt x="94" y="206"/>
                    <a:pt x="99" y="207"/>
                    <a:pt x="100" y="199"/>
                  </a:cubicBezTo>
                  <a:cubicBezTo>
                    <a:pt x="100" y="191"/>
                    <a:pt x="99" y="193"/>
                    <a:pt x="104" y="190"/>
                  </a:cubicBezTo>
                  <a:cubicBezTo>
                    <a:pt x="110" y="188"/>
                    <a:pt x="110" y="183"/>
                    <a:pt x="116" y="183"/>
                  </a:cubicBezTo>
                  <a:cubicBezTo>
                    <a:pt x="123" y="183"/>
                    <a:pt x="121" y="193"/>
                    <a:pt x="124" y="194"/>
                  </a:cubicBezTo>
                  <a:cubicBezTo>
                    <a:pt x="128" y="194"/>
                    <a:pt x="139" y="200"/>
                    <a:pt x="139" y="210"/>
                  </a:cubicBezTo>
                  <a:cubicBezTo>
                    <a:pt x="139" y="219"/>
                    <a:pt x="131" y="234"/>
                    <a:pt x="140" y="236"/>
                  </a:cubicBezTo>
                  <a:cubicBezTo>
                    <a:pt x="148" y="239"/>
                    <a:pt x="156" y="229"/>
                    <a:pt x="161" y="239"/>
                  </a:cubicBezTo>
                  <a:cubicBezTo>
                    <a:pt x="166" y="249"/>
                    <a:pt x="170" y="268"/>
                    <a:pt x="162" y="272"/>
                  </a:cubicBezTo>
                  <a:cubicBezTo>
                    <a:pt x="153" y="276"/>
                    <a:pt x="157" y="280"/>
                    <a:pt x="156" y="290"/>
                  </a:cubicBezTo>
                  <a:cubicBezTo>
                    <a:pt x="156" y="300"/>
                    <a:pt x="154" y="308"/>
                    <a:pt x="157" y="313"/>
                  </a:cubicBezTo>
                  <a:cubicBezTo>
                    <a:pt x="160" y="318"/>
                    <a:pt x="163" y="328"/>
                    <a:pt x="163" y="334"/>
                  </a:cubicBezTo>
                  <a:cubicBezTo>
                    <a:pt x="163" y="339"/>
                    <a:pt x="178" y="342"/>
                    <a:pt x="178" y="333"/>
                  </a:cubicBezTo>
                  <a:cubicBezTo>
                    <a:pt x="177" y="324"/>
                    <a:pt x="178" y="318"/>
                    <a:pt x="184" y="312"/>
                  </a:cubicBezTo>
                  <a:cubicBezTo>
                    <a:pt x="190" y="306"/>
                    <a:pt x="194" y="299"/>
                    <a:pt x="190" y="290"/>
                  </a:cubicBezTo>
                  <a:cubicBezTo>
                    <a:pt x="187" y="280"/>
                    <a:pt x="184" y="278"/>
                    <a:pt x="188" y="271"/>
                  </a:cubicBezTo>
                  <a:cubicBezTo>
                    <a:pt x="192" y="264"/>
                    <a:pt x="194" y="259"/>
                    <a:pt x="188" y="255"/>
                  </a:cubicBezTo>
                  <a:cubicBezTo>
                    <a:pt x="182" y="251"/>
                    <a:pt x="178" y="244"/>
                    <a:pt x="174" y="234"/>
                  </a:cubicBezTo>
                  <a:cubicBezTo>
                    <a:pt x="171" y="224"/>
                    <a:pt x="170" y="222"/>
                    <a:pt x="160" y="210"/>
                  </a:cubicBezTo>
                  <a:cubicBezTo>
                    <a:pt x="151" y="199"/>
                    <a:pt x="152" y="200"/>
                    <a:pt x="148" y="188"/>
                  </a:cubicBezTo>
                  <a:cubicBezTo>
                    <a:pt x="144" y="175"/>
                    <a:pt x="145" y="159"/>
                    <a:pt x="138" y="150"/>
                  </a:cubicBezTo>
                  <a:cubicBezTo>
                    <a:pt x="132" y="142"/>
                    <a:pt x="122" y="131"/>
                    <a:pt x="122" y="118"/>
                  </a:cubicBezTo>
                  <a:cubicBezTo>
                    <a:pt x="122" y="104"/>
                    <a:pt x="128" y="98"/>
                    <a:pt x="120" y="8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38"/>
            <p:cNvSpPr>
              <a:spLocks noEditPoints="1"/>
            </p:cNvSpPr>
            <p:nvPr/>
          </p:nvSpPr>
          <p:spPr bwMode="auto">
            <a:xfrm>
              <a:off x="3271" y="416"/>
              <a:ext cx="1405" cy="1054"/>
            </a:xfrm>
            <a:custGeom>
              <a:avLst/>
              <a:gdLst>
                <a:gd name="T0" fmla="*/ 913 w 3873"/>
                <a:gd name="T1" fmla="*/ 304 h 2905"/>
                <a:gd name="T2" fmla="*/ 1222 w 3873"/>
                <a:gd name="T3" fmla="*/ 316 h 2905"/>
                <a:gd name="T4" fmla="*/ 1417 w 3873"/>
                <a:gd name="T5" fmla="*/ 212 h 2905"/>
                <a:gd name="T6" fmla="*/ 1671 w 3873"/>
                <a:gd name="T7" fmla="*/ 207 h 2905"/>
                <a:gd name="T8" fmla="*/ 1998 w 3873"/>
                <a:gd name="T9" fmla="*/ 153 h 2905"/>
                <a:gd name="T10" fmla="*/ 1784 w 3873"/>
                <a:gd name="T11" fmla="*/ 101 h 2905"/>
                <a:gd name="T12" fmla="*/ 2163 w 3873"/>
                <a:gd name="T13" fmla="*/ 86 h 2905"/>
                <a:gd name="T14" fmla="*/ 2456 w 3873"/>
                <a:gd name="T15" fmla="*/ 17 h 2905"/>
                <a:gd name="T16" fmla="*/ 2566 w 3873"/>
                <a:gd name="T17" fmla="*/ 100 h 2905"/>
                <a:gd name="T18" fmla="*/ 3051 w 3873"/>
                <a:gd name="T19" fmla="*/ 102 h 2905"/>
                <a:gd name="T20" fmla="*/ 2561 w 3873"/>
                <a:gd name="T21" fmla="*/ 278 h 2905"/>
                <a:gd name="T22" fmla="*/ 2972 w 3873"/>
                <a:gd name="T23" fmla="*/ 333 h 2905"/>
                <a:gd name="T24" fmla="*/ 3268 w 3873"/>
                <a:gd name="T25" fmla="*/ 365 h 2905"/>
                <a:gd name="T26" fmla="*/ 3810 w 3873"/>
                <a:gd name="T27" fmla="*/ 300 h 2905"/>
                <a:gd name="T28" fmla="*/ 3538 w 3873"/>
                <a:gd name="T29" fmla="*/ 474 h 2905"/>
                <a:gd name="T30" fmla="*/ 3522 w 3873"/>
                <a:gd name="T31" fmla="*/ 557 h 2905"/>
                <a:gd name="T32" fmla="*/ 3287 w 3873"/>
                <a:gd name="T33" fmla="*/ 851 h 2905"/>
                <a:gd name="T34" fmla="*/ 3450 w 3873"/>
                <a:gd name="T35" fmla="*/ 1066 h 2905"/>
                <a:gd name="T36" fmla="*/ 3313 w 3873"/>
                <a:gd name="T37" fmla="*/ 1084 h 2905"/>
                <a:gd name="T38" fmla="*/ 3406 w 3873"/>
                <a:gd name="T39" fmla="*/ 1294 h 2905"/>
                <a:gd name="T40" fmla="*/ 3331 w 3873"/>
                <a:gd name="T41" fmla="*/ 1386 h 2905"/>
                <a:gd name="T42" fmla="*/ 2920 w 3873"/>
                <a:gd name="T43" fmla="*/ 1440 h 2905"/>
                <a:gd name="T44" fmla="*/ 2996 w 3873"/>
                <a:gd name="T45" fmla="*/ 1572 h 2905"/>
                <a:gd name="T46" fmla="*/ 3114 w 3873"/>
                <a:gd name="T47" fmla="*/ 1776 h 2905"/>
                <a:gd name="T48" fmla="*/ 2791 w 3873"/>
                <a:gd name="T49" fmla="*/ 1787 h 2905"/>
                <a:gd name="T50" fmla="*/ 2824 w 3873"/>
                <a:gd name="T51" fmla="*/ 1839 h 2905"/>
                <a:gd name="T52" fmla="*/ 3052 w 3873"/>
                <a:gd name="T53" fmla="*/ 1931 h 2905"/>
                <a:gd name="T54" fmla="*/ 2650 w 3873"/>
                <a:gd name="T55" fmla="*/ 2065 h 2905"/>
                <a:gd name="T56" fmla="*/ 2309 w 3873"/>
                <a:gd name="T57" fmla="*/ 2297 h 2905"/>
                <a:gd name="T58" fmla="*/ 2160 w 3873"/>
                <a:gd name="T59" fmla="*/ 2324 h 2905"/>
                <a:gd name="T60" fmla="*/ 2010 w 3873"/>
                <a:gd name="T61" fmla="*/ 2478 h 2905"/>
                <a:gd name="T62" fmla="*/ 1956 w 3873"/>
                <a:gd name="T63" fmla="*/ 2651 h 2905"/>
                <a:gd name="T64" fmla="*/ 1868 w 3873"/>
                <a:gd name="T65" fmla="*/ 2894 h 2905"/>
                <a:gd name="T66" fmla="*/ 1598 w 3873"/>
                <a:gd name="T67" fmla="*/ 2816 h 2905"/>
                <a:gd name="T68" fmla="*/ 1373 w 3873"/>
                <a:gd name="T69" fmla="*/ 2480 h 2905"/>
                <a:gd name="T70" fmla="*/ 1277 w 3873"/>
                <a:gd name="T71" fmla="*/ 2297 h 2905"/>
                <a:gd name="T72" fmla="*/ 1411 w 3873"/>
                <a:gd name="T73" fmla="*/ 2095 h 2905"/>
                <a:gd name="T74" fmla="*/ 1390 w 3873"/>
                <a:gd name="T75" fmla="*/ 2051 h 2905"/>
                <a:gd name="T76" fmla="*/ 1373 w 3873"/>
                <a:gd name="T77" fmla="*/ 2012 h 2905"/>
                <a:gd name="T78" fmla="*/ 1423 w 3873"/>
                <a:gd name="T79" fmla="*/ 1846 h 2905"/>
                <a:gd name="T80" fmla="*/ 1392 w 3873"/>
                <a:gd name="T81" fmla="*/ 1804 h 2905"/>
                <a:gd name="T82" fmla="*/ 1292 w 3873"/>
                <a:gd name="T83" fmla="*/ 1674 h 2905"/>
                <a:gd name="T84" fmla="*/ 1103 w 3873"/>
                <a:gd name="T85" fmla="*/ 1623 h 2905"/>
                <a:gd name="T86" fmla="*/ 1168 w 3873"/>
                <a:gd name="T87" fmla="*/ 1523 h 2905"/>
                <a:gd name="T88" fmla="*/ 1046 w 3873"/>
                <a:gd name="T89" fmla="*/ 1337 h 2905"/>
                <a:gd name="T90" fmla="*/ 884 w 3873"/>
                <a:gd name="T91" fmla="*/ 1144 h 2905"/>
                <a:gd name="T92" fmla="*/ 490 w 3873"/>
                <a:gd name="T93" fmla="*/ 1107 h 2905"/>
                <a:gd name="T94" fmla="*/ 245 w 3873"/>
                <a:gd name="T95" fmla="*/ 1050 h 2905"/>
                <a:gd name="T96" fmla="*/ 157 w 3873"/>
                <a:gd name="T97" fmla="*/ 951 h 2905"/>
                <a:gd name="T98" fmla="*/ 331 w 3873"/>
                <a:gd name="T99" fmla="*/ 916 h 2905"/>
                <a:gd name="T100" fmla="*/ 49 w 3873"/>
                <a:gd name="T101" fmla="*/ 860 h 2905"/>
                <a:gd name="T102" fmla="*/ 283 w 3873"/>
                <a:gd name="T103" fmla="*/ 701 h 2905"/>
                <a:gd name="T104" fmla="*/ 374 w 3873"/>
                <a:gd name="T105" fmla="*/ 541 h 2905"/>
                <a:gd name="T106" fmla="*/ 3231 w 3873"/>
                <a:gd name="T107" fmla="*/ 1530 h 2905"/>
                <a:gd name="T108" fmla="*/ 3484 w 3873"/>
                <a:gd name="T109" fmla="*/ 1246 h 2905"/>
                <a:gd name="T110" fmla="*/ 1153 w 3873"/>
                <a:gd name="T111" fmla="*/ 1786 h 2905"/>
                <a:gd name="T112" fmla="*/ 1341 w 3873"/>
                <a:gd name="T113" fmla="*/ 1897 h 2905"/>
                <a:gd name="T114" fmla="*/ 3397 w 3873"/>
                <a:gd name="T115" fmla="*/ 804 h 2905"/>
                <a:gd name="T116" fmla="*/ 3499 w 3873"/>
                <a:gd name="T117" fmla="*/ 862 h 2905"/>
                <a:gd name="T118" fmla="*/ 3470 w 3873"/>
                <a:gd name="T119" fmla="*/ 736 h 2905"/>
                <a:gd name="T120" fmla="*/ 3313 w 3873"/>
                <a:gd name="T121" fmla="*/ 251 h 2905"/>
                <a:gd name="T122" fmla="*/ 1595 w 3873"/>
                <a:gd name="T123" fmla="*/ 121 h 2905"/>
                <a:gd name="T124" fmla="*/ 72 w 3873"/>
                <a:gd name="T125" fmla="*/ 919 h 2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73" h="2905">
                  <a:moveTo>
                    <a:pt x="528" y="418"/>
                  </a:moveTo>
                  <a:cubicBezTo>
                    <a:pt x="536" y="405"/>
                    <a:pt x="560" y="416"/>
                    <a:pt x="575" y="406"/>
                  </a:cubicBezTo>
                  <a:cubicBezTo>
                    <a:pt x="590" y="397"/>
                    <a:pt x="607" y="397"/>
                    <a:pt x="629" y="385"/>
                  </a:cubicBezTo>
                  <a:cubicBezTo>
                    <a:pt x="650" y="373"/>
                    <a:pt x="661" y="384"/>
                    <a:pt x="679" y="385"/>
                  </a:cubicBezTo>
                  <a:cubicBezTo>
                    <a:pt x="698" y="386"/>
                    <a:pt x="708" y="392"/>
                    <a:pt x="726" y="399"/>
                  </a:cubicBezTo>
                  <a:cubicBezTo>
                    <a:pt x="743" y="405"/>
                    <a:pt x="755" y="397"/>
                    <a:pt x="763" y="390"/>
                  </a:cubicBezTo>
                  <a:cubicBezTo>
                    <a:pt x="772" y="384"/>
                    <a:pt x="757" y="371"/>
                    <a:pt x="754" y="363"/>
                  </a:cubicBezTo>
                  <a:cubicBezTo>
                    <a:pt x="750" y="356"/>
                    <a:pt x="761" y="355"/>
                    <a:pt x="772" y="343"/>
                  </a:cubicBezTo>
                  <a:cubicBezTo>
                    <a:pt x="783" y="331"/>
                    <a:pt x="765" y="326"/>
                    <a:pt x="752" y="321"/>
                  </a:cubicBezTo>
                  <a:cubicBezTo>
                    <a:pt x="740" y="317"/>
                    <a:pt x="737" y="308"/>
                    <a:pt x="735" y="295"/>
                  </a:cubicBezTo>
                  <a:cubicBezTo>
                    <a:pt x="733" y="281"/>
                    <a:pt x="765" y="286"/>
                    <a:pt x="776" y="279"/>
                  </a:cubicBezTo>
                  <a:cubicBezTo>
                    <a:pt x="787" y="273"/>
                    <a:pt x="802" y="270"/>
                    <a:pt x="818" y="267"/>
                  </a:cubicBezTo>
                  <a:cubicBezTo>
                    <a:pt x="834" y="263"/>
                    <a:pt x="837" y="273"/>
                    <a:pt x="862" y="279"/>
                  </a:cubicBezTo>
                  <a:cubicBezTo>
                    <a:pt x="887" y="286"/>
                    <a:pt x="876" y="282"/>
                    <a:pt x="889" y="282"/>
                  </a:cubicBezTo>
                  <a:cubicBezTo>
                    <a:pt x="902" y="282"/>
                    <a:pt x="903" y="297"/>
                    <a:pt x="913" y="304"/>
                  </a:cubicBezTo>
                  <a:cubicBezTo>
                    <a:pt x="922" y="312"/>
                    <a:pt x="929" y="326"/>
                    <a:pt x="942" y="324"/>
                  </a:cubicBezTo>
                  <a:cubicBezTo>
                    <a:pt x="955" y="321"/>
                    <a:pt x="961" y="317"/>
                    <a:pt x="950" y="311"/>
                  </a:cubicBezTo>
                  <a:cubicBezTo>
                    <a:pt x="940" y="304"/>
                    <a:pt x="934" y="295"/>
                    <a:pt x="924" y="282"/>
                  </a:cubicBezTo>
                  <a:cubicBezTo>
                    <a:pt x="915" y="269"/>
                    <a:pt x="913" y="278"/>
                    <a:pt x="885" y="269"/>
                  </a:cubicBezTo>
                  <a:cubicBezTo>
                    <a:pt x="857" y="259"/>
                    <a:pt x="877" y="253"/>
                    <a:pt x="894" y="250"/>
                  </a:cubicBezTo>
                  <a:cubicBezTo>
                    <a:pt x="912" y="248"/>
                    <a:pt x="926" y="244"/>
                    <a:pt x="943" y="241"/>
                  </a:cubicBezTo>
                  <a:cubicBezTo>
                    <a:pt x="960" y="238"/>
                    <a:pt x="976" y="236"/>
                    <a:pt x="987" y="236"/>
                  </a:cubicBezTo>
                  <a:cubicBezTo>
                    <a:pt x="998" y="236"/>
                    <a:pt x="1029" y="226"/>
                    <a:pt x="1045" y="230"/>
                  </a:cubicBezTo>
                  <a:cubicBezTo>
                    <a:pt x="1061" y="234"/>
                    <a:pt x="1064" y="226"/>
                    <a:pt x="1077" y="222"/>
                  </a:cubicBezTo>
                  <a:cubicBezTo>
                    <a:pt x="1090" y="219"/>
                    <a:pt x="1115" y="224"/>
                    <a:pt x="1124" y="212"/>
                  </a:cubicBezTo>
                  <a:cubicBezTo>
                    <a:pt x="1134" y="200"/>
                    <a:pt x="1170" y="207"/>
                    <a:pt x="1188" y="207"/>
                  </a:cubicBezTo>
                  <a:cubicBezTo>
                    <a:pt x="1206" y="207"/>
                    <a:pt x="1204" y="225"/>
                    <a:pt x="1224" y="232"/>
                  </a:cubicBezTo>
                  <a:cubicBezTo>
                    <a:pt x="1245" y="240"/>
                    <a:pt x="1235" y="252"/>
                    <a:pt x="1241" y="262"/>
                  </a:cubicBezTo>
                  <a:cubicBezTo>
                    <a:pt x="1246" y="273"/>
                    <a:pt x="1245" y="282"/>
                    <a:pt x="1232" y="295"/>
                  </a:cubicBezTo>
                  <a:cubicBezTo>
                    <a:pt x="1219" y="307"/>
                    <a:pt x="1221" y="306"/>
                    <a:pt x="1222" y="316"/>
                  </a:cubicBezTo>
                  <a:cubicBezTo>
                    <a:pt x="1223" y="326"/>
                    <a:pt x="1224" y="330"/>
                    <a:pt x="1236" y="332"/>
                  </a:cubicBezTo>
                  <a:cubicBezTo>
                    <a:pt x="1248" y="334"/>
                    <a:pt x="1247" y="306"/>
                    <a:pt x="1262" y="298"/>
                  </a:cubicBezTo>
                  <a:cubicBezTo>
                    <a:pt x="1277" y="289"/>
                    <a:pt x="1258" y="279"/>
                    <a:pt x="1270" y="272"/>
                  </a:cubicBezTo>
                  <a:cubicBezTo>
                    <a:pt x="1281" y="264"/>
                    <a:pt x="1279" y="256"/>
                    <a:pt x="1261" y="239"/>
                  </a:cubicBezTo>
                  <a:cubicBezTo>
                    <a:pt x="1243" y="221"/>
                    <a:pt x="1253" y="218"/>
                    <a:pt x="1264" y="210"/>
                  </a:cubicBezTo>
                  <a:cubicBezTo>
                    <a:pt x="1275" y="201"/>
                    <a:pt x="1290" y="214"/>
                    <a:pt x="1307" y="226"/>
                  </a:cubicBezTo>
                  <a:cubicBezTo>
                    <a:pt x="1324" y="238"/>
                    <a:pt x="1342" y="236"/>
                    <a:pt x="1361" y="241"/>
                  </a:cubicBezTo>
                  <a:cubicBezTo>
                    <a:pt x="1380" y="245"/>
                    <a:pt x="1386" y="259"/>
                    <a:pt x="1373" y="261"/>
                  </a:cubicBezTo>
                  <a:cubicBezTo>
                    <a:pt x="1360" y="263"/>
                    <a:pt x="1356" y="271"/>
                    <a:pt x="1377" y="276"/>
                  </a:cubicBezTo>
                  <a:cubicBezTo>
                    <a:pt x="1399" y="282"/>
                    <a:pt x="1402" y="288"/>
                    <a:pt x="1409" y="277"/>
                  </a:cubicBezTo>
                  <a:cubicBezTo>
                    <a:pt x="1417" y="267"/>
                    <a:pt x="1436" y="275"/>
                    <a:pt x="1451" y="276"/>
                  </a:cubicBezTo>
                  <a:cubicBezTo>
                    <a:pt x="1466" y="277"/>
                    <a:pt x="1482" y="284"/>
                    <a:pt x="1488" y="276"/>
                  </a:cubicBezTo>
                  <a:cubicBezTo>
                    <a:pt x="1493" y="269"/>
                    <a:pt x="1482" y="263"/>
                    <a:pt x="1465" y="263"/>
                  </a:cubicBezTo>
                  <a:cubicBezTo>
                    <a:pt x="1448" y="263"/>
                    <a:pt x="1449" y="246"/>
                    <a:pt x="1437" y="241"/>
                  </a:cubicBezTo>
                  <a:cubicBezTo>
                    <a:pt x="1425" y="235"/>
                    <a:pt x="1420" y="222"/>
                    <a:pt x="1417" y="212"/>
                  </a:cubicBezTo>
                  <a:cubicBezTo>
                    <a:pt x="1414" y="201"/>
                    <a:pt x="1393" y="193"/>
                    <a:pt x="1401" y="185"/>
                  </a:cubicBezTo>
                  <a:cubicBezTo>
                    <a:pt x="1408" y="176"/>
                    <a:pt x="1444" y="182"/>
                    <a:pt x="1478" y="182"/>
                  </a:cubicBezTo>
                  <a:cubicBezTo>
                    <a:pt x="1512" y="182"/>
                    <a:pt x="1518" y="190"/>
                    <a:pt x="1537" y="200"/>
                  </a:cubicBezTo>
                  <a:cubicBezTo>
                    <a:pt x="1557" y="210"/>
                    <a:pt x="1559" y="209"/>
                    <a:pt x="1577" y="215"/>
                  </a:cubicBezTo>
                  <a:cubicBezTo>
                    <a:pt x="1595" y="221"/>
                    <a:pt x="1610" y="225"/>
                    <a:pt x="1632" y="233"/>
                  </a:cubicBezTo>
                  <a:cubicBezTo>
                    <a:pt x="1653" y="242"/>
                    <a:pt x="1664" y="247"/>
                    <a:pt x="1691" y="248"/>
                  </a:cubicBezTo>
                  <a:cubicBezTo>
                    <a:pt x="1718" y="249"/>
                    <a:pt x="1722" y="265"/>
                    <a:pt x="1737" y="271"/>
                  </a:cubicBezTo>
                  <a:cubicBezTo>
                    <a:pt x="1752" y="276"/>
                    <a:pt x="1786" y="299"/>
                    <a:pt x="1800" y="299"/>
                  </a:cubicBezTo>
                  <a:cubicBezTo>
                    <a:pt x="1813" y="299"/>
                    <a:pt x="1815" y="276"/>
                    <a:pt x="1809" y="268"/>
                  </a:cubicBezTo>
                  <a:cubicBezTo>
                    <a:pt x="1804" y="259"/>
                    <a:pt x="1816" y="250"/>
                    <a:pt x="1806" y="239"/>
                  </a:cubicBezTo>
                  <a:cubicBezTo>
                    <a:pt x="1796" y="227"/>
                    <a:pt x="1805" y="222"/>
                    <a:pt x="1792" y="218"/>
                  </a:cubicBezTo>
                  <a:cubicBezTo>
                    <a:pt x="1779" y="214"/>
                    <a:pt x="1770" y="225"/>
                    <a:pt x="1789" y="239"/>
                  </a:cubicBezTo>
                  <a:cubicBezTo>
                    <a:pt x="1807" y="253"/>
                    <a:pt x="1776" y="248"/>
                    <a:pt x="1765" y="245"/>
                  </a:cubicBezTo>
                  <a:cubicBezTo>
                    <a:pt x="1754" y="242"/>
                    <a:pt x="1734" y="221"/>
                    <a:pt x="1712" y="221"/>
                  </a:cubicBezTo>
                  <a:cubicBezTo>
                    <a:pt x="1691" y="221"/>
                    <a:pt x="1690" y="211"/>
                    <a:pt x="1671" y="207"/>
                  </a:cubicBezTo>
                  <a:cubicBezTo>
                    <a:pt x="1651" y="204"/>
                    <a:pt x="1640" y="177"/>
                    <a:pt x="1625" y="168"/>
                  </a:cubicBezTo>
                  <a:cubicBezTo>
                    <a:pt x="1610" y="158"/>
                    <a:pt x="1658" y="155"/>
                    <a:pt x="1675" y="155"/>
                  </a:cubicBezTo>
                  <a:cubicBezTo>
                    <a:pt x="1692" y="155"/>
                    <a:pt x="1719" y="161"/>
                    <a:pt x="1732" y="164"/>
                  </a:cubicBezTo>
                  <a:cubicBezTo>
                    <a:pt x="1745" y="168"/>
                    <a:pt x="1759" y="175"/>
                    <a:pt x="1774" y="179"/>
                  </a:cubicBezTo>
                  <a:cubicBezTo>
                    <a:pt x="1789" y="184"/>
                    <a:pt x="1803" y="195"/>
                    <a:pt x="1810" y="204"/>
                  </a:cubicBezTo>
                  <a:cubicBezTo>
                    <a:pt x="1818" y="214"/>
                    <a:pt x="1836" y="209"/>
                    <a:pt x="1846" y="213"/>
                  </a:cubicBezTo>
                  <a:cubicBezTo>
                    <a:pt x="1855" y="217"/>
                    <a:pt x="1863" y="211"/>
                    <a:pt x="1863" y="202"/>
                  </a:cubicBezTo>
                  <a:cubicBezTo>
                    <a:pt x="1863" y="193"/>
                    <a:pt x="1837" y="196"/>
                    <a:pt x="1830" y="186"/>
                  </a:cubicBezTo>
                  <a:cubicBezTo>
                    <a:pt x="1822" y="176"/>
                    <a:pt x="1804" y="173"/>
                    <a:pt x="1787" y="167"/>
                  </a:cubicBezTo>
                  <a:cubicBezTo>
                    <a:pt x="1769" y="160"/>
                    <a:pt x="1758" y="156"/>
                    <a:pt x="1754" y="146"/>
                  </a:cubicBezTo>
                  <a:cubicBezTo>
                    <a:pt x="1751" y="136"/>
                    <a:pt x="1790" y="144"/>
                    <a:pt x="1810" y="144"/>
                  </a:cubicBezTo>
                  <a:cubicBezTo>
                    <a:pt x="1831" y="144"/>
                    <a:pt x="1893" y="142"/>
                    <a:pt x="1909" y="142"/>
                  </a:cubicBezTo>
                  <a:cubicBezTo>
                    <a:pt x="1925" y="142"/>
                    <a:pt x="1950" y="141"/>
                    <a:pt x="1966" y="147"/>
                  </a:cubicBezTo>
                  <a:cubicBezTo>
                    <a:pt x="1982" y="154"/>
                    <a:pt x="1980" y="176"/>
                    <a:pt x="1992" y="176"/>
                  </a:cubicBezTo>
                  <a:cubicBezTo>
                    <a:pt x="2004" y="176"/>
                    <a:pt x="1990" y="155"/>
                    <a:pt x="1998" y="153"/>
                  </a:cubicBezTo>
                  <a:cubicBezTo>
                    <a:pt x="2007" y="150"/>
                    <a:pt x="2020" y="154"/>
                    <a:pt x="2042" y="160"/>
                  </a:cubicBezTo>
                  <a:cubicBezTo>
                    <a:pt x="2065" y="167"/>
                    <a:pt x="2064" y="173"/>
                    <a:pt x="2078" y="174"/>
                  </a:cubicBezTo>
                  <a:cubicBezTo>
                    <a:pt x="2092" y="175"/>
                    <a:pt x="2091" y="193"/>
                    <a:pt x="2102" y="191"/>
                  </a:cubicBezTo>
                  <a:cubicBezTo>
                    <a:pt x="2112" y="189"/>
                    <a:pt x="2106" y="174"/>
                    <a:pt x="2099" y="163"/>
                  </a:cubicBezTo>
                  <a:cubicBezTo>
                    <a:pt x="2093" y="153"/>
                    <a:pt x="2061" y="149"/>
                    <a:pt x="2044" y="144"/>
                  </a:cubicBezTo>
                  <a:cubicBezTo>
                    <a:pt x="2026" y="139"/>
                    <a:pt x="2020" y="144"/>
                    <a:pt x="1998" y="136"/>
                  </a:cubicBezTo>
                  <a:cubicBezTo>
                    <a:pt x="1977" y="129"/>
                    <a:pt x="1953" y="130"/>
                    <a:pt x="1922" y="130"/>
                  </a:cubicBezTo>
                  <a:cubicBezTo>
                    <a:pt x="1891" y="130"/>
                    <a:pt x="1859" y="130"/>
                    <a:pt x="1835" y="127"/>
                  </a:cubicBezTo>
                  <a:cubicBezTo>
                    <a:pt x="1811" y="124"/>
                    <a:pt x="1786" y="125"/>
                    <a:pt x="1769" y="126"/>
                  </a:cubicBezTo>
                  <a:cubicBezTo>
                    <a:pt x="1753" y="127"/>
                    <a:pt x="1739" y="120"/>
                    <a:pt x="1733" y="130"/>
                  </a:cubicBezTo>
                  <a:cubicBezTo>
                    <a:pt x="1726" y="140"/>
                    <a:pt x="1696" y="124"/>
                    <a:pt x="1680" y="119"/>
                  </a:cubicBezTo>
                  <a:cubicBezTo>
                    <a:pt x="1664" y="115"/>
                    <a:pt x="1674" y="104"/>
                    <a:pt x="1691" y="98"/>
                  </a:cubicBezTo>
                  <a:cubicBezTo>
                    <a:pt x="1708" y="91"/>
                    <a:pt x="1705" y="87"/>
                    <a:pt x="1725" y="92"/>
                  </a:cubicBezTo>
                  <a:cubicBezTo>
                    <a:pt x="1746" y="98"/>
                    <a:pt x="1759" y="105"/>
                    <a:pt x="1778" y="112"/>
                  </a:cubicBezTo>
                  <a:cubicBezTo>
                    <a:pt x="1797" y="118"/>
                    <a:pt x="1795" y="110"/>
                    <a:pt x="1784" y="101"/>
                  </a:cubicBezTo>
                  <a:cubicBezTo>
                    <a:pt x="1774" y="92"/>
                    <a:pt x="1761" y="89"/>
                    <a:pt x="1767" y="84"/>
                  </a:cubicBezTo>
                  <a:cubicBezTo>
                    <a:pt x="1774" y="78"/>
                    <a:pt x="1818" y="80"/>
                    <a:pt x="1844" y="80"/>
                  </a:cubicBezTo>
                  <a:cubicBezTo>
                    <a:pt x="1869" y="80"/>
                    <a:pt x="1887" y="63"/>
                    <a:pt x="1904" y="61"/>
                  </a:cubicBezTo>
                  <a:cubicBezTo>
                    <a:pt x="1921" y="59"/>
                    <a:pt x="1955" y="63"/>
                    <a:pt x="1975" y="69"/>
                  </a:cubicBezTo>
                  <a:cubicBezTo>
                    <a:pt x="1994" y="74"/>
                    <a:pt x="1984" y="80"/>
                    <a:pt x="1994" y="85"/>
                  </a:cubicBezTo>
                  <a:cubicBezTo>
                    <a:pt x="2004" y="90"/>
                    <a:pt x="2015" y="80"/>
                    <a:pt x="2020" y="77"/>
                  </a:cubicBezTo>
                  <a:cubicBezTo>
                    <a:pt x="2025" y="75"/>
                    <a:pt x="2045" y="77"/>
                    <a:pt x="2051" y="84"/>
                  </a:cubicBezTo>
                  <a:cubicBezTo>
                    <a:pt x="2058" y="90"/>
                    <a:pt x="2070" y="89"/>
                    <a:pt x="2071" y="82"/>
                  </a:cubicBezTo>
                  <a:cubicBezTo>
                    <a:pt x="2073" y="74"/>
                    <a:pt x="2102" y="78"/>
                    <a:pt x="2101" y="71"/>
                  </a:cubicBezTo>
                  <a:cubicBezTo>
                    <a:pt x="2099" y="63"/>
                    <a:pt x="2095" y="69"/>
                    <a:pt x="2078" y="69"/>
                  </a:cubicBezTo>
                  <a:cubicBezTo>
                    <a:pt x="2061" y="69"/>
                    <a:pt x="2051" y="64"/>
                    <a:pt x="2056" y="61"/>
                  </a:cubicBezTo>
                  <a:cubicBezTo>
                    <a:pt x="2062" y="58"/>
                    <a:pt x="2068" y="55"/>
                    <a:pt x="2082" y="54"/>
                  </a:cubicBezTo>
                  <a:cubicBezTo>
                    <a:pt x="2096" y="53"/>
                    <a:pt x="2108" y="53"/>
                    <a:pt x="2119" y="59"/>
                  </a:cubicBezTo>
                  <a:cubicBezTo>
                    <a:pt x="2130" y="66"/>
                    <a:pt x="2144" y="73"/>
                    <a:pt x="2161" y="73"/>
                  </a:cubicBezTo>
                  <a:cubicBezTo>
                    <a:pt x="2178" y="73"/>
                    <a:pt x="2173" y="86"/>
                    <a:pt x="2163" y="86"/>
                  </a:cubicBezTo>
                  <a:cubicBezTo>
                    <a:pt x="2153" y="86"/>
                    <a:pt x="2146" y="87"/>
                    <a:pt x="2130" y="100"/>
                  </a:cubicBezTo>
                  <a:cubicBezTo>
                    <a:pt x="2113" y="113"/>
                    <a:pt x="2131" y="118"/>
                    <a:pt x="2148" y="124"/>
                  </a:cubicBezTo>
                  <a:cubicBezTo>
                    <a:pt x="2165" y="129"/>
                    <a:pt x="2165" y="136"/>
                    <a:pt x="2175" y="132"/>
                  </a:cubicBezTo>
                  <a:cubicBezTo>
                    <a:pt x="2184" y="128"/>
                    <a:pt x="2168" y="120"/>
                    <a:pt x="2159" y="113"/>
                  </a:cubicBezTo>
                  <a:cubicBezTo>
                    <a:pt x="2149" y="105"/>
                    <a:pt x="2163" y="102"/>
                    <a:pt x="2181" y="100"/>
                  </a:cubicBezTo>
                  <a:cubicBezTo>
                    <a:pt x="2199" y="98"/>
                    <a:pt x="2202" y="90"/>
                    <a:pt x="2211" y="90"/>
                  </a:cubicBezTo>
                  <a:cubicBezTo>
                    <a:pt x="2221" y="90"/>
                    <a:pt x="2242" y="86"/>
                    <a:pt x="2242" y="78"/>
                  </a:cubicBezTo>
                  <a:cubicBezTo>
                    <a:pt x="2242" y="71"/>
                    <a:pt x="2196" y="72"/>
                    <a:pt x="2185" y="69"/>
                  </a:cubicBezTo>
                  <a:cubicBezTo>
                    <a:pt x="2175" y="66"/>
                    <a:pt x="2173" y="50"/>
                    <a:pt x="2173" y="39"/>
                  </a:cubicBezTo>
                  <a:cubicBezTo>
                    <a:pt x="2173" y="27"/>
                    <a:pt x="2195" y="29"/>
                    <a:pt x="2211" y="40"/>
                  </a:cubicBezTo>
                  <a:cubicBezTo>
                    <a:pt x="2227" y="50"/>
                    <a:pt x="2228" y="38"/>
                    <a:pt x="2234" y="27"/>
                  </a:cubicBezTo>
                  <a:cubicBezTo>
                    <a:pt x="2239" y="16"/>
                    <a:pt x="2252" y="27"/>
                    <a:pt x="2280" y="34"/>
                  </a:cubicBezTo>
                  <a:cubicBezTo>
                    <a:pt x="2308" y="42"/>
                    <a:pt x="2308" y="26"/>
                    <a:pt x="2307" y="17"/>
                  </a:cubicBezTo>
                  <a:cubicBezTo>
                    <a:pt x="2306" y="9"/>
                    <a:pt x="2383" y="17"/>
                    <a:pt x="2409" y="14"/>
                  </a:cubicBezTo>
                  <a:cubicBezTo>
                    <a:pt x="2435" y="11"/>
                    <a:pt x="2446" y="6"/>
                    <a:pt x="2456" y="17"/>
                  </a:cubicBezTo>
                  <a:cubicBezTo>
                    <a:pt x="2467" y="28"/>
                    <a:pt x="2486" y="23"/>
                    <a:pt x="2493" y="14"/>
                  </a:cubicBezTo>
                  <a:cubicBezTo>
                    <a:pt x="2499" y="5"/>
                    <a:pt x="2518" y="0"/>
                    <a:pt x="2540" y="0"/>
                  </a:cubicBezTo>
                  <a:cubicBezTo>
                    <a:pt x="2563" y="0"/>
                    <a:pt x="2563" y="3"/>
                    <a:pt x="2580" y="6"/>
                  </a:cubicBezTo>
                  <a:cubicBezTo>
                    <a:pt x="2597" y="10"/>
                    <a:pt x="2655" y="12"/>
                    <a:pt x="2680" y="11"/>
                  </a:cubicBezTo>
                  <a:cubicBezTo>
                    <a:pt x="2705" y="10"/>
                    <a:pt x="2742" y="15"/>
                    <a:pt x="2761" y="15"/>
                  </a:cubicBezTo>
                  <a:cubicBezTo>
                    <a:pt x="2779" y="15"/>
                    <a:pt x="2798" y="27"/>
                    <a:pt x="2815" y="31"/>
                  </a:cubicBezTo>
                  <a:cubicBezTo>
                    <a:pt x="2833" y="35"/>
                    <a:pt x="2856" y="28"/>
                    <a:pt x="2877" y="26"/>
                  </a:cubicBezTo>
                  <a:cubicBezTo>
                    <a:pt x="2897" y="24"/>
                    <a:pt x="2892" y="32"/>
                    <a:pt x="2912" y="33"/>
                  </a:cubicBezTo>
                  <a:cubicBezTo>
                    <a:pt x="2933" y="34"/>
                    <a:pt x="2940" y="45"/>
                    <a:pt x="2951" y="45"/>
                  </a:cubicBezTo>
                  <a:cubicBezTo>
                    <a:pt x="2962" y="45"/>
                    <a:pt x="2971" y="45"/>
                    <a:pt x="2990" y="54"/>
                  </a:cubicBezTo>
                  <a:cubicBezTo>
                    <a:pt x="3008" y="62"/>
                    <a:pt x="2980" y="73"/>
                    <a:pt x="2962" y="78"/>
                  </a:cubicBezTo>
                  <a:cubicBezTo>
                    <a:pt x="2943" y="84"/>
                    <a:pt x="2847" y="86"/>
                    <a:pt x="2819" y="83"/>
                  </a:cubicBezTo>
                  <a:cubicBezTo>
                    <a:pt x="2791" y="80"/>
                    <a:pt x="2735" y="78"/>
                    <a:pt x="2710" y="82"/>
                  </a:cubicBezTo>
                  <a:cubicBezTo>
                    <a:pt x="2685" y="85"/>
                    <a:pt x="2658" y="88"/>
                    <a:pt x="2637" y="97"/>
                  </a:cubicBezTo>
                  <a:cubicBezTo>
                    <a:pt x="2615" y="105"/>
                    <a:pt x="2586" y="100"/>
                    <a:pt x="2566" y="100"/>
                  </a:cubicBezTo>
                  <a:cubicBezTo>
                    <a:pt x="2546" y="100"/>
                    <a:pt x="2521" y="102"/>
                    <a:pt x="2510" y="111"/>
                  </a:cubicBezTo>
                  <a:cubicBezTo>
                    <a:pt x="2499" y="119"/>
                    <a:pt x="2481" y="114"/>
                    <a:pt x="2464" y="111"/>
                  </a:cubicBezTo>
                  <a:cubicBezTo>
                    <a:pt x="2447" y="107"/>
                    <a:pt x="2420" y="115"/>
                    <a:pt x="2398" y="119"/>
                  </a:cubicBezTo>
                  <a:cubicBezTo>
                    <a:pt x="2377" y="124"/>
                    <a:pt x="2383" y="125"/>
                    <a:pt x="2388" y="139"/>
                  </a:cubicBezTo>
                  <a:cubicBezTo>
                    <a:pt x="2392" y="153"/>
                    <a:pt x="2445" y="121"/>
                    <a:pt x="2462" y="123"/>
                  </a:cubicBezTo>
                  <a:cubicBezTo>
                    <a:pt x="2479" y="124"/>
                    <a:pt x="2499" y="130"/>
                    <a:pt x="2512" y="121"/>
                  </a:cubicBezTo>
                  <a:cubicBezTo>
                    <a:pt x="2525" y="113"/>
                    <a:pt x="2561" y="113"/>
                    <a:pt x="2580" y="115"/>
                  </a:cubicBezTo>
                  <a:cubicBezTo>
                    <a:pt x="2599" y="117"/>
                    <a:pt x="2625" y="117"/>
                    <a:pt x="2638" y="111"/>
                  </a:cubicBezTo>
                  <a:cubicBezTo>
                    <a:pt x="2651" y="104"/>
                    <a:pt x="2672" y="101"/>
                    <a:pt x="2693" y="98"/>
                  </a:cubicBezTo>
                  <a:cubicBezTo>
                    <a:pt x="2713" y="95"/>
                    <a:pt x="2757" y="90"/>
                    <a:pt x="2776" y="91"/>
                  </a:cubicBezTo>
                  <a:cubicBezTo>
                    <a:pt x="2794" y="92"/>
                    <a:pt x="2818" y="98"/>
                    <a:pt x="2835" y="100"/>
                  </a:cubicBezTo>
                  <a:cubicBezTo>
                    <a:pt x="2852" y="102"/>
                    <a:pt x="2898" y="101"/>
                    <a:pt x="2921" y="99"/>
                  </a:cubicBezTo>
                  <a:cubicBezTo>
                    <a:pt x="2943" y="97"/>
                    <a:pt x="2964" y="96"/>
                    <a:pt x="2979" y="91"/>
                  </a:cubicBezTo>
                  <a:cubicBezTo>
                    <a:pt x="2994" y="87"/>
                    <a:pt x="3014" y="81"/>
                    <a:pt x="3031" y="80"/>
                  </a:cubicBezTo>
                  <a:cubicBezTo>
                    <a:pt x="3049" y="78"/>
                    <a:pt x="3048" y="91"/>
                    <a:pt x="3051" y="102"/>
                  </a:cubicBezTo>
                  <a:cubicBezTo>
                    <a:pt x="3054" y="113"/>
                    <a:pt x="3039" y="120"/>
                    <a:pt x="3039" y="131"/>
                  </a:cubicBezTo>
                  <a:cubicBezTo>
                    <a:pt x="3039" y="142"/>
                    <a:pt x="3053" y="139"/>
                    <a:pt x="3062" y="128"/>
                  </a:cubicBezTo>
                  <a:cubicBezTo>
                    <a:pt x="3070" y="117"/>
                    <a:pt x="3073" y="123"/>
                    <a:pt x="3088" y="124"/>
                  </a:cubicBezTo>
                  <a:cubicBezTo>
                    <a:pt x="3103" y="125"/>
                    <a:pt x="3107" y="132"/>
                    <a:pt x="3114" y="141"/>
                  </a:cubicBezTo>
                  <a:cubicBezTo>
                    <a:pt x="3122" y="149"/>
                    <a:pt x="3129" y="142"/>
                    <a:pt x="3139" y="134"/>
                  </a:cubicBezTo>
                  <a:cubicBezTo>
                    <a:pt x="3149" y="127"/>
                    <a:pt x="3157" y="132"/>
                    <a:pt x="3166" y="141"/>
                  </a:cubicBezTo>
                  <a:cubicBezTo>
                    <a:pt x="3174" y="149"/>
                    <a:pt x="3182" y="141"/>
                    <a:pt x="3200" y="142"/>
                  </a:cubicBezTo>
                  <a:cubicBezTo>
                    <a:pt x="3219" y="143"/>
                    <a:pt x="3237" y="154"/>
                    <a:pt x="3266" y="164"/>
                  </a:cubicBezTo>
                  <a:cubicBezTo>
                    <a:pt x="3295" y="175"/>
                    <a:pt x="3260" y="182"/>
                    <a:pt x="3239" y="196"/>
                  </a:cubicBezTo>
                  <a:cubicBezTo>
                    <a:pt x="3217" y="210"/>
                    <a:pt x="3168" y="220"/>
                    <a:pt x="3134" y="221"/>
                  </a:cubicBezTo>
                  <a:cubicBezTo>
                    <a:pt x="3099" y="222"/>
                    <a:pt x="3086" y="232"/>
                    <a:pt x="3060" y="240"/>
                  </a:cubicBezTo>
                  <a:cubicBezTo>
                    <a:pt x="3035" y="247"/>
                    <a:pt x="2899" y="240"/>
                    <a:pt x="2862" y="238"/>
                  </a:cubicBezTo>
                  <a:cubicBezTo>
                    <a:pt x="2824" y="235"/>
                    <a:pt x="2755" y="236"/>
                    <a:pt x="2739" y="244"/>
                  </a:cubicBezTo>
                  <a:cubicBezTo>
                    <a:pt x="2723" y="252"/>
                    <a:pt x="2663" y="260"/>
                    <a:pt x="2655" y="264"/>
                  </a:cubicBezTo>
                  <a:cubicBezTo>
                    <a:pt x="2648" y="269"/>
                    <a:pt x="2580" y="278"/>
                    <a:pt x="2561" y="278"/>
                  </a:cubicBezTo>
                  <a:cubicBezTo>
                    <a:pt x="2541" y="278"/>
                    <a:pt x="2537" y="289"/>
                    <a:pt x="2538" y="300"/>
                  </a:cubicBezTo>
                  <a:cubicBezTo>
                    <a:pt x="2539" y="311"/>
                    <a:pt x="2561" y="312"/>
                    <a:pt x="2571" y="306"/>
                  </a:cubicBezTo>
                  <a:cubicBezTo>
                    <a:pt x="2582" y="301"/>
                    <a:pt x="2593" y="300"/>
                    <a:pt x="2608" y="296"/>
                  </a:cubicBezTo>
                  <a:cubicBezTo>
                    <a:pt x="2623" y="291"/>
                    <a:pt x="2652" y="288"/>
                    <a:pt x="2670" y="283"/>
                  </a:cubicBezTo>
                  <a:cubicBezTo>
                    <a:pt x="2689" y="277"/>
                    <a:pt x="2716" y="278"/>
                    <a:pt x="2743" y="276"/>
                  </a:cubicBezTo>
                  <a:cubicBezTo>
                    <a:pt x="2770" y="274"/>
                    <a:pt x="2783" y="270"/>
                    <a:pt x="2804" y="265"/>
                  </a:cubicBezTo>
                  <a:cubicBezTo>
                    <a:pt x="2824" y="261"/>
                    <a:pt x="2867" y="260"/>
                    <a:pt x="2896" y="260"/>
                  </a:cubicBezTo>
                  <a:cubicBezTo>
                    <a:pt x="2925" y="260"/>
                    <a:pt x="2964" y="260"/>
                    <a:pt x="2992" y="264"/>
                  </a:cubicBezTo>
                  <a:cubicBezTo>
                    <a:pt x="3020" y="269"/>
                    <a:pt x="3022" y="267"/>
                    <a:pt x="3031" y="279"/>
                  </a:cubicBezTo>
                  <a:cubicBezTo>
                    <a:pt x="3041" y="292"/>
                    <a:pt x="3028" y="295"/>
                    <a:pt x="3014" y="304"/>
                  </a:cubicBezTo>
                  <a:cubicBezTo>
                    <a:pt x="3000" y="314"/>
                    <a:pt x="2967" y="313"/>
                    <a:pt x="2956" y="321"/>
                  </a:cubicBezTo>
                  <a:cubicBezTo>
                    <a:pt x="2945" y="330"/>
                    <a:pt x="2926" y="333"/>
                    <a:pt x="2909" y="336"/>
                  </a:cubicBezTo>
                  <a:cubicBezTo>
                    <a:pt x="2892" y="340"/>
                    <a:pt x="2886" y="351"/>
                    <a:pt x="2893" y="358"/>
                  </a:cubicBezTo>
                  <a:cubicBezTo>
                    <a:pt x="2899" y="364"/>
                    <a:pt x="2915" y="358"/>
                    <a:pt x="2931" y="353"/>
                  </a:cubicBezTo>
                  <a:cubicBezTo>
                    <a:pt x="2948" y="347"/>
                    <a:pt x="2956" y="339"/>
                    <a:pt x="2972" y="333"/>
                  </a:cubicBezTo>
                  <a:cubicBezTo>
                    <a:pt x="2988" y="328"/>
                    <a:pt x="3023" y="328"/>
                    <a:pt x="3030" y="320"/>
                  </a:cubicBezTo>
                  <a:cubicBezTo>
                    <a:pt x="3038" y="313"/>
                    <a:pt x="3067" y="311"/>
                    <a:pt x="3084" y="312"/>
                  </a:cubicBezTo>
                  <a:cubicBezTo>
                    <a:pt x="3101" y="313"/>
                    <a:pt x="3109" y="291"/>
                    <a:pt x="3111" y="272"/>
                  </a:cubicBezTo>
                  <a:cubicBezTo>
                    <a:pt x="3113" y="253"/>
                    <a:pt x="3164" y="254"/>
                    <a:pt x="3184" y="254"/>
                  </a:cubicBezTo>
                  <a:cubicBezTo>
                    <a:pt x="3205" y="254"/>
                    <a:pt x="3205" y="246"/>
                    <a:pt x="3223" y="255"/>
                  </a:cubicBezTo>
                  <a:cubicBezTo>
                    <a:pt x="3241" y="263"/>
                    <a:pt x="3238" y="274"/>
                    <a:pt x="3238" y="295"/>
                  </a:cubicBezTo>
                  <a:cubicBezTo>
                    <a:pt x="3238" y="315"/>
                    <a:pt x="3236" y="332"/>
                    <a:pt x="3224" y="353"/>
                  </a:cubicBezTo>
                  <a:cubicBezTo>
                    <a:pt x="3212" y="373"/>
                    <a:pt x="3181" y="382"/>
                    <a:pt x="3169" y="394"/>
                  </a:cubicBezTo>
                  <a:cubicBezTo>
                    <a:pt x="3157" y="407"/>
                    <a:pt x="3128" y="422"/>
                    <a:pt x="3125" y="435"/>
                  </a:cubicBezTo>
                  <a:cubicBezTo>
                    <a:pt x="3122" y="448"/>
                    <a:pt x="3099" y="461"/>
                    <a:pt x="3101" y="465"/>
                  </a:cubicBezTo>
                  <a:cubicBezTo>
                    <a:pt x="3103" y="470"/>
                    <a:pt x="3121" y="464"/>
                    <a:pt x="3131" y="455"/>
                  </a:cubicBezTo>
                  <a:cubicBezTo>
                    <a:pt x="3142" y="445"/>
                    <a:pt x="3140" y="441"/>
                    <a:pt x="3158" y="429"/>
                  </a:cubicBezTo>
                  <a:cubicBezTo>
                    <a:pt x="3177" y="417"/>
                    <a:pt x="3186" y="416"/>
                    <a:pt x="3196" y="407"/>
                  </a:cubicBezTo>
                  <a:cubicBezTo>
                    <a:pt x="3206" y="399"/>
                    <a:pt x="3213" y="387"/>
                    <a:pt x="3234" y="388"/>
                  </a:cubicBezTo>
                  <a:cubicBezTo>
                    <a:pt x="3254" y="389"/>
                    <a:pt x="3256" y="378"/>
                    <a:pt x="3268" y="365"/>
                  </a:cubicBezTo>
                  <a:cubicBezTo>
                    <a:pt x="3280" y="353"/>
                    <a:pt x="3300" y="343"/>
                    <a:pt x="3311" y="332"/>
                  </a:cubicBezTo>
                  <a:cubicBezTo>
                    <a:pt x="3322" y="321"/>
                    <a:pt x="3346" y="317"/>
                    <a:pt x="3358" y="316"/>
                  </a:cubicBezTo>
                  <a:cubicBezTo>
                    <a:pt x="3370" y="315"/>
                    <a:pt x="3349" y="327"/>
                    <a:pt x="3345" y="339"/>
                  </a:cubicBezTo>
                  <a:cubicBezTo>
                    <a:pt x="3342" y="350"/>
                    <a:pt x="3364" y="350"/>
                    <a:pt x="3372" y="342"/>
                  </a:cubicBezTo>
                  <a:cubicBezTo>
                    <a:pt x="3381" y="333"/>
                    <a:pt x="3383" y="335"/>
                    <a:pt x="3404" y="331"/>
                  </a:cubicBezTo>
                  <a:cubicBezTo>
                    <a:pt x="3426" y="327"/>
                    <a:pt x="3422" y="339"/>
                    <a:pt x="3438" y="339"/>
                  </a:cubicBezTo>
                  <a:cubicBezTo>
                    <a:pt x="3454" y="339"/>
                    <a:pt x="3461" y="350"/>
                    <a:pt x="3478" y="350"/>
                  </a:cubicBezTo>
                  <a:cubicBezTo>
                    <a:pt x="3494" y="350"/>
                    <a:pt x="3483" y="334"/>
                    <a:pt x="3495" y="334"/>
                  </a:cubicBezTo>
                  <a:cubicBezTo>
                    <a:pt x="3507" y="334"/>
                    <a:pt x="3501" y="325"/>
                    <a:pt x="3502" y="318"/>
                  </a:cubicBezTo>
                  <a:cubicBezTo>
                    <a:pt x="3503" y="312"/>
                    <a:pt x="3508" y="306"/>
                    <a:pt x="3516" y="306"/>
                  </a:cubicBezTo>
                  <a:cubicBezTo>
                    <a:pt x="3525" y="306"/>
                    <a:pt x="3526" y="301"/>
                    <a:pt x="3536" y="291"/>
                  </a:cubicBezTo>
                  <a:cubicBezTo>
                    <a:pt x="3545" y="282"/>
                    <a:pt x="3585" y="276"/>
                    <a:pt x="3602" y="275"/>
                  </a:cubicBezTo>
                  <a:cubicBezTo>
                    <a:pt x="3619" y="274"/>
                    <a:pt x="3657" y="277"/>
                    <a:pt x="3671" y="277"/>
                  </a:cubicBezTo>
                  <a:cubicBezTo>
                    <a:pt x="3685" y="277"/>
                    <a:pt x="3725" y="283"/>
                    <a:pt x="3740" y="288"/>
                  </a:cubicBezTo>
                  <a:cubicBezTo>
                    <a:pt x="3755" y="293"/>
                    <a:pt x="3793" y="300"/>
                    <a:pt x="3810" y="300"/>
                  </a:cubicBezTo>
                  <a:cubicBezTo>
                    <a:pt x="3827" y="300"/>
                    <a:pt x="3834" y="314"/>
                    <a:pt x="3854" y="319"/>
                  </a:cubicBezTo>
                  <a:cubicBezTo>
                    <a:pt x="3873" y="325"/>
                    <a:pt x="3866" y="327"/>
                    <a:pt x="3867" y="336"/>
                  </a:cubicBezTo>
                  <a:cubicBezTo>
                    <a:pt x="3868" y="346"/>
                    <a:pt x="3852" y="349"/>
                    <a:pt x="3822" y="357"/>
                  </a:cubicBezTo>
                  <a:cubicBezTo>
                    <a:pt x="3791" y="364"/>
                    <a:pt x="3776" y="379"/>
                    <a:pt x="3767" y="392"/>
                  </a:cubicBezTo>
                  <a:cubicBezTo>
                    <a:pt x="3757" y="405"/>
                    <a:pt x="3737" y="407"/>
                    <a:pt x="3715" y="402"/>
                  </a:cubicBezTo>
                  <a:cubicBezTo>
                    <a:pt x="3694" y="397"/>
                    <a:pt x="3689" y="396"/>
                    <a:pt x="3689" y="413"/>
                  </a:cubicBezTo>
                  <a:cubicBezTo>
                    <a:pt x="3689" y="430"/>
                    <a:pt x="3711" y="422"/>
                    <a:pt x="3712" y="432"/>
                  </a:cubicBezTo>
                  <a:cubicBezTo>
                    <a:pt x="3713" y="442"/>
                    <a:pt x="3671" y="444"/>
                    <a:pt x="3647" y="444"/>
                  </a:cubicBezTo>
                  <a:cubicBezTo>
                    <a:pt x="3624" y="444"/>
                    <a:pt x="3625" y="451"/>
                    <a:pt x="3610" y="461"/>
                  </a:cubicBezTo>
                  <a:cubicBezTo>
                    <a:pt x="3595" y="471"/>
                    <a:pt x="3543" y="457"/>
                    <a:pt x="3527" y="453"/>
                  </a:cubicBezTo>
                  <a:cubicBezTo>
                    <a:pt x="3511" y="448"/>
                    <a:pt x="3495" y="444"/>
                    <a:pt x="3490" y="456"/>
                  </a:cubicBezTo>
                  <a:cubicBezTo>
                    <a:pt x="3486" y="468"/>
                    <a:pt x="3478" y="464"/>
                    <a:pt x="3463" y="467"/>
                  </a:cubicBezTo>
                  <a:cubicBezTo>
                    <a:pt x="3447" y="469"/>
                    <a:pt x="3437" y="471"/>
                    <a:pt x="3445" y="483"/>
                  </a:cubicBezTo>
                  <a:cubicBezTo>
                    <a:pt x="3454" y="494"/>
                    <a:pt x="3482" y="487"/>
                    <a:pt x="3495" y="482"/>
                  </a:cubicBezTo>
                  <a:cubicBezTo>
                    <a:pt x="3508" y="476"/>
                    <a:pt x="3521" y="469"/>
                    <a:pt x="3538" y="474"/>
                  </a:cubicBezTo>
                  <a:cubicBezTo>
                    <a:pt x="3555" y="479"/>
                    <a:pt x="3570" y="483"/>
                    <a:pt x="3592" y="483"/>
                  </a:cubicBezTo>
                  <a:cubicBezTo>
                    <a:pt x="3613" y="483"/>
                    <a:pt x="3614" y="490"/>
                    <a:pt x="3598" y="501"/>
                  </a:cubicBezTo>
                  <a:cubicBezTo>
                    <a:pt x="3582" y="512"/>
                    <a:pt x="3586" y="515"/>
                    <a:pt x="3559" y="525"/>
                  </a:cubicBezTo>
                  <a:cubicBezTo>
                    <a:pt x="3532" y="534"/>
                    <a:pt x="3521" y="531"/>
                    <a:pt x="3512" y="528"/>
                  </a:cubicBezTo>
                  <a:cubicBezTo>
                    <a:pt x="3503" y="525"/>
                    <a:pt x="3490" y="523"/>
                    <a:pt x="3478" y="530"/>
                  </a:cubicBezTo>
                  <a:cubicBezTo>
                    <a:pt x="3465" y="536"/>
                    <a:pt x="3458" y="535"/>
                    <a:pt x="3441" y="528"/>
                  </a:cubicBezTo>
                  <a:cubicBezTo>
                    <a:pt x="3424" y="520"/>
                    <a:pt x="3418" y="523"/>
                    <a:pt x="3399" y="522"/>
                  </a:cubicBezTo>
                  <a:cubicBezTo>
                    <a:pt x="3380" y="521"/>
                    <a:pt x="3366" y="523"/>
                    <a:pt x="3360" y="531"/>
                  </a:cubicBezTo>
                  <a:cubicBezTo>
                    <a:pt x="3355" y="539"/>
                    <a:pt x="3352" y="539"/>
                    <a:pt x="3330" y="549"/>
                  </a:cubicBezTo>
                  <a:cubicBezTo>
                    <a:pt x="3309" y="560"/>
                    <a:pt x="3322" y="577"/>
                    <a:pt x="3334" y="586"/>
                  </a:cubicBezTo>
                  <a:cubicBezTo>
                    <a:pt x="3345" y="594"/>
                    <a:pt x="3359" y="582"/>
                    <a:pt x="3368" y="564"/>
                  </a:cubicBezTo>
                  <a:cubicBezTo>
                    <a:pt x="3377" y="547"/>
                    <a:pt x="3375" y="550"/>
                    <a:pt x="3395" y="548"/>
                  </a:cubicBezTo>
                  <a:cubicBezTo>
                    <a:pt x="3414" y="546"/>
                    <a:pt x="3412" y="544"/>
                    <a:pt x="3427" y="553"/>
                  </a:cubicBezTo>
                  <a:cubicBezTo>
                    <a:pt x="3442" y="561"/>
                    <a:pt x="3460" y="554"/>
                    <a:pt x="3481" y="551"/>
                  </a:cubicBezTo>
                  <a:cubicBezTo>
                    <a:pt x="3501" y="549"/>
                    <a:pt x="3508" y="547"/>
                    <a:pt x="3522" y="557"/>
                  </a:cubicBezTo>
                  <a:cubicBezTo>
                    <a:pt x="3536" y="566"/>
                    <a:pt x="3513" y="568"/>
                    <a:pt x="3504" y="585"/>
                  </a:cubicBezTo>
                  <a:cubicBezTo>
                    <a:pt x="3496" y="602"/>
                    <a:pt x="3483" y="604"/>
                    <a:pt x="3466" y="606"/>
                  </a:cubicBezTo>
                  <a:cubicBezTo>
                    <a:pt x="3449" y="608"/>
                    <a:pt x="3440" y="602"/>
                    <a:pt x="3437" y="597"/>
                  </a:cubicBezTo>
                  <a:cubicBezTo>
                    <a:pt x="3434" y="591"/>
                    <a:pt x="3420" y="593"/>
                    <a:pt x="3409" y="596"/>
                  </a:cubicBezTo>
                  <a:cubicBezTo>
                    <a:pt x="3398" y="598"/>
                    <a:pt x="3396" y="601"/>
                    <a:pt x="3396" y="620"/>
                  </a:cubicBezTo>
                  <a:cubicBezTo>
                    <a:pt x="3396" y="640"/>
                    <a:pt x="3382" y="644"/>
                    <a:pt x="3379" y="656"/>
                  </a:cubicBezTo>
                  <a:cubicBezTo>
                    <a:pt x="3375" y="668"/>
                    <a:pt x="3410" y="660"/>
                    <a:pt x="3416" y="668"/>
                  </a:cubicBezTo>
                  <a:cubicBezTo>
                    <a:pt x="3423" y="675"/>
                    <a:pt x="3404" y="684"/>
                    <a:pt x="3386" y="690"/>
                  </a:cubicBezTo>
                  <a:cubicBezTo>
                    <a:pt x="3368" y="697"/>
                    <a:pt x="3372" y="693"/>
                    <a:pt x="3372" y="717"/>
                  </a:cubicBezTo>
                  <a:cubicBezTo>
                    <a:pt x="3372" y="741"/>
                    <a:pt x="3343" y="727"/>
                    <a:pt x="3314" y="730"/>
                  </a:cubicBezTo>
                  <a:cubicBezTo>
                    <a:pt x="3285" y="733"/>
                    <a:pt x="3299" y="761"/>
                    <a:pt x="3289" y="778"/>
                  </a:cubicBezTo>
                  <a:cubicBezTo>
                    <a:pt x="3280" y="795"/>
                    <a:pt x="3283" y="790"/>
                    <a:pt x="3283" y="813"/>
                  </a:cubicBezTo>
                  <a:cubicBezTo>
                    <a:pt x="3283" y="835"/>
                    <a:pt x="3252" y="858"/>
                    <a:pt x="3245" y="878"/>
                  </a:cubicBezTo>
                  <a:cubicBezTo>
                    <a:pt x="3239" y="899"/>
                    <a:pt x="3253" y="897"/>
                    <a:pt x="3265" y="897"/>
                  </a:cubicBezTo>
                  <a:cubicBezTo>
                    <a:pt x="3277" y="897"/>
                    <a:pt x="3279" y="864"/>
                    <a:pt x="3287" y="851"/>
                  </a:cubicBezTo>
                  <a:cubicBezTo>
                    <a:pt x="3296" y="838"/>
                    <a:pt x="3305" y="844"/>
                    <a:pt x="3327" y="849"/>
                  </a:cubicBezTo>
                  <a:cubicBezTo>
                    <a:pt x="3350" y="855"/>
                    <a:pt x="3352" y="845"/>
                    <a:pt x="3366" y="854"/>
                  </a:cubicBezTo>
                  <a:cubicBezTo>
                    <a:pt x="3380" y="862"/>
                    <a:pt x="3388" y="867"/>
                    <a:pt x="3413" y="880"/>
                  </a:cubicBezTo>
                  <a:cubicBezTo>
                    <a:pt x="3438" y="893"/>
                    <a:pt x="3426" y="899"/>
                    <a:pt x="3420" y="902"/>
                  </a:cubicBezTo>
                  <a:cubicBezTo>
                    <a:pt x="3413" y="905"/>
                    <a:pt x="3403" y="912"/>
                    <a:pt x="3385" y="904"/>
                  </a:cubicBezTo>
                  <a:cubicBezTo>
                    <a:pt x="3367" y="897"/>
                    <a:pt x="3367" y="890"/>
                    <a:pt x="3350" y="890"/>
                  </a:cubicBezTo>
                  <a:cubicBezTo>
                    <a:pt x="3332" y="890"/>
                    <a:pt x="3305" y="898"/>
                    <a:pt x="3320" y="903"/>
                  </a:cubicBezTo>
                  <a:cubicBezTo>
                    <a:pt x="3335" y="908"/>
                    <a:pt x="3327" y="907"/>
                    <a:pt x="3339" y="919"/>
                  </a:cubicBezTo>
                  <a:cubicBezTo>
                    <a:pt x="3351" y="931"/>
                    <a:pt x="3374" y="928"/>
                    <a:pt x="3394" y="938"/>
                  </a:cubicBezTo>
                  <a:cubicBezTo>
                    <a:pt x="3413" y="949"/>
                    <a:pt x="3420" y="945"/>
                    <a:pt x="3426" y="937"/>
                  </a:cubicBezTo>
                  <a:cubicBezTo>
                    <a:pt x="3432" y="930"/>
                    <a:pt x="3455" y="940"/>
                    <a:pt x="3465" y="941"/>
                  </a:cubicBezTo>
                  <a:cubicBezTo>
                    <a:pt x="3474" y="942"/>
                    <a:pt x="3481" y="963"/>
                    <a:pt x="3481" y="978"/>
                  </a:cubicBezTo>
                  <a:cubicBezTo>
                    <a:pt x="3481" y="993"/>
                    <a:pt x="3469" y="1009"/>
                    <a:pt x="3455" y="1013"/>
                  </a:cubicBezTo>
                  <a:cubicBezTo>
                    <a:pt x="3441" y="1016"/>
                    <a:pt x="3447" y="1019"/>
                    <a:pt x="3450" y="1034"/>
                  </a:cubicBezTo>
                  <a:cubicBezTo>
                    <a:pt x="3452" y="1049"/>
                    <a:pt x="3450" y="1047"/>
                    <a:pt x="3450" y="1066"/>
                  </a:cubicBezTo>
                  <a:cubicBezTo>
                    <a:pt x="3450" y="1086"/>
                    <a:pt x="3455" y="1098"/>
                    <a:pt x="3460" y="1114"/>
                  </a:cubicBezTo>
                  <a:cubicBezTo>
                    <a:pt x="3466" y="1130"/>
                    <a:pt x="3443" y="1113"/>
                    <a:pt x="3440" y="1100"/>
                  </a:cubicBezTo>
                  <a:cubicBezTo>
                    <a:pt x="3437" y="1087"/>
                    <a:pt x="3427" y="1077"/>
                    <a:pt x="3423" y="1059"/>
                  </a:cubicBezTo>
                  <a:cubicBezTo>
                    <a:pt x="3418" y="1041"/>
                    <a:pt x="3427" y="1026"/>
                    <a:pt x="3437" y="1018"/>
                  </a:cubicBezTo>
                  <a:cubicBezTo>
                    <a:pt x="3446" y="1010"/>
                    <a:pt x="3430" y="1007"/>
                    <a:pt x="3417" y="1004"/>
                  </a:cubicBezTo>
                  <a:cubicBezTo>
                    <a:pt x="3404" y="1001"/>
                    <a:pt x="3394" y="1004"/>
                    <a:pt x="3379" y="998"/>
                  </a:cubicBezTo>
                  <a:cubicBezTo>
                    <a:pt x="3364" y="991"/>
                    <a:pt x="3359" y="993"/>
                    <a:pt x="3351" y="1001"/>
                  </a:cubicBezTo>
                  <a:cubicBezTo>
                    <a:pt x="3342" y="1008"/>
                    <a:pt x="3315" y="1009"/>
                    <a:pt x="3296" y="1012"/>
                  </a:cubicBezTo>
                  <a:cubicBezTo>
                    <a:pt x="3277" y="1014"/>
                    <a:pt x="3282" y="1012"/>
                    <a:pt x="3278" y="1024"/>
                  </a:cubicBezTo>
                  <a:cubicBezTo>
                    <a:pt x="3273" y="1037"/>
                    <a:pt x="3241" y="1027"/>
                    <a:pt x="3229" y="1013"/>
                  </a:cubicBezTo>
                  <a:cubicBezTo>
                    <a:pt x="3217" y="999"/>
                    <a:pt x="3205" y="1005"/>
                    <a:pt x="3197" y="1026"/>
                  </a:cubicBezTo>
                  <a:cubicBezTo>
                    <a:pt x="3189" y="1046"/>
                    <a:pt x="3215" y="1032"/>
                    <a:pt x="3228" y="1036"/>
                  </a:cubicBezTo>
                  <a:cubicBezTo>
                    <a:pt x="3241" y="1041"/>
                    <a:pt x="3259" y="1062"/>
                    <a:pt x="3259" y="1075"/>
                  </a:cubicBezTo>
                  <a:cubicBezTo>
                    <a:pt x="3259" y="1088"/>
                    <a:pt x="3275" y="1082"/>
                    <a:pt x="3285" y="1078"/>
                  </a:cubicBezTo>
                  <a:cubicBezTo>
                    <a:pt x="3295" y="1074"/>
                    <a:pt x="3305" y="1072"/>
                    <a:pt x="3313" y="1084"/>
                  </a:cubicBezTo>
                  <a:cubicBezTo>
                    <a:pt x="3322" y="1095"/>
                    <a:pt x="3330" y="1088"/>
                    <a:pt x="3345" y="1085"/>
                  </a:cubicBezTo>
                  <a:cubicBezTo>
                    <a:pt x="3360" y="1081"/>
                    <a:pt x="3371" y="1089"/>
                    <a:pt x="3380" y="1102"/>
                  </a:cubicBezTo>
                  <a:cubicBezTo>
                    <a:pt x="3388" y="1115"/>
                    <a:pt x="3391" y="1117"/>
                    <a:pt x="3409" y="1128"/>
                  </a:cubicBezTo>
                  <a:cubicBezTo>
                    <a:pt x="3427" y="1138"/>
                    <a:pt x="3410" y="1172"/>
                    <a:pt x="3403" y="1180"/>
                  </a:cubicBezTo>
                  <a:cubicBezTo>
                    <a:pt x="3397" y="1189"/>
                    <a:pt x="3397" y="1217"/>
                    <a:pt x="3393" y="1229"/>
                  </a:cubicBezTo>
                  <a:cubicBezTo>
                    <a:pt x="3388" y="1241"/>
                    <a:pt x="3364" y="1227"/>
                    <a:pt x="3361" y="1219"/>
                  </a:cubicBezTo>
                  <a:cubicBezTo>
                    <a:pt x="3359" y="1211"/>
                    <a:pt x="3349" y="1201"/>
                    <a:pt x="3334" y="1201"/>
                  </a:cubicBezTo>
                  <a:cubicBezTo>
                    <a:pt x="3318" y="1201"/>
                    <a:pt x="3313" y="1203"/>
                    <a:pt x="3318" y="1220"/>
                  </a:cubicBezTo>
                  <a:cubicBezTo>
                    <a:pt x="3324" y="1237"/>
                    <a:pt x="3305" y="1224"/>
                    <a:pt x="3305" y="1239"/>
                  </a:cubicBezTo>
                  <a:cubicBezTo>
                    <a:pt x="3305" y="1254"/>
                    <a:pt x="3321" y="1247"/>
                    <a:pt x="3329" y="1242"/>
                  </a:cubicBezTo>
                  <a:cubicBezTo>
                    <a:pt x="3338" y="1236"/>
                    <a:pt x="3350" y="1238"/>
                    <a:pt x="3361" y="1252"/>
                  </a:cubicBezTo>
                  <a:cubicBezTo>
                    <a:pt x="3373" y="1266"/>
                    <a:pt x="3370" y="1268"/>
                    <a:pt x="3365" y="1274"/>
                  </a:cubicBezTo>
                  <a:cubicBezTo>
                    <a:pt x="3359" y="1279"/>
                    <a:pt x="3354" y="1282"/>
                    <a:pt x="3363" y="1290"/>
                  </a:cubicBezTo>
                  <a:cubicBezTo>
                    <a:pt x="3371" y="1297"/>
                    <a:pt x="3382" y="1303"/>
                    <a:pt x="3389" y="1294"/>
                  </a:cubicBezTo>
                  <a:cubicBezTo>
                    <a:pt x="3397" y="1286"/>
                    <a:pt x="3401" y="1285"/>
                    <a:pt x="3406" y="1294"/>
                  </a:cubicBezTo>
                  <a:cubicBezTo>
                    <a:pt x="3410" y="1304"/>
                    <a:pt x="3421" y="1290"/>
                    <a:pt x="3429" y="1291"/>
                  </a:cubicBezTo>
                  <a:cubicBezTo>
                    <a:pt x="3438" y="1292"/>
                    <a:pt x="3444" y="1303"/>
                    <a:pt x="3430" y="1305"/>
                  </a:cubicBezTo>
                  <a:cubicBezTo>
                    <a:pt x="3416" y="1307"/>
                    <a:pt x="3417" y="1311"/>
                    <a:pt x="3411" y="1329"/>
                  </a:cubicBezTo>
                  <a:cubicBezTo>
                    <a:pt x="3404" y="1346"/>
                    <a:pt x="3379" y="1343"/>
                    <a:pt x="3360" y="1346"/>
                  </a:cubicBezTo>
                  <a:cubicBezTo>
                    <a:pt x="3342" y="1349"/>
                    <a:pt x="3339" y="1345"/>
                    <a:pt x="3325" y="1357"/>
                  </a:cubicBezTo>
                  <a:cubicBezTo>
                    <a:pt x="3311" y="1368"/>
                    <a:pt x="3296" y="1357"/>
                    <a:pt x="3280" y="1354"/>
                  </a:cubicBezTo>
                  <a:cubicBezTo>
                    <a:pt x="3264" y="1352"/>
                    <a:pt x="3253" y="1351"/>
                    <a:pt x="3246" y="1337"/>
                  </a:cubicBezTo>
                  <a:cubicBezTo>
                    <a:pt x="3240" y="1323"/>
                    <a:pt x="3220" y="1333"/>
                    <a:pt x="3223" y="1345"/>
                  </a:cubicBezTo>
                  <a:cubicBezTo>
                    <a:pt x="3226" y="1357"/>
                    <a:pt x="3223" y="1354"/>
                    <a:pt x="3213" y="1358"/>
                  </a:cubicBezTo>
                  <a:cubicBezTo>
                    <a:pt x="3203" y="1361"/>
                    <a:pt x="3209" y="1375"/>
                    <a:pt x="3226" y="1375"/>
                  </a:cubicBezTo>
                  <a:cubicBezTo>
                    <a:pt x="3243" y="1375"/>
                    <a:pt x="3234" y="1394"/>
                    <a:pt x="3249" y="1402"/>
                  </a:cubicBezTo>
                  <a:cubicBezTo>
                    <a:pt x="3264" y="1409"/>
                    <a:pt x="3251" y="1393"/>
                    <a:pt x="3244" y="1382"/>
                  </a:cubicBezTo>
                  <a:cubicBezTo>
                    <a:pt x="3238" y="1372"/>
                    <a:pt x="3241" y="1368"/>
                    <a:pt x="3255" y="1368"/>
                  </a:cubicBezTo>
                  <a:cubicBezTo>
                    <a:pt x="3269" y="1368"/>
                    <a:pt x="3283" y="1373"/>
                    <a:pt x="3299" y="1379"/>
                  </a:cubicBezTo>
                  <a:cubicBezTo>
                    <a:pt x="3315" y="1386"/>
                    <a:pt x="3313" y="1385"/>
                    <a:pt x="3331" y="1386"/>
                  </a:cubicBezTo>
                  <a:cubicBezTo>
                    <a:pt x="3350" y="1387"/>
                    <a:pt x="3349" y="1396"/>
                    <a:pt x="3340" y="1403"/>
                  </a:cubicBezTo>
                  <a:cubicBezTo>
                    <a:pt x="3331" y="1409"/>
                    <a:pt x="3330" y="1406"/>
                    <a:pt x="3334" y="1425"/>
                  </a:cubicBezTo>
                  <a:cubicBezTo>
                    <a:pt x="3337" y="1445"/>
                    <a:pt x="3313" y="1440"/>
                    <a:pt x="3289" y="1440"/>
                  </a:cubicBezTo>
                  <a:cubicBezTo>
                    <a:pt x="3266" y="1440"/>
                    <a:pt x="3245" y="1446"/>
                    <a:pt x="3236" y="1460"/>
                  </a:cubicBezTo>
                  <a:cubicBezTo>
                    <a:pt x="3226" y="1474"/>
                    <a:pt x="3199" y="1462"/>
                    <a:pt x="3178" y="1458"/>
                  </a:cubicBezTo>
                  <a:cubicBezTo>
                    <a:pt x="3156" y="1453"/>
                    <a:pt x="3154" y="1442"/>
                    <a:pt x="3137" y="1434"/>
                  </a:cubicBezTo>
                  <a:cubicBezTo>
                    <a:pt x="3120" y="1426"/>
                    <a:pt x="3112" y="1420"/>
                    <a:pt x="3112" y="1408"/>
                  </a:cubicBezTo>
                  <a:cubicBezTo>
                    <a:pt x="3112" y="1396"/>
                    <a:pt x="3097" y="1397"/>
                    <a:pt x="3090" y="1404"/>
                  </a:cubicBezTo>
                  <a:cubicBezTo>
                    <a:pt x="3082" y="1410"/>
                    <a:pt x="3087" y="1422"/>
                    <a:pt x="3076" y="1426"/>
                  </a:cubicBezTo>
                  <a:cubicBezTo>
                    <a:pt x="3064" y="1431"/>
                    <a:pt x="3052" y="1416"/>
                    <a:pt x="3040" y="1404"/>
                  </a:cubicBezTo>
                  <a:cubicBezTo>
                    <a:pt x="3028" y="1392"/>
                    <a:pt x="3005" y="1376"/>
                    <a:pt x="3001" y="1382"/>
                  </a:cubicBezTo>
                  <a:cubicBezTo>
                    <a:pt x="2998" y="1389"/>
                    <a:pt x="3013" y="1404"/>
                    <a:pt x="3025" y="1410"/>
                  </a:cubicBezTo>
                  <a:cubicBezTo>
                    <a:pt x="3037" y="1417"/>
                    <a:pt x="3048" y="1421"/>
                    <a:pt x="3049" y="1434"/>
                  </a:cubicBezTo>
                  <a:cubicBezTo>
                    <a:pt x="3050" y="1447"/>
                    <a:pt x="3026" y="1432"/>
                    <a:pt x="3008" y="1452"/>
                  </a:cubicBezTo>
                  <a:cubicBezTo>
                    <a:pt x="2990" y="1473"/>
                    <a:pt x="2942" y="1452"/>
                    <a:pt x="2920" y="1440"/>
                  </a:cubicBezTo>
                  <a:cubicBezTo>
                    <a:pt x="2897" y="1429"/>
                    <a:pt x="2898" y="1448"/>
                    <a:pt x="2913" y="1453"/>
                  </a:cubicBezTo>
                  <a:cubicBezTo>
                    <a:pt x="2928" y="1459"/>
                    <a:pt x="2934" y="1471"/>
                    <a:pt x="2915" y="1471"/>
                  </a:cubicBezTo>
                  <a:cubicBezTo>
                    <a:pt x="2897" y="1471"/>
                    <a:pt x="2883" y="1474"/>
                    <a:pt x="2887" y="1487"/>
                  </a:cubicBezTo>
                  <a:cubicBezTo>
                    <a:pt x="2892" y="1500"/>
                    <a:pt x="2934" y="1486"/>
                    <a:pt x="2949" y="1479"/>
                  </a:cubicBezTo>
                  <a:cubicBezTo>
                    <a:pt x="2964" y="1473"/>
                    <a:pt x="2983" y="1473"/>
                    <a:pt x="2995" y="1477"/>
                  </a:cubicBezTo>
                  <a:cubicBezTo>
                    <a:pt x="3007" y="1481"/>
                    <a:pt x="3038" y="1485"/>
                    <a:pt x="3040" y="1495"/>
                  </a:cubicBezTo>
                  <a:cubicBezTo>
                    <a:pt x="3042" y="1506"/>
                    <a:pt x="3026" y="1504"/>
                    <a:pt x="3017" y="1504"/>
                  </a:cubicBezTo>
                  <a:cubicBezTo>
                    <a:pt x="3009" y="1504"/>
                    <a:pt x="2993" y="1506"/>
                    <a:pt x="2982" y="1514"/>
                  </a:cubicBezTo>
                  <a:cubicBezTo>
                    <a:pt x="2971" y="1521"/>
                    <a:pt x="2947" y="1509"/>
                    <a:pt x="2926" y="1508"/>
                  </a:cubicBezTo>
                  <a:cubicBezTo>
                    <a:pt x="2906" y="1507"/>
                    <a:pt x="2907" y="1519"/>
                    <a:pt x="2927" y="1529"/>
                  </a:cubicBezTo>
                  <a:cubicBezTo>
                    <a:pt x="2948" y="1538"/>
                    <a:pt x="2968" y="1544"/>
                    <a:pt x="2977" y="1535"/>
                  </a:cubicBezTo>
                  <a:cubicBezTo>
                    <a:pt x="2985" y="1526"/>
                    <a:pt x="3006" y="1521"/>
                    <a:pt x="3019" y="1522"/>
                  </a:cubicBezTo>
                  <a:cubicBezTo>
                    <a:pt x="3031" y="1523"/>
                    <a:pt x="3057" y="1535"/>
                    <a:pt x="3057" y="1548"/>
                  </a:cubicBezTo>
                  <a:cubicBezTo>
                    <a:pt x="3057" y="1561"/>
                    <a:pt x="3008" y="1554"/>
                    <a:pt x="2985" y="1558"/>
                  </a:cubicBezTo>
                  <a:cubicBezTo>
                    <a:pt x="2963" y="1561"/>
                    <a:pt x="2979" y="1571"/>
                    <a:pt x="2996" y="1572"/>
                  </a:cubicBezTo>
                  <a:cubicBezTo>
                    <a:pt x="3013" y="1573"/>
                    <a:pt x="3013" y="1583"/>
                    <a:pt x="3011" y="1593"/>
                  </a:cubicBezTo>
                  <a:cubicBezTo>
                    <a:pt x="3009" y="1603"/>
                    <a:pt x="3029" y="1598"/>
                    <a:pt x="3036" y="1581"/>
                  </a:cubicBezTo>
                  <a:cubicBezTo>
                    <a:pt x="3042" y="1564"/>
                    <a:pt x="3053" y="1564"/>
                    <a:pt x="3066" y="1564"/>
                  </a:cubicBezTo>
                  <a:cubicBezTo>
                    <a:pt x="3079" y="1564"/>
                    <a:pt x="3120" y="1589"/>
                    <a:pt x="3141" y="1603"/>
                  </a:cubicBezTo>
                  <a:cubicBezTo>
                    <a:pt x="3163" y="1617"/>
                    <a:pt x="3179" y="1617"/>
                    <a:pt x="3195" y="1634"/>
                  </a:cubicBezTo>
                  <a:cubicBezTo>
                    <a:pt x="3211" y="1651"/>
                    <a:pt x="3217" y="1637"/>
                    <a:pt x="3228" y="1652"/>
                  </a:cubicBezTo>
                  <a:cubicBezTo>
                    <a:pt x="3239" y="1667"/>
                    <a:pt x="3206" y="1658"/>
                    <a:pt x="3209" y="1675"/>
                  </a:cubicBezTo>
                  <a:cubicBezTo>
                    <a:pt x="3212" y="1692"/>
                    <a:pt x="3222" y="1681"/>
                    <a:pt x="3230" y="1677"/>
                  </a:cubicBezTo>
                  <a:cubicBezTo>
                    <a:pt x="3239" y="1673"/>
                    <a:pt x="3251" y="1680"/>
                    <a:pt x="3257" y="1691"/>
                  </a:cubicBezTo>
                  <a:cubicBezTo>
                    <a:pt x="3264" y="1702"/>
                    <a:pt x="3262" y="1724"/>
                    <a:pt x="3254" y="1732"/>
                  </a:cubicBezTo>
                  <a:cubicBezTo>
                    <a:pt x="3246" y="1739"/>
                    <a:pt x="3254" y="1757"/>
                    <a:pt x="3257" y="1777"/>
                  </a:cubicBezTo>
                  <a:cubicBezTo>
                    <a:pt x="3260" y="1797"/>
                    <a:pt x="3241" y="1800"/>
                    <a:pt x="3226" y="1796"/>
                  </a:cubicBezTo>
                  <a:cubicBezTo>
                    <a:pt x="3211" y="1793"/>
                    <a:pt x="3210" y="1784"/>
                    <a:pt x="3203" y="1768"/>
                  </a:cubicBezTo>
                  <a:cubicBezTo>
                    <a:pt x="3197" y="1752"/>
                    <a:pt x="3194" y="1790"/>
                    <a:pt x="3173" y="1797"/>
                  </a:cubicBezTo>
                  <a:cubicBezTo>
                    <a:pt x="3153" y="1805"/>
                    <a:pt x="3127" y="1788"/>
                    <a:pt x="3114" y="1776"/>
                  </a:cubicBezTo>
                  <a:cubicBezTo>
                    <a:pt x="3101" y="1764"/>
                    <a:pt x="3094" y="1749"/>
                    <a:pt x="3094" y="1730"/>
                  </a:cubicBezTo>
                  <a:cubicBezTo>
                    <a:pt x="3094" y="1710"/>
                    <a:pt x="3044" y="1697"/>
                    <a:pt x="3027" y="1693"/>
                  </a:cubicBezTo>
                  <a:cubicBezTo>
                    <a:pt x="3010" y="1689"/>
                    <a:pt x="3000" y="1673"/>
                    <a:pt x="2991" y="1671"/>
                  </a:cubicBezTo>
                  <a:cubicBezTo>
                    <a:pt x="2981" y="1668"/>
                    <a:pt x="2959" y="1663"/>
                    <a:pt x="2929" y="1663"/>
                  </a:cubicBezTo>
                  <a:cubicBezTo>
                    <a:pt x="2899" y="1663"/>
                    <a:pt x="2872" y="1641"/>
                    <a:pt x="2861" y="1628"/>
                  </a:cubicBezTo>
                  <a:cubicBezTo>
                    <a:pt x="2849" y="1614"/>
                    <a:pt x="2824" y="1622"/>
                    <a:pt x="2826" y="1632"/>
                  </a:cubicBezTo>
                  <a:cubicBezTo>
                    <a:pt x="2828" y="1641"/>
                    <a:pt x="2832" y="1648"/>
                    <a:pt x="2844" y="1659"/>
                  </a:cubicBezTo>
                  <a:cubicBezTo>
                    <a:pt x="2857" y="1669"/>
                    <a:pt x="2880" y="1667"/>
                    <a:pt x="2901" y="1671"/>
                  </a:cubicBezTo>
                  <a:cubicBezTo>
                    <a:pt x="2923" y="1674"/>
                    <a:pt x="2940" y="1687"/>
                    <a:pt x="2965" y="1687"/>
                  </a:cubicBezTo>
                  <a:cubicBezTo>
                    <a:pt x="2990" y="1687"/>
                    <a:pt x="3000" y="1709"/>
                    <a:pt x="2993" y="1716"/>
                  </a:cubicBezTo>
                  <a:cubicBezTo>
                    <a:pt x="2985" y="1722"/>
                    <a:pt x="2943" y="1720"/>
                    <a:pt x="2925" y="1724"/>
                  </a:cubicBezTo>
                  <a:cubicBezTo>
                    <a:pt x="2907" y="1729"/>
                    <a:pt x="2894" y="1737"/>
                    <a:pt x="2878" y="1730"/>
                  </a:cubicBezTo>
                  <a:cubicBezTo>
                    <a:pt x="2862" y="1722"/>
                    <a:pt x="2848" y="1734"/>
                    <a:pt x="2855" y="1751"/>
                  </a:cubicBezTo>
                  <a:cubicBezTo>
                    <a:pt x="2863" y="1768"/>
                    <a:pt x="2840" y="1762"/>
                    <a:pt x="2839" y="1773"/>
                  </a:cubicBezTo>
                  <a:cubicBezTo>
                    <a:pt x="2838" y="1783"/>
                    <a:pt x="2804" y="1780"/>
                    <a:pt x="2791" y="1787"/>
                  </a:cubicBezTo>
                  <a:cubicBezTo>
                    <a:pt x="2778" y="1793"/>
                    <a:pt x="2794" y="1797"/>
                    <a:pt x="2815" y="1796"/>
                  </a:cubicBezTo>
                  <a:cubicBezTo>
                    <a:pt x="2837" y="1795"/>
                    <a:pt x="2832" y="1802"/>
                    <a:pt x="2849" y="1800"/>
                  </a:cubicBezTo>
                  <a:cubicBezTo>
                    <a:pt x="2866" y="1797"/>
                    <a:pt x="2869" y="1800"/>
                    <a:pt x="2890" y="1801"/>
                  </a:cubicBezTo>
                  <a:cubicBezTo>
                    <a:pt x="2910" y="1802"/>
                    <a:pt x="2930" y="1793"/>
                    <a:pt x="2931" y="1782"/>
                  </a:cubicBezTo>
                  <a:cubicBezTo>
                    <a:pt x="2933" y="1772"/>
                    <a:pt x="2896" y="1789"/>
                    <a:pt x="2866" y="1789"/>
                  </a:cubicBezTo>
                  <a:cubicBezTo>
                    <a:pt x="2836" y="1789"/>
                    <a:pt x="2868" y="1778"/>
                    <a:pt x="2877" y="1767"/>
                  </a:cubicBezTo>
                  <a:cubicBezTo>
                    <a:pt x="2885" y="1757"/>
                    <a:pt x="2892" y="1747"/>
                    <a:pt x="2909" y="1743"/>
                  </a:cubicBezTo>
                  <a:cubicBezTo>
                    <a:pt x="2926" y="1738"/>
                    <a:pt x="2959" y="1731"/>
                    <a:pt x="2992" y="1729"/>
                  </a:cubicBezTo>
                  <a:cubicBezTo>
                    <a:pt x="3024" y="1726"/>
                    <a:pt x="3015" y="1737"/>
                    <a:pt x="3020" y="1753"/>
                  </a:cubicBezTo>
                  <a:cubicBezTo>
                    <a:pt x="3024" y="1769"/>
                    <a:pt x="3017" y="1775"/>
                    <a:pt x="2997" y="1781"/>
                  </a:cubicBezTo>
                  <a:cubicBezTo>
                    <a:pt x="2977" y="1788"/>
                    <a:pt x="2963" y="1793"/>
                    <a:pt x="2959" y="1800"/>
                  </a:cubicBezTo>
                  <a:cubicBezTo>
                    <a:pt x="2956" y="1806"/>
                    <a:pt x="2935" y="1810"/>
                    <a:pt x="2925" y="1810"/>
                  </a:cubicBezTo>
                  <a:cubicBezTo>
                    <a:pt x="2915" y="1810"/>
                    <a:pt x="2900" y="1812"/>
                    <a:pt x="2896" y="1822"/>
                  </a:cubicBezTo>
                  <a:cubicBezTo>
                    <a:pt x="2892" y="1832"/>
                    <a:pt x="2879" y="1830"/>
                    <a:pt x="2855" y="1830"/>
                  </a:cubicBezTo>
                  <a:cubicBezTo>
                    <a:pt x="2832" y="1830"/>
                    <a:pt x="2824" y="1839"/>
                    <a:pt x="2824" y="1839"/>
                  </a:cubicBezTo>
                  <a:cubicBezTo>
                    <a:pt x="2824" y="1839"/>
                    <a:pt x="2873" y="1844"/>
                    <a:pt x="2886" y="1845"/>
                  </a:cubicBezTo>
                  <a:cubicBezTo>
                    <a:pt x="2899" y="1846"/>
                    <a:pt x="2912" y="1836"/>
                    <a:pt x="2918" y="1829"/>
                  </a:cubicBezTo>
                  <a:cubicBezTo>
                    <a:pt x="2923" y="1821"/>
                    <a:pt x="2941" y="1820"/>
                    <a:pt x="2955" y="1820"/>
                  </a:cubicBezTo>
                  <a:cubicBezTo>
                    <a:pt x="2969" y="1820"/>
                    <a:pt x="2987" y="1812"/>
                    <a:pt x="2996" y="1806"/>
                  </a:cubicBezTo>
                  <a:cubicBezTo>
                    <a:pt x="3005" y="1800"/>
                    <a:pt x="3017" y="1802"/>
                    <a:pt x="3027" y="1802"/>
                  </a:cubicBezTo>
                  <a:cubicBezTo>
                    <a:pt x="3037" y="1802"/>
                    <a:pt x="3048" y="1810"/>
                    <a:pt x="3063" y="1813"/>
                  </a:cubicBezTo>
                  <a:cubicBezTo>
                    <a:pt x="3078" y="1817"/>
                    <a:pt x="3091" y="1827"/>
                    <a:pt x="3117" y="1836"/>
                  </a:cubicBezTo>
                  <a:cubicBezTo>
                    <a:pt x="3144" y="1845"/>
                    <a:pt x="3189" y="1837"/>
                    <a:pt x="3206" y="1834"/>
                  </a:cubicBezTo>
                  <a:cubicBezTo>
                    <a:pt x="3222" y="1831"/>
                    <a:pt x="3226" y="1836"/>
                    <a:pt x="3226" y="1843"/>
                  </a:cubicBezTo>
                  <a:cubicBezTo>
                    <a:pt x="3226" y="1849"/>
                    <a:pt x="3214" y="1850"/>
                    <a:pt x="3205" y="1859"/>
                  </a:cubicBezTo>
                  <a:cubicBezTo>
                    <a:pt x="3195" y="1867"/>
                    <a:pt x="3180" y="1858"/>
                    <a:pt x="3173" y="1867"/>
                  </a:cubicBezTo>
                  <a:cubicBezTo>
                    <a:pt x="3167" y="1877"/>
                    <a:pt x="3155" y="1879"/>
                    <a:pt x="3140" y="1879"/>
                  </a:cubicBezTo>
                  <a:cubicBezTo>
                    <a:pt x="3125" y="1879"/>
                    <a:pt x="3134" y="1894"/>
                    <a:pt x="3115" y="1898"/>
                  </a:cubicBezTo>
                  <a:cubicBezTo>
                    <a:pt x="3097" y="1903"/>
                    <a:pt x="3114" y="1913"/>
                    <a:pt x="3088" y="1913"/>
                  </a:cubicBezTo>
                  <a:cubicBezTo>
                    <a:pt x="3063" y="1913"/>
                    <a:pt x="3068" y="1929"/>
                    <a:pt x="3052" y="1931"/>
                  </a:cubicBezTo>
                  <a:cubicBezTo>
                    <a:pt x="3036" y="1933"/>
                    <a:pt x="3042" y="1937"/>
                    <a:pt x="3027" y="1952"/>
                  </a:cubicBezTo>
                  <a:cubicBezTo>
                    <a:pt x="3012" y="1967"/>
                    <a:pt x="3006" y="1973"/>
                    <a:pt x="2984" y="1978"/>
                  </a:cubicBezTo>
                  <a:cubicBezTo>
                    <a:pt x="2963" y="1983"/>
                    <a:pt x="2965" y="1997"/>
                    <a:pt x="2938" y="1998"/>
                  </a:cubicBezTo>
                  <a:cubicBezTo>
                    <a:pt x="2911" y="1999"/>
                    <a:pt x="2905" y="2006"/>
                    <a:pt x="2892" y="2013"/>
                  </a:cubicBezTo>
                  <a:cubicBezTo>
                    <a:pt x="2879" y="2021"/>
                    <a:pt x="2857" y="2020"/>
                    <a:pt x="2842" y="2018"/>
                  </a:cubicBezTo>
                  <a:cubicBezTo>
                    <a:pt x="2827" y="2016"/>
                    <a:pt x="2825" y="2023"/>
                    <a:pt x="2816" y="2033"/>
                  </a:cubicBezTo>
                  <a:cubicBezTo>
                    <a:pt x="2808" y="2042"/>
                    <a:pt x="2804" y="2042"/>
                    <a:pt x="2797" y="2036"/>
                  </a:cubicBezTo>
                  <a:cubicBezTo>
                    <a:pt x="2791" y="2030"/>
                    <a:pt x="2775" y="2031"/>
                    <a:pt x="2769" y="2039"/>
                  </a:cubicBezTo>
                  <a:cubicBezTo>
                    <a:pt x="2764" y="2048"/>
                    <a:pt x="2751" y="2044"/>
                    <a:pt x="2748" y="2038"/>
                  </a:cubicBezTo>
                  <a:cubicBezTo>
                    <a:pt x="2744" y="2033"/>
                    <a:pt x="2734" y="2028"/>
                    <a:pt x="2726" y="2031"/>
                  </a:cubicBezTo>
                  <a:cubicBezTo>
                    <a:pt x="2719" y="2033"/>
                    <a:pt x="2723" y="2044"/>
                    <a:pt x="2732" y="2047"/>
                  </a:cubicBezTo>
                  <a:cubicBezTo>
                    <a:pt x="2740" y="2050"/>
                    <a:pt x="2739" y="2051"/>
                    <a:pt x="2732" y="2054"/>
                  </a:cubicBezTo>
                  <a:cubicBezTo>
                    <a:pt x="2724" y="2058"/>
                    <a:pt x="2718" y="2054"/>
                    <a:pt x="2707" y="2050"/>
                  </a:cubicBezTo>
                  <a:cubicBezTo>
                    <a:pt x="2696" y="2046"/>
                    <a:pt x="2697" y="2050"/>
                    <a:pt x="2697" y="2060"/>
                  </a:cubicBezTo>
                  <a:cubicBezTo>
                    <a:pt x="2697" y="2069"/>
                    <a:pt x="2666" y="2064"/>
                    <a:pt x="2650" y="2065"/>
                  </a:cubicBezTo>
                  <a:cubicBezTo>
                    <a:pt x="2634" y="2066"/>
                    <a:pt x="2646" y="2054"/>
                    <a:pt x="2629" y="2051"/>
                  </a:cubicBezTo>
                  <a:cubicBezTo>
                    <a:pt x="2613" y="2048"/>
                    <a:pt x="2613" y="2056"/>
                    <a:pt x="2607" y="2045"/>
                  </a:cubicBezTo>
                  <a:cubicBezTo>
                    <a:pt x="2600" y="2033"/>
                    <a:pt x="2608" y="2034"/>
                    <a:pt x="2594" y="2034"/>
                  </a:cubicBezTo>
                  <a:cubicBezTo>
                    <a:pt x="2580" y="2034"/>
                    <a:pt x="2579" y="2046"/>
                    <a:pt x="2582" y="2047"/>
                  </a:cubicBezTo>
                  <a:cubicBezTo>
                    <a:pt x="2585" y="2048"/>
                    <a:pt x="2593" y="2059"/>
                    <a:pt x="2593" y="2067"/>
                  </a:cubicBezTo>
                  <a:cubicBezTo>
                    <a:pt x="2593" y="2076"/>
                    <a:pt x="2591" y="2079"/>
                    <a:pt x="2576" y="2084"/>
                  </a:cubicBezTo>
                  <a:cubicBezTo>
                    <a:pt x="2561" y="2090"/>
                    <a:pt x="2562" y="2093"/>
                    <a:pt x="2538" y="2101"/>
                  </a:cubicBezTo>
                  <a:cubicBezTo>
                    <a:pt x="2514" y="2108"/>
                    <a:pt x="2511" y="2136"/>
                    <a:pt x="2507" y="2151"/>
                  </a:cubicBezTo>
                  <a:cubicBezTo>
                    <a:pt x="2503" y="2166"/>
                    <a:pt x="2498" y="2176"/>
                    <a:pt x="2484" y="2178"/>
                  </a:cubicBezTo>
                  <a:cubicBezTo>
                    <a:pt x="2470" y="2180"/>
                    <a:pt x="2470" y="2187"/>
                    <a:pt x="2469" y="2205"/>
                  </a:cubicBezTo>
                  <a:cubicBezTo>
                    <a:pt x="2468" y="2223"/>
                    <a:pt x="2447" y="2220"/>
                    <a:pt x="2434" y="2237"/>
                  </a:cubicBezTo>
                  <a:cubicBezTo>
                    <a:pt x="2421" y="2254"/>
                    <a:pt x="2395" y="2256"/>
                    <a:pt x="2381" y="2256"/>
                  </a:cubicBezTo>
                  <a:cubicBezTo>
                    <a:pt x="2367" y="2256"/>
                    <a:pt x="2360" y="2274"/>
                    <a:pt x="2352" y="2282"/>
                  </a:cubicBezTo>
                  <a:cubicBezTo>
                    <a:pt x="2345" y="2291"/>
                    <a:pt x="2333" y="2297"/>
                    <a:pt x="2325" y="2285"/>
                  </a:cubicBezTo>
                  <a:cubicBezTo>
                    <a:pt x="2318" y="2274"/>
                    <a:pt x="2309" y="2282"/>
                    <a:pt x="2309" y="2297"/>
                  </a:cubicBezTo>
                  <a:cubicBezTo>
                    <a:pt x="2309" y="2312"/>
                    <a:pt x="2299" y="2309"/>
                    <a:pt x="2292" y="2308"/>
                  </a:cubicBezTo>
                  <a:cubicBezTo>
                    <a:pt x="2284" y="2307"/>
                    <a:pt x="2289" y="2300"/>
                    <a:pt x="2286" y="2291"/>
                  </a:cubicBezTo>
                  <a:cubicBezTo>
                    <a:pt x="2284" y="2281"/>
                    <a:pt x="2274" y="2292"/>
                    <a:pt x="2270" y="2304"/>
                  </a:cubicBezTo>
                  <a:cubicBezTo>
                    <a:pt x="2267" y="2316"/>
                    <a:pt x="2254" y="2308"/>
                    <a:pt x="2249" y="2316"/>
                  </a:cubicBezTo>
                  <a:cubicBezTo>
                    <a:pt x="2243" y="2323"/>
                    <a:pt x="2232" y="2328"/>
                    <a:pt x="2226" y="2325"/>
                  </a:cubicBezTo>
                  <a:cubicBezTo>
                    <a:pt x="2221" y="2322"/>
                    <a:pt x="2219" y="2310"/>
                    <a:pt x="2225" y="2303"/>
                  </a:cubicBezTo>
                  <a:cubicBezTo>
                    <a:pt x="2232" y="2295"/>
                    <a:pt x="2232" y="2291"/>
                    <a:pt x="2232" y="2285"/>
                  </a:cubicBezTo>
                  <a:cubicBezTo>
                    <a:pt x="2232" y="2280"/>
                    <a:pt x="2238" y="2275"/>
                    <a:pt x="2246" y="2265"/>
                  </a:cubicBezTo>
                  <a:cubicBezTo>
                    <a:pt x="2253" y="2255"/>
                    <a:pt x="2243" y="2253"/>
                    <a:pt x="2232" y="2255"/>
                  </a:cubicBezTo>
                  <a:cubicBezTo>
                    <a:pt x="2220" y="2257"/>
                    <a:pt x="2225" y="2257"/>
                    <a:pt x="2221" y="2270"/>
                  </a:cubicBezTo>
                  <a:cubicBezTo>
                    <a:pt x="2217" y="2283"/>
                    <a:pt x="2214" y="2283"/>
                    <a:pt x="2199" y="2284"/>
                  </a:cubicBezTo>
                  <a:cubicBezTo>
                    <a:pt x="2184" y="2285"/>
                    <a:pt x="2192" y="2295"/>
                    <a:pt x="2199" y="2298"/>
                  </a:cubicBezTo>
                  <a:cubicBezTo>
                    <a:pt x="2207" y="2302"/>
                    <a:pt x="2207" y="2303"/>
                    <a:pt x="2207" y="2311"/>
                  </a:cubicBezTo>
                  <a:cubicBezTo>
                    <a:pt x="2207" y="2320"/>
                    <a:pt x="2191" y="2314"/>
                    <a:pt x="2184" y="2321"/>
                  </a:cubicBezTo>
                  <a:cubicBezTo>
                    <a:pt x="2178" y="2327"/>
                    <a:pt x="2167" y="2331"/>
                    <a:pt x="2160" y="2324"/>
                  </a:cubicBezTo>
                  <a:cubicBezTo>
                    <a:pt x="2152" y="2318"/>
                    <a:pt x="2144" y="2323"/>
                    <a:pt x="2140" y="2331"/>
                  </a:cubicBezTo>
                  <a:cubicBezTo>
                    <a:pt x="2137" y="2338"/>
                    <a:pt x="2127" y="2336"/>
                    <a:pt x="2123" y="2326"/>
                  </a:cubicBezTo>
                  <a:cubicBezTo>
                    <a:pt x="2119" y="2317"/>
                    <a:pt x="2110" y="2326"/>
                    <a:pt x="2099" y="2331"/>
                  </a:cubicBezTo>
                  <a:cubicBezTo>
                    <a:pt x="2089" y="2335"/>
                    <a:pt x="2088" y="2346"/>
                    <a:pt x="2098" y="2349"/>
                  </a:cubicBezTo>
                  <a:cubicBezTo>
                    <a:pt x="2109" y="2352"/>
                    <a:pt x="2114" y="2352"/>
                    <a:pt x="2109" y="2361"/>
                  </a:cubicBezTo>
                  <a:cubicBezTo>
                    <a:pt x="2104" y="2369"/>
                    <a:pt x="2097" y="2369"/>
                    <a:pt x="2090" y="2380"/>
                  </a:cubicBezTo>
                  <a:cubicBezTo>
                    <a:pt x="2082" y="2391"/>
                    <a:pt x="2069" y="2390"/>
                    <a:pt x="2063" y="2382"/>
                  </a:cubicBezTo>
                  <a:cubicBezTo>
                    <a:pt x="2056" y="2375"/>
                    <a:pt x="2037" y="2372"/>
                    <a:pt x="2033" y="2383"/>
                  </a:cubicBezTo>
                  <a:cubicBezTo>
                    <a:pt x="2028" y="2394"/>
                    <a:pt x="2021" y="2386"/>
                    <a:pt x="2021" y="2398"/>
                  </a:cubicBezTo>
                  <a:cubicBezTo>
                    <a:pt x="2021" y="2410"/>
                    <a:pt x="2035" y="2409"/>
                    <a:pt x="2052" y="2406"/>
                  </a:cubicBezTo>
                  <a:cubicBezTo>
                    <a:pt x="2069" y="2403"/>
                    <a:pt x="2061" y="2413"/>
                    <a:pt x="2069" y="2422"/>
                  </a:cubicBezTo>
                  <a:cubicBezTo>
                    <a:pt x="2078" y="2431"/>
                    <a:pt x="2077" y="2434"/>
                    <a:pt x="2077" y="2446"/>
                  </a:cubicBezTo>
                  <a:cubicBezTo>
                    <a:pt x="2077" y="2457"/>
                    <a:pt x="2052" y="2446"/>
                    <a:pt x="2052" y="2456"/>
                  </a:cubicBezTo>
                  <a:cubicBezTo>
                    <a:pt x="2052" y="2467"/>
                    <a:pt x="2031" y="2457"/>
                    <a:pt x="2004" y="2455"/>
                  </a:cubicBezTo>
                  <a:cubicBezTo>
                    <a:pt x="1977" y="2453"/>
                    <a:pt x="2003" y="2472"/>
                    <a:pt x="2010" y="2478"/>
                  </a:cubicBezTo>
                  <a:cubicBezTo>
                    <a:pt x="2018" y="2483"/>
                    <a:pt x="2037" y="2474"/>
                    <a:pt x="2047" y="2474"/>
                  </a:cubicBezTo>
                  <a:cubicBezTo>
                    <a:pt x="2056" y="2474"/>
                    <a:pt x="2053" y="2494"/>
                    <a:pt x="2060" y="2505"/>
                  </a:cubicBezTo>
                  <a:cubicBezTo>
                    <a:pt x="2066" y="2515"/>
                    <a:pt x="2054" y="2518"/>
                    <a:pt x="2047" y="2521"/>
                  </a:cubicBezTo>
                  <a:cubicBezTo>
                    <a:pt x="2039" y="2524"/>
                    <a:pt x="2040" y="2533"/>
                    <a:pt x="2038" y="2543"/>
                  </a:cubicBezTo>
                  <a:cubicBezTo>
                    <a:pt x="2036" y="2554"/>
                    <a:pt x="2020" y="2548"/>
                    <a:pt x="2011" y="2548"/>
                  </a:cubicBezTo>
                  <a:cubicBezTo>
                    <a:pt x="2003" y="2548"/>
                    <a:pt x="2001" y="2550"/>
                    <a:pt x="2001" y="2560"/>
                  </a:cubicBezTo>
                  <a:cubicBezTo>
                    <a:pt x="2001" y="2569"/>
                    <a:pt x="2028" y="2562"/>
                    <a:pt x="2028" y="2571"/>
                  </a:cubicBezTo>
                  <a:cubicBezTo>
                    <a:pt x="2028" y="2581"/>
                    <a:pt x="2016" y="2581"/>
                    <a:pt x="2001" y="2581"/>
                  </a:cubicBezTo>
                  <a:cubicBezTo>
                    <a:pt x="1985" y="2581"/>
                    <a:pt x="1994" y="2585"/>
                    <a:pt x="1992" y="2598"/>
                  </a:cubicBezTo>
                  <a:cubicBezTo>
                    <a:pt x="1990" y="2611"/>
                    <a:pt x="1973" y="2613"/>
                    <a:pt x="1968" y="2620"/>
                  </a:cubicBezTo>
                  <a:cubicBezTo>
                    <a:pt x="1964" y="2626"/>
                    <a:pt x="1953" y="2623"/>
                    <a:pt x="1948" y="2613"/>
                  </a:cubicBezTo>
                  <a:cubicBezTo>
                    <a:pt x="1942" y="2604"/>
                    <a:pt x="1930" y="2608"/>
                    <a:pt x="1927" y="2621"/>
                  </a:cubicBezTo>
                  <a:cubicBezTo>
                    <a:pt x="1925" y="2634"/>
                    <a:pt x="1933" y="2627"/>
                    <a:pt x="1940" y="2624"/>
                  </a:cubicBezTo>
                  <a:cubicBezTo>
                    <a:pt x="1948" y="2621"/>
                    <a:pt x="1953" y="2635"/>
                    <a:pt x="1962" y="2640"/>
                  </a:cubicBezTo>
                  <a:cubicBezTo>
                    <a:pt x="1970" y="2646"/>
                    <a:pt x="1965" y="2650"/>
                    <a:pt x="1956" y="2651"/>
                  </a:cubicBezTo>
                  <a:cubicBezTo>
                    <a:pt x="1948" y="2652"/>
                    <a:pt x="1955" y="2658"/>
                    <a:pt x="1962" y="2664"/>
                  </a:cubicBezTo>
                  <a:cubicBezTo>
                    <a:pt x="1968" y="2669"/>
                    <a:pt x="1967" y="2683"/>
                    <a:pt x="1968" y="2696"/>
                  </a:cubicBezTo>
                  <a:cubicBezTo>
                    <a:pt x="1969" y="2709"/>
                    <a:pt x="1964" y="2723"/>
                    <a:pt x="1958" y="2724"/>
                  </a:cubicBezTo>
                  <a:cubicBezTo>
                    <a:pt x="1951" y="2725"/>
                    <a:pt x="1949" y="2733"/>
                    <a:pt x="1958" y="2742"/>
                  </a:cubicBezTo>
                  <a:cubicBezTo>
                    <a:pt x="1966" y="2752"/>
                    <a:pt x="1949" y="2752"/>
                    <a:pt x="1947" y="2756"/>
                  </a:cubicBezTo>
                  <a:cubicBezTo>
                    <a:pt x="1945" y="2761"/>
                    <a:pt x="1932" y="2762"/>
                    <a:pt x="1929" y="2771"/>
                  </a:cubicBezTo>
                  <a:cubicBezTo>
                    <a:pt x="1925" y="2781"/>
                    <a:pt x="1931" y="2779"/>
                    <a:pt x="1939" y="2779"/>
                  </a:cubicBezTo>
                  <a:cubicBezTo>
                    <a:pt x="1948" y="2779"/>
                    <a:pt x="1961" y="2781"/>
                    <a:pt x="1951" y="2782"/>
                  </a:cubicBezTo>
                  <a:cubicBezTo>
                    <a:pt x="1941" y="2783"/>
                    <a:pt x="1952" y="2796"/>
                    <a:pt x="1942" y="2797"/>
                  </a:cubicBezTo>
                  <a:cubicBezTo>
                    <a:pt x="1933" y="2798"/>
                    <a:pt x="1924" y="2801"/>
                    <a:pt x="1923" y="2812"/>
                  </a:cubicBezTo>
                  <a:cubicBezTo>
                    <a:pt x="1922" y="2823"/>
                    <a:pt x="1926" y="2833"/>
                    <a:pt x="1909" y="2837"/>
                  </a:cubicBezTo>
                  <a:cubicBezTo>
                    <a:pt x="1892" y="2841"/>
                    <a:pt x="1895" y="2847"/>
                    <a:pt x="1901" y="2851"/>
                  </a:cubicBezTo>
                  <a:cubicBezTo>
                    <a:pt x="1906" y="2855"/>
                    <a:pt x="1906" y="2861"/>
                    <a:pt x="1906" y="2868"/>
                  </a:cubicBezTo>
                  <a:cubicBezTo>
                    <a:pt x="1906" y="2876"/>
                    <a:pt x="1896" y="2882"/>
                    <a:pt x="1883" y="2882"/>
                  </a:cubicBezTo>
                  <a:cubicBezTo>
                    <a:pt x="1870" y="2882"/>
                    <a:pt x="1870" y="2884"/>
                    <a:pt x="1868" y="2894"/>
                  </a:cubicBezTo>
                  <a:cubicBezTo>
                    <a:pt x="1866" y="2904"/>
                    <a:pt x="1864" y="2905"/>
                    <a:pt x="1855" y="2904"/>
                  </a:cubicBezTo>
                  <a:cubicBezTo>
                    <a:pt x="1847" y="2902"/>
                    <a:pt x="1851" y="2885"/>
                    <a:pt x="1852" y="2876"/>
                  </a:cubicBezTo>
                  <a:cubicBezTo>
                    <a:pt x="1853" y="2866"/>
                    <a:pt x="1854" y="2861"/>
                    <a:pt x="1849" y="2859"/>
                  </a:cubicBezTo>
                  <a:cubicBezTo>
                    <a:pt x="1844" y="2858"/>
                    <a:pt x="1837" y="2859"/>
                    <a:pt x="1837" y="2868"/>
                  </a:cubicBezTo>
                  <a:cubicBezTo>
                    <a:pt x="1837" y="2877"/>
                    <a:pt x="1826" y="2882"/>
                    <a:pt x="1813" y="2882"/>
                  </a:cubicBezTo>
                  <a:cubicBezTo>
                    <a:pt x="1801" y="2882"/>
                    <a:pt x="1791" y="2876"/>
                    <a:pt x="1790" y="2863"/>
                  </a:cubicBezTo>
                  <a:cubicBezTo>
                    <a:pt x="1789" y="2850"/>
                    <a:pt x="1783" y="2850"/>
                    <a:pt x="1776" y="2848"/>
                  </a:cubicBezTo>
                  <a:cubicBezTo>
                    <a:pt x="1768" y="2845"/>
                    <a:pt x="1759" y="2848"/>
                    <a:pt x="1753" y="2834"/>
                  </a:cubicBezTo>
                  <a:cubicBezTo>
                    <a:pt x="1748" y="2820"/>
                    <a:pt x="1743" y="2818"/>
                    <a:pt x="1735" y="2819"/>
                  </a:cubicBezTo>
                  <a:cubicBezTo>
                    <a:pt x="1727" y="2820"/>
                    <a:pt x="1718" y="2813"/>
                    <a:pt x="1717" y="2804"/>
                  </a:cubicBezTo>
                  <a:cubicBezTo>
                    <a:pt x="1716" y="2794"/>
                    <a:pt x="1707" y="2793"/>
                    <a:pt x="1698" y="2794"/>
                  </a:cubicBezTo>
                  <a:cubicBezTo>
                    <a:pt x="1690" y="2795"/>
                    <a:pt x="1684" y="2796"/>
                    <a:pt x="1681" y="2807"/>
                  </a:cubicBezTo>
                  <a:cubicBezTo>
                    <a:pt x="1678" y="2818"/>
                    <a:pt x="1663" y="2811"/>
                    <a:pt x="1659" y="2802"/>
                  </a:cubicBezTo>
                  <a:cubicBezTo>
                    <a:pt x="1654" y="2794"/>
                    <a:pt x="1646" y="2794"/>
                    <a:pt x="1626" y="2800"/>
                  </a:cubicBezTo>
                  <a:cubicBezTo>
                    <a:pt x="1607" y="2807"/>
                    <a:pt x="1616" y="2816"/>
                    <a:pt x="1598" y="2816"/>
                  </a:cubicBezTo>
                  <a:cubicBezTo>
                    <a:pt x="1581" y="2816"/>
                    <a:pt x="1580" y="2804"/>
                    <a:pt x="1589" y="2799"/>
                  </a:cubicBezTo>
                  <a:cubicBezTo>
                    <a:pt x="1597" y="2795"/>
                    <a:pt x="1602" y="2778"/>
                    <a:pt x="1598" y="2778"/>
                  </a:cubicBezTo>
                  <a:cubicBezTo>
                    <a:pt x="1595" y="2778"/>
                    <a:pt x="1575" y="2775"/>
                    <a:pt x="1572" y="2764"/>
                  </a:cubicBezTo>
                  <a:cubicBezTo>
                    <a:pt x="1568" y="2753"/>
                    <a:pt x="1552" y="2758"/>
                    <a:pt x="1548" y="2751"/>
                  </a:cubicBezTo>
                  <a:cubicBezTo>
                    <a:pt x="1544" y="2743"/>
                    <a:pt x="1538" y="2742"/>
                    <a:pt x="1529" y="2740"/>
                  </a:cubicBezTo>
                  <a:cubicBezTo>
                    <a:pt x="1519" y="2738"/>
                    <a:pt x="1511" y="2726"/>
                    <a:pt x="1524" y="2725"/>
                  </a:cubicBezTo>
                  <a:cubicBezTo>
                    <a:pt x="1537" y="2724"/>
                    <a:pt x="1540" y="2729"/>
                    <a:pt x="1528" y="2711"/>
                  </a:cubicBezTo>
                  <a:cubicBezTo>
                    <a:pt x="1515" y="2693"/>
                    <a:pt x="1508" y="2705"/>
                    <a:pt x="1503" y="2686"/>
                  </a:cubicBezTo>
                  <a:cubicBezTo>
                    <a:pt x="1497" y="2668"/>
                    <a:pt x="1486" y="2664"/>
                    <a:pt x="1465" y="2654"/>
                  </a:cubicBezTo>
                  <a:cubicBezTo>
                    <a:pt x="1445" y="2644"/>
                    <a:pt x="1457" y="2639"/>
                    <a:pt x="1459" y="2623"/>
                  </a:cubicBezTo>
                  <a:cubicBezTo>
                    <a:pt x="1461" y="2607"/>
                    <a:pt x="1451" y="2605"/>
                    <a:pt x="1445" y="2595"/>
                  </a:cubicBezTo>
                  <a:cubicBezTo>
                    <a:pt x="1438" y="2585"/>
                    <a:pt x="1428" y="2570"/>
                    <a:pt x="1417" y="2570"/>
                  </a:cubicBezTo>
                  <a:cubicBezTo>
                    <a:pt x="1406" y="2570"/>
                    <a:pt x="1405" y="2556"/>
                    <a:pt x="1405" y="2543"/>
                  </a:cubicBezTo>
                  <a:cubicBezTo>
                    <a:pt x="1405" y="2531"/>
                    <a:pt x="1396" y="2526"/>
                    <a:pt x="1388" y="2526"/>
                  </a:cubicBezTo>
                  <a:cubicBezTo>
                    <a:pt x="1379" y="2526"/>
                    <a:pt x="1373" y="2495"/>
                    <a:pt x="1373" y="2480"/>
                  </a:cubicBezTo>
                  <a:cubicBezTo>
                    <a:pt x="1373" y="2465"/>
                    <a:pt x="1386" y="2460"/>
                    <a:pt x="1387" y="2454"/>
                  </a:cubicBezTo>
                  <a:cubicBezTo>
                    <a:pt x="1388" y="2449"/>
                    <a:pt x="1403" y="2443"/>
                    <a:pt x="1416" y="2443"/>
                  </a:cubicBezTo>
                  <a:cubicBezTo>
                    <a:pt x="1429" y="2443"/>
                    <a:pt x="1426" y="2426"/>
                    <a:pt x="1424" y="2423"/>
                  </a:cubicBezTo>
                  <a:cubicBezTo>
                    <a:pt x="1422" y="2420"/>
                    <a:pt x="1411" y="2420"/>
                    <a:pt x="1400" y="2421"/>
                  </a:cubicBezTo>
                  <a:cubicBezTo>
                    <a:pt x="1388" y="2422"/>
                    <a:pt x="1383" y="2431"/>
                    <a:pt x="1380" y="2439"/>
                  </a:cubicBezTo>
                  <a:cubicBezTo>
                    <a:pt x="1377" y="2448"/>
                    <a:pt x="1364" y="2450"/>
                    <a:pt x="1364" y="2456"/>
                  </a:cubicBezTo>
                  <a:cubicBezTo>
                    <a:pt x="1364" y="2463"/>
                    <a:pt x="1360" y="2468"/>
                    <a:pt x="1346" y="2466"/>
                  </a:cubicBezTo>
                  <a:cubicBezTo>
                    <a:pt x="1332" y="2464"/>
                    <a:pt x="1339" y="2439"/>
                    <a:pt x="1343" y="2435"/>
                  </a:cubicBezTo>
                  <a:cubicBezTo>
                    <a:pt x="1346" y="2431"/>
                    <a:pt x="1344" y="2417"/>
                    <a:pt x="1336" y="2415"/>
                  </a:cubicBezTo>
                  <a:cubicBezTo>
                    <a:pt x="1329" y="2414"/>
                    <a:pt x="1332" y="2400"/>
                    <a:pt x="1334" y="2386"/>
                  </a:cubicBezTo>
                  <a:cubicBezTo>
                    <a:pt x="1336" y="2372"/>
                    <a:pt x="1333" y="2368"/>
                    <a:pt x="1323" y="2365"/>
                  </a:cubicBezTo>
                  <a:cubicBezTo>
                    <a:pt x="1314" y="2362"/>
                    <a:pt x="1313" y="2345"/>
                    <a:pt x="1304" y="2329"/>
                  </a:cubicBezTo>
                  <a:cubicBezTo>
                    <a:pt x="1295" y="2314"/>
                    <a:pt x="1292" y="2312"/>
                    <a:pt x="1289" y="2321"/>
                  </a:cubicBezTo>
                  <a:cubicBezTo>
                    <a:pt x="1286" y="2329"/>
                    <a:pt x="1279" y="2332"/>
                    <a:pt x="1273" y="2332"/>
                  </a:cubicBezTo>
                  <a:cubicBezTo>
                    <a:pt x="1266" y="2332"/>
                    <a:pt x="1277" y="2310"/>
                    <a:pt x="1277" y="2297"/>
                  </a:cubicBezTo>
                  <a:cubicBezTo>
                    <a:pt x="1277" y="2284"/>
                    <a:pt x="1251" y="2284"/>
                    <a:pt x="1249" y="2274"/>
                  </a:cubicBezTo>
                  <a:cubicBezTo>
                    <a:pt x="1247" y="2263"/>
                    <a:pt x="1239" y="2249"/>
                    <a:pt x="1235" y="2238"/>
                  </a:cubicBezTo>
                  <a:cubicBezTo>
                    <a:pt x="1231" y="2227"/>
                    <a:pt x="1249" y="2232"/>
                    <a:pt x="1249" y="2222"/>
                  </a:cubicBezTo>
                  <a:cubicBezTo>
                    <a:pt x="1249" y="2212"/>
                    <a:pt x="1260" y="2206"/>
                    <a:pt x="1281" y="2205"/>
                  </a:cubicBezTo>
                  <a:cubicBezTo>
                    <a:pt x="1303" y="2204"/>
                    <a:pt x="1313" y="2194"/>
                    <a:pt x="1313" y="2187"/>
                  </a:cubicBezTo>
                  <a:cubicBezTo>
                    <a:pt x="1313" y="2179"/>
                    <a:pt x="1301" y="2187"/>
                    <a:pt x="1287" y="2187"/>
                  </a:cubicBezTo>
                  <a:cubicBezTo>
                    <a:pt x="1273" y="2187"/>
                    <a:pt x="1261" y="2188"/>
                    <a:pt x="1249" y="2183"/>
                  </a:cubicBezTo>
                  <a:cubicBezTo>
                    <a:pt x="1237" y="2179"/>
                    <a:pt x="1238" y="2159"/>
                    <a:pt x="1231" y="2145"/>
                  </a:cubicBezTo>
                  <a:cubicBezTo>
                    <a:pt x="1223" y="2131"/>
                    <a:pt x="1229" y="2134"/>
                    <a:pt x="1243" y="2133"/>
                  </a:cubicBezTo>
                  <a:cubicBezTo>
                    <a:pt x="1257" y="2132"/>
                    <a:pt x="1265" y="2122"/>
                    <a:pt x="1267" y="2114"/>
                  </a:cubicBezTo>
                  <a:cubicBezTo>
                    <a:pt x="1270" y="2107"/>
                    <a:pt x="1301" y="2103"/>
                    <a:pt x="1311" y="2097"/>
                  </a:cubicBezTo>
                  <a:cubicBezTo>
                    <a:pt x="1322" y="2092"/>
                    <a:pt x="1336" y="2098"/>
                    <a:pt x="1349" y="2106"/>
                  </a:cubicBezTo>
                  <a:cubicBezTo>
                    <a:pt x="1362" y="2113"/>
                    <a:pt x="1376" y="2104"/>
                    <a:pt x="1376" y="2098"/>
                  </a:cubicBezTo>
                  <a:cubicBezTo>
                    <a:pt x="1376" y="2093"/>
                    <a:pt x="1383" y="2096"/>
                    <a:pt x="1392" y="2105"/>
                  </a:cubicBezTo>
                  <a:cubicBezTo>
                    <a:pt x="1401" y="2113"/>
                    <a:pt x="1415" y="2101"/>
                    <a:pt x="1411" y="2095"/>
                  </a:cubicBezTo>
                  <a:cubicBezTo>
                    <a:pt x="1408" y="2090"/>
                    <a:pt x="1397" y="2090"/>
                    <a:pt x="1392" y="2082"/>
                  </a:cubicBezTo>
                  <a:cubicBezTo>
                    <a:pt x="1387" y="2075"/>
                    <a:pt x="1373" y="2079"/>
                    <a:pt x="1366" y="2085"/>
                  </a:cubicBezTo>
                  <a:cubicBezTo>
                    <a:pt x="1360" y="2092"/>
                    <a:pt x="1349" y="2087"/>
                    <a:pt x="1343" y="2079"/>
                  </a:cubicBezTo>
                  <a:cubicBezTo>
                    <a:pt x="1336" y="2071"/>
                    <a:pt x="1329" y="2071"/>
                    <a:pt x="1320" y="2078"/>
                  </a:cubicBezTo>
                  <a:cubicBezTo>
                    <a:pt x="1311" y="2084"/>
                    <a:pt x="1315" y="2092"/>
                    <a:pt x="1290" y="2093"/>
                  </a:cubicBezTo>
                  <a:cubicBezTo>
                    <a:pt x="1265" y="2094"/>
                    <a:pt x="1271" y="2093"/>
                    <a:pt x="1258" y="2107"/>
                  </a:cubicBezTo>
                  <a:cubicBezTo>
                    <a:pt x="1245" y="2121"/>
                    <a:pt x="1242" y="2112"/>
                    <a:pt x="1242" y="2097"/>
                  </a:cubicBezTo>
                  <a:cubicBezTo>
                    <a:pt x="1242" y="2082"/>
                    <a:pt x="1251" y="2083"/>
                    <a:pt x="1262" y="2081"/>
                  </a:cubicBezTo>
                  <a:cubicBezTo>
                    <a:pt x="1273" y="2079"/>
                    <a:pt x="1271" y="2058"/>
                    <a:pt x="1281" y="2052"/>
                  </a:cubicBezTo>
                  <a:cubicBezTo>
                    <a:pt x="1292" y="2047"/>
                    <a:pt x="1311" y="2054"/>
                    <a:pt x="1320" y="2060"/>
                  </a:cubicBezTo>
                  <a:cubicBezTo>
                    <a:pt x="1329" y="2065"/>
                    <a:pt x="1358" y="2059"/>
                    <a:pt x="1367" y="2059"/>
                  </a:cubicBezTo>
                  <a:cubicBezTo>
                    <a:pt x="1377" y="2059"/>
                    <a:pt x="1399" y="2063"/>
                    <a:pt x="1410" y="2067"/>
                  </a:cubicBezTo>
                  <a:cubicBezTo>
                    <a:pt x="1422" y="2071"/>
                    <a:pt x="1444" y="2081"/>
                    <a:pt x="1449" y="2077"/>
                  </a:cubicBezTo>
                  <a:cubicBezTo>
                    <a:pt x="1454" y="2073"/>
                    <a:pt x="1429" y="2065"/>
                    <a:pt x="1421" y="2063"/>
                  </a:cubicBezTo>
                  <a:cubicBezTo>
                    <a:pt x="1414" y="2061"/>
                    <a:pt x="1403" y="2053"/>
                    <a:pt x="1390" y="2051"/>
                  </a:cubicBezTo>
                  <a:cubicBezTo>
                    <a:pt x="1377" y="2049"/>
                    <a:pt x="1390" y="2042"/>
                    <a:pt x="1393" y="2037"/>
                  </a:cubicBezTo>
                  <a:cubicBezTo>
                    <a:pt x="1396" y="2032"/>
                    <a:pt x="1397" y="2024"/>
                    <a:pt x="1389" y="2024"/>
                  </a:cubicBezTo>
                  <a:cubicBezTo>
                    <a:pt x="1380" y="2024"/>
                    <a:pt x="1367" y="2038"/>
                    <a:pt x="1358" y="2037"/>
                  </a:cubicBezTo>
                  <a:cubicBezTo>
                    <a:pt x="1348" y="2036"/>
                    <a:pt x="1344" y="2039"/>
                    <a:pt x="1337" y="2047"/>
                  </a:cubicBezTo>
                  <a:cubicBezTo>
                    <a:pt x="1331" y="2054"/>
                    <a:pt x="1311" y="2047"/>
                    <a:pt x="1307" y="2037"/>
                  </a:cubicBezTo>
                  <a:cubicBezTo>
                    <a:pt x="1303" y="2027"/>
                    <a:pt x="1300" y="2030"/>
                    <a:pt x="1285" y="2037"/>
                  </a:cubicBezTo>
                  <a:cubicBezTo>
                    <a:pt x="1270" y="2045"/>
                    <a:pt x="1264" y="2031"/>
                    <a:pt x="1268" y="2024"/>
                  </a:cubicBezTo>
                  <a:cubicBezTo>
                    <a:pt x="1273" y="2018"/>
                    <a:pt x="1279" y="2012"/>
                    <a:pt x="1281" y="2017"/>
                  </a:cubicBezTo>
                  <a:cubicBezTo>
                    <a:pt x="1284" y="2021"/>
                    <a:pt x="1290" y="2023"/>
                    <a:pt x="1302" y="2019"/>
                  </a:cubicBezTo>
                  <a:cubicBezTo>
                    <a:pt x="1314" y="2015"/>
                    <a:pt x="1317" y="2013"/>
                    <a:pt x="1317" y="2006"/>
                  </a:cubicBezTo>
                  <a:cubicBezTo>
                    <a:pt x="1317" y="1998"/>
                    <a:pt x="1307" y="1999"/>
                    <a:pt x="1289" y="1999"/>
                  </a:cubicBezTo>
                  <a:cubicBezTo>
                    <a:pt x="1271" y="1999"/>
                    <a:pt x="1281" y="1990"/>
                    <a:pt x="1293" y="1987"/>
                  </a:cubicBezTo>
                  <a:cubicBezTo>
                    <a:pt x="1305" y="1983"/>
                    <a:pt x="1309" y="1989"/>
                    <a:pt x="1323" y="1989"/>
                  </a:cubicBezTo>
                  <a:cubicBezTo>
                    <a:pt x="1337" y="1989"/>
                    <a:pt x="1334" y="1997"/>
                    <a:pt x="1343" y="2001"/>
                  </a:cubicBezTo>
                  <a:cubicBezTo>
                    <a:pt x="1351" y="2004"/>
                    <a:pt x="1358" y="2009"/>
                    <a:pt x="1373" y="2012"/>
                  </a:cubicBezTo>
                  <a:cubicBezTo>
                    <a:pt x="1388" y="2016"/>
                    <a:pt x="1396" y="2006"/>
                    <a:pt x="1397" y="1999"/>
                  </a:cubicBezTo>
                  <a:cubicBezTo>
                    <a:pt x="1399" y="1993"/>
                    <a:pt x="1414" y="1997"/>
                    <a:pt x="1415" y="1991"/>
                  </a:cubicBezTo>
                  <a:cubicBezTo>
                    <a:pt x="1416" y="1984"/>
                    <a:pt x="1408" y="1985"/>
                    <a:pt x="1401" y="1984"/>
                  </a:cubicBezTo>
                  <a:cubicBezTo>
                    <a:pt x="1393" y="1983"/>
                    <a:pt x="1397" y="1966"/>
                    <a:pt x="1400" y="1952"/>
                  </a:cubicBezTo>
                  <a:cubicBezTo>
                    <a:pt x="1402" y="1938"/>
                    <a:pt x="1404" y="1933"/>
                    <a:pt x="1403" y="1923"/>
                  </a:cubicBezTo>
                  <a:cubicBezTo>
                    <a:pt x="1402" y="1913"/>
                    <a:pt x="1418" y="1916"/>
                    <a:pt x="1417" y="1909"/>
                  </a:cubicBezTo>
                  <a:cubicBezTo>
                    <a:pt x="1416" y="1903"/>
                    <a:pt x="1426" y="1898"/>
                    <a:pt x="1426" y="1891"/>
                  </a:cubicBezTo>
                  <a:cubicBezTo>
                    <a:pt x="1426" y="1883"/>
                    <a:pt x="1419" y="1880"/>
                    <a:pt x="1413" y="1886"/>
                  </a:cubicBezTo>
                  <a:cubicBezTo>
                    <a:pt x="1406" y="1891"/>
                    <a:pt x="1407" y="1901"/>
                    <a:pt x="1390" y="1892"/>
                  </a:cubicBezTo>
                  <a:cubicBezTo>
                    <a:pt x="1373" y="1883"/>
                    <a:pt x="1386" y="1876"/>
                    <a:pt x="1394" y="1864"/>
                  </a:cubicBezTo>
                  <a:cubicBezTo>
                    <a:pt x="1403" y="1852"/>
                    <a:pt x="1413" y="1861"/>
                    <a:pt x="1419" y="1864"/>
                  </a:cubicBezTo>
                  <a:cubicBezTo>
                    <a:pt x="1425" y="1867"/>
                    <a:pt x="1433" y="1873"/>
                    <a:pt x="1446" y="1870"/>
                  </a:cubicBezTo>
                  <a:cubicBezTo>
                    <a:pt x="1459" y="1868"/>
                    <a:pt x="1447" y="1863"/>
                    <a:pt x="1440" y="1858"/>
                  </a:cubicBezTo>
                  <a:cubicBezTo>
                    <a:pt x="1434" y="1852"/>
                    <a:pt x="1450" y="1849"/>
                    <a:pt x="1447" y="1841"/>
                  </a:cubicBezTo>
                  <a:cubicBezTo>
                    <a:pt x="1444" y="1834"/>
                    <a:pt x="1424" y="1841"/>
                    <a:pt x="1423" y="1846"/>
                  </a:cubicBezTo>
                  <a:cubicBezTo>
                    <a:pt x="1422" y="1850"/>
                    <a:pt x="1410" y="1850"/>
                    <a:pt x="1407" y="1846"/>
                  </a:cubicBezTo>
                  <a:cubicBezTo>
                    <a:pt x="1404" y="1841"/>
                    <a:pt x="1393" y="1840"/>
                    <a:pt x="1390" y="1847"/>
                  </a:cubicBezTo>
                  <a:cubicBezTo>
                    <a:pt x="1387" y="1853"/>
                    <a:pt x="1380" y="1851"/>
                    <a:pt x="1374" y="1849"/>
                  </a:cubicBezTo>
                  <a:cubicBezTo>
                    <a:pt x="1367" y="1847"/>
                    <a:pt x="1358" y="1841"/>
                    <a:pt x="1343" y="1845"/>
                  </a:cubicBezTo>
                  <a:cubicBezTo>
                    <a:pt x="1328" y="1848"/>
                    <a:pt x="1318" y="1832"/>
                    <a:pt x="1309" y="1823"/>
                  </a:cubicBezTo>
                  <a:cubicBezTo>
                    <a:pt x="1301" y="1815"/>
                    <a:pt x="1287" y="1807"/>
                    <a:pt x="1274" y="1807"/>
                  </a:cubicBezTo>
                  <a:cubicBezTo>
                    <a:pt x="1261" y="1807"/>
                    <a:pt x="1249" y="1803"/>
                    <a:pt x="1238" y="1798"/>
                  </a:cubicBezTo>
                  <a:cubicBezTo>
                    <a:pt x="1228" y="1794"/>
                    <a:pt x="1220" y="1793"/>
                    <a:pt x="1198" y="1786"/>
                  </a:cubicBezTo>
                  <a:cubicBezTo>
                    <a:pt x="1175" y="1778"/>
                    <a:pt x="1185" y="1757"/>
                    <a:pt x="1194" y="1751"/>
                  </a:cubicBezTo>
                  <a:cubicBezTo>
                    <a:pt x="1204" y="1746"/>
                    <a:pt x="1233" y="1753"/>
                    <a:pt x="1250" y="1753"/>
                  </a:cubicBezTo>
                  <a:cubicBezTo>
                    <a:pt x="1267" y="1753"/>
                    <a:pt x="1286" y="1754"/>
                    <a:pt x="1291" y="1759"/>
                  </a:cubicBezTo>
                  <a:cubicBezTo>
                    <a:pt x="1296" y="1763"/>
                    <a:pt x="1323" y="1763"/>
                    <a:pt x="1328" y="1772"/>
                  </a:cubicBezTo>
                  <a:cubicBezTo>
                    <a:pt x="1332" y="1780"/>
                    <a:pt x="1335" y="1778"/>
                    <a:pt x="1344" y="1781"/>
                  </a:cubicBezTo>
                  <a:cubicBezTo>
                    <a:pt x="1352" y="1784"/>
                    <a:pt x="1363" y="1797"/>
                    <a:pt x="1371" y="1797"/>
                  </a:cubicBezTo>
                  <a:cubicBezTo>
                    <a:pt x="1378" y="1797"/>
                    <a:pt x="1383" y="1798"/>
                    <a:pt x="1392" y="1804"/>
                  </a:cubicBezTo>
                  <a:cubicBezTo>
                    <a:pt x="1401" y="1809"/>
                    <a:pt x="1414" y="1807"/>
                    <a:pt x="1417" y="1802"/>
                  </a:cubicBezTo>
                  <a:cubicBezTo>
                    <a:pt x="1420" y="1796"/>
                    <a:pt x="1413" y="1792"/>
                    <a:pt x="1403" y="1789"/>
                  </a:cubicBezTo>
                  <a:cubicBezTo>
                    <a:pt x="1393" y="1786"/>
                    <a:pt x="1402" y="1768"/>
                    <a:pt x="1390" y="1767"/>
                  </a:cubicBezTo>
                  <a:cubicBezTo>
                    <a:pt x="1378" y="1766"/>
                    <a:pt x="1389" y="1744"/>
                    <a:pt x="1381" y="1744"/>
                  </a:cubicBezTo>
                  <a:cubicBezTo>
                    <a:pt x="1374" y="1744"/>
                    <a:pt x="1367" y="1739"/>
                    <a:pt x="1361" y="1747"/>
                  </a:cubicBezTo>
                  <a:cubicBezTo>
                    <a:pt x="1354" y="1754"/>
                    <a:pt x="1343" y="1740"/>
                    <a:pt x="1338" y="1733"/>
                  </a:cubicBezTo>
                  <a:cubicBezTo>
                    <a:pt x="1334" y="1725"/>
                    <a:pt x="1352" y="1730"/>
                    <a:pt x="1361" y="1730"/>
                  </a:cubicBezTo>
                  <a:cubicBezTo>
                    <a:pt x="1370" y="1730"/>
                    <a:pt x="1379" y="1726"/>
                    <a:pt x="1379" y="1720"/>
                  </a:cubicBezTo>
                  <a:cubicBezTo>
                    <a:pt x="1379" y="1714"/>
                    <a:pt x="1366" y="1717"/>
                    <a:pt x="1354" y="1718"/>
                  </a:cubicBezTo>
                  <a:cubicBezTo>
                    <a:pt x="1343" y="1719"/>
                    <a:pt x="1339" y="1714"/>
                    <a:pt x="1335" y="1714"/>
                  </a:cubicBezTo>
                  <a:cubicBezTo>
                    <a:pt x="1331" y="1714"/>
                    <a:pt x="1324" y="1711"/>
                    <a:pt x="1323" y="1704"/>
                  </a:cubicBezTo>
                  <a:cubicBezTo>
                    <a:pt x="1322" y="1696"/>
                    <a:pt x="1307" y="1700"/>
                    <a:pt x="1301" y="1708"/>
                  </a:cubicBezTo>
                  <a:cubicBezTo>
                    <a:pt x="1294" y="1717"/>
                    <a:pt x="1279" y="1716"/>
                    <a:pt x="1270" y="1704"/>
                  </a:cubicBezTo>
                  <a:cubicBezTo>
                    <a:pt x="1260" y="1692"/>
                    <a:pt x="1265" y="1690"/>
                    <a:pt x="1276" y="1686"/>
                  </a:cubicBezTo>
                  <a:cubicBezTo>
                    <a:pt x="1287" y="1681"/>
                    <a:pt x="1285" y="1675"/>
                    <a:pt x="1292" y="1674"/>
                  </a:cubicBezTo>
                  <a:cubicBezTo>
                    <a:pt x="1300" y="1673"/>
                    <a:pt x="1305" y="1665"/>
                    <a:pt x="1306" y="1658"/>
                  </a:cubicBezTo>
                  <a:cubicBezTo>
                    <a:pt x="1307" y="1650"/>
                    <a:pt x="1297" y="1651"/>
                    <a:pt x="1293" y="1651"/>
                  </a:cubicBezTo>
                  <a:cubicBezTo>
                    <a:pt x="1289" y="1651"/>
                    <a:pt x="1281" y="1652"/>
                    <a:pt x="1277" y="1660"/>
                  </a:cubicBezTo>
                  <a:cubicBezTo>
                    <a:pt x="1273" y="1667"/>
                    <a:pt x="1271" y="1667"/>
                    <a:pt x="1260" y="1667"/>
                  </a:cubicBezTo>
                  <a:cubicBezTo>
                    <a:pt x="1249" y="1667"/>
                    <a:pt x="1248" y="1651"/>
                    <a:pt x="1259" y="1648"/>
                  </a:cubicBezTo>
                  <a:cubicBezTo>
                    <a:pt x="1270" y="1645"/>
                    <a:pt x="1274" y="1635"/>
                    <a:pt x="1274" y="1630"/>
                  </a:cubicBezTo>
                  <a:cubicBezTo>
                    <a:pt x="1274" y="1624"/>
                    <a:pt x="1256" y="1624"/>
                    <a:pt x="1252" y="1633"/>
                  </a:cubicBezTo>
                  <a:cubicBezTo>
                    <a:pt x="1249" y="1641"/>
                    <a:pt x="1244" y="1637"/>
                    <a:pt x="1233" y="1643"/>
                  </a:cubicBezTo>
                  <a:cubicBezTo>
                    <a:pt x="1222" y="1648"/>
                    <a:pt x="1219" y="1657"/>
                    <a:pt x="1218" y="1674"/>
                  </a:cubicBezTo>
                  <a:cubicBezTo>
                    <a:pt x="1217" y="1691"/>
                    <a:pt x="1191" y="1681"/>
                    <a:pt x="1188" y="1690"/>
                  </a:cubicBezTo>
                  <a:cubicBezTo>
                    <a:pt x="1185" y="1698"/>
                    <a:pt x="1171" y="1700"/>
                    <a:pt x="1163" y="1692"/>
                  </a:cubicBezTo>
                  <a:cubicBezTo>
                    <a:pt x="1156" y="1684"/>
                    <a:pt x="1136" y="1676"/>
                    <a:pt x="1130" y="1684"/>
                  </a:cubicBezTo>
                  <a:cubicBezTo>
                    <a:pt x="1123" y="1693"/>
                    <a:pt x="1116" y="1669"/>
                    <a:pt x="1104" y="1660"/>
                  </a:cubicBezTo>
                  <a:cubicBezTo>
                    <a:pt x="1092" y="1650"/>
                    <a:pt x="1092" y="1646"/>
                    <a:pt x="1101" y="1644"/>
                  </a:cubicBezTo>
                  <a:cubicBezTo>
                    <a:pt x="1109" y="1641"/>
                    <a:pt x="1104" y="1631"/>
                    <a:pt x="1103" y="1623"/>
                  </a:cubicBezTo>
                  <a:cubicBezTo>
                    <a:pt x="1102" y="1616"/>
                    <a:pt x="1121" y="1617"/>
                    <a:pt x="1124" y="1611"/>
                  </a:cubicBezTo>
                  <a:cubicBezTo>
                    <a:pt x="1128" y="1606"/>
                    <a:pt x="1134" y="1606"/>
                    <a:pt x="1134" y="1598"/>
                  </a:cubicBezTo>
                  <a:cubicBezTo>
                    <a:pt x="1134" y="1591"/>
                    <a:pt x="1123" y="1593"/>
                    <a:pt x="1112" y="1592"/>
                  </a:cubicBezTo>
                  <a:cubicBezTo>
                    <a:pt x="1100" y="1591"/>
                    <a:pt x="1102" y="1580"/>
                    <a:pt x="1108" y="1578"/>
                  </a:cubicBezTo>
                  <a:cubicBezTo>
                    <a:pt x="1115" y="1576"/>
                    <a:pt x="1122" y="1567"/>
                    <a:pt x="1118" y="1564"/>
                  </a:cubicBezTo>
                  <a:cubicBezTo>
                    <a:pt x="1114" y="1561"/>
                    <a:pt x="1118" y="1553"/>
                    <a:pt x="1118" y="1548"/>
                  </a:cubicBezTo>
                  <a:cubicBezTo>
                    <a:pt x="1118" y="1543"/>
                    <a:pt x="1105" y="1536"/>
                    <a:pt x="1091" y="1535"/>
                  </a:cubicBezTo>
                  <a:cubicBezTo>
                    <a:pt x="1077" y="1534"/>
                    <a:pt x="1079" y="1521"/>
                    <a:pt x="1089" y="1520"/>
                  </a:cubicBezTo>
                  <a:cubicBezTo>
                    <a:pt x="1099" y="1519"/>
                    <a:pt x="1112" y="1522"/>
                    <a:pt x="1120" y="1517"/>
                  </a:cubicBezTo>
                  <a:cubicBezTo>
                    <a:pt x="1129" y="1511"/>
                    <a:pt x="1135" y="1510"/>
                    <a:pt x="1144" y="1510"/>
                  </a:cubicBezTo>
                  <a:cubicBezTo>
                    <a:pt x="1152" y="1510"/>
                    <a:pt x="1152" y="1518"/>
                    <a:pt x="1151" y="1521"/>
                  </a:cubicBezTo>
                  <a:cubicBezTo>
                    <a:pt x="1150" y="1524"/>
                    <a:pt x="1144" y="1526"/>
                    <a:pt x="1135" y="1535"/>
                  </a:cubicBezTo>
                  <a:cubicBezTo>
                    <a:pt x="1127" y="1544"/>
                    <a:pt x="1127" y="1559"/>
                    <a:pt x="1132" y="1559"/>
                  </a:cubicBezTo>
                  <a:cubicBezTo>
                    <a:pt x="1137" y="1559"/>
                    <a:pt x="1148" y="1554"/>
                    <a:pt x="1147" y="1547"/>
                  </a:cubicBezTo>
                  <a:cubicBezTo>
                    <a:pt x="1146" y="1539"/>
                    <a:pt x="1168" y="1530"/>
                    <a:pt x="1168" y="1523"/>
                  </a:cubicBezTo>
                  <a:cubicBezTo>
                    <a:pt x="1168" y="1517"/>
                    <a:pt x="1161" y="1503"/>
                    <a:pt x="1160" y="1492"/>
                  </a:cubicBezTo>
                  <a:cubicBezTo>
                    <a:pt x="1159" y="1481"/>
                    <a:pt x="1149" y="1477"/>
                    <a:pt x="1145" y="1490"/>
                  </a:cubicBezTo>
                  <a:cubicBezTo>
                    <a:pt x="1141" y="1503"/>
                    <a:pt x="1132" y="1492"/>
                    <a:pt x="1121" y="1485"/>
                  </a:cubicBezTo>
                  <a:cubicBezTo>
                    <a:pt x="1110" y="1477"/>
                    <a:pt x="1110" y="1468"/>
                    <a:pt x="1122" y="1465"/>
                  </a:cubicBezTo>
                  <a:cubicBezTo>
                    <a:pt x="1134" y="1462"/>
                    <a:pt x="1127" y="1453"/>
                    <a:pt x="1127" y="1444"/>
                  </a:cubicBezTo>
                  <a:cubicBezTo>
                    <a:pt x="1127" y="1434"/>
                    <a:pt x="1116" y="1435"/>
                    <a:pt x="1110" y="1444"/>
                  </a:cubicBezTo>
                  <a:cubicBezTo>
                    <a:pt x="1105" y="1452"/>
                    <a:pt x="1088" y="1420"/>
                    <a:pt x="1082" y="1415"/>
                  </a:cubicBezTo>
                  <a:cubicBezTo>
                    <a:pt x="1077" y="1409"/>
                    <a:pt x="1092" y="1409"/>
                    <a:pt x="1093" y="1401"/>
                  </a:cubicBezTo>
                  <a:cubicBezTo>
                    <a:pt x="1094" y="1392"/>
                    <a:pt x="1099" y="1393"/>
                    <a:pt x="1096" y="1383"/>
                  </a:cubicBezTo>
                  <a:cubicBezTo>
                    <a:pt x="1094" y="1374"/>
                    <a:pt x="1093" y="1367"/>
                    <a:pt x="1079" y="1367"/>
                  </a:cubicBezTo>
                  <a:cubicBezTo>
                    <a:pt x="1065" y="1367"/>
                    <a:pt x="1070" y="1358"/>
                    <a:pt x="1070" y="1347"/>
                  </a:cubicBezTo>
                  <a:cubicBezTo>
                    <a:pt x="1070" y="1336"/>
                    <a:pt x="1055" y="1346"/>
                    <a:pt x="1047" y="1350"/>
                  </a:cubicBezTo>
                  <a:cubicBezTo>
                    <a:pt x="1039" y="1354"/>
                    <a:pt x="1043" y="1357"/>
                    <a:pt x="1021" y="1358"/>
                  </a:cubicBezTo>
                  <a:cubicBezTo>
                    <a:pt x="1000" y="1359"/>
                    <a:pt x="1012" y="1348"/>
                    <a:pt x="1022" y="1346"/>
                  </a:cubicBezTo>
                  <a:cubicBezTo>
                    <a:pt x="1033" y="1344"/>
                    <a:pt x="1033" y="1340"/>
                    <a:pt x="1046" y="1337"/>
                  </a:cubicBezTo>
                  <a:cubicBezTo>
                    <a:pt x="1059" y="1334"/>
                    <a:pt x="1056" y="1325"/>
                    <a:pt x="1048" y="1319"/>
                  </a:cubicBezTo>
                  <a:cubicBezTo>
                    <a:pt x="1041" y="1313"/>
                    <a:pt x="1021" y="1315"/>
                    <a:pt x="1006" y="1311"/>
                  </a:cubicBezTo>
                  <a:cubicBezTo>
                    <a:pt x="991" y="1308"/>
                    <a:pt x="1000" y="1299"/>
                    <a:pt x="1012" y="1299"/>
                  </a:cubicBezTo>
                  <a:cubicBezTo>
                    <a:pt x="1023" y="1299"/>
                    <a:pt x="1042" y="1305"/>
                    <a:pt x="1043" y="1299"/>
                  </a:cubicBezTo>
                  <a:cubicBezTo>
                    <a:pt x="1044" y="1292"/>
                    <a:pt x="1047" y="1287"/>
                    <a:pt x="1028" y="1285"/>
                  </a:cubicBezTo>
                  <a:cubicBezTo>
                    <a:pt x="1008" y="1282"/>
                    <a:pt x="1020" y="1277"/>
                    <a:pt x="1019" y="1268"/>
                  </a:cubicBezTo>
                  <a:cubicBezTo>
                    <a:pt x="1018" y="1260"/>
                    <a:pt x="1009" y="1256"/>
                    <a:pt x="996" y="1256"/>
                  </a:cubicBezTo>
                  <a:cubicBezTo>
                    <a:pt x="984" y="1256"/>
                    <a:pt x="983" y="1243"/>
                    <a:pt x="966" y="1239"/>
                  </a:cubicBezTo>
                  <a:cubicBezTo>
                    <a:pt x="950" y="1236"/>
                    <a:pt x="950" y="1225"/>
                    <a:pt x="943" y="1214"/>
                  </a:cubicBezTo>
                  <a:cubicBezTo>
                    <a:pt x="935" y="1202"/>
                    <a:pt x="928" y="1203"/>
                    <a:pt x="919" y="1201"/>
                  </a:cubicBezTo>
                  <a:cubicBezTo>
                    <a:pt x="910" y="1199"/>
                    <a:pt x="904" y="1194"/>
                    <a:pt x="908" y="1192"/>
                  </a:cubicBezTo>
                  <a:cubicBezTo>
                    <a:pt x="913" y="1190"/>
                    <a:pt x="923" y="1190"/>
                    <a:pt x="936" y="1187"/>
                  </a:cubicBezTo>
                  <a:cubicBezTo>
                    <a:pt x="949" y="1184"/>
                    <a:pt x="940" y="1170"/>
                    <a:pt x="936" y="1159"/>
                  </a:cubicBezTo>
                  <a:cubicBezTo>
                    <a:pt x="933" y="1148"/>
                    <a:pt x="917" y="1152"/>
                    <a:pt x="903" y="1155"/>
                  </a:cubicBezTo>
                  <a:cubicBezTo>
                    <a:pt x="889" y="1157"/>
                    <a:pt x="884" y="1148"/>
                    <a:pt x="884" y="1144"/>
                  </a:cubicBezTo>
                  <a:cubicBezTo>
                    <a:pt x="884" y="1139"/>
                    <a:pt x="874" y="1132"/>
                    <a:pt x="863" y="1138"/>
                  </a:cubicBezTo>
                  <a:cubicBezTo>
                    <a:pt x="852" y="1145"/>
                    <a:pt x="842" y="1141"/>
                    <a:pt x="840" y="1123"/>
                  </a:cubicBezTo>
                  <a:cubicBezTo>
                    <a:pt x="837" y="1106"/>
                    <a:pt x="832" y="1112"/>
                    <a:pt x="816" y="1115"/>
                  </a:cubicBezTo>
                  <a:cubicBezTo>
                    <a:pt x="800" y="1118"/>
                    <a:pt x="777" y="1118"/>
                    <a:pt x="777" y="1110"/>
                  </a:cubicBezTo>
                  <a:cubicBezTo>
                    <a:pt x="777" y="1103"/>
                    <a:pt x="770" y="1093"/>
                    <a:pt x="755" y="1091"/>
                  </a:cubicBezTo>
                  <a:cubicBezTo>
                    <a:pt x="740" y="1089"/>
                    <a:pt x="706" y="1091"/>
                    <a:pt x="704" y="1084"/>
                  </a:cubicBezTo>
                  <a:cubicBezTo>
                    <a:pt x="702" y="1076"/>
                    <a:pt x="687" y="1080"/>
                    <a:pt x="670" y="1082"/>
                  </a:cubicBezTo>
                  <a:cubicBezTo>
                    <a:pt x="652" y="1085"/>
                    <a:pt x="644" y="1069"/>
                    <a:pt x="631" y="1069"/>
                  </a:cubicBezTo>
                  <a:cubicBezTo>
                    <a:pt x="618" y="1069"/>
                    <a:pt x="604" y="1078"/>
                    <a:pt x="601" y="1086"/>
                  </a:cubicBezTo>
                  <a:cubicBezTo>
                    <a:pt x="598" y="1093"/>
                    <a:pt x="584" y="1096"/>
                    <a:pt x="579" y="1096"/>
                  </a:cubicBezTo>
                  <a:cubicBezTo>
                    <a:pt x="575" y="1096"/>
                    <a:pt x="563" y="1094"/>
                    <a:pt x="563" y="1088"/>
                  </a:cubicBezTo>
                  <a:cubicBezTo>
                    <a:pt x="563" y="1081"/>
                    <a:pt x="561" y="1079"/>
                    <a:pt x="554" y="1078"/>
                  </a:cubicBezTo>
                  <a:cubicBezTo>
                    <a:pt x="546" y="1077"/>
                    <a:pt x="544" y="1084"/>
                    <a:pt x="542" y="1092"/>
                  </a:cubicBezTo>
                  <a:cubicBezTo>
                    <a:pt x="540" y="1101"/>
                    <a:pt x="507" y="1096"/>
                    <a:pt x="500" y="1096"/>
                  </a:cubicBezTo>
                  <a:cubicBezTo>
                    <a:pt x="492" y="1096"/>
                    <a:pt x="491" y="1100"/>
                    <a:pt x="490" y="1107"/>
                  </a:cubicBezTo>
                  <a:cubicBezTo>
                    <a:pt x="489" y="1115"/>
                    <a:pt x="476" y="1112"/>
                    <a:pt x="471" y="1108"/>
                  </a:cubicBezTo>
                  <a:cubicBezTo>
                    <a:pt x="465" y="1105"/>
                    <a:pt x="463" y="1094"/>
                    <a:pt x="468" y="1085"/>
                  </a:cubicBezTo>
                  <a:cubicBezTo>
                    <a:pt x="472" y="1075"/>
                    <a:pt x="458" y="1081"/>
                    <a:pt x="445" y="1081"/>
                  </a:cubicBezTo>
                  <a:cubicBezTo>
                    <a:pt x="432" y="1081"/>
                    <a:pt x="430" y="1088"/>
                    <a:pt x="430" y="1096"/>
                  </a:cubicBezTo>
                  <a:cubicBezTo>
                    <a:pt x="430" y="1105"/>
                    <a:pt x="422" y="1099"/>
                    <a:pt x="413" y="1099"/>
                  </a:cubicBezTo>
                  <a:cubicBezTo>
                    <a:pt x="403" y="1099"/>
                    <a:pt x="401" y="1091"/>
                    <a:pt x="393" y="1082"/>
                  </a:cubicBezTo>
                  <a:cubicBezTo>
                    <a:pt x="386" y="1074"/>
                    <a:pt x="379" y="1082"/>
                    <a:pt x="374" y="1090"/>
                  </a:cubicBezTo>
                  <a:cubicBezTo>
                    <a:pt x="369" y="1098"/>
                    <a:pt x="386" y="1103"/>
                    <a:pt x="393" y="1106"/>
                  </a:cubicBezTo>
                  <a:cubicBezTo>
                    <a:pt x="401" y="1109"/>
                    <a:pt x="406" y="1115"/>
                    <a:pt x="407" y="1121"/>
                  </a:cubicBezTo>
                  <a:cubicBezTo>
                    <a:pt x="408" y="1128"/>
                    <a:pt x="386" y="1116"/>
                    <a:pt x="370" y="1116"/>
                  </a:cubicBezTo>
                  <a:cubicBezTo>
                    <a:pt x="354" y="1116"/>
                    <a:pt x="341" y="1115"/>
                    <a:pt x="332" y="1110"/>
                  </a:cubicBezTo>
                  <a:cubicBezTo>
                    <a:pt x="324" y="1106"/>
                    <a:pt x="305" y="1100"/>
                    <a:pt x="297" y="1098"/>
                  </a:cubicBezTo>
                  <a:cubicBezTo>
                    <a:pt x="288" y="1095"/>
                    <a:pt x="270" y="1088"/>
                    <a:pt x="259" y="1080"/>
                  </a:cubicBezTo>
                  <a:cubicBezTo>
                    <a:pt x="248" y="1073"/>
                    <a:pt x="233" y="1073"/>
                    <a:pt x="226" y="1066"/>
                  </a:cubicBezTo>
                  <a:cubicBezTo>
                    <a:pt x="218" y="1060"/>
                    <a:pt x="233" y="1053"/>
                    <a:pt x="245" y="1050"/>
                  </a:cubicBezTo>
                  <a:cubicBezTo>
                    <a:pt x="257" y="1047"/>
                    <a:pt x="259" y="1044"/>
                    <a:pt x="271" y="1038"/>
                  </a:cubicBezTo>
                  <a:cubicBezTo>
                    <a:pt x="283" y="1033"/>
                    <a:pt x="293" y="1037"/>
                    <a:pt x="305" y="1035"/>
                  </a:cubicBezTo>
                  <a:cubicBezTo>
                    <a:pt x="317" y="1033"/>
                    <a:pt x="325" y="1023"/>
                    <a:pt x="318" y="1022"/>
                  </a:cubicBezTo>
                  <a:cubicBezTo>
                    <a:pt x="312" y="1021"/>
                    <a:pt x="296" y="1023"/>
                    <a:pt x="291" y="1027"/>
                  </a:cubicBezTo>
                  <a:cubicBezTo>
                    <a:pt x="287" y="1030"/>
                    <a:pt x="275" y="1028"/>
                    <a:pt x="269" y="1028"/>
                  </a:cubicBezTo>
                  <a:cubicBezTo>
                    <a:pt x="262" y="1028"/>
                    <a:pt x="252" y="1027"/>
                    <a:pt x="244" y="1027"/>
                  </a:cubicBezTo>
                  <a:cubicBezTo>
                    <a:pt x="236" y="1027"/>
                    <a:pt x="221" y="1020"/>
                    <a:pt x="215" y="1020"/>
                  </a:cubicBezTo>
                  <a:cubicBezTo>
                    <a:pt x="209" y="1020"/>
                    <a:pt x="201" y="1020"/>
                    <a:pt x="198" y="1014"/>
                  </a:cubicBezTo>
                  <a:cubicBezTo>
                    <a:pt x="195" y="1007"/>
                    <a:pt x="187" y="1001"/>
                    <a:pt x="184" y="1002"/>
                  </a:cubicBezTo>
                  <a:cubicBezTo>
                    <a:pt x="181" y="1003"/>
                    <a:pt x="172" y="1008"/>
                    <a:pt x="167" y="1010"/>
                  </a:cubicBezTo>
                  <a:cubicBezTo>
                    <a:pt x="161" y="1013"/>
                    <a:pt x="150" y="1015"/>
                    <a:pt x="143" y="1006"/>
                  </a:cubicBezTo>
                  <a:cubicBezTo>
                    <a:pt x="135" y="998"/>
                    <a:pt x="133" y="993"/>
                    <a:pt x="117" y="988"/>
                  </a:cubicBezTo>
                  <a:cubicBezTo>
                    <a:pt x="101" y="983"/>
                    <a:pt x="104" y="980"/>
                    <a:pt x="111" y="972"/>
                  </a:cubicBezTo>
                  <a:cubicBezTo>
                    <a:pt x="117" y="963"/>
                    <a:pt x="127" y="964"/>
                    <a:pt x="134" y="957"/>
                  </a:cubicBezTo>
                  <a:cubicBezTo>
                    <a:pt x="142" y="949"/>
                    <a:pt x="120" y="951"/>
                    <a:pt x="157" y="951"/>
                  </a:cubicBezTo>
                  <a:cubicBezTo>
                    <a:pt x="193" y="951"/>
                    <a:pt x="170" y="947"/>
                    <a:pt x="184" y="944"/>
                  </a:cubicBezTo>
                  <a:cubicBezTo>
                    <a:pt x="198" y="941"/>
                    <a:pt x="188" y="949"/>
                    <a:pt x="206" y="952"/>
                  </a:cubicBezTo>
                  <a:cubicBezTo>
                    <a:pt x="225" y="956"/>
                    <a:pt x="252" y="948"/>
                    <a:pt x="255" y="945"/>
                  </a:cubicBezTo>
                  <a:cubicBezTo>
                    <a:pt x="258" y="942"/>
                    <a:pt x="261" y="935"/>
                    <a:pt x="272" y="934"/>
                  </a:cubicBezTo>
                  <a:cubicBezTo>
                    <a:pt x="283" y="933"/>
                    <a:pt x="285" y="932"/>
                    <a:pt x="287" y="929"/>
                  </a:cubicBezTo>
                  <a:cubicBezTo>
                    <a:pt x="289" y="926"/>
                    <a:pt x="340" y="929"/>
                    <a:pt x="353" y="929"/>
                  </a:cubicBezTo>
                  <a:cubicBezTo>
                    <a:pt x="365" y="929"/>
                    <a:pt x="387" y="924"/>
                    <a:pt x="400" y="931"/>
                  </a:cubicBezTo>
                  <a:cubicBezTo>
                    <a:pt x="413" y="937"/>
                    <a:pt x="416" y="929"/>
                    <a:pt x="415" y="924"/>
                  </a:cubicBezTo>
                  <a:cubicBezTo>
                    <a:pt x="414" y="920"/>
                    <a:pt x="419" y="918"/>
                    <a:pt x="430" y="918"/>
                  </a:cubicBezTo>
                  <a:cubicBezTo>
                    <a:pt x="441" y="918"/>
                    <a:pt x="442" y="914"/>
                    <a:pt x="441" y="907"/>
                  </a:cubicBezTo>
                  <a:cubicBezTo>
                    <a:pt x="440" y="901"/>
                    <a:pt x="430" y="900"/>
                    <a:pt x="424" y="899"/>
                  </a:cubicBezTo>
                  <a:cubicBezTo>
                    <a:pt x="417" y="898"/>
                    <a:pt x="413" y="892"/>
                    <a:pt x="402" y="892"/>
                  </a:cubicBezTo>
                  <a:cubicBezTo>
                    <a:pt x="391" y="892"/>
                    <a:pt x="383" y="895"/>
                    <a:pt x="382" y="902"/>
                  </a:cubicBezTo>
                  <a:cubicBezTo>
                    <a:pt x="381" y="908"/>
                    <a:pt x="357" y="903"/>
                    <a:pt x="353" y="909"/>
                  </a:cubicBezTo>
                  <a:cubicBezTo>
                    <a:pt x="348" y="916"/>
                    <a:pt x="341" y="915"/>
                    <a:pt x="331" y="916"/>
                  </a:cubicBezTo>
                  <a:cubicBezTo>
                    <a:pt x="321" y="917"/>
                    <a:pt x="303" y="917"/>
                    <a:pt x="292" y="910"/>
                  </a:cubicBezTo>
                  <a:cubicBezTo>
                    <a:pt x="282" y="904"/>
                    <a:pt x="278" y="907"/>
                    <a:pt x="279" y="914"/>
                  </a:cubicBezTo>
                  <a:cubicBezTo>
                    <a:pt x="281" y="920"/>
                    <a:pt x="271" y="918"/>
                    <a:pt x="259" y="918"/>
                  </a:cubicBezTo>
                  <a:cubicBezTo>
                    <a:pt x="247" y="918"/>
                    <a:pt x="242" y="918"/>
                    <a:pt x="233" y="922"/>
                  </a:cubicBezTo>
                  <a:cubicBezTo>
                    <a:pt x="225" y="927"/>
                    <a:pt x="218" y="928"/>
                    <a:pt x="207" y="919"/>
                  </a:cubicBezTo>
                  <a:cubicBezTo>
                    <a:pt x="197" y="910"/>
                    <a:pt x="187" y="906"/>
                    <a:pt x="185" y="903"/>
                  </a:cubicBezTo>
                  <a:cubicBezTo>
                    <a:pt x="183" y="900"/>
                    <a:pt x="182" y="893"/>
                    <a:pt x="171" y="892"/>
                  </a:cubicBezTo>
                  <a:cubicBezTo>
                    <a:pt x="160" y="891"/>
                    <a:pt x="158" y="884"/>
                    <a:pt x="157" y="877"/>
                  </a:cubicBezTo>
                  <a:cubicBezTo>
                    <a:pt x="156" y="871"/>
                    <a:pt x="145" y="875"/>
                    <a:pt x="135" y="875"/>
                  </a:cubicBezTo>
                  <a:cubicBezTo>
                    <a:pt x="126" y="875"/>
                    <a:pt x="126" y="880"/>
                    <a:pt x="118" y="881"/>
                  </a:cubicBezTo>
                  <a:cubicBezTo>
                    <a:pt x="111" y="883"/>
                    <a:pt x="103" y="870"/>
                    <a:pt x="100" y="865"/>
                  </a:cubicBezTo>
                  <a:cubicBezTo>
                    <a:pt x="97" y="861"/>
                    <a:pt x="88" y="860"/>
                    <a:pt x="75" y="859"/>
                  </a:cubicBezTo>
                  <a:cubicBezTo>
                    <a:pt x="62" y="858"/>
                    <a:pt x="61" y="855"/>
                    <a:pt x="57" y="847"/>
                  </a:cubicBezTo>
                  <a:cubicBezTo>
                    <a:pt x="53" y="840"/>
                    <a:pt x="45" y="845"/>
                    <a:pt x="40" y="845"/>
                  </a:cubicBezTo>
                  <a:cubicBezTo>
                    <a:pt x="34" y="845"/>
                    <a:pt x="45" y="856"/>
                    <a:pt x="49" y="860"/>
                  </a:cubicBezTo>
                  <a:cubicBezTo>
                    <a:pt x="54" y="864"/>
                    <a:pt x="49" y="866"/>
                    <a:pt x="42" y="866"/>
                  </a:cubicBezTo>
                  <a:cubicBezTo>
                    <a:pt x="34" y="866"/>
                    <a:pt x="32" y="848"/>
                    <a:pt x="32" y="845"/>
                  </a:cubicBezTo>
                  <a:cubicBezTo>
                    <a:pt x="32" y="842"/>
                    <a:pt x="30" y="834"/>
                    <a:pt x="15" y="829"/>
                  </a:cubicBezTo>
                  <a:cubicBezTo>
                    <a:pt x="0" y="823"/>
                    <a:pt x="9" y="816"/>
                    <a:pt x="14" y="809"/>
                  </a:cubicBezTo>
                  <a:cubicBezTo>
                    <a:pt x="19" y="803"/>
                    <a:pt x="18" y="799"/>
                    <a:pt x="18" y="792"/>
                  </a:cubicBezTo>
                  <a:cubicBezTo>
                    <a:pt x="18" y="786"/>
                    <a:pt x="19" y="779"/>
                    <a:pt x="33" y="777"/>
                  </a:cubicBezTo>
                  <a:cubicBezTo>
                    <a:pt x="47" y="775"/>
                    <a:pt x="53" y="761"/>
                    <a:pt x="59" y="757"/>
                  </a:cubicBezTo>
                  <a:cubicBezTo>
                    <a:pt x="66" y="752"/>
                    <a:pt x="77" y="746"/>
                    <a:pt x="86" y="754"/>
                  </a:cubicBezTo>
                  <a:cubicBezTo>
                    <a:pt x="95" y="761"/>
                    <a:pt x="98" y="749"/>
                    <a:pt x="107" y="746"/>
                  </a:cubicBezTo>
                  <a:cubicBezTo>
                    <a:pt x="117" y="743"/>
                    <a:pt x="120" y="758"/>
                    <a:pt x="133" y="755"/>
                  </a:cubicBezTo>
                  <a:cubicBezTo>
                    <a:pt x="146" y="751"/>
                    <a:pt x="152" y="747"/>
                    <a:pt x="166" y="743"/>
                  </a:cubicBezTo>
                  <a:cubicBezTo>
                    <a:pt x="179" y="738"/>
                    <a:pt x="192" y="737"/>
                    <a:pt x="195" y="734"/>
                  </a:cubicBezTo>
                  <a:cubicBezTo>
                    <a:pt x="197" y="731"/>
                    <a:pt x="215" y="729"/>
                    <a:pt x="236" y="729"/>
                  </a:cubicBezTo>
                  <a:cubicBezTo>
                    <a:pt x="258" y="729"/>
                    <a:pt x="256" y="716"/>
                    <a:pt x="257" y="708"/>
                  </a:cubicBezTo>
                  <a:cubicBezTo>
                    <a:pt x="258" y="701"/>
                    <a:pt x="279" y="708"/>
                    <a:pt x="283" y="701"/>
                  </a:cubicBezTo>
                  <a:cubicBezTo>
                    <a:pt x="286" y="693"/>
                    <a:pt x="311" y="695"/>
                    <a:pt x="326" y="698"/>
                  </a:cubicBezTo>
                  <a:cubicBezTo>
                    <a:pt x="341" y="700"/>
                    <a:pt x="342" y="695"/>
                    <a:pt x="348" y="690"/>
                  </a:cubicBezTo>
                  <a:cubicBezTo>
                    <a:pt x="355" y="685"/>
                    <a:pt x="393" y="687"/>
                    <a:pt x="411" y="683"/>
                  </a:cubicBezTo>
                  <a:cubicBezTo>
                    <a:pt x="428" y="678"/>
                    <a:pt x="432" y="685"/>
                    <a:pt x="454" y="685"/>
                  </a:cubicBezTo>
                  <a:cubicBezTo>
                    <a:pt x="475" y="685"/>
                    <a:pt x="477" y="676"/>
                    <a:pt x="484" y="665"/>
                  </a:cubicBezTo>
                  <a:cubicBezTo>
                    <a:pt x="490" y="655"/>
                    <a:pt x="510" y="644"/>
                    <a:pt x="522" y="637"/>
                  </a:cubicBezTo>
                  <a:cubicBezTo>
                    <a:pt x="535" y="631"/>
                    <a:pt x="527" y="620"/>
                    <a:pt x="520" y="614"/>
                  </a:cubicBezTo>
                  <a:cubicBezTo>
                    <a:pt x="514" y="607"/>
                    <a:pt x="520" y="590"/>
                    <a:pt x="518" y="577"/>
                  </a:cubicBezTo>
                  <a:cubicBezTo>
                    <a:pt x="516" y="564"/>
                    <a:pt x="525" y="562"/>
                    <a:pt x="544" y="556"/>
                  </a:cubicBezTo>
                  <a:cubicBezTo>
                    <a:pt x="563" y="549"/>
                    <a:pt x="565" y="545"/>
                    <a:pt x="565" y="536"/>
                  </a:cubicBezTo>
                  <a:cubicBezTo>
                    <a:pt x="565" y="528"/>
                    <a:pt x="516" y="551"/>
                    <a:pt x="497" y="554"/>
                  </a:cubicBezTo>
                  <a:cubicBezTo>
                    <a:pt x="477" y="556"/>
                    <a:pt x="475" y="554"/>
                    <a:pt x="473" y="562"/>
                  </a:cubicBezTo>
                  <a:cubicBezTo>
                    <a:pt x="471" y="571"/>
                    <a:pt x="447" y="560"/>
                    <a:pt x="443" y="551"/>
                  </a:cubicBezTo>
                  <a:cubicBezTo>
                    <a:pt x="439" y="543"/>
                    <a:pt x="426" y="547"/>
                    <a:pt x="415" y="556"/>
                  </a:cubicBezTo>
                  <a:cubicBezTo>
                    <a:pt x="404" y="564"/>
                    <a:pt x="404" y="556"/>
                    <a:pt x="374" y="541"/>
                  </a:cubicBezTo>
                  <a:cubicBezTo>
                    <a:pt x="344" y="526"/>
                    <a:pt x="350" y="506"/>
                    <a:pt x="376" y="504"/>
                  </a:cubicBezTo>
                  <a:cubicBezTo>
                    <a:pt x="402" y="502"/>
                    <a:pt x="398" y="483"/>
                    <a:pt x="408" y="478"/>
                  </a:cubicBezTo>
                  <a:cubicBezTo>
                    <a:pt x="419" y="474"/>
                    <a:pt x="479" y="455"/>
                    <a:pt x="479" y="455"/>
                  </a:cubicBezTo>
                  <a:cubicBezTo>
                    <a:pt x="504" y="441"/>
                    <a:pt x="519" y="431"/>
                    <a:pt x="528" y="418"/>
                  </a:cubicBezTo>
                  <a:close/>
                  <a:moveTo>
                    <a:pt x="3144" y="1487"/>
                  </a:moveTo>
                  <a:cubicBezTo>
                    <a:pt x="3144" y="1487"/>
                    <a:pt x="3124" y="1482"/>
                    <a:pt x="3106" y="1490"/>
                  </a:cubicBezTo>
                  <a:cubicBezTo>
                    <a:pt x="3088" y="1497"/>
                    <a:pt x="3043" y="1490"/>
                    <a:pt x="3059" y="1509"/>
                  </a:cubicBezTo>
                  <a:cubicBezTo>
                    <a:pt x="3075" y="1528"/>
                    <a:pt x="3091" y="1541"/>
                    <a:pt x="3105" y="1548"/>
                  </a:cubicBezTo>
                  <a:cubicBezTo>
                    <a:pt x="3119" y="1556"/>
                    <a:pt x="3143" y="1567"/>
                    <a:pt x="3159" y="1575"/>
                  </a:cubicBezTo>
                  <a:cubicBezTo>
                    <a:pt x="3175" y="1584"/>
                    <a:pt x="3192" y="1593"/>
                    <a:pt x="3211" y="1599"/>
                  </a:cubicBezTo>
                  <a:cubicBezTo>
                    <a:pt x="3229" y="1604"/>
                    <a:pt x="3240" y="1594"/>
                    <a:pt x="3224" y="1586"/>
                  </a:cubicBezTo>
                  <a:cubicBezTo>
                    <a:pt x="3208" y="1577"/>
                    <a:pt x="3190" y="1567"/>
                    <a:pt x="3209" y="1568"/>
                  </a:cubicBezTo>
                  <a:cubicBezTo>
                    <a:pt x="3229" y="1569"/>
                    <a:pt x="3249" y="1560"/>
                    <a:pt x="3230" y="1553"/>
                  </a:cubicBezTo>
                  <a:cubicBezTo>
                    <a:pt x="3211" y="1545"/>
                    <a:pt x="3181" y="1539"/>
                    <a:pt x="3195" y="1534"/>
                  </a:cubicBezTo>
                  <a:cubicBezTo>
                    <a:pt x="3208" y="1530"/>
                    <a:pt x="3229" y="1538"/>
                    <a:pt x="3231" y="1530"/>
                  </a:cubicBezTo>
                  <a:cubicBezTo>
                    <a:pt x="3233" y="1523"/>
                    <a:pt x="3256" y="1500"/>
                    <a:pt x="3235" y="1498"/>
                  </a:cubicBezTo>
                  <a:cubicBezTo>
                    <a:pt x="3214" y="1496"/>
                    <a:pt x="3206" y="1495"/>
                    <a:pt x="3193" y="1491"/>
                  </a:cubicBezTo>
                  <a:cubicBezTo>
                    <a:pt x="3181" y="1486"/>
                    <a:pt x="3170" y="1489"/>
                    <a:pt x="3144" y="1487"/>
                  </a:cubicBezTo>
                  <a:close/>
                  <a:moveTo>
                    <a:pt x="3074" y="1439"/>
                  </a:moveTo>
                  <a:cubicBezTo>
                    <a:pt x="3074" y="1439"/>
                    <a:pt x="3050" y="1440"/>
                    <a:pt x="3046" y="1450"/>
                  </a:cubicBezTo>
                  <a:cubicBezTo>
                    <a:pt x="3042" y="1460"/>
                    <a:pt x="3035" y="1473"/>
                    <a:pt x="3052" y="1473"/>
                  </a:cubicBezTo>
                  <a:cubicBezTo>
                    <a:pt x="3070" y="1473"/>
                    <a:pt x="3089" y="1453"/>
                    <a:pt x="3106" y="1463"/>
                  </a:cubicBezTo>
                  <a:cubicBezTo>
                    <a:pt x="3123" y="1473"/>
                    <a:pt x="3141" y="1476"/>
                    <a:pt x="3141" y="1468"/>
                  </a:cubicBezTo>
                  <a:cubicBezTo>
                    <a:pt x="3141" y="1461"/>
                    <a:pt x="3131" y="1451"/>
                    <a:pt x="3117" y="1450"/>
                  </a:cubicBezTo>
                  <a:cubicBezTo>
                    <a:pt x="3102" y="1449"/>
                    <a:pt x="3094" y="1440"/>
                    <a:pt x="3074" y="1439"/>
                  </a:cubicBezTo>
                  <a:close/>
                  <a:moveTo>
                    <a:pt x="3465" y="1200"/>
                  </a:moveTo>
                  <a:cubicBezTo>
                    <a:pt x="3465" y="1200"/>
                    <a:pt x="3428" y="1193"/>
                    <a:pt x="3428" y="1202"/>
                  </a:cubicBezTo>
                  <a:cubicBezTo>
                    <a:pt x="3428" y="1212"/>
                    <a:pt x="3440" y="1216"/>
                    <a:pt x="3435" y="1222"/>
                  </a:cubicBezTo>
                  <a:cubicBezTo>
                    <a:pt x="3430" y="1227"/>
                    <a:pt x="3428" y="1245"/>
                    <a:pt x="3435" y="1245"/>
                  </a:cubicBezTo>
                  <a:cubicBezTo>
                    <a:pt x="3441" y="1245"/>
                    <a:pt x="3478" y="1245"/>
                    <a:pt x="3484" y="1246"/>
                  </a:cubicBezTo>
                  <a:cubicBezTo>
                    <a:pt x="3490" y="1247"/>
                    <a:pt x="3505" y="1247"/>
                    <a:pt x="3512" y="1252"/>
                  </a:cubicBezTo>
                  <a:cubicBezTo>
                    <a:pt x="3518" y="1258"/>
                    <a:pt x="3525" y="1258"/>
                    <a:pt x="3529" y="1248"/>
                  </a:cubicBezTo>
                  <a:cubicBezTo>
                    <a:pt x="3533" y="1239"/>
                    <a:pt x="3530" y="1225"/>
                    <a:pt x="3522" y="1225"/>
                  </a:cubicBezTo>
                  <a:cubicBezTo>
                    <a:pt x="3515" y="1225"/>
                    <a:pt x="3511" y="1240"/>
                    <a:pt x="3500" y="1231"/>
                  </a:cubicBezTo>
                  <a:cubicBezTo>
                    <a:pt x="3489" y="1223"/>
                    <a:pt x="3484" y="1215"/>
                    <a:pt x="3495" y="1213"/>
                  </a:cubicBezTo>
                  <a:cubicBezTo>
                    <a:pt x="3505" y="1211"/>
                    <a:pt x="3512" y="1203"/>
                    <a:pt x="3505" y="1198"/>
                  </a:cubicBezTo>
                  <a:cubicBezTo>
                    <a:pt x="3499" y="1193"/>
                    <a:pt x="3483" y="1189"/>
                    <a:pt x="3483" y="1200"/>
                  </a:cubicBezTo>
                  <a:cubicBezTo>
                    <a:pt x="3483" y="1211"/>
                    <a:pt x="3472" y="1205"/>
                    <a:pt x="3465" y="1200"/>
                  </a:cubicBezTo>
                  <a:close/>
                  <a:moveTo>
                    <a:pt x="1239" y="1696"/>
                  </a:moveTo>
                  <a:cubicBezTo>
                    <a:pt x="1239" y="1696"/>
                    <a:pt x="1235" y="1704"/>
                    <a:pt x="1228" y="1704"/>
                  </a:cubicBezTo>
                  <a:cubicBezTo>
                    <a:pt x="1220" y="1704"/>
                    <a:pt x="1221" y="1715"/>
                    <a:pt x="1226" y="1718"/>
                  </a:cubicBezTo>
                  <a:cubicBezTo>
                    <a:pt x="1232" y="1721"/>
                    <a:pt x="1235" y="1731"/>
                    <a:pt x="1243" y="1728"/>
                  </a:cubicBezTo>
                  <a:cubicBezTo>
                    <a:pt x="1250" y="1726"/>
                    <a:pt x="1256" y="1725"/>
                    <a:pt x="1256" y="1715"/>
                  </a:cubicBezTo>
                  <a:cubicBezTo>
                    <a:pt x="1256" y="1705"/>
                    <a:pt x="1242" y="1684"/>
                    <a:pt x="1239" y="1696"/>
                  </a:cubicBezTo>
                  <a:close/>
                  <a:moveTo>
                    <a:pt x="1153" y="1786"/>
                  </a:moveTo>
                  <a:cubicBezTo>
                    <a:pt x="1153" y="1786"/>
                    <a:pt x="1137" y="1801"/>
                    <a:pt x="1148" y="1804"/>
                  </a:cubicBezTo>
                  <a:cubicBezTo>
                    <a:pt x="1159" y="1806"/>
                    <a:pt x="1169" y="1805"/>
                    <a:pt x="1168" y="1797"/>
                  </a:cubicBezTo>
                  <a:cubicBezTo>
                    <a:pt x="1167" y="1788"/>
                    <a:pt x="1158" y="1777"/>
                    <a:pt x="1153" y="1786"/>
                  </a:cubicBezTo>
                  <a:close/>
                  <a:moveTo>
                    <a:pt x="1210" y="1812"/>
                  </a:moveTo>
                  <a:cubicBezTo>
                    <a:pt x="1210" y="1812"/>
                    <a:pt x="1187" y="1805"/>
                    <a:pt x="1177" y="1814"/>
                  </a:cubicBezTo>
                  <a:cubicBezTo>
                    <a:pt x="1166" y="1823"/>
                    <a:pt x="1151" y="1823"/>
                    <a:pt x="1162" y="1834"/>
                  </a:cubicBezTo>
                  <a:cubicBezTo>
                    <a:pt x="1174" y="1845"/>
                    <a:pt x="1180" y="1849"/>
                    <a:pt x="1166" y="1853"/>
                  </a:cubicBezTo>
                  <a:cubicBezTo>
                    <a:pt x="1153" y="1858"/>
                    <a:pt x="1148" y="1865"/>
                    <a:pt x="1159" y="1871"/>
                  </a:cubicBezTo>
                  <a:cubicBezTo>
                    <a:pt x="1171" y="1876"/>
                    <a:pt x="1159" y="1895"/>
                    <a:pt x="1173" y="1893"/>
                  </a:cubicBezTo>
                  <a:cubicBezTo>
                    <a:pt x="1188" y="1892"/>
                    <a:pt x="1209" y="1885"/>
                    <a:pt x="1219" y="1893"/>
                  </a:cubicBezTo>
                  <a:cubicBezTo>
                    <a:pt x="1229" y="1900"/>
                    <a:pt x="1228" y="1910"/>
                    <a:pt x="1216" y="1914"/>
                  </a:cubicBezTo>
                  <a:cubicBezTo>
                    <a:pt x="1203" y="1918"/>
                    <a:pt x="1208" y="1934"/>
                    <a:pt x="1231" y="1934"/>
                  </a:cubicBezTo>
                  <a:cubicBezTo>
                    <a:pt x="1254" y="1934"/>
                    <a:pt x="1257" y="1919"/>
                    <a:pt x="1271" y="1922"/>
                  </a:cubicBezTo>
                  <a:cubicBezTo>
                    <a:pt x="1284" y="1924"/>
                    <a:pt x="1293" y="1913"/>
                    <a:pt x="1302" y="1913"/>
                  </a:cubicBezTo>
                  <a:cubicBezTo>
                    <a:pt x="1312" y="1913"/>
                    <a:pt x="1336" y="1907"/>
                    <a:pt x="1341" y="1897"/>
                  </a:cubicBezTo>
                  <a:cubicBezTo>
                    <a:pt x="1347" y="1887"/>
                    <a:pt x="1343" y="1869"/>
                    <a:pt x="1336" y="1866"/>
                  </a:cubicBezTo>
                  <a:cubicBezTo>
                    <a:pt x="1329" y="1863"/>
                    <a:pt x="1303" y="1856"/>
                    <a:pt x="1290" y="1844"/>
                  </a:cubicBezTo>
                  <a:cubicBezTo>
                    <a:pt x="1276" y="1832"/>
                    <a:pt x="1250" y="1818"/>
                    <a:pt x="1240" y="1816"/>
                  </a:cubicBezTo>
                  <a:cubicBezTo>
                    <a:pt x="1230" y="1815"/>
                    <a:pt x="1231" y="1816"/>
                    <a:pt x="1210" y="1812"/>
                  </a:cubicBezTo>
                  <a:close/>
                  <a:moveTo>
                    <a:pt x="3405" y="720"/>
                  </a:moveTo>
                  <a:cubicBezTo>
                    <a:pt x="3405" y="720"/>
                    <a:pt x="3391" y="725"/>
                    <a:pt x="3389" y="728"/>
                  </a:cubicBezTo>
                  <a:cubicBezTo>
                    <a:pt x="3386" y="732"/>
                    <a:pt x="3376" y="729"/>
                    <a:pt x="3378" y="737"/>
                  </a:cubicBezTo>
                  <a:cubicBezTo>
                    <a:pt x="3381" y="745"/>
                    <a:pt x="3386" y="740"/>
                    <a:pt x="3391" y="746"/>
                  </a:cubicBezTo>
                  <a:cubicBezTo>
                    <a:pt x="3396" y="752"/>
                    <a:pt x="3406" y="749"/>
                    <a:pt x="3409" y="745"/>
                  </a:cubicBezTo>
                  <a:cubicBezTo>
                    <a:pt x="3412" y="742"/>
                    <a:pt x="3418" y="745"/>
                    <a:pt x="3419" y="734"/>
                  </a:cubicBezTo>
                  <a:cubicBezTo>
                    <a:pt x="3419" y="723"/>
                    <a:pt x="3414" y="712"/>
                    <a:pt x="3405" y="720"/>
                  </a:cubicBezTo>
                  <a:close/>
                  <a:moveTo>
                    <a:pt x="3380" y="791"/>
                  </a:moveTo>
                  <a:cubicBezTo>
                    <a:pt x="3380" y="791"/>
                    <a:pt x="3376" y="797"/>
                    <a:pt x="3383" y="801"/>
                  </a:cubicBezTo>
                  <a:cubicBezTo>
                    <a:pt x="3391" y="805"/>
                    <a:pt x="3384" y="811"/>
                    <a:pt x="3390" y="812"/>
                  </a:cubicBezTo>
                  <a:cubicBezTo>
                    <a:pt x="3396" y="813"/>
                    <a:pt x="3401" y="812"/>
                    <a:pt x="3397" y="804"/>
                  </a:cubicBezTo>
                  <a:cubicBezTo>
                    <a:pt x="3392" y="797"/>
                    <a:pt x="3386" y="785"/>
                    <a:pt x="3380" y="791"/>
                  </a:cubicBezTo>
                  <a:close/>
                  <a:moveTo>
                    <a:pt x="3416" y="788"/>
                  </a:moveTo>
                  <a:cubicBezTo>
                    <a:pt x="3414" y="789"/>
                    <a:pt x="3411" y="795"/>
                    <a:pt x="3405" y="796"/>
                  </a:cubicBezTo>
                  <a:cubicBezTo>
                    <a:pt x="3400" y="797"/>
                    <a:pt x="3404" y="801"/>
                    <a:pt x="3408" y="803"/>
                  </a:cubicBezTo>
                  <a:cubicBezTo>
                    <a:pt x="3412" y="804"/>
                    <a:pt x="3412" y="816"/>
                    <a:pt x="3419" y="817"/>
                  </a:cubicBezTo>
                  <a:cubicBezTo>
                    <a:pt x="3427" y="817"/>
                    <a:pt x="3425" y="810"/>
                    <a:pt x="3430" y="810"/>
                  </a:cubicBezTo>
                  <a:cubicBezTo>
                    <a:pt x="3436" y="810"/>
                    <a:pt x="3438" y="802"/>
                    <a:pt x="3431" y="802"/>
                  </a:cubicBezTo>
                  <a:cubicBezTo>
                    <a:pt x="3423" y="801"/>
                    <a:pt x="3423" y="803"/>
                    <a:pt x="3422" y="797"/>
                  </a:cubicBezTo>
                  <a:cubicBezTo>
                    <a:pt x="3421" y="790"/>
                    <a:pt x="3421" y="786"/>
                    <a:pt x="3416" y="788"/>
                  </a:cubicBezTo>
                  <a:close/>
                  <a:moveTo>
                    <a:pt x="3428" y="821"/>
                  </a:moveTo>
                  <a:cubicBezTo>
                    <a:pt x="3428" y="821"/>
                    <a:pt x="3428" y="831"/>
                    <a:pt x="3423" y="833"/>
                  </a:cubicBezTo>
                  <a:cubicBezTo>
                    <a:pt x="3419" y="836"/>
                    <a:pt x="3416" y="839"/>
                    <a:pt x="3419" y="841"/>
                  </a:cubicBezTo>
                  <a:cubicBezTo>
                    <a:pt x="3421" y="844"/>
                    <a:pt x="3430" y="834"/>
                    <a:pt x="3437" y="832"/>
                  </a:cubicBezTo>
                  <a:cubicBezTo>
                    <a:pt x="3444" y="829"/>
                    <a:pt x="3430" y="812"/>
                    <a:pt x="3428" y="821"/>
                  </a:cubicBezTo>
                  <a:close/>
                  <a:moveTo>
                    <a:pt x="3499" y="862"/>
                  </a:moveTo>
                  <a:cubicBezTo>
                    <a:pt x="3499" y="862"/>
                    <a:pt x="3492" y="868"/>
                    <a:pt x="3485" y="872"/>
                  </a:cubicBezTo>
                  <a:cubicBezTo>
                    <a:pt x="3479" y="877"/>
                    <a:pt x="3479" y="885"/>
                    <a:pt x="3480" y="891"/>
                  </a:cubicBezTo>
                  <a:cubicBezTo>
                    <a:pt x="3482" y="898"/>
                    <a:pt x="3492" y="904"/>
                    <a:pt x="3496" y="900"/>
                  </a:cubicBezTo>
                  <a:cubicBezTo>
                    <a:pt x="3500" y="895"/>
                    <a:pt x="3502" y="892"/>
                    <a:pt x="3506" y="892"/>
                  </a:cubicBezTo>
                  <a:cubicBezTo>
                    <a:pt x="3511" y="892"/>
                    <a:pt x="3520" y="889"/>
                    <a:pt x="3519" y="881"/>
                  </a:cubicBezTo>
                  <a:cubicBezTo>
                    <a:pt x="3518" y="873"/>
                    <a:pt x="3521" y="863"/>
                    <a:pt x="3512" y="862"/>
                  </a:cubicBezTo>
                  <a:cubicBezTo>
                    <a:pt x="3504" y="860"/>
                    <a:pt x="3504" y="856"/>
                    <a:pt x="3499" y="862"/>
                  </a:cubicBezTo>
                  <a:close/>
                  <a:moveTo>
                    <a:pt x="3456" y="751"/>
                  </a:moveTo>
                  <a:cubicBezTo>
                    <a:pt x="3456" y="751"/>
                    <a:pt x="3450" y="757"/>
                    <a:pt x="3442" y="761"/>
                  </a:cubicBezTo>
                  <a:cubicBezTo>
                    <a:pt x="3434" y="766"/>
                    <a:pt x="3437" y="769"/>
                    <a:pt x="3447" y="769"/>
                  </a:cubicBezTo>
                  <a:cubicBezTo>
                    <a:pt x="3457" y="769"/>
                    <a:pt x="3457" y="760"/>
                    <a:pt x="3464" y="760"/>
                  </a:cubicBezTo>
                  <a:cubicBezTo>
                    <a:pt x="3472" y="760"/>
                    <a:pt x="3475" y="751"/>
                    <a:pt x="3469" y="748"/>
                  </a:cubicBezTo>
                  <a:cubicBezTo>
                    <a:pt x="3462" y="745"/>
                    <a:pt x="3462" y="745"/>
                    <a:pt x="3456" y="751"/>
                  </a:cubicBezTo>
                  <a:close/>
                  <a:moveTo>
                    <a:pt x="3476" y="727"/>
                  </a:moveTo>
                  <a:cubicBezTo>
                    <a:pt x="3476" y="727"/>
                    <a:pt x="3465" y="734"/>
                    <a:pt x="3470" y="736"/>
                  </a:cubicBezTo>
                  <a:cubicBezTo>
                    <a:pt x="3475" y="738"/>
                    <a:pt x="3473" y="740"/>
                    <a:pt x="3477" y="744"/>
                  </a:cubicBezTo>
                  <a:cubicBezTo>
                    <a:pt x="3481" y="748"/>
                    <a:pt x="3485" y="740"/>
                    <a:pt x="3485" y="734"/>
                  </a:cubicBezTo>
                  <a:cubicBezTo>
                    <a:pt x="3485" y="728"/>
                    <a:pt x="3484" y="725"/>
                    <a:pt x="3476" y="727"/>
                  </a:cubicBezTo>
                  <a:close/>
                  <a:moveTo>
                    <a:pt x="3492" y="681"/>
                  </a:moveTo>
                  <a:cubicBezTo>
                    <a:pt x="3492" y="681"/>
                    <a:pt x="3485" y="684"/>
                    <a:pt x="3485" y="693"/>
                  </a:cubicBezTo>
                  <a:cubicBezTo>
                    <a:pt x="3485" y="702"/>
                    <a:pt x="3485" y="707"/>
                    <a:pt x="3489" y="711"/>
                  </a:cubicBezTo>
                  <a:cubicBezTo>
                    <a:pt x="3493" y="715"/>
                    <a:pt x="3500" y="718"/>
                    <a:pt x="3501" y="710"/>
                  </a:cubicBezTo>
                  <a:cubicBezTo>
                    <a:pt x="3502" y="703"/>
                    <a:pt x="3502" y="705"/>
                    <a:pt x="3510" y="702"/>
                  </a:cubicBezTo>
                  <a:cubicBezTo>
                    <a:pt x="3517" y="699"/>
                    <a:pt x="3514" y="696"/>
                    <a:pt x="3519" y="696"/>
                  </a:cubicBezTo>
                  <a:cubicBezTo>
                    <a:pt x="3525" y="695"/>
                    <a:pt x="3532" y="694"/>
                    <a:pt x="3527" y="689"/>
                  </a:cubicBezTo>
                  <a:cubicBezTo>
                    <a:pt x="3522" y="684"/>
                    <a:pt x="3517" y="683"/>
                    <a:pt x="3515" y="679"/>
                  </a:cubicBezTo>
                  <a:cubicBezTo>
                    <a:pt x="3514" y="674"/>
                    <a:pt x="3504" y="673"/>
                    <a:pt x="3492" y="681"/>
                  </a:cubicBezTo>
                  <a:close/>
                  <a:moveTo>
                    <a:pt x="3354" y="251"/>
                  </a:moveTo>
                  <a:cubicBezTo>
                    <a:pt x="3354" y="251"/>
                    <a:pt x="3340" y="234"/>
                    <a:pt x="3331" y="237"/>
                  </a:cubicBezTo>
                  <a:cubicBezTo>
                    <a:pt x="3323" y="239"/>
                    <a:pt x="3314" y="239"/>
                    <a:pt x="3313" y="251"/>
                  </a:cubicBezTo>
                  <a:cubicBezTo>
                    <a:pt x="3312" y="262"/>
                    <a:pt x="3327" y="265"/>
                    <a:pt x="3336" y="274"/>
                  </a:cubicBezTo>
                  <a:cubicBezTo>
                    <a:pt x="3344" y="283"/>
                    <a:pt x="3352" y="289"/>
                    <a:pt x="3359" y="290"/>
                  </a:cubicBezTo>
                  <a:cubicBezTo>
                    <a:pt x="3367" y="291"/>
                    <a:pt x="3368" y="284"/>
                    <a:pt x="3375" y="283"/>
                  </a:cubicBezTo>
                  <a:cubicBezTo>
                    <a:pt x="3382" y="282"/>
                    <a:pt x="3381" y="277"/>
                    <a:pt x="3375" y="271"/>
                  </a:cubicBezTo>
                  <a:cubicBezTo>
                    <a:pt x="3369" y="265"/>
                    <a:pt x="3365" y="265"/>
                    <a:pt x="3354" y="251"/>
                  </a:cubicBezTo>
                  <a:close/>
                  <a:moveTo>
                    <a:pt x="3436" y="289"/>
                  </a:moveTo>
                  <a:cubicBezTo>
                    <a:pt x="3436" y="289"/>
                    <a:pt x="3428" y="297"/>
                    <a:pt x="3421" y="297"/>
                  </a:cubicBezTo>
                  <a:cubicBezTo>
                    <a:pt x="3415" y="298"/>
                    <a:pt x="3409" y="306"/>
                    <a:pt x="3417" y="308"/>
                  </a:cubicBezTo>
                  <a:cubicBezTo>
                    <a:pt x="3426" y="310"/>
                    <a:pt x="3429" y="311"/>
                    <a:pt x="3433" y="316"/>
                  </a:cubicBezTo>
                  <a:cubicBezTo>
                    <a:pt x="3438" y="321"/>
                    <a:pt x="3441" y="324"/>
                    <a:pt x="3449" y="324"/>
                  </a:cubicBezTo>
                  <a:cubicBezTo>
                    <a:pt x="3457" y="324"/>
                    <a:pt x="3462" y="326"/>
                    <a:pt x="3466" y="321"/>
                  </a:cubicBezTo>
                  <a:cubicBezTo>
                    <a:pt x="3469" y="315"/>
                    <a:pt x="3480" y="313"/>
                    <a:pt x="3470" y="309"/>
                  </a:cubicBezTo>
                  <a:cubicBezTo>
                    <a:pt x="3461" y="305"/>
                    <a:pt x="3456" y="301"/>
                    <a:pt x="3451" y="297"/>
                  </a:cubicBezTo>
                  <a:cubicBezTo>
                    <a:pt x="3446" y="293"/>
                    <a:pt x="3442" y="283"/>
                    <a:pt x="3436" y="289"/>
                  </a:cubicBezTo>
                  <a:close/>
                  <a:moveTo>
                    <a:pt x="1595" y="121"/>
                  </a:moveTo>
                  <a:cubicBezTo>
                    <a:pt x="1595" y="121"/>
                    <a:pt x="1587" y="119"/>
                    <a:pt x="1578" y="118"/>
                  </a:cubicBezTo>
                  <a:cubicBezTo>
                    <a:pt x="1569" y="117"/>
                    <a:pt x="1559" y="125"/>
                    <a:pt x="1565" y="132"/>
                  </a:cubicBezTo>
                  <a:cubicBezTo>
                    <a:pt x="1572" y="139"/>
                    <a:pt x="1584" y="142"/>
                    <a:pt x="1593" y="142"/>
                  </a:cubicBezTo>
                  <a:cubicBezTo>
                    <a:pt x="1601" y="142"/>
                    <a:pt x="1611" y="145"/>
                    <a:pt x="1615" y="139"/>
                  </a:cubicBezTo>
                  <a:cubicBezTo>
                    <a:pt x="1619" y="133"/>
                    <a:pt x="1621" y="126"/>
                    <a:pt x="1613" y="126"/>
                  </a:cubicBezTo>
                  <a:cubicBezTo>
                    <a:pt x="1606" y="125"/>
                    <a:pt x="1613" y="125"/>
                    <a:pt x="1595" y="121"/>
                  </a:cubicBezTo>
                  <a:close/>
                  <a:moveTo>
                    <a:pt x="148" y="920"/>
                  </a:moveTo>
                  <a:cubicBezTo>
                    <a:pt x="148" y="920"/>
                    <a:pt x="128" y="916"/>
                    <a:pt x="120" y="918"/>
                  </a:cubicBezTo>
                  <a:cubicBezTo>
                    <a:pt x="111" y="919"/>
                    <a:pt x="108" y="926"/>
                    <a:pt x="114" y="926"/>
                  </a:cubicBezTo>
                  <a:cubicBezTo>
                    <a:pt x="120" y="926"/>
                    <a:pt x="124" y="928"/>
                    <a:pt x="124" y="932"/>
                  </a:cubicBezTo>
                  <a:cubicBezTo>
                    <a:pt x="125" y="935"/>
                    <a:pt x="132" y="936"/>
                    <a:pt x="143" y="936"/>
                  </a:cubicBezTo>
                  <a:cubicBezTo>
                    <a:pt x="154" y="936"/>
                    <a:pt x="173" y="940"/>
                    <a:pt x="177" y="935"/>
                  </a:cubicBezTo>
                  <a:cubicBezTo>
                    <a:pt x="181" y="929"/>
                    <a:pt x="194" y="932"/>
                    <a:pt x="186" y="925"/>
                  </a:cubicBezTo>
                  <a:cubicBezTo>
                    <a:pt x="178" y="918"/>
                    <a:pt x="162" y="921"/>
                    <a:pt x="148" y="920"/>
                  </a:cubicBezTo>
                  <a:close/>
                  <a:moveTo>
                    <a:pt x="72" y="919"/>
                  </a:moveTo>
                  <a:cubicBezTo>
                    <a:pt x="72" y="919"/>
                    <a:pt x="53" y="916"/>
                    <a:pt x="50" y="921"/>
                  </a:cubicBezTo>
                  <a:cubicBezTo>
                    <a:pt x="47" y="925"/>
                    <a:pt x="47" y="927"/>
                    <a:pt x="39" y="927"/>
                  </a:cubicBezTo>
                  <a:cubicBezTo>
                    <a:pt x="32" y="927"/>
                    <a:pt x="31" y="935"/>
                    <a:pt x="39" y="935"/>
                  </a:cubicBezTo>
                  <a:cubicBezTo>
                    <a:pt x="47" y="936"/>
                    <a:pt x="48" y="936"/>
                    <a:pt x="50" y="941"/>
                  </a:cubicBezTo>
                  <a:cubicBezTo>
                    <a:pt x="53" y="945"/>
                    <a:pt x="62" y="943"/>
                    <a:pt x="73" y="943"/>
                  </a:cubicBezTo>
                  <a:cubicBezTo>
                    <a:pt x="84" y="943"/>
                    <a:pt x="99" y="948"/>
                    <a:pt x="101" y="942"/>
                  </a:cubicBezTo>
                  <a:cubicBezTo>
                    <a:pt x="103" y="936"/>
                    <a:pt x="110" y="941"/>
                    <a:pt x="110" y="934"/>
                  </a:cubicBezTo>
                  <a:cubicBezTo>
                    <a:pt x="110" y="927"/>
                    <a:pt x="105" y="925"/>
                    <a:pt x="101" y="925"/>
                  </a:cubicBezTo>
                  <a:cubicBezTo>
                    <a:pt x="96" y="926"/>
                    <a:pt x="95" y="925"/>
                    <a:pt x="88" y="922"/>
                  </a:cubicBezTo>
                  <a:cubicBezTo>
                    <a:pt x="82" y="919"/>
                    <a:pt x="80" y="919"/>
                    <a:pt x="72" y="91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049747" y="1135857"/>
            <a:ext cx="4573179" cy="3465222"/>
            <a:chOff x="2003963" y="1250559"/>
            <a:chExt cx="4041287" cy="3062195"/>
          </a:xfrm>
        </p:grpSpPr>
        <p:sp>
          <p:nvSpPr>
            <p:cNvPr id="39" name="TextBox 38"/>
            <p:cNvSpPr txBox="1"/>
            <p:nvPr/>
          </p:nvSpPr>
          <p:spPr>
            <a:xfrm>
              <a:off x="4219625" y="3904600"/>
              <a:ext cx="293512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Belize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830505" y="4006751"/>
              <a:ext cx="394088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Guatemala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78604" y="3920685"/>
              <a:ext cx="234142" cy="194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Haiti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89715" y="4031773"/>
              <a:ext cx="382756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Nicaragua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078384" y="4176764"/>
              <a:ext cx="398337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Costa Rica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416554" y="4117162"/>
              <a:ext cx="337426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Panama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405961" y="2305131"/>
              <a:ext cx="371423" cy="14958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Canada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083570" y="1940193"/>
              <a:ext cx="343092" cy="14958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Alaska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003963" y="3693781"/>
              <a:ext cx="360091" cy="17406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Hawaiian</a:t>
              </a:r>
              <a:br>
                <a:rPr lang="en-GB" sz="4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Islands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602999" y="1250559"/>
              <a:ext cx="442251" cy="14958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Greenland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440975" y="3053173"/>
              <a:ext cx="834639" cy="14958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United States of America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674434" y="3626078"/>
              <a:ext cx="357258" cy="14958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Mexico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558380" y="3643283"/>
              <a:ext cx="457833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The Bahamas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63190" y="3713576"/>
              <a:ext cx="277930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Cuba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803420" y="3739681"/>
              <a:ext cx="394088" cy="1903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Dominican</a:t>
              </a:r>
              <a:br>
                <a:rPr lang="en-GB" sz="4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Republic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474736" y="3910928"/>
              <a:ext cx="343092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Jamaica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952475" y="4058062"/>
              <a:ext cx="406837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El Salvador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373909" y="3955919"/>
              <a:ext cx="374256" cy="13599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Honduras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946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North America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without </a:t>
            </a: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45" name="Group 4"/>
          <p:cNvGrpSpPr>
            <a:grpSpLocks noChangeAspect="1"/>
          </p:cNvGrpSpPr>
          <p:nvPr/>
        </p:nvGrpSpPr>
        <p:grpSpPr bwMode="auto">
          <a:xfrm>
            <a:off x="1711326" y="660401"/>
            <a:ext cx="5711825" cy="3921125"/>
            <a:chOff x="1078" y="416"/>
            <a:chExt cx="3598" cy="2470"/>
          </a:xfrm>
          <a:solidFill>
            <a:schemeClr val="bg1"/>
          </a:solidFill>
        </p:grpSpPr>
        <p:sp>
          <p:nvSpPr>
            <p:cNvPr id="46" name="Freeform 45"/>
            <p:cNvSpPr>
              <a:spLocks/>
            </p:cNvSpPr>
            <p:nvPr/>
          </p:nvSpPr>
          <p:spPr bwMode="auto">
            <a:xfrm>
              <a:off x="3003" y="2505"/>
              <a:ext cx="247" cy="85"/>
            </a:xfrm>
            <a:custGeom>
              <a:avLst/>
              <a:gdLst>
                <a:gd name="T0" fmla="*/ 64 w 681"/>
                <a:gd name="T1" fmla="*/ 35 h 234"/>
                <a:gd name="T2" fmla="*/ 33 w 681"/>
                <a:gd name="T3" fmla="*/ 50 h 234"/>
                <a:gd name="T4" fmla="*/ 25 w 681"/>
                <a:gd name="T5" fmla="*/ 76 h 234"/>
                <a:gd name="T6" fmla="*/ 0 w 681"/>
                <a:gd name="T7" fmla="*/ 91 h 234"/>
                <a:gd name="T8" fmla="*/ 12 w 681"/>
                <a:gd name="T9" fmla="*/ 89 h 234"/>
                <a:gd name="T10" fmla="*/ 26 w 681"/>
                <a:gd name="T11" fmla="*/ 96 h 234"/>
                <a:gd name="T12" fmla="*/ 46 w 681"/>
                <a:gd name="T13" fmla="*/ 93 h 234"/>
                <a:gd name="T14" fmla="*/ 69 w 681"/>
                <a:gd name="T15" fmla="*/ 77 h 234"/>
                <a:gd name="T16" fmla="*/ 92 w 681"/>
                <a:gd name="T17" fmla="*/ 68 h 234"/>
                <a:gd name="T18" fmla="*/ 124 w 681"/>
                <a:gd name="T19" fmla="*/ 53 h 234"/>
                <a:gd name="T20" fmla="*/ 153 w 681"/>
                <a:gd name="T21" fmla="*/ 35 h 234"/>
                <a:gd name="T22" fmla="*/ 199 w 681"/>
                <a:gd name="T23" fmla="*/ 42 h 234"/>
                <a:gd name="T24" fmla="*/ 188 w 681"/>
                <a:gd name="T25" fmla="*/ 58 h 234"/>
                <a:gd name="T26" fmla="*/ 203 w 681"/>
                <a:gd name="T27" fmla="*/ 77 h 234"/>
                <a:gd name="T28" fmla="*/ 233 w 681"/>
                <a:gd name="T29" fmla="*/ 76 h 234"/>
                <a:gd name="T30" fmla="*/ 269 w 681"/>
                <a:gd name="T31" fmla="*/ 81 h 234"/>
                <a:gd name="T32" fmla="*/ 301 w 681"/>
                <a:gd name="T33" fmla="*/ 95 h 234"/>
                <a:gd name="T34" fmla="*/ 339 w 681"/>
                <a:gd name="T35" fmla="*/ 116 h 234"/>
                <a:gd name="T36" fmla="*/ 377 w 681"/>
                <a:gd name="T37" fmla="*/ 125 h 234"/>
                <a:gd name="T38" fmla="*/ 406 w 681"/>
                <a:gd name="T39" fmla="*/ 140 h 234"/>
                <a:gd name="T40" fmla="*/ 443 w 681"/>
                <a:gd name="T41" fmla="*/ 170 h 234"/>
                <a:gd name="T42" fmla="*/ 496 w 681"/>
                <a:gd name="T43" fmla="*/ 184 h 234"/>
                <a:gd name="T44" fmla="*/ 485 w 681"/>
                <a:gd name="T45" fmla="*/ 202 h 234"/>
                <a:gd name="T46" fmla="*/ 459 w 681"/>
                <a:gd name="T47" fmla="*/ 215 h 234"/>
                <a:gd name="T48" fmla="*/ 475 w 681"/>
                <a:gd name="T49" fmla="*/ 225 h 234"/>
                <a:gd name="T50" fmla="*/ 507 w 681"/>
                <a:gd name="T51" fmla="*/ 217 h 234"/>
                <a:gd name="T52" fmla="*/ 586 w 681"/>
                <a:gd name="T53" fmla="*/ 222 h 234"/>
                <a:gd name="T54" fmla="*/ 624 w 681"/>
                <a:gd name="T55" fmla="*/ 228 h 234"/>
                <a:gd name="T56" fmla="*/ 646 w 681"/>
                <a:gd name="T57" fmla="*/ 212 h 234"/>
                <a:gd name="T58" fmla="*/ 681 w 681"/>
                <a:gd name="T59" fmla="*/ 203 h 234"/>
                <a:gd name="T60" fmla="*/ 656 w 681"/>
                <a:gd name="T61" fmla="*/ 185 h 234"/>
                <a:gd name="T62" fmla="*/ 625 w 681"/>
                <a:gd name="T63" fmla="*/ 171 h 234"/>
                <a:gd name="T64" fmla="*/ 590 w 681"/>
                <a:gd name="T65" fmla="*/ 161 h 234"/>
                <a:gd name="T66" fmla="*/ 570 w 681"/>
                <a:gd name="T67" fmla="*/ 141 h 234"/>
                <a:gd name="T68" fmla="*/ 538 w 681"/>
                <a:gd name="T69" fmla="*/ 129 h 234"/>
                <a:gd name="T70" fmla="*/ 490 w 681"/>
                <a:gd name="T71" fmla="*/ 109 h 234"/>
                <a:gd name="T72" fmla="*/ 463 w 681"/>
                <a:gd name="T73" fmla="*/ 89 h 234"/>
                <a:gd name="T74" fmla="*/ 448 w 681"/>
                <a:gd name="T75" fmla="*/ 69 h 234"/>
                <a:gd name="T76" fmla="*/ 429 w 681"/>
                <a:gd name="T77" fmla="*/ 63 h 234"/>
                <a:gd name="T78" fmla="*/ 419 w 681"/>
                <a:gd name="T79" fmla="*/ 69 h 234"/>
                <a:gd name="T80" fmla="*/ 404 w 681"/>
                <a:gd name="T81" fmla="*/ 40 h 234"/>
                <a:gd name="T82" fmla="*/ 385 w 681"/>
                <a:gd name="T83" fmla="*/ 58 h 234"/>
                <a:gd name="T84" fmla="*/ 349 w 681"/>
                <a:gd name="T85" fmla="*/ 45 h 234"/>
                <a:gd name="T86" fmla="*/ 316 w 681"/>
                <a:gd name="T87" fmla="*/ 18 h 234"/>
                <a:gd name="T88" fmla="*/ 277 w 681"/>
                <a:gd name="T89" fmla="*/ 12 h 234"/>
                <a:gd name="T90" fmla="*/ 232 w 681"/>
                <a:gd name="T91" fmla="*/ 0 h 234"/>
                <a:gd name="T92" fmla="*/ 194 w 681"/>
                <a:gd name="T93" fmla="*/ 3 h 234"/>
                <a:gd name="T94" fmla="*/ 150 w 681"/>
                <a:gd name="T95" fmla="*/ 7 h 234"/>
                <a:gd name="T96" fmla="*/ 104 w 681"/>
                <a:gd name="T97" fmla="*/ 14 h 234"/>
                <a:gd name="T98" fmla="*/ 64 w 681"/>
                <a:gd name="T99" fmla="*/ 35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81" h="234">
                  <a:moveTo>
                    <a:pt x="64" y="35"/>
                  </a:moveTo>
                  <a:cubicBezTo>
                    <a:pt x="64" y="35"/>
                    <a:pt x="37" y="38"/>
                    <a:pt x="33" y="50"/>
                  </a:cubicBezTo>
                  <a:cubicBezTo>
                    <a:pt x="30" y="63"/>
                    <a:pt x="35" y="74"/>
                    <a:pt x="25" y="76"/>
                  </a:cubicBezTo>
                  <a:cubicBezTo>
                    <a:pt x="15" y="78"/>
                    <a:pt x="0" y="83"/>
                    <a:pt x="0" y="91"/>
                  </a:cubicBezTo>
                  <a:cubicBezTo>
                    <a:pt x="0" y="98"/>
                    <a:pt x="8" y="93"/>
                    <a:pt x="12" y="89"/>
                  </a:cubicBezTo>
                  <a:cubicBezTo>
                    <a:pt x="16" y="85"/>
                    <a:pt x="23" y="93"/>
                    <a:pt x="26" y="96"/>
                  </a:cubicBezTo>
                  <a:cubicBezTo>
                    <a:pt x="30" y="98"/>
                    <a:pt x="42" y="100"/>
                    <a:pt x="46" y="93"/>
                  </a:cubicBezTo>
                  <a:cubicBezTo>
                    <a:pt x="49" y="86"/>
                    <a:pt x="56" y="77"/>
                    <a:pt x="69" y="77"/>
                  </a:cubicBezTo>
                  <a:cubicBezTo>
                    <a:pt x="82" y="77"/>
                    <a:pt x="75" y="68"/>
                    <a:pt x="92" y="68"/>
                  </a:cubicBezTo>
                  <a:cubicBezTo>
                    <a:pt x="108" y="67"/>
                    <a:pt x="119" y="61"/>
                    <a:pt x="124" y="53"/>
                  </a:cubicBezTo>
                  <a:cubicBezTo>
                    <a:pt x="128" y="46"/>
                    <a:pt x="135" y="35"/>
                    <a:pt x="153" y="35"/>
                  </a:cubicBezTo>
                  <a:cubicBezTo>
                    <a:pt x="171" y="35"/>
                    <a:pt x="198" y="38"/>
                    <a:pt x="199" y="42"/>
                  </a:cubicBezTo>
                  <a:cubicBezTo>
                    <a:pt x="200" y="46"/>
                    <a:pt x="195" y="53"/>
                    <a:pt x="188" y="58"/>
                  </a:cubicBezTo>
                  <a:cubicBezTo>
                    <a:pt x="180" y="63"/>
                    <a:pt x="190" y="77"/>
                    <a:pt x="203" y="77"/>
                  </a:cubicBezTo>
                  <a:cubicBezTo>
                    <a:pt x="216" y="77"/>
                    <a:pt x="223" y="71"/>
                    <a:pt x="233" y="76"/>
                  </a:cubicBezTo>
                  <a:cubicBezTo>
                    <a:pt x="243" y="80"/>
                    <a:pt x="256" y="80"/>
                    <a:pt x="269" y="81"/>
                  </a:cubicBezTo>
                  <a:cubicBezTo>
                    <a:pt x="282" y="83"/>
                    <a:pt x="290" y="83"/>
                    <a:pt x="301" y="95"/>
                  </a:cubicBezTo>
                  <a:cubicBezTo>
                    <a:pt x="312" y="106"/>
                    <a:pt x="327" y="116"/>
                    <a:pt x="339" y="116"/>
                  </a:cubicBezTo>
                  <a:cubicBezTo>
                    <a:pt x="351" y="117"/>
                    <a:pt x="370" y="119"/>
                    <a:pt x="377" y="125"/>
                  </a:cubicBezTo>
                  <a:cubicBezTo>
                    <a:pt x="384" y="131"/>
                    <a:pt x="395" y="116"/>
                    <a:pt x="406" y="140"/>
                  </a:cubicBezTo>
                  <a:cubicBezTo>
                    <a:pt x="417" y="164"/>
                    <a:pt x="424" y="168"/>
                    <a:pt x="443" y="170"/>
                  </a:cubicBezTo>
                  <a:cubicBezTo>
                    <a:pt x="463" y="172"/>
                    <a:pt x="494" y="172"/>
                    <a:pt x="496" y="184"/>
                  </a:cubicBezTo>
                  <a:cubicBezTo>
                    <a:pt x="499" y="195"/>
                    <a:pt x="497" y="200"/>
                    <a:pt x="485" y="202"/>
                  </a:cubicBezTo>
                  <a:cubicBezTo>
                    <a:pt x="473" y="203"/>
                    <a:pt x="458" y="207"/>
                    <a:pt x="459" y="215"/>
                  </a:cubicBezTo>
                  <a:cubicBezTo>
                    <a:pt x="460" y="224"/>
                    <a:pt x="466" y="225"/>
                    <a:pt x="475" y="225"/>
                  </a:cubicBezTo>
                  <a:cubicBezTo>
                    <a:pt x="484" y="225"/>
                    <a:pt x="491" y="214"/>
                    <a:pt x="507" y="217"/>
                  </a:cubicBezTo>
                  <a:cubicBezTo>
                    <a:pt x="523" y="220"/>
                    <a:pt x="578" y="213"/>
                    <a:pt x="586" y="222"/>
                  </a:cubicBezTo>
                  <a:cubicBezTo>
                    <a:pt x="594" y="230"/>
                    <a:pt x="614" y="234"/>
                    <a:pt x="624" y="228"/>
                  </a:cubicBezTo>
                  <a:cubicBezTo>
                    <a:pt x="634" y="222"/>
                    <a:pt x="630" y="212"/>
                    <a:pt x="646" y="212"/>
                  </a:cubicBezTo>
                  <a:cubicBezTo>
                    <a:pt x="661" y="212"/>
                    <a:pt x="680" y="210"/>
                    <a:pt x="681" y="203"/>
                  </a:cubicBezTo>
                  <a:cubicBezTo>
                    <a:pt x="681" y="197"/>
                    <a:pt x="664" y="197"/>
                    <a:pt x="656" y="185"/>
                  </a:cubicBezTo>
                  <a:cubicBezTo>
                    <a:pt x="647" y="174"/>
                    <a:pt x="638" y="174"/>
                    <a:pt x="625" y="171"/>
                  </a:cubicBezTo>
                  <a:cubicBezTo>
                    <a:pt x="612" y="168"/>
                    <a:pt x="595" y="172"/>
                    <a:pt x="590" y="161"/>
                  </a:cubicBezTo>
                  <a:cubicBezTo>
                    <a:pt x="584" y="149"/>
                    <a:pt x="585" y="143"/>
                    <a:pt x="570" y="141"/>
                  </a:cubicBezTo>
                  <a:cubicBezTo>
                    <a:pt x="555" y="140"/>
                    <a:pt x="555" y="139"/>
                    <a:pt x="538" y="129"/>
                  </a:cubicBezTo>
                  <a:cubicBezTo>
                    <a:pt x="522" y="120"/>
                    <a:pt x="501" y="119"/>
                    <a:pt x="490" y="109"/>
                  </a:cubicBezTo>
                  <a:cubicBezTo>
                    <a:pt x="479" y="99"/>
                    <a:pt x="471" y="93"/>
                    <a:pt x="463" y="89"/>
                  </a:cubicBezTo>
                  <a:cubicBezTo>
                    <a:pt x="454" y="85"/>
                    <a:pt x="458" y="79"/>
                    <a:pt x="448" y="69"/>
                  </a:cubicBezTo>
                  <a:cubicBezTo>
                    <a:pt x="438" y="59"/>
                    <a:pt x="423" y="51"/>
                    <a:pt x="429" y="63"/>
                  </a:cubicBezTo>
                  <a:cubicBezTo>
                    <a:pt x="435" y="74"/>
                    <a:pt x="428" y="81"/>
                    <a:pt x="419" y="69"/>
                  </a:cubicBezTo>
                  <a:cubicBezTo>
                    <a:pt x="410" y="57"/>
                    <a:pt x="413" y="39"/>
                    <a:pt x="404" y="40"/>
                  </a:cubicBezTo>
                  <a:cubicBezTo>
                    <a:pt x="395" y="40"/>
                    <a:pt x="401" y="57"/>
                    <a:pt x="385" y="58"/>
                  </a:cubicBezTo>
                  <a:cubicBezTo>
                    <a:pt x="368" y="58"/>
                    <a:pt x="362" y="60"/>
                    <a:pt x="349" y="45"/>
                  </a:cubicBezTo>
                  <a:cubicBezTo>
                    <a:pt x="336" y="31"/>
                    <a:pt x="334" y="20"/>
                    <a:pt x="316" y="18"/>
                  </a:cubicBezTo>
                  <a:cubicBezTo>
                    <a:pt x="297" y="17"/>
                    <a:pt x="289" y="19"/>
                    <a:pt x="277" y="12"/>
                  </a:cubicBezTo>
                  <a:cubicBezTo>
                    <a:pt x="265" y="5"/>
                    <a:pt x="243" y="0"/>
                    <a:pt x="232" y="0"/>
                  </a:cubicBezTo>
                  <a:cubicBezTo>
                    <a:pt x="221" y="0"/>
                    <a:pt x="214" y="3"/>
                    <a:pt x="194" y="3"/>
                  </a:cubicBezTo>
                  <a:cubicBezTo>
                    <a:pt x="174" y="3"/>
                    <a:pt x="163" y="6"/>
                    <a:pt x="150" y="7"/>
                  </a:cubicBezTo>
                  <a:cubicBezTo>
                    <a:pt x="136" y="9"/>
                    <a:pt x="109" y="8"/>
                    <a:pt x="104" y="14"/>
                  </a:cubicBezTo>
                  <a:cubicBezTo>
                    <a:pt x="99" y="20"/>
                    <a:pt x="79" y="28"/>
                    <a:pt x="64" y="3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46"/>
            <p:cNvSpPr>
              <a:spLocks/>
            </p:cNvSpPr>
            <p:nvPr/>
          </p:nvSpPr>
          <p:spPr bwMode="auto">
            <a:xfrm>
              <a:off x="3042" y="2537"/>
              <a:ext cx="15" cy="13"/>
            </a:xfrm>
            <a:custGeom>
              <a:avLst/>
              <a:gdLst>
                <a:gd name="T0" fmla="*/ 20 w 43"/>
                <a:gd name="T1" fmla="*/ 0 h 36"/>
                <a:gd name="T2" fmla="*/ 5 w 43"/>
                <a:gd name="T3" fmla="*/ 13 h 36"/>
                <a:gd name="T4" fmla="*/ 15 w 43"/>
                <a:gd name="T5" fmla="*/ 33 h 36"/>
                <a:gd name="T6" fmla="*/ 41 w 43"/>
                <a:gd name="T7" fmla="*/ 28 h 36"/>
                <a:gd name="T8" fmla="*/ 31 w 43"/>
                <a:gd name="T9" fmla="*/ 3 h 36"/>
                <a:gd name="T10" fmla="*/ 20 w 43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" h="36">
                  <a:moveTo>
                    <a:pt x="20" y="0"/>
                  </a:moveTo>
                  <a:cubicBezTo>
                    <a:pt x="20" y="0"/>
                    <a:pt x="7" y="1"/>
                    <a:pt x="5" y="13"/>
                  </a:cubicBezTo>
                  <a:cubicBezTo>
                    <a:pt x="4" y="24"/>
                    <a:pt x="0" y="31"/>
                    <a:pt x="15" y="33"/>
                  </a:cubicBezTo>
                  <a:cubicBezTo>
                    <a:pt x="30" y="36"/>
                    <a:pt x="40" y="36"/>
                    <a:pt x="41" y="28"/>
                  </a:cubicBezTo>
                  <a:cubicBezTo>
                    <a:pt x="43" y="21"/>
                    <a:pt x="43" y="5"/>
                    <a:pt x="31" y="3"/>
                  </a:cubicBezTo>
                  <a:cubicBezTo>
                    <a:pt x="20" y="0"/>
                    <a:pt x="24" y="0"/>
                    <a:pt x="20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47"/>
            <p:cNvSpPr>
              <a:spLocks/>
            </p:cNvSpPr>
            <p:nvPr/>
          </p:nvSpPr>
          <p:spPr bwMode="auto">
            <a:xfrm>
              <a:off x="3152" y="2618"/>
              <a:ext cx="50" cy="19"/>
            </a:xfrm>
            <a:custGeom>
              <a:avLst/>
              <a:gdLst>
                <a:gd name="T0" fmla="*/ 66 w 139"/>
                <a:gd name="T1" fmla="*/ 3 h 51"/>
                <a:gd name="T2" fmla="*/ 25 w 139"/>
                <a:gd name="T3" fmla="*/ 3 h 51"/>
                <a:gd name="T4" fmla="*/ 13 w 139"/>
                <a:gd name="T5" fmla="*/ 23 h 51"/>
                <a:gd name="T6" fmla="*/ 34 w 139"/>
                <a:gd name="T7" fmla="*/ 38 h 51"/>
                <a:gd name="T8" fmla="*/ 57 w 139"/>
                <a:gd name="T9" fmla="*/ 49 h 51"/>
                <a:gd name="T10" fmla="*/ 91 w 139"/>
                <a:gd name="T11" fmla="*/ 43 h 51"/>
                <a:gd name="T12" fmla="*/ 106 w 139"/>
                <a:gd name="T13" fmla="*/ 36 h 51"/>
                <a:gd name="T14" fmla="*/ 126 w 139"/>
                <a:gd name="T15" fmla="*/ 45 h 51"/>
                <a:gd name="T16" fmla="*/ 139 w 139"/>
                <a:gd name="T17" fmla="*/ 33 h 51"/>
                <a:gd name="T18" fmla="*/ 123 w 139"/>
                <a:gd name="T19" fmla="*/ 18 h 51"/>
                <a:gd name="T20" fmla="*/ 101 w 139"/>
                <a:gd name="T21" fmla="*/ 8 h 51"/>
                <a:gd name="T22" fmla="*/ 66 w 139"/>
                <a:gd name="T23" fmla="*/ 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51">
                  <a:moveTo>
                    <a:pt x="66" y="3"/>
                  </a:moveTo>
                  <a:cubicBezTo>
                    <a:pt x="66" y="3"/>
                    <a:pt x="36" y="0"/>
                    <a:pt x="25" y="3"/>
                  </a:cubicBezTo>
                  <a:cubicBezTo>
                    <a:pt x="13" y="6"/>
                    <a:pt x="0" y="21"/>
                    <a:pt x="13" y="23"/>
                  </a:cubicBezTo>
                  <a:cubicBezTo>
                    <a:pt x="26" y="26"/>
                    <a:pt x="29" y="32"/>
                    <a:pt x="34" y="38"/>
                  </a:cubicBezTo>
                  <a:cubicBezTo>
                    <a:pt x="39" y="45"/>
                    <a:pt x="44" y="51"/>
                    <a:pt x="57" y="49"/>
                  </a:cubicBezTo>
                  <a:cubicBezTo>
                    <a:pt x="70" y="48"/>
                    <a:pt x="91" y="50"/>
                    <a:pt x="91" y="43"/>
                  </a:cubicBezTo>
                  <a:cubicBezTo>
                    <a:pt x="91" y="37"/>
                    <a:pt x="97" y="33"/>
                    <a:pt x="106" y="36"/>
                  </a:cubicBezTo>
                  <a:cubicBezTo>
                    <a:pt x="114" y="39"/>
                    <a:pt x="119" y="45"/>
                    <a:pt x="126" y="45"/>
                  </a:cubicBezTo>
                  <a:cubicBezTo>
                    <a:pt x="132" y="45"/>
                    <a:pt x="139" y="40"/>
                    <a:pt x="139" y="33"/>
                  </a:cubicBezTo>
                  <a:cubicBezTo>
                    <a:pt x="139" y="26"/>
                    <a:pt x="135" y="18"/>
                    <a:pt x="123" y="18"/>
                  </a:cubicBezTo>
                  <a:cubicBezTo>
                    <a:pt x="111" y="17"/>
                    <a:pt x="112" y="10"/>
                    <a:pt x="101" y="8"/>
                  </a:cubicBezTo>
                  <a:cubicBezTo>
                    <a:pt x="89" y="7"/>
                    <a:pt x="96" y="8"/>
                    <a:pt x="66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48"/>
            <p:cNvSpPr>
              <a:spLocks/>
            </p:cNvSpPr>
            <p:nvPr/>
          </p:nvSpPr>
          <p:spPr bwMode="auto">
            <a:xfrm>
              <a:off x="3082" y="2596"/>
              <a:ext cx="11" cy="8"/>
            </a:xfrm>
            <a:custGeom>
              <a:avLst/>
              <a:gdLst>
                <a:gd name="T0" fmla="*/ 9 w 28"/>
                <a:gd name="T1" fmla="*/ 3 h 21"/>
                <a:gd name="T2" fmla="*/ 0 w 28"/>
                <a:gd name="T3" fmla="*/ 11 h 21"/>
                <a:gd name="T4" fmla="*/ 16 w 28"/>
                <a:gd name="T5" fmla="*/ 11 h 21"/>
                <a:gd name="T6" fmla="*/ 9 w 28"/>
                <a:gd name="T7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21">
                  <a:moveTo>
                    <a:pt x="9" y="3"/>
                  </a:moveTo>
                  <a:cubicBezTo>
                    <a:pt x="9" y="3"/>
                    <a:pt x="0" y="3"/>
                    <a:pt x="0" y="11"/>
                  </a:cubicBezTo>
                  <a:cubicBezTo>
                    <a:pt x="0" y="19"/>
                    <a:pt x="9" y="21"/>
                    <a:pt x="16" y="11"/>
                  </a:cubicBezTo>
                  <a:cubicBezTo>
                    <a:pt x="22" y="0"/>
                    <a:pt x="28" y="1"/>
                    <a:pt x="9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49"/>
            <p:cNvSpPr>
              <a:spLocks noEditPoints="1"/>
            </p:cNvSpPr>
            <p:nvPr/>
          </p:nvSpPr>
          <p:spPr bwMode="auto">
            <a:xfrm>
              <a:off x="3140" y="2411"/>
              <a:ext cx="146" cy="152"/>
            </a:xfrm>
            <a:custGeom>
              <a:avLst/>
              <a:gdLst>
                <a:gd name="T0" fmla="*/ 69 w 403"/>
                <a:gd name="T1" fmla="*/ 0 h 417"/>
                <a:gd name="T2" fmla="*/ 122 w 403"/>
                <a:gd name="T3" fmla="*/ 30 h 417"/>
                <a:gd name="T4" fmla="*/ 114 w 403"/>
                <a:gd name="T5" fmla="*/ 78 h 417"/>
                <a:gd name="T6" fmla="*/ 101 w 403"/>
                <a:gd name="T7" fmla="*/ 58 h 417"/>
                <a:gd name="T8" fmla="*/ 98 w 403"/>
                <a:gd name="T9" fmla="*/ 29 h 417"/>
                <a:gd name="T10" fmla="*/ 66 w 403"/>
                <a:gd name="T11" fmla="*/ 23 h 417"/>
                <a:gd name="T12" fmla="*/ 13 w 403"/>
                <a:gd name="T13" fmla="*/ 37 h 417"/>
                <a:gd name="T14" fmla="*/ 29 w 403"/>
                <a:gd name="T15" fmla="*/ 15 h 417"/>
                <a:gd name="T16" fmla="*/ 54 w 403"/>
                <a:gd name="T17" fmla="*/ 10 h 417"/>
                <a:gd name="T18" fmla="*/ 47 w 403"/>
                <a:gd name="T19" fmla="*/ 148 h 417"/>
                <a:gd name="T20" fmla="*/ 59 w 403"/>
                <a:gd name="T21" fmla="*/ 185 h 417"/>
                <a:gd name="T22" fmla="*/ 76 w 403"/>
                <a:gd name="T23" fmla="*/ 162 h 417"/>
                <a:gd name="T24" fmla="*/ 49 w 403"/>
                <a:gd name="T25" fmla="*/ 124 h 417"/>
                <a:gd name="T26" fmla="*/ 67 w 403"/>
                <a:gd name="T27" fmla="*/ 201 h 417"/>
                <a:gd name="T28" fmla="*/ 92 w 403"/>
                <a:gd name="T29" fmla="*/ 218 h 417"/>
                <a:gd name="T30" fmla="*/ 77 w 403"/>
                <a:gd name="T31" fmla="*/ 189 h 417"/>
                <a:gd name="T32" fmla="*/ 94 w 403"/>
                <a:gd name="T33" fmla="*/ 134 h 417"/>
                <a:gd name="T34" fmla="*/ 100 w 403"/>
                <a:gd name="T35" fmla="*/ 129 h 417"/>
                <a:gd name="T36" fmla="*/ 148 w 403"/>
                <a:gd name="T37" fmla="*/ 115 h 417"/>
                <a:gd name="T38" fmla="*/ 172 w 403"/>
                <a:gd name="T39" fmla="*/ 135 h 417"/>
                <a:gd name="T40" fmla="*/ 183 w 403"/>
                <a:gd name="T41" fmla="*/ 131 h 417"/>
                <a:gd name="T42" fmla="*/ 148 w 403"/>
                <a:gd name="T43" fmla="*/ 102 h 417"/>
                <a:gd name="T44" fmla="*/ 209 w 403"/>
                <a:gd name="T45" fmla="*/ 169 h 417"/>
                <a:gd name="T46" fmla="*/ 227 w 403"/>
                <a:gd name="T47" fmla="*/ 200 h 417"/>
                <a:gd name="T48" fmla="*/ 215 w 403"/>
                <a:gd name="T49" fmla="*/ 158 h 417"/>
                <a:gd name="T50" fmla="*/ 190 w 403"/>
                <a:gd name="T51" fmla="*/ 238 h 417"/>
                <a:gd name="T52" fmla="*/ 191 w 403"/>
                <a:gd name="T53" fmla="*/ 225 h 417"/>
                <a:gd name="T54" fmla="*/ 234 w 403"/>
                <a:gd name="T55" fmla="*/ 242 h 417"/>
                <a:gd name="T56" fmla="*/ 253 w 403"/>
                <a:gd name="T57" fmla="*/ 278 h 417"/>
                <a:gd name="T58" fmla="*/ 251 w 403"/>
                <a:gd name="T59" fmla="*/ 250 h 417"/>
                <a:gd name="T60" fmla="*/ 295 w 403"/>
                <a:gd name="T61" fmla="*/ 282 h 417"/>
                <a:gd name="T62" fmla="*/ 315 w 403"/>
                <a:gd name="T63" fmla="*/ 303 h 417"/>
                <a:gd name="T64" fmla="*/ 297 w 403"/>
                <a:gd name="T65" fmla="*/ 335 h 417"/>
                <a:gd name="T66" fmla="*/ 327 w 403"/>
                <a:gd name="T67" fmla="*/ 303 h 417"/>
                <a:gd name="T68" fmla="*/ 295 w 403"/>
                <a:gd name="T69" fmla="*/ 282 h 417"/>
                <a:gd name="T70" fmla="*/ 382 w 403"/>
                <a:gd name="T71" fmla="*/ 322 h 417"/>
                <a:gd name="T72" fmla="*/ 381 w 403"/>
                <a:gd name="T73" fmla="*/ 313 h 417"/>
                <a:gd name="T74" fmla="*/ 334 w 403"/>
                <a:gd name="T75" fmla="*/ 400 h 417"/>
                <a:gd name="T76" fmla="*/ 367 w 403"/>
                <a:gd name="T77" fmla="*/ 407 h 417"/>
                <a:gd name="T78" fmla="*/ 358 w 403"/>
                <a:gd name="T79" fmla="*/ 392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03" h="417">
                  <a:moveTo>
                    <a:pt x="54" y="10"/>
                  </a:moveTo>
                  <a:cubicBezTo>
                    <a:pt x="54" y="2"/>
                    <a:pt x="63" y="1"/>
                    <a:pt x="69" y="0"/>
                  </a:cubicBezTo>
                  <a:cubicBezTo>
                    <a:pt x="76" y="0"/>
                    <a:pt x="94" y="2"/>
                    <a:pt x="99" y="10"/>
                  </a:cubicBezTo>
                  <a:cubicBezTo>
                    <a:pt x="104" y="18"/>
                    <a:pt x="119" y="24"/>
                    <a:pt x="122" y="30"/>
                  </a:cubicBezTo>
                  <a:cubicBezTo>
                    <a:pt x="126" y="37"/>
                    <a:pt x="127" y="48"/>
                    <a:pt x="117" y="53"/>
                  </a:cubicBezTo>
                  <a:cubicBezTo>
                    <a:pt x="106" y="58"/>
                    <a:pt x="112" y="64"/>
                    <a:pt x="114" y="78"/>
                  </a:cubicBezTo>
                  <a:cubicBezTo>
                    <a:pt x="117" y="91"/>
                    <a:pt x="111" y="88"/>
                    <a:pt x="104" y="78"/>
                  </a:cubicBezTo>
                  <a:cubicBezTo>
                    <a:pt x="97" y="68"/>
                    <a:pt x="94" y="60"/>
                    <a:pt x="101" y="58"/>
                  </a:cubicBezTo>
                  <a:cubicBezTo>
                    <a:pt x="108" y="57"/>
                    <a:pt x="111" y="49"/>
                    <a:pt x="111" y="43"/>
                  </a:cubicBezTo>
                  <a:cubicBezTo>
                    <a:pt x="111" y="36"/>
                    <a:pt x="98" y="35"/>
                    <a:pt x="98" y="29"/>
                  </a:cubicBezTo>
                  <a:cubicBezTo>
                    <a:pt x="98" y="23"/>
                    <a:pt x="93" y="20"/>
                    <a:pt x="87" y="17"/>
                  </a:cubicBezTo>
                  <a:cubicBezTo>
                    <a:pt x="81" y="15"/>
                    <a:pt x="69" y="18"/>
                    <a:pt x="66" y="23"/>
                  </a:cubicBezTo>
                  <a:cubicBezTo>
                    <a:pt x="63" y="28"/>
                    <a:pt x="52" y="28"/>
                    <a:pt x="43" y="32"/>
                  </a:cubicBezTo>
                  <a:cubicBezTo>
                    <a:pt x="35" y="36"/>
                    <a:pt x="25" y="38"/>
                    <a:pt x="13" y="37"/>
                  </a:cubicBezTo>
                  <a:cubicBezTo>
                    <a:pt x="0" y="36"/>
                    <a:pt x="2" y="24"/>
                    <a:pt x="16" y="21"/>
                  </a:cubicBezTo>
                  <a:cubicBezTo>
                    <a:pt x="31" y="18"/>
                    <a:pt x="22" y="10"/>
                    <a:pt x="29" y="15"/>
                  </a:cubicBezTo>
                  <a:cubicBezTo>
                    <a:pt x="36" y="19"/>
                    <a:pt x="42" y="19"/>
                    <a:pt x="42" y="19"/>
                  </a:cubicBezTo>
                  <a:cubicBezTo>
                    <a:pt x="55" y="20"/>
                    <a:pt x="54" y="18"/>
                    <a:pt x="54" y="10"/>
                  </a:cubicBezTo>
                  <a:close/>
                  <a:moveTo>
                    <a:pt x="49" y="124"/>
                  </a:moveTo>
                  <a:cubicBezTo>
                    <a:pt x="49" y="124"/>
                    <a:pt x="56" y="141"/>
                    <a:pt x="47" y="148"/>
                  </a:cubicBezTo>
                  <a:cubicBezTo>
                    <a:pt x="38" y="154"/>
                    <a:pt x="39" y="163"/>
                    <a:pt x="46" y="169"/>
                  </a:cubicBezTo>
                  <a:cubicBezTo>
                    <a:pt x="52" y="176"/>
                    <a:pt x="57" y="181"/>
                    <a:pt x="59" y="185"/>
                  </a:cubicBezTo>
                  <a:cubicBezTo>
                    <a:pt x="60" y="189"/>
                    <a:pt x="61" y="191"/>
                    <a:pt x="67" y="183"/>
                  </a:cubicBezTo>
                  <a:cubicBezTo>
                    <a:pt x="73" y="175"/>
                    <a:pt x="79" y="173"/>
                    <a:pt x="76" y="162"/>
                  </a:cubicBezTo>
                  <a:cubicBezTo>
                    <a:pt x="74" y="152"/>
                    <a:pt x="72" y="154"/>
                    <a:pt x="69" y="143"/>
                  </a:cubicBezTo>
                  <a:cubicBezTo>
                    <a:pt x="65" y="132"/>
                    <a:pt x="46" y="101"/>
                    <a:pt x="49" y="124"/>
                  </a:cubicBezTo>
                  <a:close/>
                  <a:moveTo>
                    <a:pt x="77" y="189"/>
                  </a:moveTo>
                  <a:cubicBezTo>
                    <a:pt x="77" y="189"/>
                    <a:pt x="64" y="195"/>
                    <a:pt x="67" y="201"/>
                  </a:cubicBezTo>
                  <a:cubicBezTo>
                    <a:pt x="71" y="207"/>
                    <a:pt x="79" y="217"/>
                    <a:pt x="79" y="220"/>
                  </a:cubicBezTo>
                  <a:cubicBezTo>
                    <a:pt x="79" y="222"/>
                    <a:pt x="91" y="227"/>
                    <a:pt x="92" y="218"/>
                  </a:cubicBezTo>
                  <a:cubicBezTo>
                    <a:pt x="92" y="210"/>
                    <a:pt x="97" y="205"/>
                    <a:pt x="91" y="201"/>
                  </a:cubicBezTo>
                  <a:cubicBezTo>
                    <a:pt x="85" y="197"/>
                    <a:pt x="82" y="187"/>
                    <a:pt x="77" y="189"/>
                  </a:cubicBezTo>
                  <a:close/>
                  <a:moveTo>
                    <a:pt x="100" y="129"/>
                  </a:moveTo>
                  <a:cubicBezTo>
                    <a:pt x="100" y="129"/>
                    <a:pt x="98" y="132"/>
                    <a:pt x="94" y="134"/>
                  </a:cubicBezTo>
                  <a:cubicBezTo>
                    <a:pt x="91" y="135"/>
                    <a:pt x="89" y="142"/>
                    <a:pt x="95" y="142"/>
                  </a:cubicBezTo>
                  <a:cubicBezTo>
                    <a:pt x="102" y="142"/>
                    <a:pt x="114" y="121"/>
                    <a:pt x="100" y="129"/>
                  </a:cubicBezTo>
                  <a:close/>
                  <a:moveTo>
                    <a:pt x="148" y="102"/>
                  </a:moveTo>
                  <a:cubicBezTo>
                    <a:pt x="148" y="102"/>
                    <a:pt x="142" y="112"/>
                    <a:pt x="148" y="115"/>
                  </a:cubicBezTo>
                  <a:cubicBezTo>
                    <a:pt x="155" y="118"/>
                    <a:pt x="165" y="116"/>
                    <a:pt x="167" y="124"/>
                  </a:cubicBezTo>
                  <a:cubicBezTo>
                    <a:pt x="169" y="132"/>
                    <a:pt x="173" y="125"/>
                    <a:pt x="172" y="135"/>
                  </a:cubicBezTo>
                  <a:cubicBezTo>
                    <a:pt x="170" y="145"/>
                    <a:pt x="172" y="151"/>
                    <a:pt x="175" y="146"/>
                  </a:cubicBezTo>
                  <a:cubicBezTo>
                    <a:pt x="179" y="141"/>
                    <a:pt x="188" y="140"/>
                    <a:pt x="183" y="131"/>
                  </a:cubicBezTo>
                  <a:cubicBezTo>
                    <a:pt x="178" y="121"/>
                    <a:pt x="178" y="119"/>
                    <a:pt x="170" y="114"/>
                  </a:cubicBezTo>
                  <a:cubicBezTo>
                    <a:pt x="162" y="110"/>
                    <a:pt x="155" y="98"/>
                    <a:pt x="148" y="102"/>
                  </a:cubicBezTo>
                  <a:close/>
                  <a:moveTo>
                    <a:pt x="215" y="158"/>
                  </a:moveTo>
                  <a:cubicBezTo>
                    <a:pt x="215" y="158"/>
                    <a:pt x="204" y="160"/>
                    <a:pt x="209" y="169"/>
                  </a:cubicBezTo>
                  <a:cubicBezTo>
                    <a:pt x="214" y="177"/>
                    <a:pt x="220" y="172"/>
                    <a:pt x="220" y="186"/>
                  </a:cubicBezTo>
                  <a:cubicBezTo>
                    <a:pt x="220" y="200"/>
                    <a:pt x="223" y="204"/>
                    <a:pt x="227" y="200"/>
                  </a:cubicBezTo>
                  <a:cubicBezTo>
                    <a:pt x="231" y="197"/>
                    <a:pt x="233" y="189"/>
                    <a:pt x="230" y="181"/>
                  </a:cubicBezTo>
                  <a:cubicBezTo>
                    <a:pt x="227" y="172"/>
                    <a:pt x="228" y="166"/>
                    <a:pt x="215" y="158"/>
                  </a:cubicBezTo>
                  <a:close/>
                  <a:moveTo>
                    <a:pt x="191" y="225"/>
                  </a:moveTo>
                  <a:cubicBezTo>
                    <a:pt x="191" y="225"/>
                    <a:pt x="178" y="235"/>
                    <a:pt x="190" y="238"/>
                  </a:cubicBezTo>
                  <a:cubicBezTo>
                    <a:pt x="202" y="242"/>
                    <a:pt x="223" y="258"/>
                    <a:pt x="215" y="245"/>
                  </a:cubicBezTo>
                  <a:cubicBezTo>
                    <a:pt x="207" y="233"/>
                    <a:pt x="198" y="222"/>
                    <a:pt x="191" y="225"/>
                  </a:cubicBezTo>
                  <a:close/>
                  <a:moveTo>
                    <a:pt x="234" y="228"/>
                  </a:moveTo>
                  <a:cubicBezTo>
                    <a:pt x="234" y="228"/>
                    <a:pt x="228" y="237"/>
                    <a:pt x="234" y="242"/>
                  </a:cubicBezTo>
                  <a:cubicBezTo>
                    <a:pt x="241" y="247"/>
                    <a:pt x="241" y="253"/>
                    <a:pt x="243" y="261"/>
                  </a:cubicBezTo>
                  <a:cubicBezTo>
                    <a:pt x="245" y="269"/>
                    <a:pt x="249" y="278"/>
                    <a:pt x="253" y="278"/>
                  </a:cubicBezTo>
                  <a:cubicBezTo>
                    <a:pt x="258" y="278"/>
                    <a:pt x="266" y="277"/>
                    <a:pt x="260" y="268"/>
                  </a:cubicBezTo>
                  <a:cubicBezTo>
                    <a:pt x="253" y="258"/>
                    <a:pt x="256" y="257"/>
                    <a:pt x="251" y="250"/>
                  </a:cubicBezTo>
                  <a:cubicBezTo>
                    <a:pt x="245" y="243"/>
                    <a:pt x="237" y="220"/>
                    <a:pt x="234" y="228"/>
                  </a:cubicBezTo>
                  <a:close/>
                  <a:moveTo>
                    <a:pt x="295" y="282"/>
                  </a:moveTo>
                  <a:cubicBezTo>
                    <a:pt x="295" y="282"/>
                    <a:pt x="295" y="296"/>
                    <a:pt x="302" y="296"/>
                  </a:cubicBezTo>
                  <a:cubicBezTo>
                    <a:pt x="309" y="296"/>
                    <a:pt x="315" y="295"/>
                    <a:pt x="315" y="303"/>
                  </a:cubicBezTo>
                  <a:cubicBezTo>
                    <a:pt x="315" y="312"/>
                    <a:pt x="312" y="314"/>
                    <a:pt x="305" y="319"/>
                  </a:cubicBezTo>
                  <a:cubicBezTo>
                    <a:pt x="299" y="324"/>
                    <a:pt x="292" y="333"/>
                    <a:pt x="297" y="335"/>
                  </a:cubicBezTo>
                  <a:cubicBezTo>
                    <a:pt x="302" y="337"/>
                    <a:pt x="305" y="334"/>
                    <a:pt x="312" y="327"/>
                  </a:cubicBezTo>
                  <a:cubicBezTo>
                    <a:pt x="319" y="320"/>
                    <a:pt x="327" y="314"/>
                    <a:pt x="327" y="303"/>
                  </a:cubicBezTo>
                  <a:cubicBezTo>
                    <a:pt x="326" y="293"/>
                    <a:pt x="322" y="291"/>
                    <a:pt x="311" y="288"/>
                  </a:cubicBezTo>
                  <a:cubicBezTo>
                    <a:pt x="299" y="284"/>
                    <a:pt x="296" y="274"/>
                    <a:pt x="295" y="282"/>
                  </a:cubicBezTo>
                  <a:close/>
                  <a:moveTo>
                    <a:pt x="381" y="313"/>
                  </a:moveTo>
                  <a:cubicBezTo>
                    <a:pt x="381" y="313"/>
                    <a:pt x="370" y="320"/>
                    <a:pt x="382" y="322"/>
                  </a:cubicBezTo>
                  <a:cubicBezTo>
                    <a:pt x="395" y="324"/>
                    <a:pt x="403" y="327"/>
                    <a:pt x="403" y="321"/>
                  </a:cubicBezTo>
                  <a:cubicBezTo>
                    <a:pt x="403" y="316"/>
                    <a:pt x="390" y="311"/>
                    <a:pt x="381" y="313"/>
                  </a:cubicBezTo>
                  <a:close/>
                  <a:moveTo>
                    <a:pt x="358" y="392"/>
                  </a:moveTo>
                  <a:cubicBezTo>
                    <a:pt x="358" y="392"/>
                    <a:pt x="335" y="395"/>
                    <a:pt x="334" y="400"/>
                  </a:cubicBezTo>
                  <a:cubicBezTo>
                    <a:pt x="332" y="405"/>
                    <a:pt x="330" y="412"/>
                    <a:pt x="344" y="415"/>
                  </a:cubicBezTo>
                  <a:cubicBezTo>
                    <a:pt x="359" y="417"/>
                    <a:pt x="360" y="409"/>
                    <a:pt x="367" y="407"/>
                  </a:cubicBezTo>
                  <a:cubicBezTo>
                    <a:pt x="374" y="405"/>
                    <a:pt x="377" y="399"/>
                    <a:pt x="376" y="393"/>
                  </a:cubicBezTo>
                  <a:cubicBezTo>
                    <a:pt x="375" y="387"/>
                    <a:pt x="365" y="385"/>
                    <a:pt x="358" y="39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3409" y="2618"/>
              <a:ext cx="38" cy="17"/>
            </a:xfrm>
            <a:custGeom>
              <a:avLst/>
              <a:gdLst>
                <a:gd name="T0" fmla="*/ 54 w 106"/>
                <a:gd name="T1" fmla="*/ 2 h 46"/>
                <a:gd name="T2" fmla="*/ 6 w 106"/>
                <a:gd name="T3" fmla="*/ 6 h 46"/>
                <a:gd name="T4" fmla="*/ 5 w 106"/>
                <a:gd name="T5" fmla="*/ 19 h 46"/>
                <a:gd name="T6" fmla="*/ 20 w 106"/>
                <a:gd name="T7" fmla="*/ 41 h 46"/>
                <a:gd name="T8" fmla="*/ 88 w 106"/>
                <a:gd name="T9" fmla="*/ 38 h 46"/>
                <a:gd name="T10" fmla="*/ 103 w 106"/>
                <a:gd name="T11" fmla="*/ 23 h 46"/>
                <a:gd name="T12" fmla="*/ 91 w 106"/>
                <a:gd name="T13" fmla="*/ 4 h 46"/>
                <a:gd name="T14" fmla="*/ 54 w 106"/>
                <a:gd name="T15" fmla="*/ 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46">
                  <a:moveTo>
                    <a:pt x="54" y="2"/>
                  </a:moveTo>
                  <a:cubicBezTo>
                    <a:pt x="54" y="2"/>
                    <a:pt x="11" y="0"/>
                    <a:pt x="6" y="6"/>
                  </a:cubicBezTo>
                  <a:cubicBezTo>
                    <a:pt x="1" y="11"/>
                    <a:pt x="0" y="10"/>
                    <a:pt x="5" y="19"/>
                  </a:cubicBezTo>
                  <a:cubicBezTo>
                    <a:pt x="9" y="28"/>
                    <a:pt x="7" y="41"/>
                    <a:pt x="20" y="41"/>
                  </a:cubicBezTo>
                  <a:cubicBezTo>
                    <a:pt x="32" y="41"/>
                    <a:pt x="85" y="46"/>
                    <a:pt x="88" y="38"/>
                  </a:cubicBezTo>
                  <a:cubicBezTo>
                    <a:pt x="91" y="31"/>
                    <a:pt x="103" y="33"/>
                    <a:pt x="103" y="23"/>
                  </a:cubicBezTo>
                  <a:cubicBezTo>
                    <a:pt x="103" y="13"/>
                    <a:pt x="106" y="4"/>
                    <a:pt x="91" y="4"/>
                  </a:cubicBezTo>
                  <a:cubicBezTo>
                    <a:pt x="77" y="4"/>
                    <a:pt x="83" y="1"/>
                    <a:pt x="54" y="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3501" y="2621"/>
              <a:ext cx="10" cy="14"/>
            </a:xfrm>
            <a:custGeom>
              <a:avLst/>
              <a:gdLst>
                <a:gd name="T0" fmla="*/ 17 w 26"/>
                <a:gd name="T1" fmla="*/ 9 h 39"/>
                <a:gd name="T2" fmla="*/ 7 w 26"/>
                <a:gd name="T3" fmla="*/ 22 h 39"/>
                <a:gd name="T4" fmla="*/ 7 w 26"/>
                <a:gd name="T5" fmla="*/ 37 h 39"/>
                <a:gd name="T6" fmla="*/ 26 w 26"/>
                <a:gd name="T7" fmla="*/ 27 h 39"/>
                <a:gd name="T8" fmla="*/ 17 w 26"/>
                <a:gd name="T9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9">
                  <a:moveTo>
                    <a:pt x="17" y="9"/>
                  </a:moveTo>
                  <a:cubicBezTo>
                    <a:pt x="17" y="9"/>
                    <a:pt x="14" y="19"/>
                    <a:pt x="7" y="22"/>
                  </a:cubicBezTo>
                  <a:cubicBezTo>
                    <a:pt x="1" y="24"/>
                    <a:pt x="0" y="37"/>
                    <a:pt x="7" y="37"/>
                  </a:cubicBezTo>
                  <a:cubicBezTo>
                    <a:pt x="15" y="37"/>
                    <a:pt x="26" y="39"/>
                    <a:pt x="26" y="27"/>
                  </a:cubicBezTo>
                  <a:cubicBezTo>
                    <a:pt x="26" y="15"/>
                    <a:pt x="23" y="0"/>
                    <a:pt x="17" y="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3461" y="2635"/>
              <a:ext cx="16" cy="7"/>
            </a:xfrm>
            <a:custGeom>
              <a:avLst/>
              <a:gdLst>
                <a:gd name="T0" fmla="*/ 20 w 44"/>
                <a:gd name="T1" fmla="*/ 3 h 20"/>
                <a:gd name="T2" fmla="*/ 0 w 44"/>
                <a:gd name="T3" fmla="*/ 10 h 20"/>
                <a:gd name="T4" fmla="*/ 20 w 44"/>
                <a:gd name="T5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0">
                  <a:moveTo>
                    <a:pt x="20" y="3"/>
                  </a:moveTo>
                  <a:cubicBezTo>
                    <a:pt x="20" y="3"/>
                    <a:pt x="0" y="0"/>
                    <a:pt x="0" y="10"/>
                  </a:cubicBezTo>
                  <a:cubicBezTo>
                    <a:pt x="0" y="20"/>
                    <a:pt x="44" y="7"/>
                    <a:pt x="20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53"/>
            <p:cNvSpPr>
              <a:spLocks/>
            </p:cNvSpPr>
            <p:nvPr/>
          </p:nvSpPr>
          <p:spPr bwMode="auto">
            <a:xfrm>
              <a:off x="3510" y="2644"/>
              <a:ext cx="10" cy="8"/>
            </a:xfrm>
            <a:custGeom>
              <a:avLst/>
              <a:gdLst>
                <a:gd name="T0" fmla="*/ 15 w 25"/>
                <a:gd name="T1" fmla="*/ 4 h 20"/>
                <a:gd name="T2" fmla="*/ 3 w 25"/>
                <a:gd name="T3" fmla="*/ 8 h 20"/>
                <a:gd name="T4" fmla="*/ 19 w 25"/>
                <a:gd name="T5" fmla="*/ 15 h 20"/>
                <a:gd name="T6" fmla="*/ 15 w 25"/>
                <a:gd name="T7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0">
                  <a:moveTo>
                    <a:pt x="15" y="4"/>
                  </a:moveTo>
                  <a:cubicBezTo>
                    <a:pt x="15" y="4"/>
                    <a:pt x="0" y="0"/>
                    <a:pt x="3" y="8"/>
                  </a:cubicBezTo>
                  <a:cubicBezTo>
                    <a:pt x="7" y="16"/>
                    <a:pt x="15" y="20"/>
                    <a:pt x="19" y="15"/>
                  </a:cubicBezTo>
                  <a:cubicBezTo>
                    <a:pt x="22" y="9"/>
                    <a:pt x="25" y="6"/>
                    <a:pt x="15" y="4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54"/>
            <p:cNvSpPr>
              <a:spLocks/>
            </p:cNvSpPr>
            <p:nvPr/>
          </p:nvSpPr>
          <p:spPr bwMode="auto">
            <a:xfrm>
              <a:off x="3534" y="2660"/>
              <a:ext cx="16" cy="20"/>
            </a:xfrm>
            <a:custGeom>
              <a:avLst/>
              <a:gdLst>
                <a:gd name="T0" fmla="*/ 26 w 44"/>
                <a:gd name="T1" fmla="*/ 13 h 55"/>
                <a:gd name="T2" fmla="*/ 16 w 44"/>
                <a:gd name="T3" fmla="*/ 32 h 55"/>
                <a:gd name="T4" fmla="*/ 5 w 44"/>
                <a:gd name="T5" fmla="*/ 44 h 55"/>
                <a:gd name="T6" fmla="*/ 27 w 44"/>
                <a:gd name="T7" fmla="*/ 43 h 55"/>
                <a:gd name="T8" fmla="*/ 39 w 44"/>
                <a:gd name="T9" fmla="*/ 24 h 55"/>
                <a:gd name="T10" fmla="*/ 26 w 44"/>
                <a:gd name="T11" fmla="*/ 1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55">
                  <a:moveTo>
                    <a:pt x="26" y="13"/>
                  </a:moveTo>
                  <a:cubicBezTo>
                    <a:pt x="26" y="13"/>
                    <a:pt x="27" y="28"/>
                    <a:pt x="16" y="32"/>
                  </a:cubicBezTo>
                  <a:cubicBezTo>
                    <a:pt x="5" y="36"/>
                    <a:pt x="0" y="39"/>
                    <a:pt x="5" y="44"/>
                  </a:cubicBezTo>
                  <a:cubicBezTo>
                    <a:pt x="11" y="49"/>
                    <a:pt x="25" y="55"/>
                    <a:pt x="27" y="43"/>
                  </a:cubicBezTo>
                  <a:cubicBezTo>
                    <a:pt x="29" y="31"/>
                    <a:pt x="44" y="34"/>
                    <a:pt x="39" y="24"/>
                  </a:cubicBezTo>
                  <a:cubicBezTo>
                    <a:pt x="35" y="14"/>
                    <a:pt x="27" y="0"/>
                    <a:pt x="26" y="1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55"/>
            <p:cNvSpPr>
              <a:spLocks/>
            </p:cNvSpPr>
            <p:nvPr/>
          </p:nvSpPr>
          <p:spPr bwMode="auto">
            <a:xfrm>
              <a:off x="3541" y="2686"/>
              <a:ext cx="10" cy="12"/>
            </a:xfrm>
            <a:custGeom>
              <a:avLst/>
              <a:gdLst>
                <a:gd name="T0" fmla="*/ 15 w 28"/>
                <a:gd name="T1" fmla="*/ 3 h 34"/>
                <a:gd name="T2" fmla="*/ 10 w 28"/>
                <a:gd name="T3" fmla="*/ 16 h 34"/>
                <a:gd name="T4" fmla="*/ 27 w 28"/>
                <a:gd name="T5" fmla="*/ 23 h 34"/>
                <a:gd name="T6" fmla="*/ 15 w 28"/>
                <a:gd name="T7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34">
                  <a:moveTo>
                    <a:pt x="15" y="3"/>
                  </a:moveTo>
                  <a:cubicBezTo>
                    <a:pt x="15" y="3"/>
                    <a:pt x="0" y="9"/>
                    <a:pt x="10" y="16"/>
                  </a:cubicBezTo>
                  <a:cubicBezTo>
                    <a:pt x="20" y="22"/>
                    <a:pt x="26" y="34"/>
                    <a:pt x="27" y="23"/>
                  </a:cubicBezTo>
                  <a:cubicBezTo>
                    <a:pt x="28" y="12"/>
                    <a:pt x="20" y="0"/>
                    <a:pt x="15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3550" y="2699"/>
              <a:ext cx="14" cy="18"/>
            </a:xfrm>
            <a:custGeom>
              <a:avLst/>
              <a:gdLst>
                <a:gd name="T0" fmla="*/ 7 w 39"/>
                <a:gd name="T1" fmla="*/ 9 h 49"/>
                <a:gd name="T2" fmla="*/ 6 w 39"/>
                <a:gd name="T3" fmla="*/ 32 h 49"/>
                <a:gd name="T4" fmla="*/ 22 w 39"/>
                <a:gd name="T5" fmla="*/ 49 h 49"/>
                <a:gd name="T6" fmla="*/ 31 w 39"/>
                <a:gd name="T7" fmla="*/ 36 h 49"/>
                <a:gd name="T8" fmla="*/ 14 w 39"/>
                <a:gd name="T9" fmla="*/ 17 h 49"/>
                <a:gd name="T10" fmla="*/ 7 w 39"/>
                <a:gd name="T11" fmla="*/ 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49">
                  <a:moveTo>
                    <a:pt x="7" y="9"/>
                  </a:moveTo>
                  <a:cubicBezTo>
                    <a:pt x="7" y="9"/>
                    <a:pt x="0" y="25"/>
                    <a:pt x="6" y="32"/>
                  </a:cubicBezTo>
                  <a:cubicBezTo>
                    <a:pt x="11" y="40"/>
                    <a:pt x="15" y="49"/>
                    <a:pt x="22" y="49"/>
                  </a:cubicBezTo>
                  <a:cubicBezTo>
                    <a:pt x="30" y="49"/>
                    <a:pt x="39" y="47"/>
                    <a:pt x="31" y="36"/>
                  </a:cubicBezTo>
                  <a:cubicBezTo>
                    <a:pt x="23" y="25"/>
                    <a:pt x="14" y="29"/>
                    <a:pt x="14" y="17"/>
                  </a:cubicBezTo>
                  <a:cubicBezTo>
                    <a:pt x="14" y="5"/>
                    <a:pt x="10" y="0"/>
                    <a:pt x="7" y="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3551" y="2720"/>
              <a:ext cx="7" cy="13"/>
            </a:xfrm>
            <a:custGeom>
              <a:avLst/>
              <a:gdLst>
                <a:gd name="T0" fmla="*/ 7 w 19"/>
                <a:gd name="T1" fmla="*/ 13 h 36"/>
                <a:gd name="T2" fmla="*/ 5 w 19"/>
                <a:gd name="T3" fmla="*/ 30 h 36"/>
                <a:gd name="T4" fmla="*/ 19 w 19"/>
                <a:gd name="T5" fmla="*/ 26 h 36"/>
                <a:gd name="T6" fmla="*/ 7 w 19"/>
                <a:gd name="T7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7" y="13"/>
                  </a:moveTo>
                  <a:cubicBezTo>
                    <a:pt x="7" y="13"/>
                    <a:pt x="0" y="25"/>
                    <a:pt x="5" y="30"/>
                  </a:cubicBezTo>
                  <a:cubicBezTo>
                    <a:pt x="10" y="36"/>
                    <a:pt x="18" y="34"/>
                    <a:pt x="19" y="26"/>
                  </a:cubicBezTo>
                  <a:cubicBezTo>
                    <a:pt x="19" y="18"/>
                    <a:pt x="11" y="0"/>
                    <a:pt x="7" y="1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3583" y="2740"/>
              <a:ext cx="10" cy="7"/>
            </a:xfrm>
            <a:custGeom>
              <a:avLst/>
              <a:gdLst>
                <a:gd name="T0" fmla="*/ 6 w 27"/>
                <a:gd name="T1" fmla="*/ 7 h 19"/>
                <a:gd name="T2" fmla="*/ 7 w 27"/>
                <a:gd name="T3" fmla="*/ 17 h 19"/>
                <a:gd name="T4" fmla="*/ 20 w 27"/>
                <a:gd name="T5" fmla="*/ 14 h 19"/>
                <a:gd name="T6" fmla="*/ 6 w 27"/>
                <a:gd name="T7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9">
                  <a:moveTo>
                    <a:pt x="6" y="7"/>
                  </a:moveTo>
                  <a:cubicBezTo>
                    <a:pt x="6" y="7"/>
                    <a:pt x="0" y="15"/>
                    <a:pt x="7" y="17"/>
                  </a:cubicBezTo>
                  <a:cubicBezTo>
                    <a:pt x="13" y="19"/>
                    <a:pt x="27" y="19"/>
                    <a:pt x="20" y="14"/>
                  </a:cubicBezTo>
                  <a:cubicBezTo>
                    <a:pt x="13" y="9"/>
                    <a:pt x="9" y="0"/>
                    <a:pt x="6" y="7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3548" y="2738"/>
              <a:ext cx="5" cy="11"/>
            </a:xfrm>
            <a:custGeom>
              <a:avLst/>
              <a:gdLst>
                <a:gd name="T0" fmla="*/ 5 w 13"/>
                <a:gd name="T1" fmla="*/ 11 h 31"/>
                <a:gd name="T2" fmla="*/ 5 w 13"/>
                <a:gd name="T3" fmla="*/ 29 h 31"/>
                <a:gd name="T4" fmla="*/ 13 w 13"/>
                <a:gd name="T5" fmla="*/ 20 h 31"/>
                <a:gd name="T6" fmla="*/ 5 w 13"/>
                <a:gd name="T7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1">
                  <a:moveTo>
                    <a:pt x="5" y="11"/>
                  </a:moveTo>
                  <a:cubicBezTo>
                    <a:pt x="5" y="11"/>
                    <a:pt x="0" y="28"/>
                    <a:pt x="5" y="29"/>
                  </a:cubicBezTo>
                  <a:cubicBezTo>
                    <a:pt x="10" y="31"/>
                    <a:pt x="13" y="28"/>
                    <a:pt x="13" y="20"/>
                  </a:cubicBezTo>
                  <a:cubicBezTo>
                    <a:pt x="13" y="12"/>
                    <a:pt x="7" y="0"/>
                    <a:pt x="5" y="1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3537" y="2766"/>
              <a:ext cx="6" cy="9"/>
            </a:xfrm>
            <a:custGeom>
              <a:avLst/>
              <a:gdLst>
                <a:gd name="T0" fmla="*/ 2 w 15"/>
                <a:gd name="T1" fmla="*/ 6 h 24"/>
                <a:gd name="T2" fmla="*/ 7 w 15"/>
                <a:gd name="T3" fmla="*/ 24 h 24"/>
                <a:gd name="T4" fmla="*/ 2 w 15"/>
                <a:gd name="T5" fmla="*/ 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24">
                  <a:moveTo>
                    <a:pt x="2" y="6"/>
                  </a:moveTo>
                  <a:cubicBezTo>
                    <a:pt x="2" y="6"/>
                    <a:pt x="0" y="24"/>
                    <a:pt x="7" y="24"/>
                  </a:cubicBezTo>
                  <a:cubicBezTo>
                    <a:pt x="15" y="23"/>
                    <a:pt x="8" y="0"/>
                    <a:pt x="2" y="6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3532" y="2786"/>
              <a:ext cx="33" cy="35"/>
            </a:xfrm>
            <a:custGeom>
              <a:avLst/>
              <a:gdLst>
                <a:gd name="T0" fmla="*/ 68 w 90"/>
                <a:gd name="T1" fmla="*/ 69 h 96"/>
                <a:gd name="T2" fmla="*/ 59 w 90"/>
                <a:gd name="T3" fmla="*/ 87 h 96"/>
                <a:gd name="T4" fmla="*/ 16 w 90"/>
                <a:gd name="T5" fmla="*/ 89 h 96"/>
                <a:gd name="T6" fmla="*/ 25 w 90"/>
                <a:gd name="T7" fmla="*/ 75 h 96"/>
                <a:gd name="T8" fmla="*/ 35 w 90"/>
                <a:gd name="T9" fmla="*/ 51 h 96"/>
                <a:gd name="T10" fmla="*/ 53 w 90"/>
                <a:gd name="T11" fmla="*/ 37 h 96"/>
                <a:gd name="T12" fmla="*/ 68 w 90"/>
                <a:gd name="T13" fmla="*/ 69 h 96"/>
                <a:gd name="T14" fmla="*/ 84 w 90"/>
                <a:gd name="T15" fmla="*/ 8 h 96"/>
                <a:gd name="T16" fmla="*/ 74 w 90"/>
                <a:gd name="T17" fmla="*/ 22 h 96"/>
                <a:gd name="T18" fmla="*/ 86 w 90"/>
                <a:gd name="T19" fmla="*/ 20 h 96"/>
                <a:gd name="T20" fmla="*/ 84 w 90"/>
                <a:gd name="T21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6">
                  <a:moveTo>
                    <a:pt x="68" y="69"/>
                  </a:moveTo>
                  <a:cubicBezTo>
                    <a:pt x="75" y="84"/>
                    <a:pt x="60" y="79"/>
                    <a:pt x="59" y="87"/>
                  </a:cubicBezTo>
                  <a:cubicBezTo>
                    <a:pt x="58" y="96"/>
                    <a:pt x="32" y="91"/>
                    <a:pt x="16" y="89"/>
                  </a:cubicBezTo>
                  <a:cubicBezTo>
                    <a:pt x="0" y="87"/>
                    <a:pt x="17" y="76"/>
                    <a:pt x="25" y="75"/>
                  </a:cubicBezTo>
                  <a:cubicBezTo>
                    <a:pt x="33" y="75"/>
                    <a:pt x="34" y="59"/>
                    <a:pt x="35" y="51"/>
                  </a:cubicBezTo>
                  <a:cubicBezTo>
                    <a:pt x="37" y="43"/>
                    <a:pt x="53" y="37"/>
                    <a:pt x="53" y="37"/>
                  </a:cubicBezTo>
                  <a:cubicBezTo>
                    <a:pt x="59" y="23"/>
                    <a:pt x="61" y="54"/>
                    <a:pt x="68" y="69"/>
                  </a:cubicBezTo>
                  <a:close/>
                  <a:moveTo>
                    <a:pt x="84" y="8"/>
                  </a:moveTo>
                  <a:cubicBezTo>
                    <a:pt x="84" y="8"/>
                    <a:pt x="73" y="17"/>
                    <a:pt x="74" y="22"/>
                  </a:cubicBezTo>
                  <a:cubicBezTo>
                    <a:pt x="75" y="27"/>
                    <a:pt x="83" y="24"/>
                    <a:pt x="86" y="20"/>
                  </a:cubicBezTo>
                  <a:cubicBezTo>
                    <a:pt x="89" y="16"/>
                    <a:pt x="90" y="0"/>
                    <a:pt x="84" y="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3244" y="2579"/>
              <a:ext cx="65" cy="52"/>
            </a:xfrm>
            <a:custGeom>
              <a:avLst/>
              <a:gdLst>
                <a:gd name="T0" fmla="*/ 160 w 178"/>
                <a:gd name="T1" fmla="*/ 123 h 142"/>
                <a:gd name="T2" fmla="*/ 168 w 178"/>
                <a:gd name="T3" fmla="*/ 98 h 142"/>
                <a:gd name="T4" fmla="*/ 169 w 178"/>
                <a:gd name="T5" fmla="*/ 67 h 142"/>
                <a:gd name="T6" fmla="*/ 175 w 178"/>
                <a:gd name="T7" fmla="*/ 42 h 142"/>
                <a:gd name="T8" fmla="*/ 167 w 178"/>
                <a:gd name="T9" fmla="*/ 23 h 142"/>
                <a:gd name="T10" fmla="*/ 152 w 178"/>
                <a:gd name="T11" fmla="*/ 28 h 142"/>
                <a:gd name="T12" fmla="*/ 127 w 178"/>
                <a:gd name="T13" fmla="*/ 15 h 142"/>
                <a:gd name="T14" fmla="*/ 92 w 178"/>
                <a:gd name="T15" fmla="*/ 8 h 142"/>
                <a:gd name="T16" fmla="*/ 77 w 178"/>
                <a:gd name="T17" fmla="*/ 16 h 142"/>
                <a:gd name="T18" fmla="*/ 70 w 178"/>
                <a:gd name="T19" fmla="*/ 32 h 142"/>
                <a:gd name="T20" fmla="*/ 89 w 178"/>
                <a:gd name="T21" fmla="*/ 41 h 142"/>
                <a:gd name="T22" fmla="*/ 108 w 178"/>
                <a:gd name="T23" fmla="*/ 50 h 142"/>
                <a:gd name="T24" fmla="*/ 112 w 178"/>
                <a:gd name="T25" fmla="*/ 74 h 142"/>
                <a:gd name="T26" fmla="*/ 110 w 178"/>
                <a:gd name="T27" fmla="*/ 110 h 142"/>
                <a:gd name="T28" fmla="*/ 77 w 178"/>
                <a:gd name="T29" fmla="*/ 103 h 142"/>
                <a:gd name="T30" fmla="*/ 54 w 178"/>
                <a:gd name="T31" fmla="*/ 86 h 142"/>
                <a:gd name="T32" fmla="*/ 26 w 178"/>
                <a:gd name="T33" fmla="*/ 80 h 142"/>
                <a:gd name="T34" fmla="*/ 20 w 178"/>
                <a:gd name="T35" fmla="*/ 102 h 142"/>
                <a:gd name="T36" fmla="*/ 4 w 178"/>
                <a:gd name="T37" fmla="*/ 116 h 142"/>
                <a:gd name="T38" fmla="*/ 19 w 178"/>
                <a:gd name="T39" fmla="*/ 127 h 142"/>
                <a:gd name="T40" fmla="*/ 44 w 178"/>
                <a:gd name="T41" fmla="*/ 134 h 142"/>
                <a:gd name="T42" fmla="*/ 72 w 178"/>
                <a:gd name="T43" fmla="*/ 129 h 142"/>
                <a:gd name="T44" fmla="*/ 162 w 178"/>
                <a:gd name="T45" fmla="*/ 133 h 142"/>
                <a:gd name="T46" fmla="*/ 160 w 178"/>
                <a:gd name="T47" fmla="*/ 12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8" h="142">
                  <a:moveTo>
                    <a:pt x="160" y="123"/>
                  </a:moveTo>
                  <a:cubicBezTo>
                    <a:pt x="158" y="118"/>
                    <a:pt x="162" y="106"/>
                    <a:pt x="168" y="98"/>
                  </a:cubicBezTo>
                  <a:cubicBezTo>
                    <a:pt x="173" y="90"/>
                    <a:pt x="172" y="74"/>
                    <a:pt x="169" y="67"/>
                  </a:cubicBezTo>
                  <a:cubicBezTo>
                    <a:pt x="167" y="59"/>
                    <a:pt x="169" y="55"/>
                    <a:pt x="175" y="42"/>
                  </a:cubicBezTo>
                  <a:cubicBezTo>
                    <a:pt x="178" y="33"/>
                    <a:pt x="172" y="27"/>
                    <a:pt x="167" y="23"/>
                  </a:cubicBezTo>
                  <a:cubicBezTo>
                    <a:pt x="165" y="28"/>
                    <a:pt x="161" y="30"/>
                    <a:pt x="152" y="28"/>
                  </a:cubicBezTo>
                  <a:cubicBezTo>
                    <a:pt x="140" y="24"/>
                    <a:pt x="135" y="21"/>
                    <a:pt x="127" y="15"/>
                  </a:cubicBezTo>
                  <a:cubicBezTo>
                    <a:pt x="120" y="10"/>
                    <a:pt x="102" y="0"/>
                    <a:pt x="92" y="8"/>
                  </a:cubicBezTo>
                  <a:cubicBezTo>
                    <a:pt x="92" y="8"/>
                    <a:pt x="89" y="14"/>
                    <a:pt x="77" y="16"/>
                  </a:cubicBezTo>
                  <a:cubicBezTo>
                    <a:pt x="64" y="18"/>
                    <a:pt x="64" y="27"/>
                    <a:pt x="70" y="32"/>
                  </a:cubicBezTo>
                  <a:cubicBezTo>
                    <a:pt x="77" y="37"/>
                    <a:pt x="82" y="41"/>
                    <a:pt x="89" y="41"/>
                  </a:cubicBezTo>
                  <a:cubicBezTo>
                    <a:pt x="96" y="41"/>
                    <a:pt x="105" y="45"/>
                    <a:pt x="108" y="50"/>
                  </a:cubicBezTo>
                  <a:cubicBezTo>
                    <a:pt x="111" y="55"/>
                    <a:pt x="113" y="65"/>
                    <a:pt x="112" y="74"/>
                  </a:cubicBezTo>
                  <a:cubicBezTo>
                    <a:pt x="112" y="83"/>
                    <a:pt x="139" y="115"/>
                    <a:pt x="110" y="110"/>
                  </a:cubicBezTo>
                  <a:cubicBezTo>
                    <a:pt x="82" y="105"/>
                    <a:pt x="82" y="113"/>
                    <a:pt x="77" y="103"/>
                  </a:cubicBezTo>
                  <a:cubicBezTo>
                    <a:pt x="72" y="94"/>
                    <a:pt x="67" y="88"/>
                    <a:pt x="54" y="86"/>
                  </a:cubicBezTo>
                  <a:cubicBezTo>
                    <a:pt x="40" y="83"/>
                    <a:pt x="29" y="70"/>
                    <a:pt x="26" y="80"/>
                  </a:cubicBezTo>
                  <a:cubicBezTo>
                    <a:pt x="24" y="89"/>
                    <a:pt x="36" y="101"/>
                    <a:pt x="20" y="102"/>
                  </a:cubicBezTo>
                  <a:cubicBezTo>
                    <a:pt x="4" y="103"/>
                    <a:pt x="0" y="108"/>
                    <a:pt x="4" y="116"/>
                  </a:cubicBezTo>
                  <a:cubicBezTo>
                    <a:pt x="8" y="124"/>
                    <a:pt x="12" y="116"/>
                    <a:pt x="19" y="127"/>
                  </a:cubicBezTo>
                  <a:cubicBezTo>
                    <a:pt x="25" y="138"/>
                    <a:pt x="36" y="142"/>
                    <a:pt x="44" y="134"/>
                  </a:cubicBezTo>
                  <a:cubicBezTo>
                    <a:pt x="52" y="126"/>
                    <a:pt x="56" y="128"/>
                    <a:pt x="72" y="129"/>
                  </a:cubicBezTo>
                  <a:cubicBezTo>
                    <a:pt x="86" y="131"/>
                    <a:pt x="145" y="125"/>
                    <a:pt x="162" y="133"/>
                  </a:cubicBezTo>
                  <a:cubicBezTo>
                    <a:pt x="163" y="129"/>
                    <a:pt x="162" y="126"/>
                    <a:pt x="160" y="12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3302" y="2581"/>
              <a:ext cx="85" cy="58"/>
            </a:xfrm>
            <a:custGeom>
              <a:avLst/>
              <a:gdLst>
                <a:gd name="T0" fmla="*/ 224 w 235"/>
                <a:gd name="T1" fmla="*/ 95 h 159"/>
                <a:gd name="T2" fmla="*/ 222 w 235"/>
                <a:gd name="T3" fmla="*/ 64 h 159"/>
                <a:gd name="T4" fmla="*/ 177 w 235"/>
                <a:gd name="T5" fmla="*/ 44 h 159"/>
                <a:gd name="T6" fmla="*/ 131 w 235"/>
                <a:gd name="T7" fmla="*/ 42 h 159"/>
                <a:gd name="T8" fmla="*/ 108 w 235"/>
                <a:gd name="T9" fmla="*/ 27 h 159"/>
                <a:gd name="T10" fmla="*/ 79 w 235"/>
                <a:gd name="T11" fmla="*/ 10 h 159"/>
                <a:gd name="T12" fmla="*/ 31 w 235"/>
                <a:gd name="T13" fmla="*/ 4 h 159"/>
                <a:gd name="T14" fmla="*/ 10 w 235"/>
                <a:gd name="T15" fmla="*/ 14 h 159"/>
                <a:gd name="T16" fmla="*/ 9 w 235"/>
                <a:gd name="T17" fmla="*/ 18 h 159"/>
                <a:gd name="T18" fmla="*/ 17 w 235"/>
                <a:gd name="T19" fmla="*/ 37 h 159"/>
                <a:gd name="T20" fmla="*/ 11 w 235"/>
                <a:gd name="T21" fmla="*/ 62 h 159"/>
                <a:gd name="T22" fmla="*/ 10 w 235"/>
                <a:gd name="T23" fmla="*/ 93 h 159"/>
                <a:gd name="T24" fmla="*/ 2 w 235"/>
                <a:gd name="T25" fmla="*/ 118 h 159"/>
                <a:gd name="T26" fmla="*/ 4 w 235"/>
                <a:gd name="T27" fmla="*/ 128 h 159"/>
                <a:gd name="T28" fmla="*/ 9 w 235"/>
                <a:gd name="T29" fmla="*/ 133 h 159"/>
                <a:gd name="T30" fmla="*/ 31 w 235"/>
                <a:gd name="T31" fmla="*/ 158 h 159"/>
                <a:gd name="T32" fmla="*/ 45 w 235"/>
                <a:gd name="T33" fmla="*/ 145 h 159"/>
                <a:gd name="T34" fmla="*/ 75 w 235"/>
                <a:gd name="T35" fmla="*/ 117 h 159"/>
                <a:gd name="T36" fmla="*/ 113 w 235"/>
                <a:gd name="T37" fmla="*/ 126 h 159"/>
                <a:gd name="T38" fmla="*/ 147 w 235"/>
                <a:gd name="T39" fmla="*/ 114 h 159"/>
                <a:gd name="T40" fmla="*/ 176 w 235"/>
                <a:gd name="T41" fmla="*/ 111 h 159"/>
                <a:gd name="T42" fmla="*/ 231 w 235"/>
                <a:gd name="T43" fmla="*/ 119 h 159"/>
                <a:gd name="T44" fmla="*/ 224 w 235"/>
                <a:gd name="T45" fmla="*/ 9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5" h="159">
                  <a:moveTo>
                    <a:pt x="224" y="95"/>
                  </a:moveTo>
                  <a:cubicBezTo>
                    <a:pt x="214" y="86"/>
                    <a:pt x="228" y="76"/>
                    <a:pt x="222" y="64"/>
                  </a:cubicBezTo>
                  <a:cubicBezTo>
                    <a:pt x="215" y="52"/>
                    <a:pt x="192" y="43"/>
                    <a:pt x="177" y="44"/>
                  </a:cubicBezTo>
                  <a:cubicBezTo>
                    <a:pt x="163" y="45"/>
                    <a:pt x="139" y="56"/>
                    <a:pt x="131" y="42"/>
                  </a:cubicBezTo>
                  <a:cubicBezTo>
                    <a:pt x="123" y="28"/>
                    <a:pt x="122" y="32"/>
                    <a:pt x="108" y="27"/>
                  </a:cubicBezTo>
                  <a:cubicBezTo>
                    <a:pt x="93" y="22"/>
                    <a:pt x="90" y="19"/>
                    <a:pt x="79" y="10"/>
                  </a:cubicBezTo>
                  <a:cubicBezTo>
                    <a:pt x="68" y="0"/>
                    <a:pt x="48" y="2"/>
                    <a:pt x="31" y="4"/>
                  </a:cubicBezTo>
                  <a:cubicBezTo>
                    <a:pt x="15" y="6"/>
                    <a:pt x="10" y="7"/>
                    <a:pt x="10" y="14"/>
                  </a:cubicBezTo>
                  <a:cubicBezTo>
                    <a:pt x="10" y="16"/>
                    <a:pt x="9" y="17"/>
                    <a:pt x="9" y="18"/>
                  </a:cubicBezTo>
                  <a:cubicBezTo>
                    <a:pt x="14" y="22"/>
                    <a:pt x="20" y="28"/>
                    <a:pt x="17" y="37"/>
                  </a:cubicBezTo>
                  <a:cubicBezTo>
                    <a:pt x="11" y="50"/>
                    <a:pt x="9" y="54"/>
                    <a:pt x="11" y="62"/>
                  </a:cubicBezTo>
                  <a:cubicBezTo>
                    <a:pt x="14" y="69"/>
                    <a:pt x="15" y="85"/>
                    <a:pt x="10" y="93"/>
                  </a:cubicBezTo>
                  <a:cubicBezTo>
                    <a:pt x="4" y="101"/>
                    <a:pt x="0" y="113"/>
                    <a:pt x="2" y="118"/>
                  </a:cubicBezTo>
                  <a:cubicBezTo>
                    <a:pt x="4" y="121"/>
                    <a:pt x="5" y="124"/>
                    <a:pt x="4" y="128"/>
                  </a:cubicBezTo>
                  <a:cubicBezTo>
                    <a:pt x="7" y="129"/>
                    <a:pt x="9" y="131"/>
                    <a:pt x="9" y="133"/>
                  </a:cubicBezTo>
                  <a:cubicBezTo>
                    <a:pt x="11" y="147"/>
                    <a:pt x="22" y="157"/>
                    <a:pt x="31" y="158"/>
                  </a:cubicBezTo>
                  <a:cubicBezTo>
                    <a:pt x="40" y="159"/>
                    <a:pt x="45" y="155"/>
                    <a:pt x="45" y="145"/>
                  </a:cubicBezTo>
                  <a:cubicBezTo>
                    <a:pt x="46" y="135"/>
                    <a:pt x="60" y="108"/>
                    <a:pt x="75" y="117"/>
                  </a:cubicBezTo>
                  <a:cubicBezTo>
                    <a:pt x="90" y="126"/>
                    <a:pt x="103" y="137"/>
                    <a:pt x="113" y="126"/>
                  </a:cubicBezTo>
                  <a:cubicBezTo>
                    <a:pt x="124" y="114"/>
                    <a:pt x="137" y="114"/>
                    <a:pt x="147" y="114"/>
                  </a:cubicBezTo>
                  <a:cubicBezTo>
                    <a:pt x="157" y="114"/>
                    <a:pt x="157" y="109"/>
                    <a:pt x="176" y="111"/>
                  </a:cubicBezTo>
                  <a:cubicBezTo>
                    <a:pt x="194" y="114"/>
                    <a:pt x="227" y="125"/>
                    <a:pt x="231" y="119"/>
                  </a:cubicBezTo>
                  <a:cubicBezTo>
                    <a:pt x="235" y="112"/>
                    <a:pt x="234" y="104"/>
                    <a:pt x="224" y="95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64"/>
            <p:cNvSpPr>
              <a:spLocks/>
            </p:cNvSpPr>
            <p:nvPr/>
          </p:nvSpPr>
          <p:spPr bwMode="auto">
            <a:xfrm>
              <a:off x="2903" y="2621"/>
              <a:ext cx="32" cy="63"/>
            </a:xfrm>
            <a:custGeom>
              <a:avLst/>
              <a:gdLst>
                <a:gd name="T0" fmla="*/ 30 w 87"/>
                <a:gd name="T1" fmla="*/ 170 h 174"/>
                <a:gd name="T2" fmla="*/ 27 w 87"/>
                <a:gd name="T3" fmla="*/ 164 h 174"/>
                <a:gd name="T4" fmla="*/ 37 w 87"/>
                <a:gd name="T5" fmla="*/ 147 h 174"/>
                <a:gd name="T6" fmla="*/ 56 w 87"/>
                <a:gd name="T7" fmla="*/ 126 h 174"/>
                <a:gd name="T8" fmla="*/ 66 w 87"/>
                <a:gd name="T9" fmla="*/ 103 h 174"/>
                <a:gd name="T10" fmla="*/ 68 w 87"/>
                <a:gd name="T11" fmla="*/ 39 h 174"/>
                <a:gd name="T12" fmla="*/ 87 w 87"/>
                <a:gd name="T13" fmla="*/ 26 h 174"/>
                <a:gd name="T14" fmla="*/ 74 w 87"/>
                <a:gd name="T15" fmla="*/ 14 h 174"/>
                <a:gd name="T16" fmla="*/ 63 w 87"/>
                <a:gd name="T17" fmla="*/ 3 h 174"/>
                <a:gd name="T18" fmla="*/ 38 w 87"/>
                <a:gd name="T19" fmla="*/ 21 h 174"/>
                <a:gd name="T20" fmla="*/ 16 w 87"/>
                <a:gd name="T21" fmla="*/ 34 h 174"/>
                <a:gd name="T22" fmla="*/ 1 w 87"/>
                <a:gd name="T23" fmla="*/ 45 h 174"/>
                <a:gd name="T24" fmla="*/ 1 w 87"/>
                <a:gd name="T25" fmla="*/ 45 h 174"/>
                <a:gd name="T26" fmla="*/ 0 w 87"/>
                <a:gd name="T27" fmla="*/ 171 h 174"/>
                <a:gd name="T28" fmla="*/ 30 w 87"/>
                <a:gd name="T29" fmla="*/ 17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174">
                  <a:moveTo>
                    <a:pt x="30" y="170"/>
                  </a:moveTo>
                  <a:cubicBezTo>
                    <a:pt x="28" y="168"/>
                    <a:pt x="27" y="166"/>
                    <a:pt x="27" y="164"/>
                  </a:cubicBezTo>
                  <a:cubicBezTo>
                    <a:pt x="26" y="156"/>
                    <a:pt x="27" y="152"/>
                    <a:pt x="37" y="147"/>
                  </a:cubicBezTo>
                  <a:cubicBezTo>
                    <a:pt x="48" y="141"/>
                    <a:pt x="55" y="138"/>
                    <a:pt x="56" y="126"/>
                  </a:cubicBezTo>
                  <a:cubicBezTo>
                    <a:pt x="58" y="114"/>
                    <a:pt x="68" y="122"/>
                    <a:pt x="66" y="103"/>
                  </a:cubicBezTo>
                  <a:cubicBezTo>
                    <a:pt x="64" y="84"/>
                    <a:pt x="58" y="51"/>
                    <a:pt x="68" y="39"/>
                  </a:cubicBezTo>
                  <a:cubicBezTo>
                    <a:pt x="72" y="33"/>
                    <a:pt x="80" y="30"/>
                    <a:pt x="87" y="26"/>
                  </a:cubicBezTo>
                  <a:cubicBezTo>
                    <a:pt x="80" y="24"/>
                    <a:pt x="74" y="18"/>
                    <a:pt x="74" y="14"/>
                  </a:cubicBezTo>
                  <a:cubicBezTo>
                    <a:pt x="72" y="8"/>
                    <a:pt x="70" y="5"/>
                    <a:pt x="63" y="3"/>
                  </a:cubicBezTo>
                  <a:cubicBezTo>
                    <a:pt x="56" y="0"/>
                    <a:pt x="44" y="0"/>
                    <a:pt x="38" y="21"/>
                  </a:cubicBezTo>
                  <a:cubicBezTo>
                    <a:pt x="32" y="43"/>
                    <a:pt x="27" y="38"/>
                    <a:pt x="16" y="34"/>
                  </a:cubicBezTo>
                  <a:cubicBezTo>
                    <a:pt x="4" y="31"/>
                    <a:pt x="7" y="36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171"/>
                    <a:pt x="16" y="174"/>
                    <a:pt x="30" y="17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65"/>
            <p:cNvSpPr>
              <a:spLocks/>
            </p:cNvSpPr>
            <p:nvPr/>
          </p:nvSpPr>
          <p:spPr bwMode="auto">
            <a:xfrm>
              <a:off x="2831" y="2636"/>
              <a:ext cx="94" cy="98"/>
            </a:xfrm>
            <a:custGeom>
              <a:avLst/>
              <a:gdLst>
                <a:gd name="T0" fmla="*/ 145 w 260"/>
                <a:gd name="T1" fmla="*/ 261 h 268"/>
                <a:gd name="T2" fmla="*/ 160 w 260"/>
                <a:gd name="T3" fmla="*/ 246 h 268"/>
                <a:gd name="T4" fmla="*/ 174 w 260"/>
                <a:gd name="T5" fmla="*/ 229 h 268"/>
                <a:gd name="T6" fmla="*/ 196 w 260"/>
                <a:gd name="T7" fmla="*/ 211 h 268"/>
                <a:gd name="T8" fmla="*/ 213 w 260"/>
                <a:gd name="T9" fmla="*/ 177 h 268"/>
                <a:gd name="T10" fmla="*/ 237 w 260"/>
                <a:gd name="T11" fmla="*/ 162 h 268"/>
                <a:gd name="T12" fmla="*/ 260 w 260"/>
                <a:gd name="T13" fmla="*/ 132 h 268"/>
                <a:gd name="T14" fmla="*/ 246 w 260"/>
                <a:gd name="T15" fmla="*/ 133 h 268"/>
                <a:gd name="T16" fmla="*/ 229 w 260"/>
                <a:gd name="T17" fmla="*/ 128 h 268"/>
                <a:gd name="T18" fmla="*/ 199 w 260"/>
                <a:gd name="T19" fmla="*/ 129 h 268"/>
                <a:gd name="T20" fmla="*/ 200 w 260"/>
                <a:gd name="T21" fmla="*/ 3 h 268"/>
                <a:gd name="T22" fmla="*/ 110 w 260"/>
                <a:gd name="T23" fmla="*/ 2 h 268"/>
                <a:gd name="T24" fmla="*/ 84 w 260"/>
                <a:gd name="T25" fmla="*/ 20 h 268"/>
                <a:gd name="T26" fmla="*/ 70 w 260"/>
                <a:gd name="T27" fmla="*/ 37 h 268"/>
                <a:gd name="T28" fmla="*/ 70 w 260"/>
                <a:gd name="T29" fmla="*/ 53 h 268"/>
                <a:gd name="T30" fmla="*/ 107 w 260"/>
                <a:gd name="T31" fmla="*/ 87 h 268"/>
                <a:gd name="T32" fmla="*/ 118 w 260"/>
                <a:gd name="T33" fmla="*/ 112 h 268"/>
                <a:gd name="T34" fmla="*/ 61 w 260"/>
                <a:gd name="T35" fmla="*/ 117 h 268"/>
                <a:gd name="T36" fmla="*/ 41 w 260"/>
                <a:gd name="T37" fmla="*/ 142 h 268"/>
                <a:gd name="T38" fmla="*/ 11 w 260"/>
                <a:gd name="T39" fmla="*/ 188 h 268"/>
                <a:gd name="T40" fmla="*/ 0 w 260"/>
                <a:gd name="T41" fmla="*/ 221 h 268"/>
                <a:gd name="T42" fmla="*/ 6 w 260"/>
                <a:gd name="T43" fmla="*/ 223 h 268"/>
                <a:gd name="T44" fmla="*/ 34 w 260"/>
                <a:gd name="T45" fmla="*/ 237 h 268"/>
                <a:gd name="T46" fmla="*/ 75 w 260"/>
                <a:gd name="T47" fmla="*/ 256 h 268"/>
                <a:gd name="T48" fmla="*/ 116 w 260"/>
                <a:gd name="T49" fmla="*/ 258 h 268"/>
                <a:gd name="T50" fmla="*/ 132 w 260"/>
                <a:gd name="T51" fmla="*/ 268 h 268"/>
                <a:gd name="T52" fmla="*/ 145 w 260"/>
                <a:gd name="T53" fmla="*/ 261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" h="268">
                  <a:moveTo>
                    <a:pt x="145" y="261"/>
                  </a:moveTo>
                  <a:cubicBezTo>
                    <a:pt x="160" y="261"/>
                    <a:pt x="150" y="247"/>
                    <a:pt x="160" y="246"/>
                  </a:cubicBezTo>
                  <a:cubicBezTo>
                    <a:pt x="171" y="244"/>
                    <a:pt x="171" y="237"/>
                    <a:pt x="174" y="229"/>
                  </a:cubicBezTo>
                  <a:cubicBezTo>
                    <a:pt x="178" y="221"/>
                    <a:pt x="194" y="227"/>
                    <a:pt x="196" y="211"/>
                  </a:cubicBezTo>
                  <a:cubicBezTo>
                    <a:pt x="197" y="196"/>
                    <a:pt x="197" y="181"/>
                    <a:pt x="213" y="177"/>
                  </a:cubicBezTo>
                  <a:cubicBezTo>
                    <a:pt x="230" y="173"/>
                    <a:pt x="229" y="169"/>
                    <a:pt x="237" y="162"/>
                  </a:cubicBezTo>
                  <a:cubicBezTo>
                    <a:pt x="244" y="156"/>
                    <a:pt x="255" y="148"/>
                    <a:pt x="260" y="132"/>
                  </a:cubicBezTo>
                  <a:cubicBezTo>
                    <a:pt x="255" y="133"/>
                    <a:pt x="250" y="133"/>
                    <a:pt x="246" y="133"/>
                  </a:cubicBezTo>
                  <a:cubicBezTo>
                    <a:pt x="240" y="133"/>
                    <a:pt x="233" y="131"/>
                    <a:pt x="229" y="128"/>
                  </a:cubicBezTo>
                  <a:cubicBezTo>
                    <a:pt x="215" y="132"/>
                    <a:pt x="199" y="129"/>
                    <a:pt x="199" y="129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4" y="12"/>
                    <a:pt x="134" y="4"/>
                    <a:pt x="110" y="2"/>
                  </a:cubicBezTo>
                  <a:cubicBezTo>
                    <a:pt x="87" y="0"/>
                    <a:pt x="84" y="10"/>
                    <a:pt x="84" y="20"/>
                  </a:cubicBezTo>
                  <a:cubicBezTo>
                    <a:pt x="84" y="29"/>
                    <a:pt x="95" y="37"/>
                    <a:pt x="70" y="37"/>
                  </a:cubicBezTo>
                  <a:cubicBezTo>
                    <a:pt x="45" y="37"/>
                    <a:pt x="56" y="43"/>
                    <a:pt x="70" y="53"/>
                  </a:cubicBezTo>
                  <a:cubicBezTo>
                    <a:pt x="84" y="62"/>
                    <a:pt x="90" y="74"/>
                    <a:pt x="107" y="87"/>
                  </a:cubicBezTo>
                  <a:cubicBezTo>
                    <a:pt x="123" y="100"/>
                    <a:pt x="118" y="99"/>
                    <a:pt x="118" y="112"/>
                  </a:cubicBezTo>
                  <a:cubicBezTo>
                    <a:pt x="118" y="125"/>
                    <a:pt x="88" y="117"/>
                    <a:pt x="61" y="117"/>
                  </a:cubicBezTo>
                  <a:cubicBezTo>
                    <a:pt x="34" y="117"/>
                    <a:pt x="41" y="131"/>
                    <a:pt x="41" y="142"/>
                  </a:cubicBezTo>
                  <a:cubicBezTo>
                    <a:pt x="41" y="152"/>
                    <a:pt x="21" y="170"/>
                    <a:pt x="11" y="188"/>
                  </a:cubicBezTo>
                  <a:cubicBezTo>
                    <a:pt x="5" y="199"/>
                    <a:pt x="2" y="212"/>
                    <a:pt x="0" y="221"/>
                  </a:cubicBezTo>
                  <a:cubicBezTo>
                    <a:pt x="2" y="222"/>
                    <a:pt x="4" y="222"/>
                    <a:pt x="6" y="223"/>
                  </a:cubicBezTo>
                  <a:cubicBezTo>
                    <a:pt x="18" y="226"/>
                    <a:pt x="17" y="218"/>
                    <a:pt x="34" y="237"/>
                  </a:cubicBezTo>
                  <a:cubicBezTo>
                    <a:pt x="52" y="257"/>
                    <a:pt x="64" y="256"/>
                    <a:pt x="75" y="256"/>
                  </a:cubicBezTo>
                  <a:cubicBezTo>
                    <a:pt x="86" y="256"/>
                    <a:pt x="98" y="252"/>
                    <a:pt x="116" y="258"/>
                  </a:cubicBezTo>
                  <a:cubicBezTo>
                    <a:pt x="123" y="260"/>
                    <a:pt x="128" y="264"/>
                    <a:pt x="132" y="268"/>
                  </a:cubicBezTo>
                  <a:cubicBezTo>
                    <a:pt x="135" y="264"/>
                    <a:pt x="139" y="261"/>
                    <a:pt x="145" y="26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66"/>
            <p:cNvSpPr>
              <a:spLocks/>
            </p:cNvSpPr>
            <p:nvPr/>
          </p:nvSpPr>
          <p:spPr bwMode="auto">
            <a:xfrm>
              <a:off x="2879" y="2716"/>
              <a:ext cx="59" cy="33"/>
            </a:xfrm>
            <a:custGeom>
              <a:avLst/>
              <a:gdLst>
                <a:gd name="T0" fmla="*/ 116 w 163"/>
                <a:gd name="T1" fmla="*/ 38 h 91"/>
                <a:gd name="T2" fmla="*/ 80 w 163"/>
                <a:gd name="T3" fmla="*/ 18 h 91"/>
                <a:gd name="T4" fmla="*/ 60 w 163"/>
                <a:gd name="T5" fmla="*/ 0 h 91"/>
                <a:gd name="T6" fmla="*/ 42 w 163"/>
                <a:gd name="T7" fmla="*/ 9 h 91"/>
                <a:gd name="T8" fmla="*/ 28 w 163"/>
                <a:gd name="T9" fmla="*/ 26 h 91"/>
                <a:gd name="T10" fmla="*/ 13 w 163"/>
                <a:gd name="T11" fmla="*/ 41 h 91"/>
                <a:gd name="T12" fmla="*/ 0 w 163"/>
                <a:gd name="T13" fmla="*/ 48 h 91"/>
                <a:gd name="T14" fmla="*/ 26 w 163"/>
                <a:gd name="T15" fmla="*/ 63 h 91"/>
                <a:gd name="T16" fmla="*/ 75 w 163"/>
                <a:gd name="T17" fmla="*/ 76 h 91"/>
                <a:gd name="T18" fmla="*/ 138 w 163"/>
                <a:gd name="T19" fmla="*/ 87 h 91"/>
                <a:gd name="T20" fmla="*/ 159 w 163"/>
                <a:gd name="T21" fmla="*/ 77 h 91"/>
                <a:gd name="T22" fmla="*/ 163 w 163"/>
                <a:gd name="T23" fmla="*/ 70 h 91"/>
                <a:gd name="T24" fmla="*/ 159 w 163"/>
                <a:gd name="T25" fmla="*/ 45 h 91"/>
                <a:gd name="T26" fmla="*/ 116 w 163"/>
                <a:gd name="T27" fmla="*/ 3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3" h="91">
                  <a:moveTo>
                    <a:pt x="116" y="38"/>
                  </a:moveTo>
                  <a:cubicBezTo>
                    <a:pt x="100" y="37"/>
                    <a:pt x="89" y="23"/>
                    <a:pt x="80" y="18"/>
                  </a:cubicBezTo>
                  <a:cubicBezTo>
                    <a:pt x="74" y="15"/>
                    <a:pt x="66" y="6"/>
                    <a:pt x="60" y="0"/>
                  </a:cubicBezTo>
                  <a:cubicBezTo>
                    <a:pt x="55" y="5"/>
                    <a:pt x="45" y="3"/>
                    <a:pt x="42" y="9"/>
                  </a:cubicBezTo>
                  <a:cubicBezTo>
                    <a:pt x="39" y="17"/>
                    <a:pt x="39" y="24"/>
                    <a:pt x="28" y="26"/>
                  </a:cubicBezTo>
                  <a:cubicBezTo>
                    <a:pt x="18" y="27"/>
                    <a:pt x="28" y="41"/>
                    <a:pt x="13" y="41"/>
                  </a:cubicBezTo>
                  <a:cubicBezTo>
                    <a:pt x="7" y="41"/>
                    <a:pt x="3" y="44"/>
                    <a:pt x="0" y="48"/>
                  </a:cubicBezTo>
                  <a:cubicBezTo>
                    <a:pt x="7" y="53"/>
                    <a:pt x="13" y="59"/>
                    <a:pt x="26" y="63"/>
                  </a:cubicBezTo>
                  <a:cubicBezTo>
                    <a:pt x="49" y="68"/>
                    <a:pt x="60" y="67"/>
                    <a:pt x="75" y="76"/>
                  </a:cubicBezTo>
                  <a:cubicBezTo>
                    <a:pt x="89" y="85"/>
                    <a:pt x="120" y="91"/>
                    <a:pt x="138" y="87"/>
                  </a:cubicBezTo>
                  <a:cubicBezTo>
                    <a:pt x="157" y="84"/>
                    <a:pt x="155" y="82"/>
                    <a:pt x="159" y="77"/>
                  </a:cubicBezTo>
                  <a:cubicBezTo>
                    <a:pt x="161" y="73"/>
                    <a:pt x="161" y="71"/>
                    <a:pt x="163" y="70"/>
                  </a:cubicBezTo>
                  <a:cubicBezTo>
                    <a:pt x="161" y="63"/>
                    <a:pt x="161" y="53"/>
                    <a:pt x="159" y="45"/>
                  </a:cubicBezTo>
                  <a:cubicBezTo>
                    <a:pt x="157" y="36"/>
                    <a:pt x="131" y="38"/>
                    <a:pt x="116" y="3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2901" y="2680"/>
              <a:ext cx="144" cy="72"/>
            </a:xfrm>
            <a:custGeom>
              <a:avLst/>
              <a:gdLst>
                <a:gd name="T0" fmla="*/ 129 w 397"/>
                <a:gd name="T1" fmla="*/ 198 h 200"/>
                <a:gd name="T2" fmla="*/ 148 w 397"/>
                <a:gd name="T3" fmla="*/ 192 h 200"/>
                <a:gd name="T4" fmla="*/ 165 w 397"/>
                <a:gd name="T5" fmla="*/ 171 h 200"/>
                <a:gd name="T6" fmla="*/ 177 w 397"/>
                <a:gd name="T7" fmla="*/ 148 h 200"/>
                <a:gd name="T8" fmla="*/ 197 w 397"/>
                <a:gd name="T9" fmla="*/ 137 h 200"/>
                <a:gd name="T10" fmla="*/ 213 w 397"/>
                <a:gd name="T11" fmla="*/ 136 h 200"/>
                <a:gd name="T12" fmla="*/ 231 w 397"/>
                <a:gd name="T13" fmla="*/ 140 h 200"/>
                <a:gd name="T14" fmla="*/ 249 w 397"/>
                <a:gd name="T15" fmla="*/ 122 h 200"/>
                <a:gd name="T16" fmla="*/ 265 w 397"/>
                <a:gd name="T17" fmla="*/ 100 h 200"/>
                <a:gd name="T18" fmla="*/ 282 w 397"/>
                <a:gd name="T19" fmla="*/ 78 h 200"/>
                <a:gd name="T20" fmla="*/ 298 w 397"/>
                <a:gd name="T21" fmla="*/ 84 h 200"/>
                <a:gd name="T22" fmla="*/ 304 w 397"/>
                <a:gd name="T23" fmla="*/ 96 h 200"/>
                <a:gd name="T24" fmla="*/ 325 w 397"/>
                <a:gd name="T25" fmla="*/ 84 h 200"/>
                <a:gd name="T26" fmla="*/ 351 w 397"/>
                <a:gd name="T27" fmla="*/ 80 h 200"/>
                <a:gd name="T28" fmla="*/ 370 w 397"/>
                <a:gd name="T29" fmla="*/ 72 h 200"/>
                <a:gd name="T30" fmla="*/ 396 w 397"/>
                <a:gd name="T31" fmla="*/ 65 h 200"/>
                <a:gd name="T32" fmla="*/ 395 w 397"/>
                <a:gd name="T33" fmla="*/ 55 h 200"/>
                <a:gd name="T34" fmla="*/ 359 w 397"/>
                <a:gd name="T35" fmla="*/ 36 h 200"/>
                <a:gd name="T36" fmla="*/ 301 w 397"/>
                <a:gd name="T37" fmla="*/ 4 h 200"/>
                <a:gd name="T38" fmla="*/ 259 w 397"/>
                <a:gd name="T39" fmla="*/ 3 h 200"/>
                <a:gd name="T40" fmla="*/ 200 w 397"/>
                <a:gd name="T41" fmla="*/ 6 h 200"/>
                <a:gd name="T42" fmla="*/ 161 w 397"/>
                <a:gd name="T43" fmla="*/ 10 h 200"/>
                <a:gd name="T44" fmla="*/ 119 w 397"/>
                <a:gd name="T45" fmla="*/ 9 h 200"/>
                <a:gd name="T46" fmla="*/ 87 w 397"/>
                <a:gd name="T47" fmla="*/ 7 h 200"/>
                <a:gd name="T48" fmla="*/ 68 w 397"/>
                <a:gd name="T49" fmla="*/ 12 h 200"/>
                <a:gd name="T50" fmla="*/ 45 w 397"/>
                <a:gd name="T51" fmla="*/ 42 h 200"/>
                <a:gd name="T52" fmla="*/ 21 w 397"/>
                <a:gd name="T53" fmla="*/ 57 h 200"/>
                <a:gd name="T54" fmla="*/ 4 w 397"/>
                <a:gd name="T55" fmla="*/ 91 h 200"/>
                <a:gd name="T56" fmla="*/ 0 w 397"/>
                <a:gd name="T57" fmla="*/ 100 h 200"/>
                <a:gd name="T58" fmla="*/ 20 w 397"/>
                <a:gd name="T59" fmla="*/ 118 h 200"/>
                <a:gd name="T60" fmla="*/ 56 w 397"/>
                <a:gd name="T61" fmla="*/ 138 h 200"/>
                <a:gd name="T62" fmla="*/ 99 w 397"/>
                <a:gd name="T63" fmla="*/ 145 h 200"/>
                <a:gd name="T64" fmla="*/ 103 w 397"/>
                <a:gd name="T65" fmla="*/ 170 h 200"/>
                <a:gd name="T66" fmla="*/ 109 w 397"/>
                <a:gd name="T67" fmla="*/ 171 h 200"/>
                <a:gd name="T68" fmla="*/ 121 w 397"/>
                <a:gd name="T69" fmla="*/ 189 h 200"/>
                <a:gd name="T70" fmla="*/ 105 w 397"/>
                <a:gd name="T71" fmla="*/ 199 h 200"/>
                <a:gd name="T72" fmla="*/ 129 w 397"/>
                <a:gd name="T73" fmla="*/ 19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97" h="200">
                  <a:moveTo>
                    <a:pt x="129" y="198"/>
                  </a:moveTo>
                  <a:cubicBezTo>
                    <a:pt x="140" y="198"/>
                    <a:pt x="144" y="200"/>
                    <a:pt x="148" y="192"/>
                  </a:cubicBezTo>
                  <a:cubicBezTo>
                    <a:pt x="153" y="183"/>
                    <a:pt x="165" y="185"/>
                    <a:pt x="165" y="171"/>
                  </a:cubicBezTo>
                  <a:cubicBezTo>
                    <a:pt x="165" y="157"/>
                    <a:pt x="166" y="148"/>
                    <a:pt x="177" y="148"/>
                  </a:cubicBezTo>
                  <a:cubicBezTo>
                    <a:pt x="188" y="148"/>
                    <a:pt x="194" y="141"/>
                    <a:pt x="197" y="137"/>
                  </a:cubicBezTo>
                  <a:cubicBezTo>
                    <a:pt x="200" y="133"/>
                    <a:pt x="209" y="129"/>
                    <a:pt x="213" y="136"/>
                  </a:cubicBezTo>
                  <a:cubicBezTo>
                    <a:pt x="217" y="144"/>
                    <a:pt x="225" y="148"/>
                    <a:pt x="231" y="140"/>
                  </a:cubicBezTo>
                  <a:cubicBezTo>
                    <a:pt x="237" y="133"/>
                    <a:pt x="241" y="124"/>
                    <a:pt x="249" y="122"/>
                  </a:cubicBezTo>
                  <a:cubicBezTo>
                    <a:pt x="257" y="120"/>
                    <a:pt x="262" y="106"/>
                    <a:pt x="265" y="100"/>
                  </a:cubicBezTo>
                  <a:cubicBezTo>
                    <a:pt x="268" y="93"/>
                    <a:pt x="273" y="78"/>
                    <a:pt x="282" y="78"/>
                  </a:cubicBezTo>
                  <a:cubicBezTo>
                    <a:pt x="292" y="78"/>
                    <a:pt x="296" y="75"/>
                    <a:pt x="298" y="84"/>
                  </a:cubicBezTo>
                  <a:cubicBezTo>
                    <a:pt x="300" y="94"/>
                    <a:pt x="296" y="97"/>
                    <a:pt x="304" y="96"/>
                  </a:cubicBezTo>
                  <a:cubicBezTo>
                    <a:pt x="311" y="96"/>
                    <a:pt x="315" y="84"/>
                    <a:pt x="325" y="84"/>
                  </a:cubicBezTo>
                  <a:cubicBezTo>
                    <a:pt x="335" y="84"/>
                    <a:pt x="340" y="86"/>
                    <a:pt x="351" y="80"/>
                  </a:cubicBezTo>
                  <a:cubicBezTo>
                    <a:pt x="362" y="73"/>
                    <a:pt x="362" y="72"/>
                    <a:pt x="370" y="72"/>
                  </a:cubicBezTo>
                  <a:cubicBezTo>
                    <a:pt x="378" y="71"/>
                    <a:pt x="383" y="66"/>
                    <a:pt x="396" y="65"/>
                  </a:cubicBezTo>
                  <a:cubicBezTo>
                    <a:pt x="397" y="62"/>
                    <a:pt x="397" y="60"/>
                    <a:pt x="395" y="55"/>
                  </a:cubicBezTo>
                  <a:cubicBezTo>
                    <a:pt x="391" y="44"/>
                    <a:pt x="374" y="51"/>
                    <a:pt x="359" y="36"/>
                  </a:cubicBezTo>
                  <a:cubicBezTo>
                    <a:pt x="345" y="22"/>
                    <a:pt x="318" y="4"/>
                    <a:pt x="301" y="4"/>
                  </a:cubicBezTo>
                  <a:cubicBezTo>
                    <a:pt x="285" y="4"/>
                    <a:pt x="277" y="0"/>
                    <a:pt x="259" y="3"/>
                  </a:cubicBezTo>
                  <a:cubicBezTo>
                    <a:pt x="241" y="6"/>
                    <a:pt x="223" y="6"/>
                    <a:pt x="200" y="6"/>
                  </a:cubicBezTo>
                  <a:cubicBezTo>
                    <a:pt x="177" y="6"/>
                    <a:pt x="177" y="5"/>
                    <a:pt x="161" y="10"/>
                  </a:cubicBezTo>
                  <a:cubicBezTo>
                    <a:pt x="145" y="16"/>
                    <a:pt x="132" y="13"/>
                    <a:pt x="119" y="9"/>
                  </a:cubicBezTo>
                  <a:cubicBezTo>
                    <a:pt x="106" y="5"/>
                    <a:pt x="98" y="2"/>
                    <a:pt x="87" y="7"/>
                  </a:cubicBezTo>
                  <a:cubicBezTo>
                    <a:pt x="81" y="9"/>
                    <a:pt x="74" y="11"/>
                    <a:pt x="68" y="12"/>
                  </a:cubicBezTo>
                  <a:cubicBezTo>
                    <a:pt x="63" y="28"/>
                    <a:pt x="52" y="36"/>
                    <a:pt x="45" y="42"/>
                  </a:cubicBezTo>
                  <a:cubicBezTo>
                    <a:pt x="37" y="49"/>
                    <a:pt x="38" y="53"/>
                    <a:pt x="21" y="57"/>
                  </a:cubicBezTo>
                  <a:cubicBezTo>
                    <a:pt x="5" y="61"/>
                    <a:pt x="5" y="76"/>
                    <a:pt x="4" y="91"/>
                  </a:cubicBezTo>
                  <a:cubicBezTo>
                    <a:pt x="3" y="95"/>
                    <a:pt x="2" y="98"/>
                    <a:pt x="0" y="100"/>
                  </a:cubicBezTo>
                  <a:cubicBezTo>
                    <a:pt x="6" y="106"/>
                    <a:pt x="14" y="115"/>
                    <a:pt x="20" y="118"/>
                  </a:cubicBezTo>
                  <a:cubicBezTo>
                    <a:pt x="29" y="123"/>
                    <a:pt x="40" y="137"/>
                    <a:pt x="56" y="138"/>
                  </a:cubicBezTo>
                  <a:cubicBezTo>
                    <a:pt x="71" y="138"/>
                    <a:pt x="97" y="136"/>
                    <a:pt x="99" y="145"/>
                  </a:cubicBezTo>
                  <a:cubicBezTo>
                    <a:pt x="101" y="153"/>
                    <a:pt x="101" y="163"/>
                    <a:pt x="103" y="170"/>
                  </a:cubicBezTo>
                  <a:cubicBezTo>
                    <a:pt x="105" y="170"/>
                    <a:pt x="106" y="170"/>
                    <a:pt x="109" y="171"/>
                  </a:cubicBezTo>
                  <a:cubicBezTo>
                    <a:pt x="117" y="172"/>
                    <a:pt x="133" y="188"/>
                    <a:pt x="121" y="189"/>
                  </a:cubicBezTo>
                  <a:cubicBezTo>
                    <a:pt x="112" y="190"/>
                    <a:pt x="106" y="194"/>
                    <a:pt x="105" y="199"/>
                  </a:cubicBezTo>
                  <a:cubicBezTo>
                    <a:pt x="112" y="198"/>
                    <a:pt x="122" y="197"/>
                    <a:pt x="129" y="19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2939" y="2703"/>
              <a:ext cx="105" cy="103"/>
            </a:xfrm>
            <a:custGeom>
              <a:avLst/>
              <a:gdLst>
                <a:gd name="T0" fmla="*/ 135 w 291"/>
                <a:gd name="T1" fmla="*/ 253 h 283"/>
                <a:gd name="T2" fmla="*/ 162 w 291"/>
                <a:gd name="T3" fmla="*/ 259 h 283"/>
                <a:gd name="T4" fmla="*/ 209 w 291"/>
                <a:gd name="T5" fmla="*/ 263 h 283"/>
                <a:gd name="T6" fmla="*/ 229 w 291"/>
                <a:gd name="T7" fmla="*/ 280 h 283"/>
                <a:gd name="T8" fmla="*/ 246 w 291"/>
                <a:gd name="T9" fmla="*/ 273 h 283"/>
                <a:gd name="T10" fmla="*/ 257 w 291"/>
                <a:gd name="T11" fmla="*/ 264 h 283"/>
                <a:gd name="T12" fmla="*/ 255 w 291"/>
                <a:gd name="T13" fmla="*/ 252 h 283"/>
                <a:gd name="T14" fmla="*/ 253 w 291"/>
                <a:gd name="T15" fmla="*/ 234 h 283"/>
                <a:gd name="T16" fmla="*/ 258 w 291"/>
                <a:gd name="T17" fmla="*/ 209 h 283"/>
                <a:gd name="T18" fmla="*/ 262 w 291"/>
                <a:gd name="T19" fmla="*/ 177 h 283"/>
                <a:gd name="T20" fmla="*/ 275 w 291"/>
                <a:gd name="T21" fmla="*/ 141 h 283"/>
                <a:gd name="T22" fmla="*/ 267 w 291"/>
                <a:gd name="T23" fmla="*/ 104 h 283"/>
                <a:gd name="T24" fmla="*/ 276 w 291"/>
                <a:gd name="T25" fmla="*/ 74 h 283"/>
                <a:gd name="T26" fmla="*/ 288 w 291"/>
                <a:gd name="T27" fmla="*/ 45 h 283"/>
                <a:gd name="T28" fmla="*/ 282 w 291"/>
                <a:gd name="T29" fmla="*/ 15 h 283"/>
                <a:gd name="T30" fmla="*/ 291 w 291"/>
                <a:gd name="T31" fmla="*/ 0 h 283"/>
                <a:gd name="T32" fmla="*/ 265 w 291"/>
                <a:gd name="T33" fmla="*/ 7 h 283"/>
                <a:gd name="T34" fmla="*/ 246 w 291"/>
                <a:gd name="T35" fmla="*/ 15 h 283"/>
                <a:gd name="T36" fmla="*/ 220 w 291"/>
                <a:gd name="T37" fmla="*/ 19 h 283"/>
                <a:gd name="T38" fmla="*/ 199 w 291"/>
                <a:gd name="T39" fmla="*/ 31 h 283"/>
                <a:gd name="T40" fmla="*/ 193 w 291"/>
                <a:gd name="T41" fmla="*/ 19 h 283"/>
                <a:gd name="T42" fmla="*/ 177 w 291"/>
                <a:gd name="T43" fmla="*/ 13 h 283"/>
                <a:gd name="T44" fmla="*/ 160 w 291"/>
                <a:gd name="T45" fmla="*/ 35 h 283"/>
                <a:gd name="T46" fmla="*/ 144 w 291"/>
                <a:gd name="T47" fmla="*/ 57 h 283"/>
                <a:gd name="T48" fmla="*/ 126 w 291"/>
                <a:gd name="T49" fmla="*/ 75 h 283"/>
                <a:gd name="T50" fmla="*/ 108 w 291"/>
                <a:gd name="T51" fmla="*/ 71 h 283"/>
                <a:gd name="T52" fmla="*/ 92 w 291"/>
                <a:gd name="T53" fmla="*/ 72 h 283"/>
                <a:gd name="T54" fmla="*/ 72 w 291"/>
                <a:gd name="T55" fmla="*/ 83 h 283"/>
                <a:gd name="T56" fmla="*/ 60 w 291"/>
                <a:gd name="T57" fmla="*/ 106 h 283"/>
                <a:gd name="T58" fmla="*/ 43 w 291"/>
                <a:gd name="T59" fmla="*/ 127 h 283"/>
                <a:gd name="T60" fmla="*/ 24 w 291"/>
                <a:gd name="T61" fmla="*/ 133 h 283"/>
                <a:gd name="T62" fmla="*/ 0 w 291"/>
                <a:gd name="T63" fmla="*/ 134 h 283"/>
                <a:gd name="T64" fmla="*/ 5 w 291"/>
                <a:gd name="T65" fmla="*/ 142 h 283"/>
                <a:gd name="T66" fmla="*/ 22 w 291"/>
                <a:gd name="T67" fmla="*/ 162 h 283"/>
                <a:gd name="T68" fmla="*/ 50 w 291"/>
                <a:gd name="T69" fmla="*/ 180 h 283"/>
                <a:gd name="T70" fmla="*/ 80 w 291"/>
                <a:gd name="T71" fmla="*/ 214 h 283"/>
                <a:gd name="T72" fmla="*/ 119 w 291"/>
                <a:gd name="T73" fmla="*/ 248 h 283"/>
                <a:gd name="T74" fmla="*/ 119 w 291"/>
                <a:gd name="T75" fmla="*/ 248 h 283"/>
                <a:gd name="T76" fmla="*/ 135 w 291"/>
                <a:gd name="T77" fmla="*/ 25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1" h="283">
                  <a:moveTo>
                    <a:pt x="135" y="253"/>
                  </a:moveTo>
                  <a:cubicBezTo>
                    <a:pt x="149" y="265"/>
                    <a:pt x="152" y="259"/>
                    <a:pt x="162" y="259"/>
                  </a:cubicBezTo>
                  <a:cubicBezTo>
                    <a:pt x="172" y="259"/>
                    <a:pt x="203" y="253"/>
                    <a:pt x="209" y="263"/>
                  </a:cubicBezTo>
                  <a:cubicBezTo>
                    <a:pt x="215" y="272"/>
                    <a:pt x="214" y="277"/>
                    <a:pt x="229" y="280"/>
                  </a:cubicBezTo>
                  <a:cubicBezTo>
                    <a:pt x="245" y="283"/>
                    <a:pt x="243" y="281"/>
                    <a:pt x="246" y="273"/>
                  </a:cubicBezTo>
                  <a:cubicBezTo>
                    <a:pt x="248" y="269"/>
                    <a:pt x="252" y="266"/>
                    <a:pt x="257" y="264"/>
                  </a:cubicBezTo>
                  <a:cubicBezTo>
                    <a:pt x="257" y="260"/>
                    <a:pt x="258" y="256"/>
                    <a:pt x="255" y="252"/>
                  </a:cubicBezTo>
                  <a:cubicBezTo>
                    <a:pt x="251" y="244"/>
                    <a:pt x="247" y="242"/>
                    <a:pt x="253" y="234"/>
                  </a:cubicBezTo>
                  <a:cubicBezTo>
                    <a:pt x="258" y="225"/>
                    <a:pt x="262" y="221"/>
                    <a:pt x="258" y="209"/>
                  </a:cubicBezTo>
                  <a:cubicBezTo>
                    <a:pt x="253" y="196"/>
                    <a:pt x="256" y="185"/>
                    <a:pt x="262" y="177"/>
                  </a:cubicBezTo>
                  <a:cubicBezTo>
                    <a:pt x="269" y="169"/>
                    <a:pt x="280" y="157"/>
                    <a:pt x="275" y="141"/>
                  </a:cubicBezTo>
                  <a:cubicBezTo>
                    <a:pt x="271" y="126"/>
                    <a:pt x="260" y="114"/>
                    <a:pt x="267" y="104"/>
                  </a:cubicBezTo>
                  <a:cubicBezTo>
                    <a:pt x="274" y="94"/>
                    <a:pt x="274" y="85"/>
                    <a:pt x="276" y="74"/>
                  </a:cubicBezTo>
                  <a:cubicBezTo>
                    <a:pt x="278" y="63"/>
                    <a:pt x="289" y="62"/>
                    <a:pt x="288" y="45"/>
                  </a:cubicBezTo>
                  <a:cubicBezTo>
                    <a:pt x="288" y="29"/>
                    <a:pt x="277" y="27"/>
                    <a:pt x="282" y="15"/>
                  </a:cubicBezTo>
                  <a:cubicBezTo>
                    <a:pt x="285" y="7"/>
                    <a:pt x="289" y="4"/>
                    <a:pt x="291" y="0"/>
                  </a:cubicBezTo>
                  <a:cubicBezTo>
                    <a:pt x="278" y="1"/>
                    <a:pt x="273" y="6"/>
                    <a:pt x="265" y="7"/>
                  </a:cubicBezTo>
                  <a:cubicBezTo>
                    <a:pt x="257" y="7"/>
                    <a:pt x="257" y="8"/>
                    <a:pt x="246" y="15"/>
                  </a:cubicBezTo>
                  <a:cubicBezTo>
                    <a:pt x="235" y="21"/>
                    <a:pt x="230" y="19"/>
                    <a:pt x="220" y="19"/>
                  </a:cubicBezTo>
                  <a:cubicBezTo>
                    <a:pt x="210" y="19"/>
                    <a:pt x="206" y="31"/>
                    <a:pt x="199" y="31"/>
                  </a:cubicBezTo>
                  <a:cubicBezTo>
                    <a:pt x="191" y="32"/>
                    <a:pt x="195" y="29"/>
                    <a:pt x="193" y="19"/>
                  </a:cubicBezTo>
                  <a:cubicBezTo>
                    <a:pt x="191" y="10"/>
                    <a:pt x="187" y="13"/>
                    <a:pt x="177" y="13"/>
                  </a:cubicBezTo>
                  <a:cubicBezTo>
                    <a:pt x="168" y="13"/>
                    <a:pt x="163" y="28"/>
                    <a:pt x="160" y="35"/>
                  </a:cubicBezTo>
                  <a:cubicBezTo>
                    <a:pt x="157" y="41"/>
                    <a:pt x="152" y="55"/>
                    <a:pt x="144" y="57"/>
                  </a:cubicBezTo>
                  <a:cubicBezTo>
                    <a:pt x="136" y="59"/>
                    <a:pt x="132" y="68"/>
                    <a:pt x="126" y="75"/>
                  </a:cubicBezTo>
                  <a:cubicBezTo>
                    <a:pt x="120" y="83"/>
                    <a:pt x="112" y="79"/>
                    <a:pt x="108" y="71"/>
                  </a:cubicBezTo>
                  <a:cubicBezTo>
                    <a:pt x="104" y="64"/>
                    <a:pt x="95" y="68"/>
                    <a:pt x="92" y="72"/>
                  </a:cubicBezTo>
                  <a:cubicBezTo>
                    <a:pt x="89" y="76"/>
                    <a:pt x="83" y="83"/>
                    <a:pt x="72" y="83"/>
                  </a:cubicBezTo>
                  <a:cubicBezTo>
                    <a:pt x="61" y="83"/>
                    <a:pt x="60" y="92"/>
                    <a:pt x="60" y="106"/>
                  </a:cubicBezTo>
                  <a:cubicBezTo>
                    <a:pt x="60" y="120"/>
                    <a:pt x="48" y="118"/>
                    <a:pt x="43" y="127"/>
                  </a:cubicBezTo>
                  <a:cubicBezTo>
                    <a:pt x="39" y="135"/>
                    <a:pt x="35" y="133"/>
                    <a:pt x="24" y="133"/>
                  </a:cubicBezTo>
                  <a:cubicBezTo>
                    <a:pt x="17" y="132"/>
                    <a:pt x="7" y="133"/>
                    <a:pt x="0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15" y="150"/>
                    <a:pt x="8" y="159"/>
                    <a:pt x="22" y="162"/>
                  </a:cubicBezTo>
                  <a:cubicBezTo>
                    <a:pt x="37" y="164"/>
                    <a:pt x="44" y="167"/>
                    <a:pt x="50" y="180"/>
                  </a:cubicBezTo>
                  <a:cubicBezTo>
                    <a:pt x="56" y="192"/>
                    <a:pt x="68" y="206"/>
                    <a:pt x="80" y="214"/>
                  </a:cubicBezTo>
                  <a:cubicBezTo>
                    <a:pt x="91" y="222"/>
                    <a:pt x="117" y="239"/>
                    <a:pt x="119" y="248"/>
                  </a:cubicBezTo>
                  <a:cubicBezTo>
                    <a:pt x="119" y="248"/>
                    <a:pt x="119" y="248"/>
                    <a:pt x="119" y="248"/>
                  </a:cubicBezTo>
                  <a:cubicBezTo>
                    <a:pt x="124" y="247"/>
                    <a:pt x="129" y="248"/>
                    <a:pt x="135" y="25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2979" y="2793"/>
              <a:ext cx="76" cy="71"/>
            </a:xfrm>
            <a:custGeom>
              <a:avLst/>
              <a:gdLst>
                <a:gd name="T0" fmla="*/ 198 w 211"/>
                <a:gd name="T1" fmla="*/ 172 h 195"/>
                <a:gd name="T2" fmla="*/ 203 w 211"/>
                <a:gd name="T3" fmla="*/ 157 h 195"/>
                <a:gd name="T4" fmla="*/ 199 w 211"/>
                <a:gd name="T5" fmla="*/ 145 h 195"/>
                <a:gd name="T6" fmla="*/ 192 w 211"/>
                <a:gd name="T7" fmla="*/ 128 h 195"/>
                <a:gd name="T8" fmla="*/ 199 w 211"/>
                <a:gd name="T9" fmla="*/ 106 h 195"/>
                <a:gd name="T10" fmla="*/ 208 w 211"/>
                <a:gd name="T11" fmla="*/ 90 h 195"/>
                <a:gd name="T12" fmla="*/ 172 w 211"/>
                <a:gd name="T13" fmla="*/ 59 h 195"/>
                <a:gd name="T14" fmla="*/ 158 w 211"/>
                <a:gd name="T15" fmla="*/ 33 h 195"/>
                <a:gd name="T16" fmla="*/ 147 w 211"/>
                <a:gd name="T17" fmla="*/ 17 h 195"/>
                <a:gd name="T18" fmla="*/ 136 w 211"/>
                <a:gd name="T19" fmla="*/ 26 h 195"/>
                <a:gd name="T20" fmla="*/ 119 w 211"/>
                <a:gd name="T21" fmla="*/ 33 h 195"/>
                <a:gd name="T22" fmla="*/ 99 w 211"/>
                <a:gd name="T23" fmla="*/ 16 h 195"/>
                <a:gd name="T24" fmla="*/ 52 w 211"/>
                <a:gd name="T25" fmla="*/ 12 h 195"/>
                <a:gd name="T26" fmla="*/ 25 w 211"/>
                <a:gd name="T27" fmla="*/ 6 h 195"/>
                <a:gd name="T28" fmla="*/ 9 w 211"/>
                <a:gd name="T29" fmla="*/ 1 h 195"/>
                <a:gd name="T30" fmla="*/ 11 w 211"/>
                <a:gd name="T31" fmla="*/ 27 h 195"/>
                <a:gd name="T32" fmla="*/ 9 w 211"/>
                <a:gd name="T33" fmla="*/ 44 h 195"/>
                <a:gd name="T34" fmla="*/ 10 w 211"/>
                <a:gd name="T35" fmla="*/ 72 h 195"/>
                <a:gd name="T36" fmla="*/ 37 w 211"/>
                <a:gd name="T37" fmla="*/ 91 h 195"/>
                <a:gd name="T38" fmla="*/ 64 w 211"/>
                <a:gd name="T39" fmla="*/ 98 h 195"/>
                <a:gd name="T40" fmla="*/ 81 w 211"/>
                <a:gd name="T41" fmla="*/ 90 h 195"/>
                <a:gd name="T42" fmla="*/ 99 w 211"/>
                <a:gd name="T43" fmla="*/ 110 h 195"/>
                <a:gd name="T44" fmla="*/ 141 w 211"/>
                <a:gd name="T45" fmla="*/ 127 h 195"/>
                <a:gd name="T46" fmla="*/ 151 w 211"/>
                <a:gd name="T47" fmla="*/ 150 h 195"/>
                <a:gd name="T48" fmla="*/ 154 w 211"/>
                <a:gd name="T49" fmla="*/ 177 h 195"/>
                <a:gd name="T50" fmla="*/ 195 w 211"/>
                <a:gd name="T51" fmla="*/ 191 h 195"/>
                <a:gd name="T52" fmla="*/ 198 w 211"/>
                <a:gd name="T53" fmla="*/ 172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1" h="195">
                  <a:moveTo>
                    <a:pt x="198" y="172"/>
                  </a:moveTo>
                  <a:cubicBezTo>
                    <a:pt x="198" y="167"/>
                    <a:pt x="199" y="162"/>
                    <a:pt x="203" y="157"/>
                  </a:cubicBezTo>
                  <a:cubicBezTo>
                    <a:pt x="207" y="152"/>
                    <a:pt x="211" y="146"/>
                    <a:pt x="199" y="145"/>
                  </a:cubicBezTo>
                  <a:cubicBezTo>
                    <a:pt x="188" y="144"/>
                    <a:pt x="193" y="133"/>
                    <a:pt x="192" y="128"/>
                  </a:cubicBezTo>
                  <a:cubicBezTo>
                    <a:pt x="191" y="122"/>
                    <a:pt x="192" y="112"/>
                    <a:pt x="199" y="106"/>
                  </a:cubicBezTo>
                  <a:cubicBezTo>
                    <a:pt x="202" y="102"/>
                    <a:pt x="205" y="96"/>
                    <a:pt x="208" y="90"/>
                  </a:cubicBezTo>
                  <a:cubicBezTo>
                    <a:pt x="198" y="88"/>
                    <a:pt x="185" y="69"/>
                    <a:pt x="172" y="59"/>
                  </a:cubicBezTo>
                  <a:cubicBezTo>
                    <a:pt x="160" y="49"/>
                    <a:pt x="173" y="46"/>
                    <a:pt x="158" y="33"/>
                  </a:cubicBezTo>
                  <a:cubicBezTo>
                    <a:pt x="150" y="27"/>
                    <a:pt x="148" y="22"/>
                    <a:pt x="147" y="17"/>
                  </a:cubicBezTo>
                  <a:cubicBezTo>
                    <a:pt x="142" y="19"/>
                    <a:pt x="138" y="22"/>
                    <a:pt x="136" y="26"/>
                  </a:cubicBezTo>
                  <a:cubicBezTo>
                    <a:pt x="133" y="34"/>
                    <a:pt x="135" y="36"/>
                    <a:pt x="119" y="33"/>
                  </a:cubicBezTo>
                  <a:cubicBezTo>
                    <a:pt x="104" y="30"/>
                    <a:pt x="105" y="25"/>
                    <a:pt x="99" y="16"/>
                  </a:cubicBezTo>
                  <a:cubicBezTo>
                    <a:pt x="93" y="6"/>
                    <a:pt x="62" y="12"/>
                    <a:pt x="52" y="12"/>
                  </a:cubicBezTo>
                  <a:cubicBezTo>
                    <a:pt x="42" y="12"/>
                    <a:pt x="39" y="18"/>
                    <a:pt x="25" y="6"/>
                  </a:cubicBezTo>
                  <a:cubicBezTo>
                    <a:pt x="19" y="1"/>
                    <a:pt x="14" y="0"/>
                    <a:pt x="9" y="1"/>
                  </a:cubicBezTo>
                  <a:cubicBezTo>
                    <a:pt x="10" y="9"/>
                    <a:pt x="5" y="20"/>
                    <a:pt x="11" y="27"/>
                  </a:cubicBezTo>
                  <a:cubicBezTo>
                    <a:pt x="18" y="34"/>
                    <a:pt x="16" y="40"/>
                    <a:pt x="9" y="44"/>
                  </a:cubicBezTo>
                  <a:cubicBezTo>
                    <a:pt x="1" y="48"/>
                    <a:pt x="0" y="62"/>
                    <a:pt x="10" y="72"/>
                  </a:cubicBezTo>
                  <a:cubicBezTo>
                    <a:pt x="20" y="82"/>
                    <a:pt x="32" y="81"/>
                    <a:pt x="37" y="91"/>
                  </a:cubicBezTo>
                  <a:cubicBezTo>
                    <a:pt x="42" y="102"/>
                    <a:pt x="59" y="108"/>
                    <a:pt x="64" y="98"/>
                  </a:cubicBezTo>
                  <a:cubicBezTo>
                    <a:pt x="69" y="89"/>
                    <a:pt x="80" y="73"/>
                    <a:pt x="81" y="90"/>
                  </a:cubicBezTo>
                  <a:cubicBezTo>
                    <a:pt x="82" y="108"/>
                    <a:pt x="87" y="108"/>
                    <a:pt x="99" y="110"/>
                  </a:cubicBezTo>
                  <a:cubicBezTo>
                    <a:pt x="112" y="112"/>
                    <a:pt x="135" y="118"/>
                    <a:pt x="141" y="127"/>
                  </a:cubicBezTo>
                  <a:cubicBezTo>
                    <a:pt x="146" y="137"/>
                    <a:pt x="154" y="139"/>
                    <a:pt x="151" y="150"/>
                  </a:cubicBezTo>
                  <a:cubicBezTo>
                    <a:pt x="148" y="161"/>
                    <a:pt x="140" y="170"/>
                    <a:pt x="154" y="177"/>
                  </a:cubicBezTo>
                  <a:cubicBezTo>
                    <a:pt x="168" y="183"/>
                    <a:pt x="181" y="195"/>
                    <a:pt x="195" y="191"/>
                  </a:cubicBezTo>
                  <a:cubicBezTo>
                    <a:pt x="195" y="182"/>
                    <a:pt x="198" y="176"/>
                    <a:pt x="198" y="172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70"/>
            <p:cNvSpPr>
              <a:spLocks noEditPoints="1"/>
            </p:cNvSpPr>
            <p:nvPr/>
          </p:nvSpPr>
          <p:spPr bwMode="auto">
            <a:xfrm>
              <a:off x="3047" y="2826"/>
              <a:ext cx="134" cy="60"/>
            </a:xfrm>
            <a:custGeom>
              <a:avLst/>
              <a:gdLst>
                <a:gd name="T0" fmla="*/ 210 w 370"/>
                <a:gd name="T1" fmla="*/ 69 h 166"/>
                <a:gd name="T2" fmla="*/ 182 w 370"/>
                <a:gd name="T3" fmla="*/ 92 h 166"/>
                <a:gd name="T4" fmla="*/ 166 w 370"/>
                <a:gd name="T5" fmla="*/ 108 h 166"/>
                <a:gd name="T6" fmla="*/ 188 w 370"/>
                <a:gd name="T7" fmla="*/ 131 h 166"/>
                <a:gd name="T8" fmla="*/ 193 w 370"/>
                <a:gd name="T9" fmla="*/ 149 h 166"/>
                <a:gd name="T10" fmla="*/ 172 w 370"/>
                <a:gd name="T11" fmla="*/ 157 h 166"/>
                <a:gd name="T12" fmla="*/ 153 w 370"/>
                <a:gd name="T13" fmla="*/ 163 h 166"/>
                <a:gd name="T14" fmla="*/ 134 w 370"/>
                <a:gd name="T15" fmla="*/ 153 h 166"/>
                <a:gd name="T16" fmla="*/ 124 w 370"/>
                <a:gd name="T17" fmla="*/ 136 h 166"/>
                <a:gd name="T18" fmla="*/ 101 w 370"/>
                <a:gd name="T19" fmla="*/ 131 h 166"/>
                <a:gd name="T20" fmla="*/ 77 w 370"/>
                <a:gd name="T21" fmla="*/ 112 h 166"/>
                <a:gd name="T22" fmla="*/ 43 w 370"/>
                <a:gd name="T23" fmla="*/ 98 h 166"/>
                <a:gd name="T24" fmla="*/ 7 w 370"/>
                <a:gd name="T25" fmla="*/ 101 h 166"/>
                <a:gd name="T26" fmla="*/ 7 w 370"/>
                <a:gd name="T27" fmla="*/ 101 h 166"/>
                <a:gd name="T28" fmla="*/ 10 w 370"/>
                <a:gd name="T29" fmla="*/ 82 h 166"/>
                <a:gd name="T30" fmla="*/ 15 w 370"/>
                <a:gd name="T31" fmla="*/ 67 h 166"/>
                <a:gd name="T32" fmla="*/ 11 w 370"/>
                <a:gd name="T33" fmla="*/ 55 h 166"/>
                <a:gd name="T34" fmla="*/ 4 w 370"/>
                <a:gd name="T35" fmla="*/ 38 h 166"/>
                <a:gd name="T36" fmla="*/ 11 w 370"/>
                <a:gd name="T37" fmla="*/ 16 h 166"/>
                <a:gd name="T38" fmla="*/ 20 w 370"/>
                <a:gd name="T39" fmla="*/ 0 h 166"/>
                <a:gd name="T40" fmla="*/ 20 w 370"/>
                <a:gd name="T41" fmla="*/ 0 h 166"/>
                <a:gd name="T42" fmla="*/ 38 w 370"/>
                <a:gd name="T43" fmla="*/ 20 h 166"/>
                <a:gd name="T44" fmla="*/ 68 w 370"/>
                <a:gd name="T45" fmla="*/ 34 h 166"/>
                <a:gd name="T46" fmla="*/ 95 w 370"/>
                <a:gd name="T47" fmla="*/ 58 h 166"/>
                <a:gd name="T48" fmla="*/ 148 w 370"/>
                <a:gd name="T49" fmla="*/ 55 h 166"/>
                <a:gd name="T50" fmla="*/ 181 w 370"/>
                <a:gd name="T51" fmla="*/ 34 h 166"/>
                <a:gd name="T52" fmla="*/ 204 w 370"/>
                <a:gd name="T53" fmla="*/ 50 h 166"/>
                <a:gd name="T54" fmla="*/ 210 w 370"/>
                <a:gd name="T55" fmla="*/ 69 h 166"/>
                <a:gd name="T56" fmla="*/ 333 w 370"/>
                <a:gd name="T57" fmla="*/ 159 h 166"/>
                <a:gd name="T58" fmla="*/ 335 w 370"/>
                <a:gd name="T59" fmla="*/ 134 h 166"/>
                <a:gd name="T60" fmla="*/ 346 w 370"/>
                <a:gd name="T61" fmla="*/ 142 h 166"/>
                <a:gd name="T62" fmla="*/ 364 w 370"/>
                <a:gd name="T63" fmla="*/ 132 h 166"/>
                <a:gd name="T64" fmla="*/ 369 w 370"/>
                <a:gd name="T65" fmla="*/ 115 h 166"/>
                <a:gd name="T66" fmla="*/ 362 w 370"/>
                <a:gd name="T67" fmla="*/ 103 h 166"/>
                <a:gd name="T68" fmla="*/ 356 w 370"/>
                <a:gd name="T69" fmla="*/ 90 h 166"/>
                <a:gd name="T70" fmla="*/ 357 w 370"/>
                <a:gd name="T71" fmla="*/ 76 h 166"/>
                <a:gd name="T72" fmla="*/ 360 w 370"/>
                <a:gd name="T73" fmla="*/ 65 h 166"/>
                <a:gd name="T74" fmla="*/ 330 w 370"/>
                <a:gd name="T75" fmla="*/ 39 h 166"/>
                <a:gd name="T76" fmla="*/ 282 w 370"/>
                <a:gd name="T77" fmla="*/ 21 h 166"/>
                <a:gd name="T78" fmla="*/ 228 w 370"/>
                <a:gd name="T79" fmla="*/ 12 h 166"/>
                <a:gd name="T80" fmla="*/ 215 w 370"/>
                <a:gd name="T81" fmla="*/ 19 h 166"/>
                <a:gd name="T82" fmla="*/ 203 w 370"/>
                <a:gd name="T83" fmla="*/ 30 h 166"/>
                <a:gd name="T84" fmla="*/ 213 w 370"/>
                <a:gd name="T85" fmla="*/ 47 h 166"/>
                <a:gd name="T86" fmla="*/ 221 w 370"/>
                <a:gd name="T87" fmla="*/ 69 h 166"/>
                <a:gd name="T88" fmla="*/ 242 w 370"/>
                <a:gd name="T89" fmla="*/ 78 h 166"/>
                <a:gd name="T90" fmla="*/ 261 w 370"/>
                <a:gd name="T91" fmla="*/ 70 h 166"/>
                <a:gd name="T92" fmla="*/ 277 w 370"/>
                <a:gd name="T93" fmla="*/ 72 h 166"/>
                <a:gd name="T94" fmla="*/ 308 w 370"/>
                <a:gd name="T95" fmla="*/ 74 h 166"/>
                <a:gd name="T96" fmla="*/ 314 w 370"/>
                <a:gd name="T97" fmla="*/ 89 h 166"/>
                <a:gd name="T98" fmla="*/ 300 w 370"/>
                <a:gd name="T99" fmla="*/ 113 h 166"/>
                <a:gd name="T100" fmla="*/ 313 w 370"/>
                <a:gd name="T101" fmla="*/ 142 h 166"/>
                <a:gd name="T102" fmla="*/ 330 w 370"/>
                <a:gd name="T103" fmla="*/ 163 h 166"/>
                <a:gd name="T104" fmla="*/ 333 w 370"/>
                <a:gd name="T105" fmla="*/ 159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70" h="166">
                  <a:moveTo>
                    <a:pt x="210" y="69"/>
                  </a:moveTo>
                  <a:cubicBezTo>
                    <a:pt x="208" y="80"/>
                    <a:pt x="193" y="89"/>
                    <a:pt x="182" y="92"/>
                  </a:cubicBezTo>
                  <a:cubicBezTo>
                    <a:pt x="171" y="95"/>
                    <a:pt x="170" y="99"/>
                    <a:pt x="166" y="108"/>
                  </a:cubicBezTo>
                  <a:cubicBezTo>
                    <a:pt x="162" y="117"/>
                    <a:pt x="179" y="127"/>
                    <a:pt x="188" y="131"/>
                  </a:cubicBezTo>
                  <a:cubicBezTo>
                    <a:pt x="197" y="135"/>
                    <a:pt x="194" y="142"/>
                    <a:pt x="193" y="149"/>
                  </a:cubicBezTo>
                  <a:cubicBezTo>
                    <a:pt x="191" y="157"/>
                    <a:pt x="175" y="149"/>
                    <a:pt x="172" y="157"/>
                  </a:cubicBezTo>
                  <a:cubicBezTo>
                    <a:pt x="170" y="165"/>
                    <a:pt x="167" y="164"/>
                    <a:pt x="153" y="163"/>
                  </a:cubicBezTo>
                  <a:cubicBezTo>
                    <a:pt x="138" y="162"/>
                    <a:pt x="140" y="166"/>
                    <a:pt x="134" y="153"/>
                  </a:cubicBezTo>
                  <a:cubicBezTo>
                    <a:pt x="128" y="140"/>
                    <a:pt x="124" y="148"/>
                    <a:pt x="124" y="136"/>
                  </a:cubicBezTo>
                  <a:cubicBezTo>
                    <a:pt x="124" y="125"/>
                    <a:pt x="114" y="132"/>
                    <a:pt x="101" y="131"/>
                  </a:cubicBezTo>
                  <a:cubicBezTo>
                    <a:pt x="88" y="131"/>
                    <a:pt x="84" y="122"/>
                    <a:pt x="77" y="112"/>
                  </a:cubicBezTo>
                  <a:cubicBezTo>
                    <a:pt x="70" y="101"/>
                    <a:pt x="61" y="100"/>
                    <a:pt x="43" y="98"/>
                  </a:cubicBezTo>
                  <a:cubicBezTo>
                    <a:pt x="26" y="96"/>
                    <a:pt x="22" y="97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7" y="92"/>
                    <a:pt x="10" y="86"/>
                    <a:pt x="10" y="82"/>
                  </a:cubicBezTo>
                  <a:cubicBezTo>
                    <a:pt x="10" y="77"/>
                    <a:pt x="11" y="72"/>
                    <a:pt x="15" y="67"/>
                  </a:cubicBezTo>
                  <a:cubicBezTo>
                    <a:pt x="19" y="62"/>
                    <a:pt x="23" y="56"/>
                    <a:pt x="11" y="55"/>
                  </a:cubicBezTo>
                  <a:cubicBezTo>
                    <a:pt x="0" y="54"/>
                    <a:pt x="5" y="43"/>
                    <a:pt x="4" y="38"/>
                  </a:cubicBezTo>
                  <a:cubicBezTo>
                    <a:pt x="3" y="32"/>
                    <a:pt x="4" y="22"/>
                    <a:pt x="11" y="16"/>
                  </a:cubicBezTo>
                  <a:cubicBezTo>
                    <a:pt x="14" y="12"/>
                    <a:pt x="17" y="6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9" y="2"/>
                    <a:pt x="33" y="7"/>
                    <a:pt x="38" y="20"/>
                  </a:cubicBezTo>
                  <a:cubicBezTo>
                    <a:pt x="42" y="33"/>
                    <a:pt x="55" y="33"/>
                    <a:pt x="68" y="34"/>
                  </a:cubicBezTo>
                  <a:cubicBezTo>
                    <a:pt x="82" y="34"/>
                    <a:pt x="89" y="45"/>
                    <a:pt x="95" y="58"/>
                  </a:cubicBezTo>
                  <a:cubicBezTo>
                    <a:pt x="101" y="72"/>
                    <a:pt x="132" y="57"/>
                    <a:pt x="148" y="55"/>
                  </a:cubicBezTo>
                  <a:cubicBezTo>
                    <a:pt x="164" y="52"/>
                    <a:pt x="171" y="41"/>
                    <a:pt x="181" y="34"/>
                  </a:cubicBezTo>
                  <a:cubicBezTo>
                    <a:pt x="190" y="27"/>
                    <a:pt x="198" y="44"/>
                    <a:pt x="204" y="50"/>
                  </a:cubicBezTo>
                  <a:cubicBezTo>
                    <a:pt x="210" y="56"/>
                    <a:pt x="212" y="58"/>
                    <a:pt x="210" y="69"/>
                  </a:cubicBezTo>
                  <a:close/>
                  <a:moveTo>
                    <a:pt x="333" y="159"/>
                  </a:moveTo>
                  <a:cubicBezTo>
                    <a:pt x="335" y="156"/>
                    <a:pt x="334" y="140"/>
                    <a:pt x="335" y="134"/>
                  </a:cubicBezTo>
                  <a:cubicBezTo>
                    <a:pt x="335" y="129"/>
                    <a:pt x="343" y="135"/>
                    <a:pt x="346" y="142"/>
                  </a:cubicBezTo>
                  <a:cubicBezTo>
                    <a:pt x="349" y="148"/>
                    <a:pt x="359" y="137"/>
                    <a:pt x="364" y="132"/>
                  </a:cubicBezTo>
                  <a:cubicBezTo>
                    <a:pt x="370" y="127"/>
                    <a:pt x="369" y="119"/>
                    <a:pt x="369" y="115"/>
                  </a:cubicBezTo>
                  <a:cubicBezTo>
                    <a:pt x="369" y="112"/>
                    <a:pt x="368" y="104"/>
                    <a:pt x="362" y="103"/>
                  </a:cubicBezTo>
                  <a:cubicBezTo>
                    <a:pt x="355" y="101"/>
                    <a:pt x="359" y="97"/>
                    <a:pt x="356" y="90"/>
                  </a:cubicBezTo>
                  <a:cubicBezTo>
                    <a:pt x="353" y="83"/>
                    <a:pt x="358" y="83"/>
                    <a:pt x="357" y="76"/>
                  </a:cubicBezTo>
                  <a:cubicBezTo>
                    <a:pt x="357" y="72"/>
                    <a:pt x="358" y="68"/>
                    <a:pt x="360" y="65"/>
                  </a:cubicBezTo>
                  <a:cubicBezTo>
                    <a:pt x="352" y="55"/>
                    <a:pt x="343" y="47"/>
                    <a:pt x="330" y="39"/>
                  </a:cubicBezTo>
                  <a:cubicBezTo>
                    <a:pt x="305" y="25"/>
                    <a:pt x="295" y="25"/>
                    <a:pt x="282" y="21"/>
                  </a:cubicBezTo>
                  <a:cubicBezTo>
                    <a:pt x="269" y="16"/>
                    <a:pt x="261" y="9"/>
                    <a:pt x="228" y="12"/>
                  </a:cubicBezTo>
                  <a:cubicBezTo>
                    <a:pt x="228" y="12"/>
                    <a:pt x="224" y="15"/>
                    <a:pt x="215" y="19"/>
                  </a:cubicBezTo>
                  <a:cubicBezTo>
                    <a:pt x="207" y="23"/>
                    <a:pt x="198" y="24"/>
                    <a:pt x="203" y="30"/>
                  </a:cubicBezTo>
                  <a:cubicBezTo>
                    <a:pt x="208" y="37"/>
                    <a:pt x="210" y="44"/>
                    <a:pt x="213" y="47"/>
                  </a:cubicBezTo>
                  <a:cubicBezTo>
                    <a:pt x="215" y="50"/>
                    <a:pt x="221" y="61"/>
                    <a:pt x="221" y="69"/>
                  </a:cubicBezTo>
                  <a:cubicBezTo>
                    <a:pt x="221" y="78"/>
                    <a:pt x="235" y="88"/>
                    <a:pt x="242" y="78"/>
                  </a:cubicBezTo>
                  <a:cubicBezTo>
                    <a:pt x="250" y="67"/>
                    <a:pt x="253" y="65"/>
                    <a:pt x="261" y="70"/>
                  </a:cubicBezTo>
                  <a:cubicBezTo>
                    <a:pt x="268" y="74"/>
                    <a:pt x="267" y="65"/>
                    <a:pt x="277" y="72"/>
                  </a:cubicBezTo>
                  <a:cubicBezTo>
                    <a:pt x="287" y="80"/>
                    <a:pt x="303" y="72"/>
                    <a:pt x="308" y="74"/>
                  </a:cubicBezTo>
                  <a:cubicBezTo>
                    <a:pt x="313" y="76"/>
                    <a:pt x="326" y="83"/>
                    <a:pt x="314" y="89"/>
                  </a:cubicBezTo>
                  <a:cubicBezTo>
                    <a:pt x="301" y="95"/>
                    <a:pt x="297" y="101"/>
                    <a:pt x="300" y="113"/>
                  </a:cubicBezTo>
                  <a:cubicBezTo>
                    <a:pt x="303" y="125"/>
                    <a:pt x="301" y="131"/>
                    <a:pt x="313" y="142"/>
                  </a:cubicBezTo>
                  <a:cubicBezTo>
                    <a:pt x="322" y="151"/>
                    <a:pt x="324" y="153"/>
                    <a:pt x="330" y="163"/>
                  </a:cubicBezTo>
                  <a:cubicBezTo>
                    <a:pt x="332" y="162"/>
                    <a:pt x="333" y="161"/>
                    <a:pt x="333" y="15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31"/>
            <p:cNvSpPr>
              <a:spLocks/>
            </p:cNvSpPr>
            <p:nvPr/>
          </p:nvSpPr>
          <p:spPr bwMode="auto">
            <a:xfrm>
              <a:off x="3464" y="2273"/>
              <a:ext cx="5" cy="6"/>
            </a:xfrm>
            <a:custGeom>
              <a:avLst/>
              <a:gdLst>
                <a:gd name="T0" fmla="*/ 10 w 15"/>
                <a:gd name="T1" fmla="*/ 0 h 15"/>
                <a:gd name="T2" fmla="*/ 6 w 15"/>
                <a:gd name="T3" fmla="*/ 3 h 15"/>
                <a:gd name="T4" fmla="*/ 2 w 15"/>
                <a:gd name="T5" fmla="*/ 8 h 15"/>
                <a:gd name="T6" fmla="*/ 8 w 15"/>
                <a:gd name="T7" fmla="*/ 15 h 15"/>
                <a:gd name="T8" fmla="*/ 15 w 15"/>
                <a:gd name="T9" fmla="*/ 12 h 15"/>
                <a:gd name="T10" fmla="*/ 10 w 15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5">
                  <a:moveTo>
                    <a:pt x="10" y="0"/>
                  </a:moveTo>
                  <a:cubicBezTo>
                    <a:pt x="10" y="0"/>
                    <a:pt x="8" y="1"/>
                    <a:pt x="6" y="3"/>
                  </a:cubicBezTo>
                  <a:cubicBezTo>
                    <a:pt x="3" y="6"/>
                    <a:pt x="0" y="7"/>
                    <a:pt x="2" y="8"/>
                  </a:cubicBezTo>
                  <a:cubicBezTo>
                    <a:pt x="4" y="10"/>
                    <a:pt x="6" y="15"/>
                    <a:pt x="8" y="15"/>
                  </a:cubicBezTo>
                  <a:cubicBezTo>
                    <a:pt x="10" y="14"/>
                    <a:pt x="15" y="15"/>
                    <a:pt x="15" y="12"/>
                  </a:cubicBezTo>
                  <a:cubicBezTo>
                    <a:pt x="15" y="9"/>
                    <a:pt x="14" y="0"/>
                    <a:pt x="10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32"/>
            <p:cNvSpPr>
              <a:spLocks/>
            </p:cNvSpPr>
            <p:nvPr/>
          </p:nvSpPr>
          <p:spPr bwMode="auto">
            <a:xfrm>
              <a:off x="2255" y="2266"/>
              <a:ext cx="707" cy="450"/>
            </a:xfrm>
            <a:custGeom>
              <a:avLst/>
              <a:gdLst>
                <a:gd name="T0" fmla="*/ 1142 w 1948"/>
                <a:gd name="T1" fmla="*/ 433 h 1242"/>
                <a:gd name="T2" fmla="*/ 1090 w 1948"/>
                <a:gd name="T3" fmla="*/ 337 h 1242"/>
                <a:gd name="T4" fmla="*/ 952 w 1948"/>
                <a:gd name="T5" fmla="*/ 211 h 1242"/>
                <a:gd name="T6" fmla="*/ 791 w 1948"/>
                <a:gd name="T7" fmla="*/ 192 h 1242"/>
                <a:gd name="T8" fmla="*/ 694 w 1948"/>
                <a:gd name="T9" fmla="*/ 86 h 1242"/>
                <a:gd name="T10" fmla="*/ 386 w 1948"/>
                <a:gd name="T11" fmla="*/ 111 h 1242"/>
                <a:gd name="T12" fmla="*/ 45 w 1948"/>
                <a:gd name="T13" fmla="*/ 21 h 1242"/>
                <a:gd name="T14" fmla="*/ 43 w 1948"/>
                <a:gd name="T15" fmla="*/ 103 h 1242"/>
                <a:gd name="T16" fmla="*/ 128 w 1948"/>
                <a:gd name="T17" fmla="*/ 240 h 1242"/>
                <a:gd name="T18" fmla="*/ 186 w 1948"/>
                <a:gd name="T19" fmla="*/ 346 h 1242"/>
                <a:gd name="T20" fmla="*/ 222 w 1948"/>
                <a:gd name="T21" fmla="*/ 420 h 1242"/>
                <a:gd name="T22" fmla="*/ 325 w 1948"/>
                <a:gd name="T23" fmla="*/ 494 h 1242"/>
                <a:gd name="T24" fmla="*/ 379 w 1948"/>
                <a:gd name="T25" fmla="*/ 598 h 1242"/>
                <a:gd name="T26" fmla="*/ 483 w 1948"/>
                <a:gd name="T27" fmla="*/ 676 h 1242"/>
                <a:gd name="T28" fmla="*/ 443 w 1948"/>
                <a:gd name="T29" fmla="*/ 590 h 1242"/>
                <a:gd name="T30" fmla="*/ 403 w 1948"/>
                <a:gd name="T31" fmla="*/ 516 h 1242"/>
                <a:gd name="T32" fmla="*/ 352 w 1948"/>
                <a:gd name="T33" fmla="*/ 420 h 1242"/>
                <a:gd name="T34" fmla="*/ 244 w 1948"/>
                <a:gd name="T35" fmla="*/ 276 h 1242"/>
                <a:gd name="T36" fmla="*/ 215 w 1948"/>
                <a:gd name="T37" fmla="*/ 234 h 1242"/>
                <a:gd name="T38" fmla="*/ 165 w 1948"/>
                <a:gd name="T39" fmla="*/ 79 h 1242"/>
                <a:gd name="T40" fmla="*/ 259 w 1948"/>
                <a:gd name="T41" fmla="*/ 128 h 1242"/>
                <a:gd name="T42" fmla="*/ 303 w 1948"/>
                <a:gd name="T43" fmla="*/ 250 h 1242"/>
                <a:gd name="T44" fmla="*/ 366 w 1948"/>
                <a:gd name="T45" fmla="*/ 321 h 1242"/>
                <a:gd name="T46" fmla="*/ 462 w 1948"/>
                <a:gd name="T47" fmla="*/ 411 h 1242"/>
                <a:gd name="T48" fmla="*/ 500 w 1948"/>
                <a:gd name="T49" fmla="*/ 491 h 1242"/>
                <a:gd name="T50" fmla="*/ 671 w 1948"/>
                <a:gd name="T51" fmla="*/ 640 h 1242"/>
                <a:gd name="T52" fmla="*/ 747 w 1948"/>
                <a:gd name="T53" fmla="*/ 824 h 1242"/>
                <a:gd name="T54" fmla="*/ 790 w 1948"/>
                <a:gd name="T55" fmla="*/ 931 h 1242"/>
                <a:gd name="T56" fmla="*/ 994 w 1948"/>
                <a:gd name="T57" fmla="*/ 1024 h 1242"/>
                <a:gd name="T58" fmla="*/ 1191 w 1948"/>
                <a:gd name="T59" fmla="*/ 1117 h 1242"/>
                <a:gd name="T60" fmla="*/ 1399 w 1948"/>
                <a:gd name="T61" fmla="*/ 1137 h 1242"/>
                <a:gd name="T62" fmla="*/ 1570 w 1948"/>
                <a:gd name="T63" fmla="*/ 1218 h 1242"/>
                <a:gd name="T64" fmla="*/ 1648 w 1948"/>
                <a:gd name="T65" fmla="*/ 1138 h 1242"/>
                <a:gd name="T66" fmla="*/ 1657 w 1948"/>
                <a:gd name="T67" fmla="*/ 1058 h 1242"/>
                <a:gd name="T68" fmla="*/ 1802 w 1948"/>
                <a:gd name="T69" fmla="*/ 1013 h 1242"/>
                <a:gd name="T70" fmla="*/ 1873 w 1948"/>
                <a:gd name="T71" fmla="*/ 1005 h 1242"/>
                <a:gd name="T72" fmla="*/ 1895 w 1948"/>
                <a:gd name="T73" fmla="*/ 886 h 1242"/>
                <a:gd name="T74" fmla="*/ 1940 w 1948"/>
                <a:gd name="T75" fmla="*/ 841 h 1242"/>
                <a:gd name="T76" fmla="*/ 1905 w 1948"/>
                <a:gd name="T77" fmla="*/ 772 h 1242"/>
                <a:gd name="T78" fmla="*/ 1733 w 1948"/>
                <a:gd name="T79" fmla="*/ 794 h 1242"/>
                <a:gd name="T80" fmla="*/ 1665 w 1948"/>
                <a:gd name="T81" fmla="*/ 932 h 1242"/>
                <a:gd name="T82" fmla="*/ 1616 w 1948"/>
                <a:gd name="T83" fmla="*/ 968 h 1242"/>
                <a:gd name="T84" fmla="*/ 1485 w 1948"/>
                <a:gd name="T85" fmla="*/ 985 h 1242"/>
                <a:gd name="T86" fmla="*/ 1409 w 1948"/>
                <a:gd name="T87" fmla="*/ 958 h 1242"/>
                <a:gd name="T88" fmla="*/ 1323 w 1948"/>
                <a:gd name="T89" fmla="*/ 876 h 1242"/>
                <a:gd name="T90" fmla="*/ 1265 w 1948"/>
                <a:gd name="T91" fmla="*/ 780 h 1242"/>
                <a:gd name="T92" fmla="*/ 1245 w 1948"/>
                <a:gd name="T93" fmla="*/ 679 h 1242"/>
                <a:gd name="T94" fmla="*/ 1284 w 1948"/>
                <a:gd name="T95" fmla="*/ 487 h 1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48" h="1242">
                  <a:moveTo>
                    <a:pt x="1233" y="478"/>
                  </a:moveTo>
                  <a:cubicBezTo>
                    <a:pt x="1221" y="475"/>
                    <a:pt x="1203" y="472"/>
                    <a:pt x="1194" y="464"/>
                  </a:cubicBezTo>
                  <a:cubicBezTo>
                    <a:pt x="1185" y="456"/>
                    <a:pt x="1173" y="452"/>
                    <a:pt x="1159" y="451"/>
                  </a:cubicBezTo>
                  <a:cubicBezTo>
                    <a:pt x="1145" y="450"/>
                    <a:pt x="1142" y="443"/>
                    <a:pt x="1142" y="433"/>
                  </a:cubicBezTo>
                  <a:cubicBezTo>
                    <a:pt x="1142" y="423"/>
                    <a:pt x="1137" y="416"/>
                    <a:pt x="1132" y="412"/>
                  </a:cubicBezTo>
                  <a:cubicBezTo>
                    <a:pt x="1127" y="408"/>
                    <a:pt x="1127" y="397"/>
                    <a:pt x="1127" y="386"/>
                  </a:cubicBezTo>
                  <a:cubicBezTo>
                    <a:pt x="1127" y="375"/>
                    <a:pt x="1126" y="367"/>
                    <a:pt x="1120" y="365"/>
                  </a:cubicBezTo>
                  <a:cubicBezTo>
                    <a:pt x="1114" y="363"/>
                    <a:pt x="1102" y="349"/>
                    <a:pt x="1090" y="337"/>
                  </a:cubicBezTo>
                  <a:cubicBezTo>
                    <a:pt x="1078" y="325"/>
                    <a:pt x="1068" y="301"/>
                    <a:pt x="1061" y="288"/>
                  </a:cubicBezTo>
                  <a:cubicBezTo>
                    <a:pt x="1054" y="275"/>
                    <a:pt x="1050" y="250"/>
                    <a:pt x="1037" y="250"/>
                  </a:cubicBezTo>
                  <a:cubicBezTo>
                    <a:pt x="1024" y="250"/>
                    <a:pt x="1024" y="240"/>
                    <a:pt x="1013" y="226"/>
                  </a:cubicBezTo>
                  <a:cubicBezTo>
                    <a:pt x="1002" y="212"/>
                    <a:pt x="976" y="214"/>
                    <a:pt x="952" y="211"/>
                  </a:cubicBezTo>
                  <a:cubicBezTo>
                    <a:pt x="928" y="208"/>
                    <a:pt x="927" y="216"/>
                    <a:pt x="911" y="252"/>
                  </a:cubicBezTo>
                  <a:cubicBezTo>
                    <a:pt x="895" y="288"/>
                    <a:pt x="863" y="261"/>
                    <a:pt x="849" y="253"/>
                  </a:cubicBezTo>
                  <a:cubicBezTo>
                    <a:pt x="835" y="245"/>
                    <a:pt x="820" y="233"/>
                    <a:pt x="810" y="230"/>
                  </a:cubicBezTo>
                  <a:cubicBezTo>
                    <a:pt x="800" y="227"/>
                    <a:pt x="792" y="205"/>
                    <a:pt x="791" y="192"/>
                  </a:cubicBezTo>
                  <a:cubicBezTo>
                    <a:pt x="790" y="179"/>
                    <a:pt x="781" y="173"/>
                    <a:pt x="780" y="164"/>
                  </a:cubicBezTo>
                  <a:cubicBezTo>
                    <a:pt x="779" y="155"/>
                    <a:pt x="775" y="149"/>
                    <a:pt x="764" y="147"/>
                  </a:cubicBezTo>
                  <a:cubicBezTo>
                    <a:pt x="753" y="145"/>
                    <a:pt x="746" y="138"/>
                    <a:pt x="739" y="132"/>
                  </a:cubicBezTo>
                  <a:cubicBezTo>
                    <a:pt x="732" y="126"/>
                    <a:pt x="706" y="105"/>
                    <a:pt x="694" y="86"/>
                  </a:cubicBezTo>
                  <a:cubicBezTo>
                    <a:pt x="682" y="67"/>
                    <a:pt x="619" y="75"/>
                    <a:pt x="591" y="76"/>
                  </a:cubicBezTo>
                  <a:cubicBezTo>
                    <a:pt x="563" y="77"/>
                    <a:pt x="569" y="88"/>
                    <a:pt x="568" y="101"/>
                  </a:cubicBezTo>
                  <a:cubicBezTo>
                    <a:pt x="567" y="114"/>
                    <a:pt x="558" y="112"/>
                    <a:pt x="558" y="112"/>
                  </a:cubicBezTo>
                  <a:cubicBezTo>
                    <a:pt x="558" y="112"/>
                    <a:pt x="429" y="111"/>
                    <a:pt x="386" y="111"/>
                  </a:cubicBezTo>
                  <a:cubicBezTo>
                    <a:pt x="365" y="105"/>
                    <a:pt x="306" y="76"/>
                    <a:pt x="278" y="66"/>
                  </a:cubicBezTo>
                  <a:cubicBezTo>
                    <a:pt x="250" y="56"/>
                    <a:pt x="209" y="46"/>
                    <a:pt x="190" y="39"/>
                  </a:cubicBezTo>
                  <a:cubicBezTo>
                    <a:pt x="171" y="32"/>
                    <a:pt x="168" y="30"/>
                    <a:pt x="150" y="15"/>
                  </a:cubicBezTo>
                  <a:cubicBezTo>
                    <a:pt x="132" y="0"/>
                    <a:pt x="70" y="21"/>
                    <a:pt x="45" y="21"/>
                  </a:cubicBezTo>
                  <a:cubicBezTo>
                    <a:pt x="31" y="21"/>
                    <a:pt x="13" y="24"/>
                    <a:pt x="0" y="26"/>
                  </a:cubicBezTo>
                  <a:cubicBezTo>
                    <a:pt x="1" y="29"/>
                    <a:pt x="2" y="31"/>
                    <a:pt x="5" y="33"/>
                  </a:cubicBezTo>
                  <a:cubicBezTo>
                    <a:pt x="17" y="45"/>
                    <a:pt x="23" y="47"/>
                    <a:pt x="27" y="62"/>
                  </a:cubicBezTo>
                  <a:cubicBezTo>
                    <a:pt x="31" y="77"/>
                    <a:pt x="32" y="91"/>
                    <a:pt x="43" y="103"/>
                  </a:cubicBezTo>
                  <a:cubicBezTo>
                    <a:pt x="53" y="116"/>
                    <a:pt x="50" y="124"/>
                    <a:pt x="60" y="136"/>
                  </a:cubicBezTo>
                  <a:cubicBezTo>
                    <a:pt x="71" y="148"/>
                    <a:pt x="79" y="154"/>
                    <a:pt x="84" y="169"/>
                  </a:cubicBezTo>
                  <a:cubicBezTo>
                    <a:pt x="88" y="183"/>
                    <a:pt x="87" y="212"/>
                    <a:pt x="99" y="220"/>
                  </a:cubicBezTo>
                  <a:cubicBezTo>
                    <a:pt x="111" y="228"/>
                    <a:pt x="113" y="235"/>
                    <a:pt x="128" y="240"/>
                  </a:cubicBezTo>
                  <a:cubicBezTo>
                    <a:pt x="144" y="246"/>
                    <a:pt x="147" y="250"/>
                    <a:pt x="151" y="260"/>
                  </a:cubicBezTo>
                  <a:cubicBezTo>
                    <a:pt x="154" y="269"/>
                    <a:pt x="162" y="270"/>
                    <a:pt x="172" y="280"/>
                  </a:cubicBezTo>
                  <a:cubicBezTo>
                    <a:pt x="182" y="289"/>
                    <a:pt x="197" y="296"/>
                    <a:pt x="197" y="311"/>
                  </a:cubicBezTo>
                  <a:cubicBezTo>
                    <a:pt x="197" y="327"/>
                    <a:pt x="197" y="346"/>
                    <a:pt x="186" y="346"/>
                  </a:cubicBezTo>
                  <a:cubicBezTo>
                    <a:pt x="174" y="346"/>
                    <a:pt x="153" y="345"/>
                    <a:pt x="147" y="346"/>
                  </a:cubicBezTo>
                  <a:cubicBezTo>
                    <a:pt x="142" y="347"/>
                    <a:pt x="129" y="354"/>
                    <a:pt x="141" y="360"/>
                  </a:cubicBezTo>
                  <a:cubicBezTo>
                    <a:pt x="153" y="365"/>
                    <a:pt x="161" y="388"/>
                    <a:pt x="178" y="392"/>
                  </a:cubicBezTo>
                  <a:cubicBezTo>
                    <a:pt x="194" y="396"/>
                    <a:pt x="209" y="412"/>
                    <a:pt x="222" y="420"/>
                  </a:cubicBezTo>
                  <a:cubicBezTo>
                    <a:pt x="234" y="429"/>
                    <a:pt x="244" y="412"/>
                    <a:pt x="258" y="426"/>
                  </a:cubicBezTo>
                  <a:cubicBezTo>
                    <a:pt x="273" y="440"/>
                    <a:pt x="279" y="453"/>
                    <a:pt x="290" y="458"/>
                  </a:cubicBezTo>
                  <a:cubicBezTo>
                    <a:pt x="302" y="462"/>
                    <a:pt x="314" y="464"/>
                    <a:pt x="317" y="472"/>
                  </a:cubicBezTo>
                  <a:cubicBezTo>
                    <a:pt x="320" y="479"/>
                    <a:pt x="327" y="484"/>
                    <a:pt x="325" y="494"/>
                  </a:cubicBezTo>
                  <a:cubicBezTo>
                    <a:pt x="324" y="503"/>
                    <a:pt x="326" y="522"/>
                    <a:pt x="322" y="529"/>
                  </a:cubicBezTo>
                  <a:cubicBezTo>
                    <a:pt x="318" y="535"/>
                    <a:pt x="307" y="549"/>
                    <a:pt x="316" y="556"/>
                  </a:cubicBezTo>
                  <a:cubicBezTo>
                    <a:pt x="326" y="564"/>
                    <a:pt x="334" y="574"/>
                    <a:pt x="347" y="576"/>
                  </a:cubicBezTo>
                  <a:cubicBezTo>
                    <a:pt x="361" y="579"/>
                    <a:pt x="372" y="590"/>
                    <a:pt x="379" y="598"/>
                  </a:cubicBezTo>
                  <a:cubicBezTo>
                    <a:pt x="386" y="605"/>
                    <a:pt x="404" y="613"/>
                    <a:pt x="413" y="623"/>
                  </a:cubicBezTo>
                  <a:cubicBezTo>
                    <a:pt x="422" y="632"/>
                    <a:pt x="439" y="636"/>
                    <a:pt x="450" y="656"/>
                  </a:cubicBezTo>
                  <a:cubicBezTo>
                    <a:pt x="460" y="677"/>
                    <a:pt x="453" y="687"/>
                    <a:pt x="466" y="689"/>
                  </a:cubicBezTo>
                  <a:cubicBezTo>
                    <a:pt x="480" y="691"/>
                    <a:pt x="478" y="684"/>
                    <a:pt x="483" y="676"/>
                  </a:cubicBezTo>
                  <a:cubicBezTo>
                    <a:pt x="489" y="669"/>
                    <a:pt x="498" y="659"/>
                    <a:pt x="498" y="650"/>
                  </a:cubicBezTo>
                  <a:cubicBezTo>
                    <a:pt x="498" y="641"/>
                    <a:pt x="489" y="630"/>
                    <a:pt x="483" y="626"/>
                  </a:cubicBezTo>
                  <a:cubicBezTo>
                    <a:pt x="478" y="622"/>
                    <a:pt x="481" y="605"/>
                    <a:pt x="468" y="600"/>
                  </a:cubicBezTo>
                  <a:cubicBezTo>
                    <a:pt x="456" y="595"/>
                    <a:pt x="447" y="587"/>
                    <a:pt x="443" y="590"/>
                  </a:cubicBezTo>
                  <a:cubicBezTo>
                    <a:pt x="438" y="594"/>
                    <a:pt x="428" y="597"/>
                    <a:pt x="422" y="589"/>
                  </a:cubicBezTo>
                  <a:cubicBezTo>
                    <a:pt x="417" y="582"/>
                    <a:pt x="409" y="569"/>
                    <a:pt x="415" y="557"/>
                  </a:cubicBezTo>
                  <a:cubicBezTo>
                    <a:pt x="420" y="545"/>
                    <a:pt x="432" y="536"/>
                    <a:pt x="421" y="531"/>
                  </a:cubicBezTo>
                  <a:cubicBezTo>
                    <a:pt x="410" y="526"/>
                    <a:pt x="408" y="529"/>
                    <a:pt x="403" y="516"/>
                  </a:cubicBezTo>
                  <a:cubicBezTo>
                    <a:pt x="398" y="502"/>
                    <a:pt x="374" y="496"/>
                    <a:pt x="383" y="486"/>
                  </a:cubicBezTo>
                  <a:cubicBezTo>
                    <a:pt x="392" y="475"/>
                    <a:pt x="390" y="466"/>
                    <a:pt x="383" y="465"/>
                  </a:cubicBezTo>
                  <a:cubicBezTo>
                    <a:pt x="376" y="464"/>
                    <a:pt x="373" y="463"/>
                    <a:pt x="371" y="449"/>
                  </a:cubicBezTo>
                  <a:cubicBezTo>
                    <a:pt x="369" y="436"/>
                    <a:pt x="365" y="433"/>
                    <a:pt x="352" y="420"/>
                  </a:cubicBezTo>
                  <a:cubicBezTo>
                    <a:pt x="340" y="407"/>
                    <a:pt x="322" y="375"/>
                    <a:pt x="311" y="369"/>
                  </a:cubicBezTo>
                  <a:cubicBezTo>
                    <a:pt x="300" y="362"/>
                    <a:pt x="297" y="360"/>
                    <a:pt x="294" y="344"/>
                  </a:cubicBezTo>
                  <a:cubicBezTo>
                    <a:pt x="290" y="327"/>
                    <a:pt x="294" y="328"/>
                    <a:pt x="280" y="314"/>
                  </a:cubicBezTo>
                  <a:cubicBezTo>
                    <a:pt x="266" y="299"/>
                    <a:pt x="254" y="289"/>
                    <a:pt x="244" y="276"/>
                  </a:cubicBezTo>
                  <a:cubicBezTo>
                    <a:pt x="234" y="264"/>
                    <a:pt x="235" y="253"/>
                    <a:pt x="246" y="261"/>
                  </a:cubicBezTo>
                  <a:cubicBezTo>
                    <a:pt x="257" y="268"/>
                    <a:pt x="267" y="260"/>
                    <a:pt x="259" y="249"/>
                  </a:cubicBezTo>
                  <a:cubicBezTo>
                    <a:pt x="252" y="238"/>
                    <a:pt x="242" y="226"/>
                    <a:pt x="236" y="231"/>
                  </a:cubicBezTo>
                  <a:cubicBezTo>
                    <a:pt x="230" y="237"/>
                    <a:pt x="225" y="244"/>
                    <a:pt x="215" y="234"/>
                  </a:cubicBezTo>
                  <a:cubicBezTo>
                    <a:pt x="204" y="224"/>
                    <a:pt x="168" y="212"/>
                    <a:pt x="166" y="193"/>
                  </a:cubicBezTo>
                  <a:cubicBezTo>
                    <a:pt x="164" y="174"/>
                    <a:pt x="172" y="154"/>
                    <a:pt x="163" y="139"/>
                  </a:cubicBezTo>
                  <a:cubicBezTo>
                    <a:pt x="153" y="124"/>
                    <a:pt x="148" y="124"/>
                    <a:pt x="149" y="106"/>
                  </a:cubicBezTo>
                  <a:cubicBezTo>
                    <a:pt x="150" y="88"/>
                    <a:pt x="159" y="74"/>
                    <a:pt x="165" y="79"/>
                  </a:cubicBezTo>
                  <a:cubicBezTo>
                    <a:pt x="171" y="83"/>
                    <a:pt x="173" y="90"/>
                    <a:pt x="185" y="90"/>
                  </a:cubicBezTo>
                  <a:cubicBezTo>
                    <a:pt x="197" y="89"/>
                    <a:pt x="209" y="85"/>
                    <a:pt x="213" y="89"/>
                  </a:cubicBezTo>
                  <a:cubicBezTo>
                    <a:pt x="217" y="94"/>
                    <a:pt x="221" y="110"/>
                    <a:pt x="235" y="110"/>
                  </a:cubicBezTo>
                  <a:cubicBezTo>
                    <a:pt x="249" y="110"/>
                    <a:pt x="259" y="109"/>
                    <a:pt x="259" y="128"/>
                  </a:cubicBezTo>
                  <a:cubicBezTo>
                    <a:pt x="259" y="147"/>
                    <a:pt x="255" y="153"/>
                    <a:pt x="267" y="164"/>
                  </a:cubicBezTo>
                  <a:cubicBezTo>
                    <a:pt x="279" y="174"/>
                    <a:pt x="278" y="178"/>
                    <a:pt x="282" y="194"/>
                  </a:cubicBezTo>
                  <a:cubicBezTo>
                    <a:pt x="287" y="209"/>
                    <a:pt x="286" y="219"/>
                    <a:pt x="297" y="228"/>
                  </a:cubicBezTo>
                  <a:cubicBezTo>
                    <a:pt x="309" y="236"/>
                    <a:pt x="309" y="244"/>
                    <a:pt x="303" y="250"/>
                  </a:cubicBezTo>
                  <a:cubicBezTo>
                    <a:pt x="298" y="255"/>
                    <a:pt x="289" y="268"/>
                    <a:pt x="296" y="276"/>
                  </a:cubicBezTo>
                  <a:cubicBezTo>
                    <a:pt x="304" y="284"/>
                    <a:pt x="313" y="290"/>
                    <a:pt x="315" y="282"/>
                  </a:cubicBezTo>
                  <a:cubicBezTo>
                    <a:pt x="317" y="275"/>
                    <a:pt x="328" y="264"/>
                    <a:pt x="337" y="282"/>
                  </a:cubicBezTo>
                  <a:cubicBezTo>
                    <a:pt x="345" y="301"/>
                    <a:pt x="354" y="316"/>
                    <a:pt x="366" y="321"/>
                  </a:cubicBezTo>
                  <a:cubicBezTo>
                    <a:pt x="378" y="326"/>
                    <a:pt x="376" y="353"/>
                    <a:pt x="395" y="351"/>
                  </a:cubicBezTo>
                  <a:cubicBezTo>
                    <a:pt x="414" y="348"/>
                    <a:pt x="416" y="350"/>
                    <a:pt x="418" y="365"/>
                  </a:cubicBezTo>
                  <a:cubicBezTo>
                    <a:pt x="420" y="380"/>
                    <a:pt x="424" y="388"/>
                    <a:pt x="438" y="393"/>
                  </a:cubicBezTo>
                  <a:cubicBezTo>
                    <a:pt x="451" y="397"/>
                    <a:pt x="459" y="398"/>
                    <a:pt x="462" y="411"/>
                  </a:cubicBezTo>
                  <a:cubicBezTo>
                    <a:pt x="465" y="423"/>
                    <a:pt x="467" y="426"/>
                    <a:pt x="482" y="427"/>
                  </a:cubicBezTo>
                  <a:cubicBezTo>
                    <a:pt x="496" y="429"/>
                    <a:pt x="507" y="437"/>
                    <a:pt x="503" y="449"/>
                  </a:cubicBezTo>
                  <a:cubicBezTo>
                    <a:pt x="500" y="461"/>
                    <a:pt x="500" y="467"/>
                    <a:pt x="494" y="471"/>
                  </a:cubicBezTo>
                  <a:cubicBezTo>
                    <a:pt x="488" y="475"/>
                    <a:pt x="484" y="483"/>
                    <a:pt x="500" y="491"/>
                  </a:cubicBezTo>
                  <a:cubicBezTo>
                    <a:pt x="516" y="499"/>
                    <a:pt x="527" y="515"/>
                    <a:pt x="537" y="514"/>
                  </a:cubicBezTo>
                  <a:cubicBezTo>
                    <a:pt x="546" y="513"/>
                    <a:pt x="568" y="512"/>
                    <a:pt x="573" y="530"/>
                  </a:cubicBezTo>
                  <a:cubicBezTo>
                    <a:pt x="579" y="548"/>
                    <a:pt x="561" y="553"/>
                    <a:pt x="590" y="567"/>
                  </a:cubicBezTo>
                  <a:cubicBezTo>
                    <a:pt x="620" y="581"/>
                    <a:pt x="656" y="618"/>
                    <a:pt x="671" y="640"/>
                  </a:cubicBezTo>
                  <a:cubicBezTo>
                    <a:pt x="686" y="662"/>
                    <a:pt x="694" y="681"/>
                    <a:pt x="714" y="689"/>
                  </a:cubicBezTo>
                  <a:cubicBezTo>
                    <a:pt x="734" y="698"/>
                    <a:pt x="760" y="730"/>
                    <a:pt x="760" y="753"/>
                  </a:cubicBezTo>
                  <a:cubicBezTo>
                    <a:pt x="760" y="776"/>
                    <a:pt x="767" y="798"/>
                    <a:pt x="761" y="806"/>
                  </a:cubicBezTo>
                  <a:cubicBezTo>
                    <a:pt x="755" y="814"/>
                    <a:pt x="744" y="817"/>
                    <a:pt x="747" y="824"/>
                  </a:cubicBezTo>
                  <a:cubicBezTo>
                    <a:pt x="750" y="831"/>
                    <a:pt x="755" y="835"/>
                    <a:pt x="746" y="841"/>
                  </a:cubicBezTo>
                  <a:cubicBezTo>
                    <a:pt x="737" y="846"/>
                    <a:pt x="732" y="856"/>
                    <a:pt x="738" y="862"/>
                  </a:cubicBezTo>
                  <a:cubicBezTo>
                    <a:pt x="743" y="869"/>
                    <a:pt x="739" y="871"/>
                    <a:pt x="752" y="887"/>
                  </a:cubicBezTo>
                  <a:cubicBezTo>
                    <a:pt x="765" y="903"/>
                    <a:pt x="771" y="925"/>
                    <a:pt x="790" y="931"/>
                  </a:cubicBezTo>
                  <a:cubicBezTo>
                    <a:pt x="810" y="936"/>
                    <a:pt x="832" y="939"/>
                    <a:pt x="847" y="954"/>
                  </a:cubicBezTo>
                  <a:cubicBezTo>
                    <a:pt x="862" y="969"/>
                    <a:pt x="889" y="995"/>
                    <a:pt x="906" y="1002"/>
                  </a:cubicBezTo>
                  <a:cubicBezTo>
                    <a:pt x="923" y="1009"/>
                    <a:pt x="928" y="1012"/>
                    <a:pt x="951" y="1012"/>
                  </a:cubicBezTo>
                  <a:cubicBezTo>
                    <a:pt x="974" y="1012"/>
                    <a:pt x="981" y="1009"/>
                    <a:pt x="994" y="1024"/>
                  </a:cubicBezTo>
                  <a:cubicBezTo>
                    <a:pt x="1006" y="1038"/>
                    <a:pt x="1027" y="1058"/>
                    <a:pt x="1043" y="1063"/>
                  </a:cubicBezTo>
                  <a:cubicBezTo>
                    <a:pt x="1059" y="1067"/>
                    <a:pt x="1080" y="1076"/>
                    <a:pt x="1094" y="1081"/>
                  </a:cubicBezTo>
                  <a:cubicBezTo>
                    <a:pt x="1109" y="1086"/>
                    <a:pt x="1121" y="1096"/>
                    <a:pt x="1142" y="1099"/>
                  </a:cubicBezTo>
                  <a:cubicBezTo>
                    <a:pt x="1163" y="1103"/>
                    <a:pt x="1177" y="1107"/>
                    <a:pt x="1191" y="1117"/>
                  </a:cubicBezTo>
                  <a:cubicBezTo>
                    <a:pt x="1205" y="1126"/>
                    <a:pt x="1225" y="1144"/>
                    <a:pt x="1248" y="1146"/>
                  </a:cubicBezTo>
                  <a:cubicBezTo>
                    <a:pt x="1271" y="1147"/>
                    <a:pt x="1276" y="1146"/>
                    <a:pt x="1287" y="1155"/>
                  </a:cubicBezTo>
                  <a:cubicBezTo>
                    <a:pt x="1298" y="1164"/>
                    <a:pt x="1339" y="1165"/>
                    <a:pt x="1351" y="1160"/>
                  </a:cubicBezTo>
                  <a:cubicBezTo>
                    <a:pt x="1364" y="1154"/>
                    <a:pt x="1379" y="1144"/>
                    <a:pt x="1399" y="1137"/>
                  </a:cubicBezTo>
                  <a:cubicBezTo>
                    <a:pt x="1418" y="1131"/>
                    <a:pt x="1418" y="1121"/>
                    <a:pt x="1442" y="1125"/>
                  </a:cubicBezTo>
                  <a:cubicBezTo>
                    <a:pt x="1465" y="1128"/>
                    <a:pt x="1476" y="1129"/>
                    <a:pt x="1494" y="1147"/>
                  </a:cubicBezTo>
                  <a:cubicBezTo>
                    <a:pt x="1513" y="1164"/>
                    <a:pt x="1531" y="1179"/>
                    <a:pt x="1542" y="1188"/>
                  </a:cubicBezTo>
                  <a:cubicBezTo>
                    <a:pt x="1554" y="1197"/>
                    <a:pt x="1563" y="1201"/>
                    <a:pt x="1570" y="1218"/>
                  </a:cubicBezTo>
                  <a:cubicBezTo>
                    <a:pt x="1576" y="1231"/>
                    <a:pt x="1580" y="1238"/>
                    <a:pt x="1587" y="1242"/>
                  </a:cubicBezTo>
                  <a:cubicBezTo>
                    <a:pt x="1589" y="1233"/>
                    <a:pt x="1592" y="1220"/>
                    <a:pt x="1598" y="1209"/>
                  </a:cubicBezTo>
                  <a:cubicBezTo>
                    <a:pt x="1608" y="1191"/>
                    <a:pt x="1628" y="1173"/>
                    <a:pt x="1628" y="1163"/>
                  </a:cubicBezTo>
                  <a:cubicBezTo>
                    <a:pt x="1628" y="1152"/>
                    <a:pt x="1621" y="1138"/>
                    <a:pt x="1648" y="1138"/>
                  </a:cubicBezTo>
                  <a:cubicBezTo>
                    <a:pt x="1675" y="1138"/>
                    <a:pt x="1705" y="1146"/>
                    <a:pt x="1705" y="1133"/>
                  </a:cubicBezTo>
                  <a:cubicBezTo>
                    <a:pt x="1705" y="1120"/>
                    <a:pt x="1710" y="1121"/>
                    <a:pt x="1694" y="1108"/>
                  </a:cubicBezTo>
                  <a:cubicBezTo>
                    <a:pt x="1677" y="1095"/>
                    <a:pt x="1671" y="1083"/>
                    <a:pt x="1657" y="1074"/>
                  </a:cubicBezTo>
                  <a:cubicBezTo>
                    <a:pt x="1643" y="1064"/>
                    <a:pt x="1632" y="1058"/>
                    <a:pt x="1657" y="1058"/>
                  </a:cubicBezTo>
                  <a:cubicBezTo>
                    <a:pt x="1682" y="1058"/>
                    <a:pt x="1671" y="1050"/>
                    <a:pt x="1671" y="1041"/>
                  </a:cubicBezTo>
                  <a:cubicBezTo>
                    <a:pt x="1671" y="1031"/>
                    <a:pt x="1674" y="1021"/>
                    <a:pt x="1697" y="1023"/>
                  </a:cubicBezTo>
                  <a:cubicBezTo>
                    <a:pt x="1721" y="1025"/>
                    <a:pt x="1781" y="1034"/>
                    <a:pt x="1787" y="1024"/>
                  </a:cubicBezTo>
                  <a:cubicBezTo>
                    <a:pt x="1793" y="1015"/>
                    <a:pt x="1790" y="1010"/>
                    <a:pt x="1802" y="1013"/>
                  </a:cubicBezTo>
                  <a:cubicBezTo>
                    <a:pt x="1813" y="1017"/>
                    <a:pt x="1818" y="1022"/>
                    <a:pt x="1824" y="1000"/>
                  </a:cubicBezTo>
                  <a:cubicBezTo>
                    <a:pt x="1830" y="979"/>
                    <a:pt x="1842" y="979"/>
                    <a:pt x="1849" y="982"/>
                  </a:cubicBezTo>
                  <a:cubicBezTo>
                    <a:pt x="1856" y="984"/>
                    <a:pt x="1858" y="987"/>
                    <a:pt x="1860" y="993"/>
                  </a:cubicBezTo>
                  <a:cubicBezTo>
                    <a:pt x="1860" y="997"/>
                    <a:pt x="1866" y="1003"/>
                    <a:pt x="1873" y="1005"/>
                  </a:cubicBezTo>
                  <a:cubicBezTo>
                    <a:pt x="1880" y="1001"/>
                    <a:pt x="1885" y="996"/>
                    <a:pt x="1886" y="988"/>
                  </a:cubicBezTo>
                  <a:cubicBezTo>
                    <a:pt x="1886" y="971"/>
                    <a:pt x="1879" y="975"/>
                    <a:pt x="1887" y="963"/>
                  </a:cubicBezTo>
                  <a:cubicBezTo>
                    <a:pt x="1895" y="951"/>
                    <a:pt x="1899" y="942"/>
                    <a:pt x="1896" y="927"/>
                  </a:cubicBezTo>
                  <a:cubicBezTo>
                    <a:pt x="1893" y="913"/>
                    <a:pt x="1887" y="898"/>
                    <a:pt x="1895" y="886"/>
                  </a:cubicBezTo>
                  <a:cubicBezTo>
                    <a:pt x="1903" y="874"/>
                    <a:pt x="1902" y="858"/>
                    <a:pt x="1910" y="851"/>
                  </a:cubicBezTo>
                  <a:cubicBezTo>
                    <a:pt x="1917" y="843"/>
                    <a:pt x="1923" y="841"/>
                    <a:pt x="1924" y="850"/>
                  </a:cubicBezTo>
                  <a:cubicBezTo>
                    <a:pt x="1925" y="859"/>
                    <a:pt x="1930" y="866"/>
                    <a:pt x="1933" y="858"/>
                  </a:cubicBezTo>
                  <a:cubicBezTo>
                    <a:pt x="1936" y="850"/>
                    <a:pt x="1948" y="842"/>
                    <a:pt x="1940" y="841"/>
                  </a:cubicBezTo>
                  <a:cubicBezTo>
                    <a:pt x="1933" y="839"/>
                    <a:pt x="1928" y="835"/>
                    <a:pt x="1933" y="826"/>
                  </a:cubicBezTo>
                  <a:cubicBezTo>
                    <a:pt x="1937" y="818"/>
                    <a:pt x="1944" y="824"/>
                    <a:pt x="1941" y="804"/>
                  </a:cubicBezTo>
                  <a:cubicBezTo>
                    <a:pt x="1938" y="784"/>
                    <a:pt x="1948" y="782"/>
                    <a:pt x="1938" y="775"/>
                  </a:cubicBezTo>
                  <a:cubicBezTo>
                    <a:pt x="1928" y="768"/>
                    <a:pt x="1917" y="765"/>
                    <a:pt x="1905" y="772"/>
                  </a:cubicBezTo>
                  <a:cubicBezTo>
                    <a:pt x="1894" y="779"/>
                    <a:pt x="1878" y="777"/>
                    <a:pt x="1872" y="770"/>
                  </a:cubicBezTo>
                  <a:cubicBezTo>
                    <a:pt x="1865" y="764"/>
                    <a:pt x="1850" y="765"/>
                    <a:pt x="1838" y="768"/>
                  </a:cubicBezTo>
                  <a:cubicBezTo>
                    <a:pt x="1826" y="771"/>
                    <a:pt x="1827" y="773"/>
                    <a:pt x="1808" y="778"/>
                  </a:cubicBezTo>
                  <a:cubicBezTo>
                    <a:pt x="1788" y="783"/>
                    <a:pt x="1740" y="783"/>
                    <a:pt x="1733" y="794"/>
                  </a:cubicBezTo>
                  <a:cubicBezTo>
                    <a:pt x="1725" y="806"/>
                    <a:pt x="1710" y="798"/>
                    <a:pt x="1709" y="815"/>
                  </a:cubicBezTo>
                  <a:cubicBezTo>
                    <a:pt x="1708" y="832"/>
                    <a:pt x="1704" y="863"/>
                    <a:pt x="1702" y="875"/>
                  </a:cubicBezTo>
                  <a:cubicBezTo>
                    <a:pt x="1700" y="887"/>
                    <a:pt x="1690" y="885"/>
                    <a:pt x="1687" y="899"/>
                  </a:cubicBezTo>
                  <a:cubicBezTo>
                    <a:pt x="1685" y="914"/>
                    <a:pt x="1680" y="926"/>
                    <a:pt x="1665" y="932"/>
                  </a:cubicBezTo>
                  <a:cubicBezTo>
                    <a:pt x="1650" y="937"/>
                    <a:pt x="1626" y="956"/>
                    <a:pt x="1634" y="961"/>
                  </a:cubicBezTo>
                  <a:cubicBezTo>
                    <a:pt x="1642" y="966"/>
                    <a:pt x="1652" y="960"/>
                    <a:pt x="1649" y="969"/>
                  </a:cubicBezTo>
                  <a:cubicBezTo>
                    <a:pt x="1645" y="978"/>
                    <a:pt x="1641" y="982"/>
                    <a:pt x="1630" y="982"/>
                  </a:cubicBezTo>
                  <a:cubicBezTo>
                    <a:pt x="1619" y="982"/>
                    <a:pt x="1616" y="972"/>
                    <a:pt x="1616" y="968"/>
                  </a:cubicBezTo>
                  <a:cubicBezTo>
                    <a:pt x="1615" y="964"/>
                    <a:pt x="1607" y="957"/>
                    <a:pt x="1595" y="958"/>
                  </a:cubicBezTo>
                  <a:cubicBezTo>
                    <a:pt x="1583" y="960"/>
                    <a:pt x="1568" y="963"/>
                    <a:pt x="1560" y="970"/>
                  </a:cubicBezTo>
                  <a:cubicBezTo>
                    <a:pt x="1551" y="978"/>
                    <a:pt x="1529" y="978"/>
                    <a:pt x="1516" y="979"/>
                  </a:cubicBezTo>
                  <a:cubicBezTo>
                    <a:pt x="1503" y="980"/>
                    <a:pt x="1493" y="979"/>
                    <a:pt x="1485" y="985"/>
                  </a:cubicBezTo>
                  <a:cubicBezTo>
                    <a:pt x="1476" y="992"/>
                    <a:pt x="1467" y="999"/>
                    <a:pt x="1457" y="996"/>
                  </a:cubicBezTo>
                  <a:cubicBezTo>
                    <a:pt x="1447" y="993"/>
                    <a:pt x="1446" y="993"/>
                    <a:pt x="1445" y="987"/>
                  </a:cubicBezTo>
                  <a:cubicBezTo>
                    <a:pt x="1444" y="981"/>
                    <a:pt x="1432" y="975"/>
                    <a:pt x="1426" y="974"/>
                  </a:cubicBezTo>
                  <a:cubicBezTo>
                    <a:pt x="1419" y="973"/>
                    <a:pt x="1422" y="957"/>
                    <a:pt x="1409" y="958"/>
                  </a:cubicBezTo>
                  <a:cubicBezTo>
                    <a:pt x="1396" y="959"/>
                    <a:pt x="1360" y="958"/>
                    <a:pt x="1358" y="950"/>
                  </a:cubicBezTo>
                  <a:cubicBezTo>
                    <a:pt x="1357" y="941"/>
                    <a:pt x="1350" y="937"/>
                    <a:pt x="1343" y="926"/>
                  </a:cubicBezTo>
                  <a:cubicBezTo>
                    <a:pt x="1337" y="915"/>
                    <a:pt x="1333" y="910"/>
                    <a:pt x="1331" y="899"/>
                  </a:cubicBezTo>
                  <a:cubicBezTo>
                    <a:pt x="1330" y="887"/>
                    <a:pt x="1334" y="886"/>
                    <a:pt x="1323" y="876"/>
                  </a:cubicBezTo>
                  <a:cubicBezTo>
                    <a:pt x="1311" y="866"/>
                    <a:pt x="1314" y="857"/>
                    <a:pt x="1300" y="848"/>
                  </a:cubicBezTo>
                  <a:cubicBezTo>
                    <a:pt x="1285" y="838"/>
                    <a:pt x="1283" y="829"/>
                    <a:pt x="1281" y="823"/>
                  </a:cubicBezTo>
                  <a:cubicBezTo>
                    <a:pt x="1279" y="816"/>
                    <a:pt x="1276" y="811"/>
                    <a:pt x="1268" y="801"/>
                  </a:cubicBezTo>
                  <a:cubicBezTo>
                    <a:pt x="1260" y="792"/>
                    <a:pt x="1257" y="786"/>
                    <a:pt x="1265" y="780"/>
                  </a:cubicBezTo>
                  <a:cubicBezTo>
                    <a:pt x="1273" y="773"/>
                    <a:pt x="1269" y="772"/>
                    <a:pt x="1261" y="766"/>
                  </a:cubicBezTo>
                  <a:cubicBezTo>
                    <a:pt x="1253" y="760"/>
                    <a:pt x="1253" y="758"/>
                    <a:pt x="1247" y="743"/>
                  </a:cubicBezTo>
                  <a:cubicBezTo>
                    <a:pt x="1242" y="728"/>
                    <a:pt x="1240" y="727"/>
                    <a:pt x="1240" y="710"/>
                  </a:cubicBezTo>
                  <a:cubicBezTo>
                    <a:pt x="1240" y="694"/>
                    <a:pt x="1239" y="688"/>
                    <a:pt x="1245" y="679"/>
                  </a:cubicBezTo>
                  <a:cubicBezTo>
                    <a:pt x="1250" y="671"/>
                    <a:pt x="1252" y="663"/>
                    <a:pt x="1250" y="639"/>
                  </a:cubicBezTo>
                  <a:cubicBezTo>
                    <a:pt x="1247" y="614"/>
                    <a:pt x="1241" y="591"/>
                    <a:pt x="1249" y="574"/>
                  </a:cubicBezTo>
                  <a:cubicBezTo>
                    <a:pt x="1257" y="558"/>
                    <a:pt x="1255" y="540"/>
                    <a:pt x="1263" y="530"/>
                  </a:cubicBezTo>
                  <a:cubicBezTo>
                    <a:pt x="1271" y="520"/>
                    <a:pt x="1284" y="499"/>
                    <a:pt x="1284" y="487"/>
                  </a:cubicBezTo>
                  <a:cubicBezTo>
                    <a:pt x="1284" y="481"/>
                    <a:pt x="1284" y="477"/>
                    <a:pt x="1284" y="473"/>
                  </a:cubicBezTo>
                  <a:cubicBezTo>
                    <a:pt x="1276" y="475"/>
                    <a:pt x="1271" y="478"/>
                    <a:pt x="1263" y="481"/>
                  </a:cubicBezTo>
                  <a:cubicBezTo>
                    <a:pt x="1250" y="485"/>
                    <a:pt x="1245" y="481"/>
                    <a:pt x="1233" y="47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33"/>
            <p:cNvSpPr>
              <a:spLocks noEditPoints="1"/>
            </p:cNvSpPr>
            <p:nvPr/>
          </p:nvSpPr>
          <p:spPr bwMode="auto">
            <a:xfrm>
              <a:off x="1078" y="1027"/>
              <a:ext cx="2337" cy="1585"/>
            </a:xfrm>
            <a:custGeom>
              <a:avLst/>
              <a:gdLst>
                <a:gd name="T0" fmla="*/ 20 w 6442"/>
                <a:gd name="T1" fmla="*/ 1828 h 4369"/>
                <a:gd name="T2" fmla="*/ 231 w 6442"/>
                <a:gd name="T3" fmla="*/ 1722 h 4369"/>
                <a:gd name="T4" fmla="*/ 878 w 6442"/>
                <a:gd name="T5" fmla="*/ 1422 h 4369"/>
                <a:gd name="T6" fmla="*/ 1284 w 6442"/>
                <a:gd name="T7" fmla="*/ 1191 h 4369"/>
                <a:gd name="T8" fmla="*/ 1338 w 6442"/>
                <a:gd name="T9" fmla="*/ 1186 h 4369"/>
                <a:gd name="T10" fmla="*/ 1886 w 6442"/>
                <a:gd name="T11" fmla="*/ 1243 h 4369"/>
                <a:gd name="T12" fmla="*/ 1287 w 6442"/>
                <a:gd name="T13" fmla="*/ 137 h 4369"/>
                <a:gd name="T14" fmla="*/ 804 w 6442"/>
                <a:gd name="T15" fmla="*/ 47 h 4369"/>
                <a:gd name="T16" fmla="*/ 520 w 6442"/>
                <a:gd name="T17" fmla="*/ 119 h 4369"/>
                <a:gd name="T18" fmla="*/ 99 w 6442"/>
                <a:gd name="T19" fmla="*/ 350 h 4369"/>
                <a:gd name="T20" fmla="*/ 348 w 6442"/>
                <a:gd name="T21" fmla="*/ 512 h 4369"/>
                <a:gd name="T22" fmla="*/ 366 w 6442"/>
                <a:gd name="T23" fmla="*/ 602 h 4369"/>
                <a:gd name="T24" fmla="*/ 46 w 6442"/>
                <a:gd name="T25" fmla="*/ 673 h 4369"/>
                <a:gd name="T26" fmla="*/ 401 w 6442"/>
                <a:gd name="T27" fmla="*/ 732 h 4369"/>
                <a:gd name="T28" fmla="*/ 299 w 6442"/>
                <a:gd name="T29" fmla="*/ 913 h 4369"/>
                <a:gd name="T30" fmla="*/ 192 w 6442"/>
                <a:gd name="T31" fmla="*/ 1110 h 4369"/>
                <a:gd name="T32" fmla="*/ 330 w 6442"/>
                <a:gd name="T33" fmla="*/ 1220 h 4369"/>
                <a:gd name="T34" fmla="*/ 440 w 6442"/>
                <a:gd name="T35" fmla="*/ 1322 h 4369"/>
                <a:gd name="T36" fmla="*/ 695 w 6442"/>
                <a:gd name="T37" fmla="*/ 1328 h 4369"/>
                <a:gd name="T38" fmla="*/ 409 w 6442"/>
                <a:gd name="T39" fmla="*/ 1588 h 4369"/>
                <a:gd name="T40" fmla="*/ 505 w 6442"/>
                <a:gd name="T41" fmla="*/ 1609 h 4369"/>
                <a:gd name="T42" fmla="*/ 882 w 6442"/>
                <a:gd name="T43" fmla="*/ 1379 h 4369"/>
                <a:gd name="T44" fmla="*/ 1095 w 6442"/>
                <a:gd name="T45" fmla="*/ 1121 h 4369"/>
                <a:gd name="T46" fmla="*/ 1266 w 6442"/>
                <a:gd name="T47" fmla="*/ 1155 h 4369"/>
                <a:gd name="T48" fmla="*/ 1464 w 6442"/>
                <a:gd name="T49" fmla="*/ 1163 h 4369"/>
                <a:gd name="T50" fmla="*/ 1817 w 6442"/>
                <a:gd name="T51" fmla="*/ 1267 h 4369"/>
                <a:gd name="T52" fmla="*/ 2092 w 6442"/>
                <a:gd name="T53" fmla="*/ 1305 h 4369"/>
                <a:gd name="T54" fmla="*/ 2277 w 6442"/>
                <a:gd name="T55" fmla="*/ 1537 h 4369"/>
                <a:gd name="T56" fmla="*/ 2414 w 6442"/>
                <a:gd name="T57" fmla="*/ 1648 h 4369"/>
                <a:gd name="T58" fmla="*/ 2011 w 6442"/>
                <a:gd name="T59" fmla="*/ 1401 h 4369"/>
                <a:gd name="T60" fmla="*/ 2208 w 6442"/>
                <a:gd name="T61" fmla="*/ 1546 h 4369"/>
                <a:gd name="T62" fmla="*/ 2248 w 6442"/>
                <a:gd name="T63" fmla="*/ 1700 h 4369"/>
                <a:gd name="T64" fmla="*/ 2231 w 6442"/>
                <a:gd name="T65" fmla="*/ 1566 h 4369"/>
                <a:gd name="T66" fmla="*/ 2280 w 6442"/>
                <a:gd name="T67" fmla="*/ 1579 h 4369"/>
                <a:gd name="T68" fmla="*/ 6309 w 6442"/>
                <a:gd name="T69" fmla="*/ 2318 h 4369"/>
                <a:gd name="T70" fmla="*/ 5671 w 6442"/>
                <a:gd name="T71" fmla="*/ 2637 h 4369"/>
                <a:gd name="T72" fmla="*/ 5453 w 6442"/>
                <a:gd name="T73" fmla="*/ 2626 h 4369"/>
                <a:gd name="T74" fmla="*/ 5257 w 6442"/>
                <a:gd name="T75" fmla="*/ 2509 h 4369"/>
                <a:gd name="T76" fmla="*/ 5115 w 6442"/>
                <a:gd name="T77" fmla="*/ 2624 h 4369"/>
                <a:gd name="T78" fmla="*/ 5313 w 6442"/>
                <a:gd name="T79" fmla="*/ 2431 h 4369"/>
                <a:gd name="T80" fmla="*/ 5087 w 6442"/>
                <a:gd name="T81" fmla="*/ 2335 h 4369"/>
                <a:gd name="T82" fmla="*/ 4893 w 6442"/>
                <a:gd name="T83" fmla="*/ 2320 h 4369"/>
                <a:gd name="T84" fmla="*/ 4672 w 6442"/>
                <a:gd name="T85" fmla="*/ 2188 h 4369"/>
                <a:gd name="T86" fmla="*/ 2861 w 6442"/>
                <a:gd name="T87" fmla="*/ 2221 h 4369"/>
                <a:gd name="T88" fmla="*/ 2800 w 6442"/>
                <a:gd name="T89" fmla="*/ 2594 h 4369"/>
                <a:gd name="T90" fmla="*/ 2950 w 6442"/>
                <a:gd name="T91" fmla="*/ 3128 h 4369"/>
                <a:gd name="T92" fmla="*/ 3812 w 6442"/>
                <a:gd name="T93" fmla="*/ 3515 h 4369"/>
                <a:gd name="T94" fmla="*/ 4386 w 6442"/>
                <a:gd name="T95" fmla="*/ 3847 h 4369"/>
                <a:gd name="T96" fmla="*/ 4694 w 6442"/>
                <a:gd name="T97" fmla="*/ 3646 h 4369"/>
                <a:gd name="T98" fmla="*/ 5003 w 6442"/>
                <a:gd name="T99" fmla="*/ 3597 h 4369"/>
                <a:gd name="T100" fmla="*/ 5421 w 6442"/>
                <a:gd name="T101" fmla="*/ 3665 h 4369"/>
                <a:gd name="T102" fmla="*/ 5581 w 6442"/>
                <a:gd name="T103" fmla="*/ 3726 h 4369"/>
                <a:gd name="T104" fmla="*/ 5849 w 6442"/>
                <a:gd name="T105" fmla="*/ 3272 h 4369"/>
                <a:gd name="T106" fmla="*/ 5844 w 6442"/>
                <a:gd name="T107" fmla="*/ 3061 h 4369"/>
                <a:gd name="T108" fmla="*/ 5904 w 6442"/>
                <a:gd name="T109" fmla="*/ 2947 h 4369"/>
                <a:gd name="T110" fmla="*/ 6061 w 6442"/>
                <a:gd name="T111" fmla="*/ 2794 h 4369"/>
                <a:gd name="T112" fmla="*/ 6243 w 6442"/>
                <a:gd name="T113" fmla="*/ 2605 h 4369"/>
                <a:gd name="T114" fmla="*/ 505 w 6442"/>
                <a:gd name="T115" fmla="*/ 1651 h 4369"/>
                <a:gd name="T116" fmla="*/ 788 w 6442"/>
                <a:gd name="T117" fmla="*/ 1585 h 4369"/>
                <a:gd name="T118" fmla="*/ 1029 w 6442"/>
                <a:gd name="T119" fmla="*/ 1166 h 4369"/>
                <a:gd name="T120" fmla="*/ 768 w 6442"/>
                <a:gd name="T121" fmla="*/ 4239 h 4369"/>
                <a:gd name="T122" fmla="*/ 651 w 6442"/>
                <a:gd name="T123" fmla="*/ 4213 h 4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442" h="4369">
                  <a:moveTo>
                    <a:pt x="39" y="1207"/>
                  </a:moveTo>
                  <a:cubicBezTo>
                    <a:pt x="31" y="1200"/>
                    <a:pt x="42" y="1195"/>
                    <a:pt x="47" y="1189"/>
                  </a:cubicBezTo>
                  <a:cubicBezTo>
                    <a:pt x="52" y="1183"/>
                    <a:pt x="55" y="1185"/>
                    <a:pt x="72" y="1185"/>
                  </a:cubicBezTo>
                  <a:cubicBezTo>
                    <a:pt x="89" y="1185"/>
                    <a:pt x="87" y="1178"/>
                    <a:pt x="95" y="1175"/>
                  </a:cubicBezTo>
                  <a:cubicBezTo>
                    <a:pt x="103" y="1172"/>
                    <a:pt x="127" y="1171"/>
                    <a:pt x="127" y="1171"/>
                  </a:cubicBezTo>
                  <a:cubicBezTo>
                    <a:pt x="145" y="1170"/>
                    <a:pt x="146" y="1187"/>
                    <a:pt x="156" y="1193"/>
                  </a:cubicBezTo>
                  <a:cubicBezTo>
                    <a:pt x="165" y="1199"/>
                    <a:pt x="158" y="1208"/>
                    <a:pt x="157" y="1222"/>
                  </a:cubicBezTo>
                  <a:cubicBezTo>
                    <a:pt x="156" y="1236"/>
                    <a:pt x="146" y="1240"/>
                    <a:pt x="138" y="1241"/>
                  </a:cubicBezTo>
                  <a:cubicBezTo>
                    <a:pt x="130" y="1242"/>
                    <a:pt x="125" y="1234"/>
                    <a:pt x="117" y="1230"/>
                  </a:cubicBezTo>
                  <a:cubicBezTo>
                    <a:pt x="109" y="1227"/>
                    <a:pt x="98" y="1231"/>
                    <a:pt x="96" y="1237"/>
                  </a:cubicBezTo>
                  <a:cubicBezTo>
                    <a:pt x="94" y="1243"/>
                    <a:pt x="84" y="1243"/>
                    <a:pt x="74" y="1237"/>
                  </a:cubicBezTo>
                  <a:cubicBezTo>
                    <a:pt x="63" y="1232"/>
                    <a:pt x="63" y="1222"/>
                    <a:pt x="59" y="1216"/>
                  </a:cubicBezTo>
                  <a:cubicBezTo>
                    <a:pt x="55" y="1210"/>
                    <a:pt x="47" y="1214"/>
                    <a:pt x="39" y="1207"/>
                  </a:cubicBezTo>
                  <a:close/>
                  <a:moveTo>
                    <a:pt x="100" y="1763"/>
                  </a:moveTo>
                  <a:cubicBezTo>
                    <a:pt x="90" y="1762"/>
                    <a:pt x="65" y="1748"/>
                    <a:pt x="62" y="1764"/>
                  </a:cubicBezTo>
                  <a:cubicBezTo>
                    <a:pt x="62" y="1764"/>
                    <a:pt x="54" y="1783"/>
                    <a:pt x="58" y="1791"/>
                  </a:cubicBezTo>
                  <a:cubicBezTo>
                    <a:pt x="62" y="1799"/>
                    <a:pt x="58" y="1804"/>
                    <a:pt x="48" y="1807"/>
                  </a:cubicBezTo>
                  <a:cubicBezTo>
                    <a:pt x="38" y="1810"/>
                    <a:pt x="19" y="1822"/>
                    <a:pt x="20" y="1828"/>
                  </a:cubicBezTo>
                  <a:cubicBezTo>
                    <a:pt x="21" y="1834"/>
                    <a:pt x="33" y="1829"/>
                    <a:pt x="42" y="1823"/>
                  </a:cubicBezTo>
                  <a:cubicBezTo>
                    <a:pt x="51" y="1817"/>
                    <a:pt x="61" y="1811"/>
                    <a:pt x="73" y="1808"/>
                  </a:cubicBezTo>
                  <a:cubicBezTo>
                    <a:pt x="85" y="1805"/>
                    <a:pt x="90" y="1810"/>
                    <a:pt x="95" y="1798"/>
                  </a:cubicBezTo>
                  <a:cubicBezTo>
                    <a:pt x="100" y="1786"/>
                    <a:pt x="126" y="1788"/>
                    <a:pt x="119" y="1778"/>
                  </a:cubicBezTo>
                  <a:cubicBezTo>
                    <a:pt x="113" y="1768"/>
                    <a:pt x="110" y="1764"/>
                    <a:pt x="100" y="1763"/>
                  </a:cubicBezTo>
                  <a:close/>
                  <a:moveTo>
                    <a:pt x="153" y="1734"/>
                  </a:moveTo>
                  <a:cubicBezTo>
                    <a:pt x="153" y="1734"/>
                    <a:pt x="124" y="1740"/>
                    <a:pt x="126" y="1751"/>
                  </a:cubicBezTo>
                  <a:cubicBezTo>
                    <a:pt x="127" y="1762"/>
                    <a:pt x="140" y="1763"/>
                    <a:pt x="143" y="1758"/>
                  </a:cubicBezTo>
                  <a:cubicBezTo>
                    <a:pt x="146" y="1753"/>
                    <a:pt x="165" y="1750"/>
                    <a:pt x="165" y="1744"/>
                  </a:cubicBezTo>
                  <a:cubicBezTo>
                    <a:pt x="165" y="1738"/>
                    <a:pt x="163" y="1732"/>
                    <a:pt x="153" y="1734"/>
                  </a:cubicBezTo>
                  <a:close/>
                  <a:moveTo>
                    <a:pt x="338" y="1673"/>
                  </a:moveTo>
                  <a:cubicBezTo>
                    <a:pt x="336" y="1663"/>
                    <a:pt x="335" y="1652"/>
                    <a:pt x="315" y="1653"/>
                  </a:cubicBezTo>
                  <a:cubicBezTo>
                    <a:pt x="296" y="1654"/>
                    <a:pt x="305" y="1677"/>
                    <a:pt x="288" y="1667"/>
                  </a:cubicBezTo>
                  <a:cubicBezTo>
                    <a:pt x="271" y="1657"/>
                    <a:pt x="271" y="1657"/>
                    <a:pt x="263" y="1665"/>
                  </a:cubicBezTo>
                  <a:cubicBezTo>
                    <a:pt x="255" y="1673"/>
                    <a:pt x="266" y="1674"/>
                    <a:pt x="240" y="1680"/>
                  </a:cubicBezTo>
                  <a:cubicBezTo>
                    <a:pt x="240" y="1680"/>
                    <a:pt x="218" y="1681"/>
                    <a:pt x="216" y="1691"/>
                  </a:cubicBezTo>
                  <a:cubicBezTo>
                    <a:pt x="214" y="1701"/>
                    <a:pt x="193" y="1706"/>
                    <a:pt x="199" y="1715"/>
                  </a:cubicBezTo>
                  <a:cubicBezTo>
                    <a:pt x="205" y="1724"/>
                    <a:pt x="227" y="1732"/>
                    <a:pt x="231" y="1722"/>
                  </a:cubicBezTo>
                  <a:cubicBezTo>
                    <a:pt x="235" y="1712"/>
                    <a:pt x="244" y="1706"/>
                    <a:pt x="257" y="1706"/>
                  </a:cubicBezTo>
                  <a:cubicBezTo>
                    <a:pt x="270" y="1706"/>
                    <a:pt x="306" y="1697"/>
                    <a:pt x="306" y="1697"/>
                  </a:cubicBezTo>
                  <a:cubicBezTo>
                    <a:pt x="306" y="1697"/>
                    <a:pt x="299" y="1681"/>
                    <a:pt x="308" y="1677"/>
                  </a:cubicBezTo>
                  <a:cubicBezTo>
                    <a:pt x="317" y="1673"/>
                    <a:pt x="340" y="1683"/>
                    <a:pt x="338" y="1673"/>
                  </a:cubicBezTo>
                  <a:close/>
                  <a:moveTo>
                    <a:pt x="1021" y="1370"/>
                  </a:moveTo>
                  <a:cubicBezTo>
                    <a:pt x="1007" y="1359"/>
                    <a:pt x="987" y="1365"/>
                    <a:pt x="990" y="1355"/>
                  </a:cubicBezTo>
                  <a:cubicBezTo>
                    <a:pt x="994" y="1345"/>
                    <a:pt x="997" y="1335"/>
                    <a:pt x="988" y="1336"/>
                  </a:cubicBezTo>
                  <a:cubicBezTo>
                    <a:pt x="979" y="1338"/>
                    <a:pt x="978" y="1350"/>
                    <a:pt x="971" y="1357"/>
                  </a:cubicBezTo>
                  <a:cubicBezTo>
                    <a:pt x="964" y="1363"/>
                    <a:pt x="980" y="1354"/>
                    <a:pt x="963" y="1367"/>
                  </a:cubicBezTo>
                  <a:cubicBezTo>
                    <a:pt x="963" y="1367"/>
                    <a:pt x="948" y="1378"/>
                    <a:pt x="942" y="1385"/>
                  </a:cubicBezTo>
                  <a:cubicBezTo>
                    <a:pt x="935" y="1392"/>
                    <a:pt x="931" y="1399"/>
                    <a:pt x="937" y="1404"/>
                  </a:cubicBezTo>
                  <a:cubicBezTo>
                    <a:pt x="944" y="1409"/>
                    <a:pt x="952" y="1411"/>
                    <a:pt x="941" y="1419"/>
                  </a:cubicBezTo>
                  <a:cubicBezTo>
                    <a:pt x="930" y="1426"/>
                    <a:pt x="927" y="1427"/>
                    <a:pt x="922" y="1418"/>
                  </a:cubicBezTo>
                  <a:cubicBezTo>
                    <a:pt x="917" y="1409"/>
                    <a:pt x="914" y="1404"/>
                    <a:pt x="907" y="1407"/>
                  </a:cubicBezTo>
                  <a:cubicBezTo>
                    <a:pt x="900" y="1410"/>
                    <a:pt x="892" y="1416"/>
                    <a:pt x="899" y="1422"/>
                  </a:cubicBezTo>
                  <a:cubicBezTo>
                    <a:pt x="907" y="1428"/>
                    <a:pt x="911" y="1435"/>
                    <a:pt x="911" y="1442"/>
                  </a:cubicBezTo>
                  <a:cubicBezTo>
                    <a:pt x="911" y="1448"/>
                    <a:pt x="906" y="1457"/>
                    <a:pt x="898" y="1446"/>
                  </a:cubicBezTo>
                  <a:cubicBezTo>
                    <a:pt x="889" y="1435"/>
                    <a:pt x="886" y="1418"/>
                    <a:pt x="878" y="1422"/>
                  </a:cubicBezTo>
                  <a:cubicBezTo>
                    <a:pt x="869" y="1426"/>
                    <a:pt x="876" y="1437"/>
                    <a:pt x="862" y="1440"/>
                  </a:cubicBezTo>
                  <a:cubicBezTo>
                    <a:pt x="849" y="1443"/>
                    <a:pt x="841" y="1459"/>
                    <a:pt x="847" y="1464"/>
                  </a:cubicBezTo>
                  <a:cubicBezTo>
                    <a:pt x="854" y="1469"/>
                    <a:pt x="857" y="1492"/>
                    <a:pt x="869" y="1492"/>
                  </a:cubicBezTo>
                  <a:cubicBezTo>
                    <a:pt x="882" y="1492"/>
                    <a:pt x="886" y="1496"/>
                    <a:pt x="887" y="1504"/>
                  </a:cubicBezTo>
                  <a:cubicBezTo>
                    <a:pt x="888" y="1511"/>
                    <a:pt x="899" y="1522"/>
                    <a:pt x="905" y="1509"/>
                  </a:cubicBezTo>
                  <a:cubicBezTo>
                    <a:pt x="910" y="1496"/>
                    <a:pt x="909" y="1485"/>
                    <a:pt x="918" y="1486"/>
                  </a:cubicBezTo>
                  <a:cubicBezTo>
                    <a:pt x="927" y="1488"/>
                    <a:pt x="928" y="1468"/>
                    <a:pt x="934" y="1482"/>
                  </a:cubicBezTo>
                  <a:cubicBezTo>
                    <a:pt x="940" y="1496"/>
                    <a:pt x="953" y="1490"/>
                    <a:pt x="957" y="1479"/>
                  </a:cubicBezTo>
                  <a:cubicBezTo>
                    <a:pt x="961" y="1468"/>
                    <a:pt x="977" y="1474"/>
                    <a:pt x="967" y="1463"/>
                  </a:cubicBezTo>
                  <a:cubicBezTo>
                    <a:pt x="957" y="1452"/>
                    <a:pt x="972" y="1446"/>
                    <a:pt x="983" y="1451"/>
                  </a:cubicBezTo>
                  <a:cubicBezTo>
                    <a:pt x="994" y="1456"/>
                    <a:pt x="1001" y="1452"/>
                    <a:pt x="1001" y="1442"/>
                  </a:cubicBezTo>
                  <a:cubicBezTo>
                    <a:pt x="1001" y="1433"/>
                    <a:pt x="1000" y="1427"/>
                    <a:pt x="992" y="1421"/>
                  </a:cubicBezTo>
                  <a:cubicBezTo>
                    <a:pt x="985" y="1414"/>
                    <a:pt x="986" y="1404"/>
                    <a:pt x="978" y="1405"/>
                  </a:cubicBezTo>
                  <a:cubicBezTo>
                    <a:pt x="969" y="1405"/>
                    <a:pt x="949" y="1405"/>
                    <a:pt x="964" y="1397"/>
                  </a:cubicBezTo>
                  <a:cubicBezTo>
                    <a:pt x="979" y="1389"/>
                    <a:pt x="996" y="1388"/>
                    <a:pt x="998" y="1382"/>
                  </a:cubicBezTo>
                  <a:cubicBezTo>
                    <a:pt x="1000" y="1376"/>
                    <a:pt x="1009" y="1370"/>
                    <a:pt x="1014" y="1379"/>
                  </a:cubicBezTo>
                  <a:cubicBezTo>
                    <a:pt x="1019" y="1389"/>
                    <a:pt x="1034" y="1381"/>
                    <a:pt x="1021" y="1370"/>
                  </a:cubicBezTo>
                  <a:close/>
                  <a:moveTo>
                    <a:pt x="1284" y="1191"/>
                  </a:moveTo>
                  <a:cubicBezTo>
                    <a:pt x="1290" y="1190"/>
                    <a:pt x="1291" y="1183"/>
                    <a:pt x="1296" y="1183"/>
                  </a:cubicBezTo>
                  <a:cubicBezTo>
                    <a:pt x="1301" y="1182"/>
                    <a:pt x="1299" y="1176"/>
                    <a:pt x="1299" y="1168"/>
                  </a:cubicBezTo>
                  <a:cubicBezTo>
                    <a:pt x="1299" y="1160"/>
                    <a:pt x="1293" y="1153"/>
                    <a:pt x="1289" y="1160"/>
                  </a:cubicBezTo>
                  <a:cubicBezTo>
                    <a:pt x="1289" y="1160"/>
                    <a:pt x="1281" y="1170"/>
                    <a:pt x="1278" y="1172"/>
                  </a:cubicBezTo>
                  <a:cubicBezTo>
                    <a:pt x="1275" y="1174"/>
                    <a:pt x="1284" y="1181"/>
                    <a:pt x="1275" y="1184"/>
                  </a:cubicBezTo>
                  <a:cubicBezTo>
                    <a:pt x="1265" y="1186"/>
                    <a:pt x="1266" y="1193"/>
                    <a:pt x="1264" y="1200"/>
                  </a:cubicBezTo>
                  <a:cubicBezTo>
                    <a:pt x="1263" y="1207"/>
                    <a:pt x="1266" y="1217"/>
                    <a:pt x="1270" y="1209"/>
                  </a:cubicBezTo>
                  <a:cubicBezTo>
                    <a:pt x="1275" y="1202"/>
                    <a:pt x="1278" y="1193"/>
                    <a:pt x="1284" y="1191"/>
                  </a:cubicBezTo>
                  <a:close/>
                  <a:moveTo>
                    <a:pt x="1334" y="1174"/>
                  </a:moveTo>
                  <a:cubicBezTo>
                    <a:pt x="1328" y="1175"/>
                    <a:pt x="1326" y="1172"/>
                    <a:pt x="1323" y="1176"/>
                  </a:cubicBezTo>
                  <a:cubicBezTo>
                    <a:pt x="1323" y="1176"/>
                    <a:pt x="1321" y="1185"/>
                    <a:pt x="1313" y="1190"/>
                  </a:cubicBezTo>
                  <a:cubicBezTo>
                    <a:pt x="1305" y="1195"/>
                    <a:pt x="1301" y="1199"/>
                    <a:pt x="1298" y="1203"/>
                  </a:cubicBezTo>
                  <a:cubicBezTo>
                    <a:pt x="1295" y="1207"/>
                    <a:pt x="1289" y="1208"/>
                    <a:pt x="1284" y="1211"/>
                  </a:cubicBezTo>
                  <a:cubicBezTo>
                    <a:pt x="1280" y="1214"/>
                    <a:pt x="1278" y="1227"/>
                    <a:pt x="1281" y="1231"/>
                  </a:cubicBezTo>
                  <a:cubicBezTo>
                    <a:pt x="1284" y="1236"/>
                    <a:pt x="1287" y="1237"/>
                    <a:pt x="1297" y="1234"/>
                  </a:cubicBezTo>
                  <a:cubicBezTo>
                    <a:pt x="1306" y="1230"/>
                    <a:pt x="1310" y="1226"/>
                    <a:pt x="1314" y="1215"/>
                  </a:cubicBezTo>
                  <a:cubicBezTo>
                    <a:pt x="1319" y="1204"/>
                    <a:pt x="1321" y="1202"/>
                    <a:pt x="1328" y="1197"/>
                  </a:cubicBezTo>
                  <a:cubicBezTo>
                    <a:pt x="1335" y="1193"/>
                    <a:pt x="1337" y="1191"/>
                    <a:pt x="1338" y="1186"/>
                  </a:cubicBezTo>
                  <a:cubicBezTo>
                    <a:pt x="1339" y="1181"/>
                    <a:pt x="1340" y="1174"/>
                    <a:pt x="1334" y="1174"/>
                  </a:cubicBezTo>
                  <a:close/>
                  <a:moveTo>
                    <a:pt x="2373" y="1553"/>
                  </a:moveTo>
                  <a:cubicBezTo>
                    <a:pt x="2355" y="1545"/>
                    <a:pt x="2327" y="1536"/>
                    <a:pt x="2314" y="1528"/>
                  </a:cubicBezTo>
                  <a:cubicBezTo>
                    <a:pt x="2301" y="1520"/>
                    <a:pt x="2280" y="1493"/>
                    <a:pt x="2278" y="1477"/>
                  </a:cubicBezTo>
                  <a:cubicBezTo>
                    <a:pt x="2276" y="1461"/>
                    <a:pt x="2269" y="1451"/>
                    <a:pt x="2257" y="1441"/>
                  </a:cubicBezTo>
                  <a:cubicBezTo>
                    <a:pt x="2245" y="1430"/>
                    <a:pt x="2222" y="1389"/>
                    <a:pt x="2213" y="1372"/>
                  </a:cubicBezTo>
                  <a:cubicBezTo>
                    <a:pt x="2203" y="1355"/>
                    <a:pt x="2186" y="1333"/>
                    <a:pt x="2171" y="1329"/>
                  </a:cubicBezTo>
                  <a:cubicBezTo>
                    <a:pt x="2155" y="1325"/>
                    <a:pt x="2138" y="1317"/>
                    <a:pt x="2137" y="1303"/>
                  </a:cubicBezTo>
                  <a:cubicBezTo>
                    <a:pt x="2135" y="1289"/>
                    <a:pt x="2117" y="1283"/>
                    <a:pt x="2108" y="1279"/>
                  </a:cubicBezTo>
                  <a:cubicBezTo>
                    <a:pt x="2099" y="1275"/>
                    <a:pt x="2099" y="1260"/>
                    <a:pt x="2093" y="1245"/>
                  </a:cubicBezTo>
                  <a:cubicBezTo>
                    <a:pt x="2087" y="1229"/>
                    <a:pt x="2061" y="1230"/>
                    <a:pt x="2055" y="1235"/>
                  </a:cubicBezTo>
                  <a:cubicBezTo>
                    <a:pt x="2049" y="1239"/>
                    <a:pt x="2042" y="1243"/>
                    <a:pt x="2026" y="1244"/>
                  </a:cubicBezTo>
                  <a:cubicBezTo>
                    <a:pt x="2010" y="1245"/>
                    <a:pt x="2010" y="1267"/>
                    <a:pt x="2010" y="1275"/>
                  </a:cubicBezTo>
                  <a:cubicBezTo>
                    <a:pt x="2010" y="1283"/>
                    <a:pt x="1992" y="1291"/>
                    <a:pt x="1981" y="1291"/>
                  </a:cubicBezTo>
                  <a:cubicBezTo>
                    <a:pt x="1971" y="1292"/>
                    <a:pt x="1965" y="1297"/>
                    <a:pt x="1962" y="1303"/>
                  </a:cubicBezTo>
                  <a:cubicBezTo>
                    <a:pt x="1959" y="1309"/>
                    <a:pt x="1956" y="1312"/>
                    <a:pt x="1950" y="1311"/>
                  </a:cubicBezTo>
                  <a:cubicBezTo>
                    <a:pt x="1944" y="1309"/>
                    <a:pt x="1939" y="1294"/>
                    <a:pt x="1931" y="1279"/>
                  </a:cubicBezTo>
                  <a:cubicBezTo>
                    <a:pt x="1923" y="1263"/>
                    <a:pt x="1897" y="1252"/>
                    <a:pt x="1886" y="1243"/>
                  </a:cubicBezTo>
                  <a:cubicBezTo>
                    <a:pt x="1874" y="1235"/>
                    <a:pt x="1863" y="1217"/>
                    <a:pt x="1851" y="1217"/>
                  </a:cubicBezTo>
                  <a:cubicBezTo>
                    <a:pt x="1840" y="1217"/>
                    <a:pt x="1834" y="1203"/>
                    <a:pt x="1834" y="1189"/>
                  </a:cubicBezTo>
                  <a:cubicBezTo>
                    <a:pt x="1835" y="1175"/>
                    <a:pt x="1826" y="1178"/>
                    <a:pt x="1809" y="1177"/>
                  </a:cubicBezTo>
                  <a:cubicBezTo>
                    <a:pt x="1792" y="1176"/>
                    <a:pt x="1792" y="1186"/>
                    <a:pt x="1784" y="1189"/>
                  </a:cubicBezTo>
                  <a:cubicBezTo>
                    <a:pt x="1776" y="1192"/>
                    <a:pt x="1769" y="1190"/>
                    <a:pt x="1761" y="1183"/>
                  </a:cubicBezTo>
                  <a:cubicBezTo>
                    <a:pt x="1753" y="1176"/>
                    <a:pt x="1744" y="1190"/>
                    <a:pt x="1739" y="1190"/>
                  </a:cubicBezTo>
                  <a:cubicBezTo>
                    <a:pt x="1733" y="1190"/>
                    <a:pt x="1727" y="1186"/>
                    <a:pt x="1724" y="1180"/>
                  </a:cubicBezTo>
                  <a:cubicBezTo>
                    <a:pt x="1721" y="1175"/>
                    <a:pt x="1714" y="1168"/>
                    <a:pt x="1714" y="1168"/>
                  </a:cubicBezTo>
                  <a:cubicBezTo>
                    <a:pt x="1712" y="204"/>
                    <a:pt x="1712" y="204"/>
                    <a:pt x="1712" y="204"/>
                  </a:cubicBezTo>
                  <a:cubicBezTo>
                    <a:pt x="1701" y="203"/>
                    <a:pt x="1694" y="206"/>
                    <a:pt x="1684" y="200"/>
                  </a:cubicBezTo>
                  <a:cubicBezTo>
                    <a:pt x="1674" y="193"/>
                    <a:pt x="1670" y="185"/>
                    <a:pt x="1654" y="186"/>
                  </a:cubicBezTo>
                  <a:cubicBezTo>
                    <a:pt x="1638" y="188"/>
                    <a:pt x="1618" y="157"/>
                    <a:pt x="1599" y="159"/>
                  </a:cubicBezTo>
                  <a:cubicBezTo>
                    <a:pt x="1580" y="160"/>
                    <a:pt x="1583" y="147"/>
                    <a:pt x="1563" y="150"/>
                  </a:cubicBezTo>
                  <a:cubicBezTo>
                    <a:pt x="1544" y="153"/>
                    <a:pt x="1534" y="161"/>
                    <a:pt x="1515" y="161"/>
                  </a:cubicBezTo>
                  <a:cubicBezTo>
                    <a:pt x="1496" y="161"/>
                    <a:pt x="1496" y="165"/>
                    <a:pt x="1485" y="169"/>
                  </a:cubicBezTo>
                  <a:cubicBezTo>
                    <a:pt x="1474" y="174"/>
                    <a:pt x="1460" y="175"/>
                    <a:pt x="1443" y="167"/>
                  </a:cubicBezTo>
                  <a:cubicBezTo>
                    <a:pt x="1426" y="160"/>
                    <a:pt x="1403" y="148"/>
                    <a:pt x="1385" y="146"/>
                  </a:cubicBezTo>
                  <a:cubicBezTo>
                    <a:pt x="1367" y="143"/>
                    <a:pt x="1294" y="142"/>
                    <a:pt x="1287" y="137"/>
                  </a:cubicBezTo>
                  <a:cubicBezTo>
                    <a:pt x="1281" y="132"/>
                    <a:pt x="1272" y="127"/>
                    <a:pt x="1257" y="127"/>
                  </a:cubicBezTo>
                  <a:cubicBezTo>
                    <a:pt x="1242" y="127"/>
                    <a:pt x="1225" y="123"/>
                    <a:pt x="1219" y="116"/>
                  </a:cubicBezTo>
                  <a:cubicBezTo>
                    <a:pt x="1214" y="108"/>
                    <a:pt x="1195" y="109"/>
                    <a:pt x="1176" y="110"/>
                  </a:cubicBezTo>
                  <a:cubicBezTo>
                    <a:pt x="1158" y="111"/>
                    <a:pt x="1152" y="104"/>
                    <a:pt x="1145" y="114"/>
                  </a:cubicBezTo>
                  <a:cubicBezTo>
                    <a:pt x="1139" y="125"/>
                    <a:pt x="1119" y="123"/>
                    <a:pt x="1117" y="119"/>
                  </a:cubicBezTo>
                  <a:cubicBezTo>
                    <a:pt x="1115" y="114"/>
                    <a:pt x="1112" y="110"/>
                    <a:pt x="1099" y="110"/>
                  </a:cubicBezTo>
                  <a:cubicBezTo>
                    <a:pt x="1086" y="110"/>
                    <a:pt x="1088" y="107"/>
                    <a:pt x="1084" y="117"/>
                  </a:cubicBezTo>
                  <a:cubicBezTo>
                    <a:pt x="1080" y="126"/>
                    <a:pt x="1069" y="122"/>
                    <a:pt x="1054" y="122"/>
                  </a:cubicBezTo>
                  <a:cubicBezTo>
                    <a:pt x="1039" y="122"/>
                    <a:pt x="1031" y="122"/>
                    <a:pt x="1028" y="114"/>
                  </a:cubicBezTo>
                  <a:cubicBezTo>
                    <a:pt x="1025" y="107"/>
                    <a:pt x="1025" y="103"/>
                    <a:pt x="1013" y="103"/>
                  </a:cubicBezTo>
                  <a:cubicBezTo>
                    <a:pt x="1001" y="103"/>
                    <a:pt x="987" y="100"/>
                    <a:pt x="988" y="91"/>
                  </a:cubicBezTo>
                  <a:cubicBezTo>
                    <a:pt x="989" y="81"/>
                    <a:pt x="1002" y="66"/>
                    <a:pt x="989" y="66"/>
                  </a:cubicBezTo>
                  <a:cubicBezTo>
                    <a:pt x="976" y="66"/>
                    <a:pt x="967" y="74"/>
                    <a:pt x="958" y="66"/>
                  </a:cubicBezTo>
                  <a:cubicBezTo>
                    <a:pt x="950" y="59"/>
                    <a:pt x="921" y="59"/>
                    <a:pt x="903" y="60"/>
                  </a:cubicBezTo>
                  <a:cubicBezTo>
                    <a:pt x="886" y="61"/>
                    <a:pt x="898" y="75"/>
                    <a:pt x="881" y="75"/>
                  </a:cubicBezTo>
                  <a:cubicBezTo>
                    <a:pt x="864" y="75"/>
                    <a:pt x="852" y="68"/>
                    <a:pt x="850" y="56"/>
                  </a:cubicBezTo>
                  <a:cubicBezTo>
                    <a:pt x="847" y="45"/>
                    <a:pt x="837" y="42"/>
                    <a:pt x="827" y="42"/>
                  </a:cubicBezTo>
                  <a:cubicBezTo>
                    <a:pt x="817" y="42"/>
                    <a:pt x="811" y="33"/>
                    <a:pt x="804" y="47"/>
                  </a:cubicBezTo>
                  <a:cubicBezTo>
                    <a:pt x="798" y="61"/>
                    <a:pt x="792" y="77"/>
                    <a:pt x="781" y="77"/>
                  </a:cubicBezTo>
                  <a:cubicBezTo>
                    <a:pt x="770" y="77"/>
                    <a:pt x="749" y="60"/>
                    <a:pt x="763" y="57"/>
                  </a:cubicBezTo>
                  <a:cubicBezTo>
                    <a:pt x="777" y="55"/>
                    <a:pt x="792" y="50"/>
                    <a:pt x="791" y="43"/>
                  </a:cubicBezTo>
                  <a:cubicBezTo>
                    <a:pt x="789" y="37"/>
                    <a:pt x="789" y="31"/>
                    <a:pt x="773" y="31"/>
                  </a:cubicBezTo>
                  <a:cubicBezTo>
                    <a:pt x="757" y="31"/>
                    <a:pt x="760" y="25"/>
                    <a:pt x="753" y="22"/>
                  </a:cubicBezTo>
                  <a:cubicBezTo>
                    <a:pt x="745" y="19"/>
                    <a:pt x="734" y="23"/>
                    <a:pt x="734" y="13"/>
                  </a:cubicBezTo>
                  <a:cubicBezTo>
                    <a:pt x="734" y="4"/>
                    <a:pt x="724" y="0"/>
                    <a:pt x="717" y="8"/>
                  </a:cubicBezTo>
                  <a:cubicBezTo>
                    <a:pt x="711" y="16"/>
                    <a:pt x="703" y="26"/>
                    <a:pt x="696" y="33"/>
                  </a:cubicBezTo>
                  <a:cubicBezTo>
                    <a:pt x="688" y="39"/>
                    <a:pt x="672" y="41"/>
                    <a:pt x="666" y="54"/>
                  </a:cubicBezTo>
                  <a:cubicBezTo>
                    <a:pt x="659" y="67"/>
                    <a:pt x="655" y="57"/>
                    <a:pt x="644" y="65"/>
                  </a:cubicBezTo>
                  <a:cubicBezTo>
                    <a:pt x="634" y="73"/>
                    <a:pt x="623" y="79"/>
                    <a:pt x="607" y="79"/>
                  </a:cubicBezTo>
                  <a:cubicBezTo>
                    <a:pt x="591" y="79"/>
                    <a:pt x="562" y="80"/>
                    <a:pt x="558" y="75"/>
                  </a:cubicBezTo>
                  <a:cubicBezTo>
                    <a:pt x="555" y="69"/>
                    <a:pt x="549" y="65"/>
                    <a:pt x="536" y="68"/>
                  </a:cubicBezTo>
                  <a:cubicBezTo>
                    <a:pt x="523" y="71"/>
                    <a:pt x="524" y="80"/>
                    <a:pt x="514" y="88"/>
                  </a:cubicBezTo>
                  <a:cubicBezTo>
                    <a:pt x="505" y="95"/>
                    <a:pt x="508" y="104"/>
                    <a:pt x="520" y="106"/>
                  </a:cubicBezTo>
                  <a:cubicBezTo>
                    <a:pt x="531" y="108"/>
                    <a:pt x="537" y="107"/>
                    <a:pt x="546" y="107"/>
                  </a:cubicBezTo>
                  <a:cubicBezTo>
                    <a:pt x="556" y="107"/>
                    <a:pt x="568" y="111"/>
                    <a:pt x="555" y="113"/>
                  </a:cubicBezTo>
                  <a:cubicBezTo>
                    <a:pt x="542" y="116"/>
                    <a:pt x="520" y="113"/>
                    <a:pt x="520" y="119"/>
                  </a:cubicBezTo>
                  <a:cubicBezTo>
                    <a:pt x="520" y="124"/>
                    <a:pt x="517" y="157"/>
                    <a:pt x="515" y="146"/>
                  </a:cubicBezTo>
                  <a:cubicBezTo>
                    <a:pt x="513" y="134"/>
                    <a:pt x="513" y="136"/>
                    <a:pt x="505" y="136"/>
                  </a:cubicBezTo>
                  <a:cubicBezTo>
                    <a:pt x="496" y="136"/>
                    <a:pt x="497" y="131"/>
                    <a:pt x="497" y="121"/>
                  </a:cubicBezTo>
                  <a:cubicBezTo>
                    <a:pt x="497" y="111"/>
                    <a:pt x="493" y="98"/>
                    <a:pt x="484" y="107"/>
                  </a:cubicBezTo>
                  <a:cubicBezTo>
                    <a:pt x="476" y="116"/>
                    <a:pt x="459" y="119"/>
                    <a:pt x="455" y="128"/>
                  </a:cubicBezTo>
                  <a:cubicBezTo>
                    <a:pt x="451" y="138"/>
                    <a:pt x="438" y="137"/>
                    <a:pt x="425" y="138"/>
                  </a:cubicBezTo>
                  <a:cubicBezTo>
                    <a:pt x="412" y="139"/>
                    <a:pt x="399" y="129"/>
                    <a:pt x="390" y="137"/>
                  </a:cubicBezTo>
                  <a:cubicBezTo>
                    <a:pt x="380" y="145"/>
                    <a:pt x="381" y="147"/>
                    <a:pt x="368" y="145"/>
                  </a:cubicBezTo>
                  <a:cubicBezTo>
                    <a:pt x="355" y="142"/>
                    <a:pt x="351" y="149"/>
                    <a:pt x="344" y="161"/>
                  </a:cubicBezTo>
                  <a:cubicBezTo>
                    <a:pt x="338" y="172"/>
                    <a:pt x="327" y="176"/>
                    <a:pt x="321" y="183"/>
                  </a:cubicBezTo>
                  <a:cubicBezTo>
                    <a:pt x="314" y="191"/>
                    <a:pt x="307" y="203"/>
                    <a:pt x="306" y="222"/>
                  </a:cubicBezTo>
                  <a:cubicBezTo>
                    <a:pt x="305" y="241"/>
                    <a:pt x="298" y="249"/>
                    <a:pt x="290" y="255"/>
                  </a:cubicBezTo>
                  <a:cubicBezTo>
                    <a:pt x="281" y="262"/>
                    <a:pt x="267" y="276"/>
                    <a:pt x="257" y="278"/>
                  </a:cubicBezTo>
                  <a:cubicBezTo>
                    <a:pt x="248" y="280"/>
                    <a:pt x="235" y="292"/>
                    <a:pt x="209" y="292"/>
                  </a:cubicBezTo>
                  <a:cubicBezTo>
                    <a:pt x="183" y="292"/>
                    <a:pt x="184" y="290"/>
                    <a:pt x="164" y="293"/>
                  </a:cubicBezTo>
                  <a:cubicBezTo>
                    <a:pt x="143" y="296"/>
                    <a:pt x="111" y="291"/>
                    <a:pt x="110" y="299"/>
                  </a:cubicBezTo>
                  <a:cubicBezTo>
                    <a:pt x="109" y="308"/>
                    <a:pt x="115" y="332"/>
                    <a:pt x="108" y="336"/>
                  </a:cubicBezTo>
                  <a:cubicBezTo>
                    <a:pt x="100" y="340"/>
                    <a:pt x="100" y="344"/>
                    <a:pt x="99" y="350"/>
                  </a:cubicBezTo>
                  <a:cubicBezTo>
                    <a:pt x="98" y="355"/>
                    <a:pt x="89" y="349"/>
                    <a:pt x="78" y="350"/>
                  </a:cubicBezTo>
                  <a:cubicBezTo>
                    <a:pt x="67" y="351"/>
                    <a:pt x="64" y="357"/>
                    <a:pt x="81" y="360"/>
                  </a:cubicBezTo>
                  <a:cubicBezTo>
                    <a:pt x="98" y="362"/>
                    <a:pt x="109" y="369"/>
                    <a:pt x="114" y="376"/>
                  </a:cubicBezTo>
                  <a:cubicBezTo>
                    <a:pt x="120" y="382"/>
                    <a:pt x="138" y="389"/>
                    <a:pt x="149" y="389"/>
                  </a:cubicBezTo>
                  <a:cubicBezTo>
                    <a:pt x="159" y="389"/>
                    <a:pt x="180" y="393"/>
                    <a:pt x="187" y="406"/>
                  </a:cubicBezTo>
                  <a:cubicBezTo>
                    <a:pt x="195" y="419"/>
                    <a:pt x="198" y="415"/>
                    <a:pt x="215" y="423"/>
                  </a:cubicBezTo>
                  <a:cubicBezTo>
                    <a:pt x="233" y="430"/>
                    <a:pt x="255" y="439"/>
                    <a:pt x="258" y="454"/>
                  </a:cubicBezTo>
                  <a:cubicBezTo>
                    <a:pt x="262" y="469"/>
                    <a:pt x="266" y="494"/>
                    <a:pt x="280" y="495"/>
                  </a:cubicBezTo>
                  <a:cubicBezTo>
                    <a:pt x="294" y="496"/>
                    <a:pt x="308" y="496"/>
                    <a:pt x="312" y="500"/>
                  </a:cubicBezTo>
                  <a:cubicBezTo>
                    <a:pt x="316" y="505"/>
                    <a:pt x="328" y="504"/>
                    <a:pt x="331" y="504"/>
                  </a:cubicBezTo>
                  <a:cubicBezTo>
                    <a:pt x="335" y="504"/>
                    <a:pt x="343" y="506"/>
                    <a:pt x="344" y="498"/>
                  </a:cubicBezTo>
                  <a:cubicBezTo>
                    <a:pt x="345" y="491"/>
                    <a:pt x="355" y="487"/>
                    <a:pt x="359" y="495"/>
                  </a:cubicBezTo>
                  <a:cubicBezTo>
                    <a:pt x="364" y="503"/>
                    <a:pt x="368" y="501"/>
                    <a:pt x="378" y="503"/>
                  </a:cubicBezTo>
                  <a:cubicBezTo>
                    <a:pt x="387" y="504"/>
                    <a:pt x="410" y="498"/>
                    <a:pt x="410" y="503"/>
                  </a:cubicBezTo>
                  <a:cubicBezTo>
                    <a:pt x="410" y="507"/>
                    <a:pt x="401" y="508"/>
                    <a:pt x="398" y="513"/>
                  </a:cubicBezTo>
                  <a:cubicBezTo>
                    <a:pt x="395" y="519"/>
                    <a:pt x="385" y="526"/>
                    <a:pt x="380" y="523"/>
                  </a:cubicBezTo>
                  <a:cubicBezTo>
                    <a:pt x="374" y="521"/>
                    <a:pt x="373" y="520"/>
                    <a:pt x="365" y="515"/>
                  </a:cubicBezTo>
                  <a:cubicBezTo>
                    <a:pt x="358" y="511"/>
                    <a:pt x="352" y="506"/>
                    <a:pt x="348" y="512"/>
                  </a:cubicBezTo>
                  <a:cubicBezTo>
                    <a:pt x="343" y="517"/>
                    <a:pt x="338" y="529"/>
                    <a:pt x="354" y="533"/>
                  </a:cubicBezTo>
                  <a:cubicBezTo>
                    <a:pt x="370" y="537"/>
                    <a:pt x="379" y="541"/>
                    <a:pt x="381" y="550"/>
                  </a:cubicBezTo>
                  <a:cubicBezTo>
                    <a:pt x="384" y="559"/>
                    <a:pt x="385" y="572"/>
                    <a:pt x="394" y="570"/>
                  </a:cubicBezTo>
                  <a:cubicBezTo>
                    <a:pt x="404" y="568"/>
                    <a:pt x="405" y="562"/>
                    <a:pt x="397" y="556"/>
                  </a:cubicBezTo>
                  <a:cubicBezTo>
                    <a:pt x="388" y="549"/>
                    <a:pt x="378" y="537"/>
                    <a:pt x="380" y="535"/>
                  </a:cubicBezTo>
                  <a:cubicBezTo>
                    <a:pt x="383" y="533"/>
                    <a:pt x="397" y="531"/>
                    <a:pt x="400" y="539"/>
                  </a:cubicBezTo>
                  <a:cubicBezTo>
                    <a:pt x="404" y="547"/>
                    <a:pt x="409" y="552"/>
                    <a:pt x="420" y="551"/>
                  </a:cubicBezTo>
                  <a:cubicBezTo>
                    <a:pt x="430" y="550"/>
                    <a:pt x="431" y="543"/>
                    <a:pt x="439" y="543"/>
                  </a:cubicBezTo>
                  <a:cubicBezTo>
                    <a:pt x="447" y="544"/>
                    <a:pt x="448" y="536"/>
                    <a:pt x="457" y="540"/>
                  </a:cubicBezTo>
                  <a:cubicBezTo>
                    <a:pt x="466" y="544"/>
                    <a:pt x="473" y="542"/>
                    <a:pt x="482" y="543"/>
                  </a:cubicBezTo>
                  <a:cubicBezTo>
                    <a:pt x="491" y="544"/>
                    <a:pt x="495" y="547"/>
                    <a:pt x="494" y="556"/>
                  </a:cubicBezTo>
                  <a:cubicBezTo>
                    <a:pt x="492" y="564"/>
                    <a:pt x="486" y="569"/>
                    <a:pt x="474" y="567"/>
                  </a:cubicBezTo>
                  <a:cubicBezTo>
                    <a:pt x="462" y="565"/>
                    <a:pt x="457" y="566"/>
                    <a:pt x="448" y="561"/>
                  </a:cubicBezTo>
                  <a:cubicBezTo>
                    <a:pt x="438" y="556"/>
                    <a:pt x="433" y="558"/>
                    <a:pt x="429" y="561"/>
                  </a:cubicBezTo>
                  <a:cubicBezTo>
                    <a:pt x="425" y="564"/>
                    <a:pt x="426" y="569"/>
                    <a:pt x="430" y="571"/>
                  </a:cubicBezTo>
                  <a:cubicBezTo>
                    <a:pt x="434" y="574"/>
                    <a:pt x="436" y="586"/>
                    <a:pt x="425" y="586"/>
                  </a:cubicBezTo>
                  <a:cubicBezTo>
                    <a:pt x="414" y="586"/>
                    <a:pt x="403" y="579"/>
                    <a:pt x="401" y="587"/>
                  </a:cubicBezTo>
                  <a:cubicBezTo>
                    <a:pt x="399" y="595"/>
                    <a:pt x="377" y="602"/>
                    <a:pt x="366" y="602"/>
                  </a:cubicBezTo>
                  <a:cubicBezTo>
                    <a:pt x="356" y="602"/>
                    <a:pt x="341" y="600"/>
                    <a:pt x="329" y="601"/>
                  </a:cubicBezTo>
                  <a:cubicBezTo>
                    <a:pt x="318" y="603"/>
                    <a:pt x="274" y="604"/>
                    <a:pt x="270" y="597"/>
                  </a:cubicBezTo>
                  <a:cubicBezTo>
                    <a:pt x="266" y="590"/>
                    <a:pt x="259" y="588"/>
                    <a:pt x="252" y="588"/>
                  </a:cubicBezTo>
                  <a:cubicBezTo>
                    <a:pt x="246" y="588"/>
                    <a:pt x="249" y="583"/>
                    <a:pt x="256" y="577"/>
                  </a:cubicBezTo>
                  <a:cubicBezTo>
                    <a:pt x="263" y="570"/>
                    <a:pt x="270" y="563"/>
                    <a:pt x="270" y="554"/>
                  </a:cubicBezTo>
                  <a:cubicBezTo>
                    <a:pt x="270" y="545"/>
                    <a:pt x="264" y="542"/>
                    <a:pt x="254" y="542"/>
                  </a:cubicBezTo>
                  <a:cubicBezTo>
                    <a:pt x="244" y="542"/>
                    <a:pt x="222" y="541"/>
                    <a:pt x="216" y="547"/>
                  </a:cubicBezTo>
                  <a:cubicBezTo>
                    <a:pt x="211" y="552"/>
                    <a:pt x="208" y="556"/>
                    <a:pt x="194" y="556"/>
                  </a:cubicBezTo>
                  <a:cubicBezTo>
                    <a:pt x="181" y="557"/>
                    <a:pt x="174" y="559"/>
                    <a:pt x="166" y="564"/>
                  </a:cubicBezTo>
                  <a:cubicBezTo>
                    <a:pt x="158" y="568"/>
                    <a:pt x="147" y="564"/>
                    <a:pt x="146" y="571"/>
                  </a:cubicBezTo>
                  <a:cubicBezTo>
                    <a:pt x="146" y="577"/>
                    <a:pt x="153" y="601"/>
                    <a:pt x="139" y="601"/>
                  </a:cubicBezTo>
                  <a:cubicBezTo>
                    <a:pt x="125" y="601"/>
                    <a:pt x="121" y="586"/>
                    <a:pt x="108" y="589"/>
                  </a:cubicBezTo>
                  <a:cubicBezTo>
                    <a:pt x="96" y="591"/>
                    <a:pt x="90" y="599"/>
                    <a:pt x="81" y="604"/>
                  </a:cubicBezTo>
                  <a:cubicBezTo>
                    <a:pt x="72" y="609"/>
                    <a:pt x="72" y="622"/>
                    <a:pt x="55" y="623"/>
                  </a:cubicBezTo>
                  <a:cubicBezTo>
                    <a:pt x="37" y="623"/>
                    <a:pt x="33" y="634"/>
                    <a:pt x="23" y="635"/>
                  </a:cubicBezTo>
                  <a:cubicBezTo>
                    <a:pt x="13" y="635"/>
                    <a:pt x="0" y="638"/>
                    <a:pt x="0" y="647"/>
                  </a:cubicBezTo>
                  <a:cubicBezTo>
                    <a:pt x="0" y="655"/>
                    <a:pt x="0" y="658"/>
                    <a:pt x="16" y="662"/>
                  </a:cubicBezTo>
                  <a:cubicBezTo>
                    <a:pt x="32" y="665"/>
                    <a:pt x="35" y="673"/>
                    <a:pt x="46" y="673"/>
                  </a:cubicBezTo>
                  <a:cubicBezTo>
                    <a:pt x="56" y="673"/>
                    <a:pt x="72" y="678"/>
                    <a:pt x="82" y="677"/>
                  </a:cubicBezTo>
                  <a:cubicBezTo>
                    <a:pt x="92" y="676"/>
                    <a:pt x="98" y="677"/>
                    <a:pt x="105" y="681"/>
                  </a:cubicBezTo>
                  <a:cubicBezTo>
                    <a:pt x="112" y="686"/>
                    <a:pt x="111" y="699"/>
                    <a:pt x="95" y="696"/>
                  </a:cubicBezTo>
                  <a:cubicBezTo>
                    <a:pt x="79" y="693"/>
                    <a:pt x="58" y="692"/>
                    <a:pt x="69" y="701"/>
                  </a:cubicBezTo>
                  <a:cubicBezTo>
                    <a:pt x="80" y="711"/>
                    <a:pt x="93" y="719"/>
                    <a:pt x="94" y="733"/>
                  </a:cubicBezTo>
                  <a:cubicBezTo>
                    <a:pt x="96" y="748"/>
                    <a:pt x="103" y="758"/>
                    <a:pt x="118" y="759"/>
                  </a:cubicBezTo>
                  <a:cubicBezTo>
                    <a:pt x="133" y="760"/>
                    <a:pt x="137" y="761"/>
                    <a:pt x="144" y="766"/>
                  </a:cubicBezTo>
                  <a:cubicBezTo>
                    <a:pt x="152" y="772"/>
                    <a:pt x="160" y="773"/>
                    <a:pt x="179" y="772"/>
                  </a:cubicBezTo>
                  <a:cubicBezTo>
                    <a:pt x="199" y="771"/>
                    <a:pt x="215" y="774"/>
                    <a:pt x="218" y="768"/>
                  </a:cubicBezTo>
                  <a:cubicBezTo>
                    <a:pt x="221" y="762"/>
                    <a:pt x="220" y="758"/>
                    <a:pt x="240" y="758"/>
                  </a:cubicBezTo>
                  <a:cubicBezTo>
                    <a:pt x="261" y="758"/>
                    <a:pt x="278" y="752"/>
                    <a:pt x="284" y="759"/>
                  </a:cubicBezTo>
                  <a:cubicBezTo>
                    <a:pt x="291" y="767"/>
                    <a:pt x="295" y="769"/>
                    <a:pt x="304" y="772"/>
                  </a:cubicBezTo>
                  <a:cubicBezTo>
                    <a:pt x="313" y="776"/>
                    <a:pt x="320" y="774"/>
                    <a:pt x="314" y="766"/>
                  </a:cubicBezTo>
                  <a:cubicBezTo>
                    <a:pt x="307" y="758"/>
                    <a:pt x="315" y="755"/>
                    <a:pt x="325" y="765"/>
                  </a:cubicBezTo>
                  <a:cubicBezTo>
                    <a:pt x="334" y="774"/>
                    <a:pt x="340" y="779"/>
                    <a:pt x="343" y="770"/>
                  </a:cubicBezTo>
                  <a:cubicBezTo>
                    <a:pt x="346" y="760"/>
                    <a:pt x="349" y="761"/>
                    <a:pt x="357" y="759"/>
                  </a:cubicBezTo>
                  <a:cubicBezTo>
                    <a:pt x="365" y="757"/>
                    <a:pt x="365" y="750"/>
                    <a:pt x="377" y="748"/>
                  </a:cubicBezTo>
                  <a:cubicBezTo>
                    <a:pt x="390" y="747"/>
                    <a:pt x="389" y="732"/>
                    <a:pt x="401" y="732"/>
                  </a:cubicBezTo>
                  <a:cubicBezTo>
                    <a:pt x="414" y="732"/>
                    <a:pt x="427" y="736"/>
                    <a:pt x="428" y="731"/>
                  </a:cubicBezTo>
                  <a:cubicBezTo>
                    <a:pt x="430" y="726"/>
                    <a:pt x="437" y="719"/>
                    <a:pt x="442" y="724"/>
                  </a:cubicBezTo>
                  <a:cubicBezTo>
                    <a:pt x="448" y="729"/>
                    <a:pt x="445" y="734"/>
                    <a:pt x="453" y="738"/>
                  </a:cubicBezTo>
                  <a:cubicBezTo>
                    <a:pt x="461" y="743"/>
                    <a:pt x="460" y="754"/>
                    <a:pt x="451" y="755"/>
                  </a:cubicBezTo>
                  <a:cubicBezTo>
                    <a:pt x="441" y="756"/>
                    <a:pt x="443" y="763"/>
                    <a:pt x="434" y="762"/>
                  </a:cubicBezTo>
                  <a:cubicBezTo>
                    <a:pt x="424" y="761"/>
                    <a:pt x="419" y="764"/>
                    <a:pt x="431" y="776"/>
                  </a:cubicBezTo>
                  <a:cubicBezTo>
                    <a:pt x="443" y="787"/>
                    <a:pt x="441" y="791"/>
                    <a:pt x="447" y="800"/>
                  </a:cubicBezTo>
                  <a:cubicBezTo>
                    <a:pt x="453" y="810"/>
                    <a:pt x="458" y="823"/>
                    <a:pt x="456" y="834"/>
                  </a:cubicBezTo>
                  <a:cubicBezTo>
                    <a:pt x="455" y="845"/>
                    <a:pt x="459" y="843"/>
                    <a:pt x="449" y="852"/>
                  </a:cubicBezTo>
                  <a:cubicBezTo>
                    <a:pt x="438" y="860"/>
                    <a:pt x="436" y="865"/>
                    <a:pt x="426" y="866"/>
                  </a:cubicBezTo>
                  <a:cubicBezTo>
                    <a:pt x="416" y="867"/>
                    <a:pt x="420" y="873"/>
                    <a:pt x="409" y="873"/>
                  </a:cubicBezTo>
                  <a:cubicBezTo>
                    <a:pt x="399" y="873"/>
                    <a:pt x="385" y="873"/>
                    <a:pt x="381" y="868"/>
                  </a:cubicBezTo>
                  <a:cubicBezTo>
                    <a:pt x="378" y="863"/>
                    <a:pt x="376" y="864"/>
                    <a:pt x="370" y="861"/>
                  </a:cubicBezTo>
                  <a:cubicBezTo>
                    <a:pt x="365" y="858"/>
                    <a:pt x="355" y="850"/>
                    <a:pt x="350" y="852"/>
                  </a:cubicBezTo>
                  <a:cubicBezTo>
                    <a:pt x="346" y="855"/>
                    <a:pt x="345" y="856"/>
                    <a:pt x="352" y="861"/>
                  </a:cubicBezTo>
                  <a:cubicBezTo>
                    <a:pt x="360" y="866"/>
                    <a:pt x="361" y="869"/>
                    <a:pt x="357" y="876"/>
                  </a:cubicBezTo>
                  <a:cubicBezTo>
                    <a:pt x="354" y="882"/>
                    <a:pt x="348" y="890"/>
                    <a:pt x="335" y="895"/>
                  </a:cubicBezTo>
                  <a:cubicBezTo>
                    <a:pt x="323" y="900"/>
                    <a:pt x="306" y="917"/>
                    <a:pt x="299" y="913"/>
                  </a:cubicBezTo>
                  <a:cubicBezTo>
                    <a:pt x="292" y="908"/>
                    <a:pt x="281" y="910"/>
                    <a:pt x="276" y="905"/>
                  </a:cubicBezTo>
                  <a:cubicBezTo>
                    <a:pt x="270" y="899"/>
                    <a:pt x="267" y="891"/>
                    <a:pt x="257" y="889"/>
                  </a:cubicBezTo>
                  <a:cubicBezTo>
                    <a:pt x="247" y="887"/>
                    <a:pt x="236" y="893"/>
                    <a:pt x="227" y="898"/>
                  </a:cubicBezTo>
                  <a:cubicBezTo>
                    <a:pt x="219" y="902"/>
                    <a:pt x="225" y="917"/>
                    <a:pt x="211" y="921"/>
                  </a:cubicBezTo>
                  <a:cubicBezTo>
                    <a:pt x="196" y="925"/>
                    <a:pt x="196" y="937"/>
                    <a:pt x="200" y="943"/>
                  </a:cubicBezTo>
                  <a:cubicBezTo>
                    <a:pt x="205" y="949"/>
                    <a:pt x="214" y="949"/>
                    <a:pt x="212" y="956"/>
                  </a:cubicBezTo>
                  <a:cubicBezTo>
                    <a:pt x="209" y="964"/>
                    <a:pt x="205" y="963"/>
                    <a:pt x="197" y="963"/>
                  </a:cubicBezTo>
                  <a:cubicBezTo>
                    <a:pt x="188" y="963"/>
                    <a:pt x="187" y="965"/>
                    <a:pt x="180" y="970"/>
                  </a:cubicBezTo>
                  <a:cubicBezTo>
                    <a:pt x="174" y="976"/>
                    <a:pt x="162" y="992"/>
                    <a:pt x="152" y="998"/>
                  </a:cubicBezTo>
                  <a:cubicBezTo>
                    <a:pt x="142" y="1004"/>
                    <a:pt x="141" y="1012"/>
                    <a:pt x="144" y="1019"/>
                  </a:cubicBezTo>
                  <a:cubicBezTo>
                    <a:pt x="148" y="1025"/>
                    <a:pt x="152" y="1032"/>
                    <a:pt x="142" y="1036"/>
                  </a:cubicBezTo>
                  <a:cubicBezTo>
                    <a:pt x="133" y="1040"/>
                    <a:pt x="113" y="1044"/>
                    <a:pt x="120" y="1051"/>
                  </a:cubicBezTo>
                  <a:cubicBezTo>
                    <a:pt x="126" y="1058"/>
                    <a:pt x="137" y="1074"/>
                    <a:pt x="141" y="1084"/>
                  </a:cubicBezTo>
                  <a:cubicBezTo>
                    <a:pt x="145" y="1093"/>
                    <a:pt x="147" y="1096"/>
                    <a:pt x="153" y="1103"/>
                  </a:cubicBezTo>
                  <a:cubicBezTo>
                    <a:pt x="159" y="1109"/>
                    <a:pt x="165" y="1107"/>
                    <a:pt x="168" y="1100"/>
                  </a:cubicBezTo>
                  <a:cubicBezTo>
                    <a:pt x="171" y="1093"/>
                    <a:pt x="178" y="1091"/>
                    <a:pt x="181" y="1085"/>
                  </a:cubicBezTo>
                  <a:cubicBezTo>
                    <a:pt x="184" y="1078"/>
                    <a:pt x="186" y="1083"/>
                    <a:pt x="186" y="1093"/>
                  </a:cubicBezTo>
                  <a:cubicBezTo>
                    <a:pt x="185" y="1103"/>
                    <a:pt x="186" y="1106"/>
                    <a:pt x="192" y="1110"/>
                  </a:cubicBezTo>
                  <a:cubicBezTo>
                    <a:pt x="198" y="1115"/>
                    <a:pt x="192" y="1125"/>
                    <a:pt x="205" y="1125"/>
                  </a:cubicBezTo>
                  <a:cubicBezTo>
                    <a:pt x="217" y="1125"/>
                    <a:pt x="221" y="1125"/>
                    <a:pt x="230" y="1128"/>
                  </a:cubicBezTo>
                  <a:cubicBezTo>
                    <a:pt x="240" y="1130"/>
                    <a:pt x="245" y="1133"/>
                    <a:pt x="251" y="1127"/>
                  </a:cubicBezTo>
                  <a:cubicBezTo>
                    <a:pt x="257" y="1120"/>
                    <a:pt x="269" y="1112"/>
                    <a:pt x="273" y="1120"/>
                  </a:cubicBezTo>
                  <a:cubicBezTo>
                    <a:pt x="278" y="1128"/>
                    <a:pt x="285" y="1137"/>
                    <a:pt x="283" y="1145"/>
                  </a:cubicBezTo>
                  <a:cubicBezTo>
                    <a:pt x="281" y="1153"/>
                    <a:pt x="273" y="1158"/>
                    <a:pt x="268" y="1150"/>
                  </a:cubicBezTo>
                  <a:cubicBezTo>
                    <a:pt x="262" y="1141"/>
                    <a:pt x="252" y="1134"/>
                    <a:pt x="249" y="1139"/>
                  </a:cubicBezTo>
                  <a:cubicBezTo>
                    <a:pt x="246" y="1145"/>
                    <a:pt x="237" y="1159"/>
                    <a:pt x="234" y="1152"/>
                  </a:cubicBezTo>
                  <a:cubicBezTo>
                    <a:pt x="230" y="1145"/>
                    <a:pt x="233" y="1142"/>
                    <a:pt x="222" y="1137"/>
                  </a:cubicBezTo>
                  <a:cubicBezTo>
                    <a:pt x="212" y="1132"/>
                    <a:pt x="200" y="1131"/>
                    <a:pt x="194" y="1135"/>
                  </a:cubicBezTo>
                  <a:cubicBezTo>
                    <a:pt x="187" y="1138"/>
                    <a:pt x="186" y="1141"/>
                    <a:pt x="179" y="1146"/>
                  </a:cubicBezTo>
                  <a:cubicBezTo>
                    <a:pt x="172" y="1151"/>
                    <a:pt x="166" y="1164"/>
                    <a:pt x="179" y="1165"/>
                  </a:cubicBezTo>
                  <a:cubicBezTo>
                    <a:pt x="191" y="1165"/>
                    <a:pt x="184" y="1181"/>
                    <a:pt x="196" y="1182"/>
                  </a:cubicBezTo>
                  <a:cubicBezTo>
                    <a:pt x="207" y="1184"/>
                    <a:pt x="222" y="1188"/>
                    <a:pt x="232" y="1199"/>
                  </a:cubicBezTo>
                  <a:cubicBezTo>
                    <a:pt x="241" y="1209"/>
                    <a:pt x="242" y="1211"/>
                    <a:pt x="244" y="1219"/>
                  </a:cubicBezTo>
                  <a:cubicBezTo>
                    <a:pt x="246" y="1227"/>
                    <a:pt x="244" y="1232"/>
                    <a:pt x="259" y="1232"/>
                  </a:cubicBezTo>
                  <a:cubicBezTo>
                    <a:pt x="275" y="1232"/>
                    <a:pt x="305" y="1240"/>
                    <a:pt x="309" y="1230"/>
                  </a:cubicBezTo>
                  <a:cubicBezTo>
                    <a:pt x="314" y="1220"/>
                    <a:pt x="326" y="1230"/>
                    <a:pt x="330" y="1220"/>
                  </a:cubicBezTo>
                  <a:cubicBezTo>
                    <a:pt x="335" y="1209"/>
                    <a:pt x="354" y="1218"/>
                    <a:pt x="351" y="1204"/>
                  </a:cubicBezTo>
                  <a:cubicBezTo>
                    <a:pt x="348" y="1190"/>
                    <a:pt x="342" y="1182"/>
                    <a:pt x="348" y="1174"/>
                  </a:cubicBezTo>
                  <a:cubicBezTo>
                    <a:pt x="355" y="1165"/>
                    <a:pt x="368" y="1161"/>
                    <a:pt x="366" y="1152"/>
                  </a:cubicBezTo>
                  <a:cubicBezTo>
                    <a:pt x="365" y="1143"/>
                    <a:pt x="364" y="1137"/>
                    <a:pt x="374" y="1139"/>
                  </a:cubicBezTo>
                  <a:cubicBezTo>
                    <a:pt x="385" y="1142"/>
                    <a:pt x="396" y="1141"/>
                    <a:pt x="385" y="1146"/>
                  </a:cubicBezTo>
                  <a:cubicBezTo>
                    <a:pt x="374" y="1152"/>
                    <a:pt x="373" y="1156"/>
                    <a:pt x="372" y="1162"/>
                  </a:cubicBezTo>
                  <a:cubicBezTo>
                    <a:pt x="372" y="1168"/>
                    <a:pt x="356" y="1171"/>
                    <a:pt x="360" y="1180"/>
                  </a:cubicBezTo>
                  <a:cubicBezTo>
                    <a:pt x="364" y="1189"/>
                    <a:pt x="358" y="1204"/>
                    <a:pt x="366" y="1209"/>
                  </a:cubicBezTo>
                  <a:cubicBezTo>
                    <a:pt x="374" y="1215"/>
                    <a:pt x="377" y="1218"/>
                    <a:pt x="381" y="1227"/>
                  </a:cubicBezTo>
                  <a:cubicBezTo>
                    <a:pt x="385" y="1236"/>
                    <a:pt x="380" y="1243"/>
                    <a:pt x="388" y="1247"/>
                  </a:cubicBezTo>
                  <a:cubicBezTo>
                    <a:pt x="397" y="1251"/>
                    <a:pt x="400" y="1256"/>
                    <a:pt x="394" y="1263"/>
                  </a:cubicBezTo>
                  <a:cubicBezTo>
                    <a:pt x="387" y="1269"/>
                    <a:pt x="379" y="1271"/>
                    <a:pt x="381" y="1281"/>
                  </a:cubicBezTo>
                  <a:cubicBezTo>
                    <a:pt x="383" y="1292"/>
                    <a:pt x="394" y="1290"/>
                    <a:pt x="392" y="1300"/>
                  </a:cubicBezTo>
                  <a:cubicBezTo>
                    <a:pt x="389" y="1309"/>
                    <a:pt x="399" y="1329"/>
                    <a:pt x="391" y="1330"/>
                  </a:cubicBezTo>
                  <a:cubicBezTo>
                    <a:pt x="382" y="1331"/>
                    <a:pt x="365" y="1333"/>
                    <a:pt x="372" y="1338"/>
                  </a:cubicBezTo>
                  <a:cubicBezTo>
                    <a:pt x="379" y="1343"/>
                    <a:pt x="391" y="1343"/>
                    <a:pt x="399" y="1346"/>
                  </a:cubicBezTo>
                  <a:cubicBezTo>
                    <a:pt x="408" y="1349"/>
                    <a:pt x="416" y="1347"/>
                    <a:pt x="421" y="1339"/>
                  </a:cubicBezTo>
                  <a:cubicBezTo>
                    <a:pt x="426" y="1331"/>
                    <a:pt x="429" y="1323"/>
                    <a:pt x="440" y="1322"/>
                  </a:cubicBezTo>
                  <a:cubicBezTo>
                    <a:pt x="450" y="1320"/>
                    <a:pt x="448" y="1322"/>
                    <a:pt x="444" y="1330"/>
                  </a:cubicBezTo>
                  <a:cubicBezTo>
                    <a:pt x="441" y="1338"/>
                    <a:pt x="434" y="1346"/>
                    <a:pt x="443" y="1346"/>
                  </a:cubicBezTo>
                  <a:cubicBezTo>
                    <a:pt x="452" y="1346"/>
                    <a:pt x="457" y="1349"/>
                    <a:pt x="459" y="1338"/>
                  </a:cubicBezTo>
                  <a:cubicBezTo>
                    <a:pt x="462" y="1328"/>
                    <a:pt x="464" y="1323"/>
                    <a:pt x="467" y="1317"/>
                  </a:cubicBezTo>
                  <a:cubicBezTo>
                    <a:pt x="471" y="1310"/>
                    <a:pt x="474" y="1302"/>
                    <a:pt x="483" y="1302"/>
                  </a:cubicBezTo>
                  <a:cubicBezTo>
                    <a:pt x="491" y="1302"/>
                    <a:pt x="494" y="1301"/>
                    <a:pt x="497" y="1310"/>
                  </a:cubicBezTo>
                  <a:cubicBezTo>
                    <a:pt x="500" y="1320"/>
                    <a:pt x="505" y="1328"/>
                    <a:pt x="515" y="1324"/>
                  </a:cubicBezTo>
                  <a:cubicBezTo>
                    <a:pt x="525" y="1321"/>
                    <a:pt x="529" y="1313"/>
                    <a:pt x="537" y="1325"/>
                  </a:cubicBezTo>
                  <a:cubicBezTo>
                    <a:pt x="545" y="1337"/>
                    <a:pt x="556" y="1335"/>
                    <a:pt x="559" y="1346"/>
                  </a:cubicBezTo>
                  <a:cubicBezTo>
                    <a:pt x="563" y="1358"/>
                    <a:pt x="568" y="1359"/>
                    <a:pt x="573" y="1359"/>
                  </a:cubicBezTo>
                  <a:cubicBezTo>
                    <a:pt x="578" y="1359"/>
                    <a:pt x="582" y="1358"/>
                    <a:pt x="582" y="1347"/>
                  </a:cubicBezTo>
                  <a:cubicBezTo>
                    <a:pt x="582" y="1337"/>
                    <a:pt x="584" y="1329"/>
                    <a:pt x="589" y="1326"/>
                  </a:cubicBezTo>
                  <a:cubicBezTo>
                    <a:pt x="594" y="1323"/>
                    <a:pt x="590" y="1315"/>
                    <a:pt x="600" y="1315"/>
                  </a:cubicBezTo>
                  <a:cubicBezTo>
                    <a:pt x="610" y="1314"/>
                    <a:pt x="601" y="1326"/>
                    <a:pt x="611" y="1331"/>
                  </a:cubicBezTo>
                  <a:cubicBezTo>
                    <a:pt x="621" y="1336"/>
                    <a:pt x="630" y="1349"/>
                    <a:pt x="636" y="1342"/>
                  </a:cubicBezTo>
                  <a:cubicBezTo>
                    <a:pt x="642" y="1334"/>
                    <a:pt x="648" y="1328"/>
                    <a:pt x="658" y="1328"/>
                  </a:cubicBezTo>
                  <a:cubicBezTo>
                    <a:pt x="667" y="1328"/>
                    <a:pt x="682" y="1330"/>
                    <a:pt x="686" y="1323"/>
                  </a:cubicBezTo>
                  <a:cubicBezTo>
                    <a:pt x="690" y="1315"/>
                    <a:pt x="700" y="1320"/>
                    <a:pt x="695" y="1328"/>
                  </a:cubicBezTo>
                  <a:cubicBezTo>
                    <a:pt x="689" y="1336"/>
                    <a:pt x="686" y="1340"/>
                    <a:pt x="680" y="1344"/>
                  </a:cubicBezTo>
                  <a:cubicBezTo>
                    <a:pt x="673" y="1347"/>
                    <a:pt x="663" y="1351"/>
                    <a:pt x="666" y="1362"/>
                  </a:cubicBezTo>
                  <a:cubicBezTo>
                    <a:pt x="669" y="1373"/>
                    <a:pt x="674" y="1392"/>
                    <a:pt x="666" y="1397"/>
                  </a:cubicBezTo>
                  <a:cubicBezTo>
                    <a:pt x="658" y="1403"/>
                    <a:pt x="653" y="1408"/>
                    <a:pt x="656" y="1417"/>
                  </a:cubicBezTo>
                  <a:cubicBezTo>
                    <a:pt x="659" y="1427"/>
                    <a:pt x="666" y="1437"/>
                    <a:pt x="653" y="1440"/>
                  </a:cubicBezTo>
                  <a:cubicBezTo>
                    <a:pt x="641" y="1443"/>
                    <a:pt x="632" y="1452"/>
                    <a:pt x="622" y="1457"/>
                  </a:cubicBezTo>
                  <a:cubicBezTo>
                    <a:pt x="612" y="1462"/>
                    <a:pt x="600" y="1468"/>
                    <a:pt x="596" y="1480"/>
                  </a:cubicBezTo>
                  <a:cubicBezTo>
                    <a:pt x="592" y="1491"/>
                    <a:pt x="595" y="1503"/>
                    <a:pt x="583" y="1505"/>
                  </a:cubicBezTo>
                  <a:cubicBezTo>
                    <a:pt x="570" y="1507"/>
                    <a:pt x="562" y="1512"/>
                    <a:pt x="551" y="1519"/>
                  </a:cubicBezTo>
                  <a:cubicBezTo>
                    <a:pt x="540" y="1527"/>
                    <a:pt x="530" y="1524"/>
                    <a:pt x="521" y="1530"/>
                  </a:cubicBezTo>
                  <a:cubicBezTo>
                    <a:pt x="512" y="1536"/>
                    <a:pt x="510" y="1539"/>
                    <a:pt x="500" y="1548"/>
                  </a:cubicBezTo>
                  <a:cubicBezTo>
                    <a:pt x="490" y="1557"/>
                    <a:pt x="484" y="1561"/>
                    <a:pt x="480" y="1567"/>
                  </a:cubicBezTo>
                  <a:cubicBezTo>
                    <a:pt x="476" y="1573"/>
                    <a:pt x="472" y="1578"/>
                    <a:pt x="473" y="1585"/>
                  </a:cubicBezTo>
                  <a:cubicBezTo>
                    <a:pt x="474" y="1593"/>
                    <a:pt x="480" y="1588"/>
                    <a:pt x="483" y="1597"/>
                  </a:cubicBezTo>
                  <a:cubicBezTo>
                    <a:pt x="486" y="1607"/>
                    <a:pt x="468" y="1604"/>
                    <a:pt x="461" y="1601"/>
                  </a:cubicBezTo>
                  <a:cubicBezTo>
                    <a:pt x="454" y="1598"/>
                    <a:pt x="451" y="1598"/>
                    <a:pt x="451" y="1590"/>
                  </a:cubicBezTo>
                  <a:cubicBezTo>
                    <a:pt x="451" y="1582"/>
                    <a:pt x="449" y="1580"/>
                    <a:pt x="437" y="1581"/>
                  </a:cubicBezTo>
                  <a:cubicBezTo>
                    <a:pt x="426" y="1582"/>
                    <a:pt x="421" y="1582"/>
                    <a:pt x="409" y="1588"/>
                  </a:cubicBezTo>
                  <a:cubicBezTo>
                    <a:pt x="398" y="1594"/>
                    <a:pt x="397" y="1587"/>
                    <a:pt x="390" y="1594"/>
                  </a:cubicBezTo>
                  <a:cubicBezTo>
                    <a:pt x="384" y="1602"/>
                    <a:pt x="378" y="1595"/>
                    <a:pt x="368" y="1605"/>
                  </a:cubicBezTo>
                  <a:cubicBezTo>
                    <a:pt x="357" y="1615"/>
                    <a:pt x="363" y="1624"/>
                    <a:pt x="348" y="1632"/>
                  </a:cubicBezTo>
                  <a:cubicBezTo>
                    <a:pt x="334" y="1641"/>
                    <a:pt x="324" y="1641"/>
                    <a:pt x="334" y="1647"/>
                  </a:cubicBezTo>
                  <a:cubicBezTo>
                    <a:pt x="344" y="1652"/>
                    <a:pt x="345" y="1660"/>
                    <a:pt x="349" y="1666"/>
                  </a:cubicBezTo>
                  <a:cubicBezTo>
                    <a:pt x="354" y="1673"/>
                    <a:pt x="361" y="1672"/>
                    <a:pt x="363" y="1664"/>
                  </a:cubicBezTo>
                  <a:cubicBezTo>
                    <a:pt x="365" y="1657"/>
                    <a:pt x="383" y="1664"/>
                    <a:pt x="387" y="1653"/>
                  </a:cubicBezTo>
                  <a:cubicBezTo>
                    <a:pt x="392" y="1643"/>
                    <a:pt x="399" y="1640"/>
                    <a:pt x="402" y="1631"/>
                  </a:cubicBezTo>
                  <a:cubicBezTo>
                    <a:pt x="405" y="1622"/>
                    <a:pt x="411" y="1616"/>
                    <a:pt x="414" y="1625"/>
                  </a:cubicBezTo>
                  <a:cubicBezTo>
                    <a:pt x="417" y="1635"/>
                    <a:pt x="415" y="1642"/>
                    <a:pt x="423" y="1640"/>
                  </a:cubicBezTo>
                  <a:cubicBezTo>
                    <a:pt x="432" y="1639"/>
                    <a:pt x="441" y="1630"/>
                    <a:pt x="444" y="1634"/>
                  </a:cubicBezTo>
                  <a:cubicBezTo>
                    <a:pt x="447" y="1638"/>
                    <a:pt x="454" y="1632"/>
                    <a:pt x="455" y="1639"/>
                  </a:cubicBezTo>
                  <a:cubicBezTo>
                    <a:pt x="456" y="1646"/>
                    <a:pt x="459" y="1653"/>
                    <a:pt x="467" y="1652"/>
                  </a:cubicBezTo>
                  <a:cubicBezTo>
                    <a:pt x="476" y="1651"/>
                    <a:pt x="478" y="1650"/>
                    <a:pt x="480" y="1645"/>
                  </a:cubicBezTo>
                  <a:cubicBezTo>
                    <a:pt x="481" y="1639"/>
                    <a:pt x="495" y="1641"/>
                    <a:pt x="485" y="1638"/>
                  </a:cubicBezTo>
                  <a:cubicBezTo>
                    <a:pt x="474" y="1634"/>
                    <a:pt x="465" y="1636"/>
                    <a:pt x="469" y="1630"/>
                  </a:cubicBezTo>
                  <a:cubicBezTo>
                    <a:pt x="473" y="1624"/>
                    <a:pt x="481" y="1631"/>
                    <a:pt x="483" y="1622"/>
                  </a:cubicBezTo>
                  <a:cubicBezTo>
                    <a:pt x="485" y="1612"/>
                    <a:pt x="505" y="1616"/>
                    <a:pt x="505" y="1609"/>
                  </a:cubicBezTo>
                  <a:cubicBezTo>
                    <a:pt x="506" y="1602"/>
                    <a:pt x="521" y="1597"/>
                    <a:pt x="521" y="1608"/>
                  </a:cubicBezTo>
                  <a:cubicBezTo>
                    <a:pt x="521" y="1619"/>
                    <a:pt x="528" y="1621"/>
                    <a:pt x="532" y="1618"/>
                  </a:cubicBezTo>
                  <a:cubicBezTo>
                    <a:pt x="536" y="1615"/>
                    <a:pt x="542" y="1612"/>
                    <a:pt x="544" y="1605"/>
                  </a:cubicBezTo>
                  <a:cubicBezTo>
                    <a:pt x="546" y="1599"/>
                    <a:pt x="552" y="1594"/>
                    <a:pt x="564" y="1594"/>
                  </a:cubicBezTo>
                  <a:cubicBezTo>
                    <a:pt x="575" y="1594"/>
                    <a:pt x="576" y="1593"/>
                    <a:pt x="579" y="1589"/>
                  </a:cubicBezTo>
                  <a:cubicBezTo>
                    <a:pt x="581" y="1586"/>
                    <a:pt x="592" y="1586"/>
                    <a:pt x="601" y="1583"/>
                  </a:cubicBezTo>
                  <a:cubicBezTo>
                    <a:pt x="611" y="1581"/>
                    <a:pt x="614" y="1582"/>
                    <a:pt x="617" y="1574"/>
                  </a:cubicBezTo>
                  <a:cubicBezTo>
                    <a:pt x="620" y="1566"/>
                    <a:pt x="629" y="1562"/>
                    <a:pt x="621" y="1558"/>
                  </a:cubicBezTo>
                  <a:cubicBezTo>
                    <a:pt x="614" y="1554"/>
                    <a:pt x="612" y="1555"/>
                    <a:pt x="612" y="1548"/>
                  </a:cubicBezTo>
                  <a:cubicBezTo>
                    <a:pt x="613" y="1541"/>
                    <a:pt x="615" y="1539"/>
                    <a:pt x="628" y="1535"/>
                  </a:cubicBezTo>
                  <a:cubicBezTo>
                    <a:pt x="641" y="1531"/>
                    <a:pt x="658" y="1524"/>
                    <a:pt x="667" y="1515"/>
                  </a:cubicBezTo>
                  <a:cubicBezTo>
                    <a:pt x="675" y="1506"/>
                    <a:pt x="697" y="1514"/>
                    <a:pt x="705" y="1501"/>
                  </a:cubicBezTo>
                  <a:cubicBezTo>
                    <a:pt x="712" y="1489"/>
                    <a:pt x="734" y="1501"/>
                    <a:pt x="736" y="1480"/>
                  </a:cubicBezTo>
                  <a:cubicBezTo>
                    <a:pt x="738" y="1459"/>
                    <a:pt x="738" y="1455"/>
                    <a:pt x="757" y="1450"/>
                  </a:cubicBezTo>
                  <a:cubicBezTo>
                    <a:pt x="775" y="1444"/>
                    <a:pt x="784" y="1438"/>
                    <a:pt x="793" y="1427"/>
                  </a:cubicBezTo>
                  <a:cubicBezTo>
                    <a:pt x="803" y="1416"/>
                    <a:pt x="819" y="1421"/>
                    <a:pt x="825" y="1410"/>
                  </a:cubicBezTo>
                  <a:cubicBezTo>
                    <a:pt x="832" y="1399"/>
                    <a:pt x="831" y="1399"/>
                    <a:pt x="850" y="1396"/>
                  </a:cubicBezTo>
                  <a:cubicBezTo>
                    <a:pt x="868" y="1394"/>
                    <a:pt x="879" y="1400"/>
                    <a:pt x="882" y="1379"/>
                  </a:cubicBezTo>
                  <a:cubicBezTo>
                    <a:pt x="885" y="1358"/>
                    <a:pt x="885" y="1347"/>
                    <a:pt x="894" y="1342"/>
                  </a:cubicBezTo>
                  <a:cubicBezTo>
                    <a:pt x="903" y="1337"/>
                    <a:pt x="928" y="1339"/>
                    <a:pt x="930" y="1325"/>
                  </a:cubicBezTo>
                  <a:cubicBezTo>
                    <a:pt x="931" y="1311"/>
                    <a:pt x="933" y="1306"/>
                    <a:pt x="922" y="1303"/>
                  </a:cubicBezTo>
                  <a:cubicBezTo>
                    <a:pt x="911" y="1300"/>
                    <a:pt x="906" y="1291"/>
                    <a:pt x="899" y="1294"/>
                  </a:cubicBezTo>
                  <a:cubicBezTo>
                    <a:pt x="891" y="1296"/>
                    <a:pt x="875" y="1296"/>
                    <a:pt x="879" y="1285"/>
                  </a:cubicBezTo>
                  <a:cubicBezTo>
                    <a:pt x="882" y="1274"/>
                    <a:pt x="898" y="1275"/>
                    <a:pt x="899" y="1264"/>
                  </a:cubicBezTo>
                  <a:cubicBezTo>
                    <a:pt x="899" y="1252"/>
                    <a:pt x="910" y="1245"/>
                    <a:pt x="925" y="1242"/>
                  </a:cubicBezTo>
                  <a:cubicBezTo>
                    <a:pt x="941" y="1239"/>
                    <a:pt x="959" y="1243"/>
                    <a:pt x="962" y="1228"/>
                  </a:cubicBezTo>
                  <a:cubicBezTo>
                    <a:pt x="965" y="1214"/>
                    <a:pt x="973" y="1218"/>
                    <a:pt x="978" y="1203"/>
                  </a:cubicBezTo>
                  <a:cubicBezTo>
                    <a:pt x="983" y="1188"/>
                    <a:pt x="989" y="1188"/>
                    <a:pt x="995" y="1174"/>
                  </a:cubicBezTo>
                  <a:cubicBezTo>
                    <a:pt x="1001" y="1160"/>
                    <a:pt x="1011" y="1152"/>
                    <a:pt x="1021" y="1144"/>
                  </a:cubicBezTo>
                  <a:cubicBezTo>
                    <a:pt x="1031" y="1136"/>
                    <a:pt x="1035" y="1136"/>
                    <a:pt x="1042" y="1124"/>
                  </a:cubicBezTo>
                  <a:cubicBezTo>
                    <a:pt x="1049" y="1112"/>
                    <a:pt x="1071" y="1117"/>
                    <a:pt x="1076" y="1106"/>
                  </a:cubicBezTo>
                  <a:cubicBezTo>
                    <a:pt x="1082" y="1094"/>
                    <a:pt x="1090" y="1103"/>
                    <a:pt x="1096" y="1094"/>
                  </a:cubicBezTo>
                  <a:cubicBezTo>
                    <a:pt x="1102" y="1084"/>
                    <a:pt x="1108" y="1081"/>
                    <a:pt x="1121" y="1085"/>
                  </a:cubicBezTo>
                  <a:cubicBezTo>
                    <a:pt x="1133" y="1088"/>
                    <a:pt x="1138" y="1091"/>
                    <a:pt x="1136" y="1099"/>
                  </a:cubicBezTo>
                  <a:cubicBezTo>
                    <a:pt x="1133" y="1106"/>
                    <a:pt x="1122" y="1109"/>
                    <a:pt x="1111" y="1108"/>
                  </a:cubicBezTo>
                  <a:cubicBezTo>
                    <a:pt x="1100" y="1106"/>
                    <a:pt x="1109" y="1114"/>
                    <a:pt x="1095" y="1121"/>
                  </a:cubicBezTo>
                  <a:cubicBezTo>
                    <a:pt x="1081" y="1128"/>
                    <a:pt x="1086" y="1132"/>
                    <a:pt x="1071" y="1134"/>
                  </a:cubicBezTo>
                  <a:cubicBezTo>
                    <a:pt x="1056" y="1136"/>
                    <a:pt x="1059" y="1141"/>
                    <a:pt x="1057" y="1155"/>
                  </a:cubicBezTo>
                  <a:cubicBezTo>
                    <a:pt x="1055" y="1169"/>
                    <a:pt x="1062" y="1181"/>
                    <a:pt x="1052" y="1189"/>
                  </a:cubicBezTo>
                  <a:cubicBezTo>
                    <a:pt x="1041" y="1196"/>
                    <a:pt x="1045" y="1212"/>
                    <a:pt x="1033" y="1218"/>
                  </a:cubicBezTo>
                  <a:cubicBezTo>
                    <a:pt x="1021" y="1224"/>
                    <a:pt x="1021" y="1231"/>
                    <a:pt x="1033" y="1237"/>
                  </a:cubicBezTo>
                  <a:cubicBezTo>
                    <a:pt x="1045" y="1242"/>
                    <a:pt x="1054" y="1247"/>
                    <a:pt x="1051" y="1252"/>
                  </a:cubicBezTo>
                  <a:cubicBezTo>
                    <a:pt x="1048" y="1257"/>
                    <a:pt x="1025" y="1258"/>
                    <a:pt x="1022" y="1265"/>
                  </a:cubicBezTo>
                  <a:cubicBezTo>
                    <a:pt x="1019" y="1272"/>
                    <a:pt x="1015" y="1284"/>
                    <a:pt x="1025" y="1287"/>
                  </a:cubicBezTo>
                  <a:cubicBezTo>
                    <a:pt x="1035" y="1290"/>
                    <a:pt x="1047" y="1290"/>
                    <a:pt x="1051" y="1284"/>
                  </a:cubicBezTo>
                  <a:cubicBezTo>
                    <a:pt x="1056" y="1278"/>
                    <a:pt x="1067" y="1274"/>
                    <a:pt x="1076" y="1277"/>
                  </a:cubicBezTo>
                  <a:cubicBezTo>
                    <a:pt x="1085" y="1280"/>
                    <a:pt x="1094" y="1281"/>
                    <a:pt x="1103" y="1267"/>
                  </a:cubicBezTo>
                  <a:cubicBezTo>
                    <a:pt x="1113" y="1252"/>
                    <a:pt x="1116" y="1242"/>
                    <a:pt x="1130" y="1242"/>
                  </a:cubicBezTo>
                  <a:cubicBezTo>
                    <a:pt x="1144" y="1242"/>
                    <a:pt x="1155" y="1244"/>
                    <a:pt x="1159" y="1236"/>
                  </a:cubicBezTo>
                  <a:cubicBezTo>
                    <a:pt x="1163" y="1228"/>
                    <a:pt x="1174" y="1211"/>
                    <a:pt x="1186" y="1210"/>
                  </a:cubicBezTo>
                  <a:cubicBezTo>
                    <a:pt x="1197" y="1209"/>
                    <a:pt x="1231" y="1216"/>
                    <a:pt x="1237" y="1208"/>
                  </a:cubicBezTo>
                  <a:cubicBezTo>
                    <a:pt x="1243" y="1200"/>
                    <a:pt x="1253" y="1209"/>
                    <a:pt x="1258" y="1197"/>
                  </a:cubicBezTo>
                  <a:cubicBezTo>
                    <a:pt x="1263" y="1185"/>
                    <a:pt x="1259" y="1180"/>
                    <a:pt x="1267" y="1174"/>
                  </a:cubicBezTo>
                  <a:cubicBezTo>
                    <a:pt x="1276" y="1168"/>
                    <a:pt x="1274" y="1159"/>
                    <a:pt x="1266" y="1155"/>
                  </a:cubicBezTo>
                  <a:cubicBezTo>
                    <a:pt x="1257" y="1151"/>
                    <a:pt x="1260" y="1138"/>
                    <a:pt x="1252" y="1145"/>
                  </a:cubicBezTo>
                  <a:cubicBezTo>
                    <a:pt x="1243" y="1152"/>
                    <a:pt x="1236" y="1151"/>
                    <a:pt x="1239" y="1142"/>
                  </a:cubicBezTo>
                  <a:cubicBezTo>
                    <a:pt x="1243" y="1133"/>
                    <a:pt x="1256" y="1134"/>
                    <a:pt x="1257" y="1125"/>
                  </a:cubicBezTo>
                  <a:cubicBezTo>
                    <a:pt x="1257" y="1117"/>
                    <a:pt x="1263" y="1108"/>
                    <a:pt x="1270" y="1115"/>
                  </a:cubicBezTo>
                  <a:cubicBezTo>
                    <a:pt x="1277" y="1121"/>
                    <a:pt x="1295" y="1122"/>
                    <a:pt x="1300" y="1116"/>
                  </a:cubicBezTo>
                  <a:cubicBezTo>
                    <a:pt x="1304" y="1110"/>
                    <a:pt x="1311" y="1113"/>
                    <a:pt x="1324" y="1112"/>
                  </a:cubicBezTo>
                  <a:cubicBezTo>
                    <a:pt x="1338" y="1111"/>
                    <a:pt x="1354" y="1111"/>
                    <a:pt x="1354" y="1118"/>
                  </a:cubicBezTo>
                  <a:cubicBezTo>
                    <a:pt x="1354" y="1126"/>
                    <a:pt x="1366" y="1123"/>
                    <a:pt x="1365" y="1132"/>
                  </a:cubicBezTo>
                  <a:cubicBezTo>
                    <a:pt x="1363" y="1141"/>
                    <a:pt x="1367" y="1142"/>
                    <a:pt x="1374" y="1139"/>
                  </a:cubicBezTo>
                  <a:cubicBezTo>
                    <a:pt x="1382" y="1137"/>
                    <a:pt x="1393" y="1134"/>
                    <a:pt x="1394" y="1139"/>
                  </a:cubicBezTo>
                  <a:cubicBezTo>
                    <a:pt x="1395" y="1144"/>
                    <a:pt x="1408" y="1158"/>
                    <a:pt x="1393" y="1159"/>
                  </a:cubicBezTo>
                  <a:cubicBezTo>
                    <a:pt x="1378" y="1160"/>
                    <a:pt x="1368" y="1160"/>
                    <a:pt x="1364" y="1162"/>
                  </a:cubicBezTo>
                  <a:cubicBezTo>
                    <a:pt x="1360" y="1164"/>
                    <a:pt x="1352" y="1170"/>
                    <a:pt x="1360" y="1175"/>
                  </a:cubicBezTo>
                  <a:cubicBezTo>
                    <a:pt x="1368" y="1180"/>
                    <a:pt x="1374" y="1188"/>
                    <a:pt x="1380" y="1178"/>
                  </a:cubicBezTo>
                  <a:cubicBezTo>
                    <a:pt x="1385" y="1168"/>
                    <a:pt x="1383" y="1167"/>
                    <a:pt x="1393" y="1167"/>
                  </a:cubicBezTo>
                  <a:cubicBezTo>
                    <a:pt x="1403" y="1167"/>
                    <a:pt x="1413" y="1158"/>
                    <a:pt x="1417" y="1167"/>
                  </a:cubicBezTo>
                  <a:cubicBezTo>
                    <a:pt x="1420" y="1176"/>
                    <a:pt x="1432" y="1178"/>
                    <a:pt x="1443" y="1173"/>
                  </a:cubicBezTo>
                  <a:cubicBezTo>
                    <a:pt x="1454" y="1169"/>
                    <a:pt x="1456" y="1169"/>
                    <a:pt x="1464" y="1163"/>
                  </a:cubicBezTo>
                  <a:cubicBezTo>
                    <a:pt x="1472" y="1157"/>
                    <a:pt x="1473" y="1164"/>
                    <a:pt x="1473" y="1174"/>
                  </a:cubicBezTo>
                  <a:cubicBezTo>
                    <a:pt x="1473" y="1185"/>
                    <a:pt x="1469" y="1186"/>
                    <a:pt x="1482" y="1186"/>
                  </a:cubicBezTo>
                  <a:cubicBezTo>
                    <a:pt x="1495" y="1185"/>
                    <a:pt x="1486" y="1198"/>
                    <a:pt x="1501" y="1198"/>
                  </a:cubicBezTo>
                  <a:cubicBezTo>
                    <a:pt x="1516" y="1198"/>
                    <a:pt x="1511" y="1214"/>
                    <a:pt x="1530" y="1210"/>
                  </a:cubicBezTo>
                  <a:cubicBezTo>
                    <a:pt x="1548" y="1206"/>
                    <a:pt x="1557" y="1207"/>
                    <a:pt x="1580" y="1208"/>
                  </a:cubicBezTo>
                  <a:cubicBezTo>
                    <a:pt x="1602" y="1208"/>
                    <a:pt x="1611" y="1201"/>
                    <a:pt x="1617" y="1208"/>
                  </a:cubicBezTo>
                  <a:cubicBezTo>
                    <a:pt x="1622" y="1215"/>
                    <a:pt x="1624" y="1210"/>
                    <a:pt x="1633" y="1206"/>
                  </a:cubicBezTo>
                  <a:cubicBezTo>
                    <a:pt x="1642" y="1202"/>
                    <a:pt x="1649" y="1201"/>
                    <a:pt x="1660" y="1209"/>
                  </a:cubicBezTo>
                  <a:cubicBezTo>
                    <a:pt x="1671" y="1216"/>
                    <a:pt x="1683" y="1218"/>
                    <a:pt x="1687" y="1215"/>
                  </a:cubicBezTo>
                  <a:cubicBezTo>
                    <a:pt x="1690" y="1212"/>
                    <a:pt x="1701" y="1213"/>
                    <a:pt x="1701" y="1221"/>
                  </a:cubicBezTo>
                  <a:cubicBezTo>
                    <a:pt x="1701" y="1229"/>
                    <a:pt x="1708" y="1233"/>
                    <a:pt x="1716" y="1231"/>
                  </a:cubicBezTo>
                  <a:cubicBezTo>
                    <a:pt x="1724" y="1230"/>
                    <a:pt x="1723" y="1238"/>
                    <a:pt x="1737" y="1239"/>
                  </a:cubicBezTo>
                  <a:cubicBezTo>
                    <a:pt x="1752" y="1240"/>
                    <a:pt x="1771" y="1242"/>
                    <a:pt x="1777" y="1237"/>
                  </a:cubicBezTo>
                  <a:cubicBezTo>
                    <a:pt x="1784" y="1232"/>
                    <a:pt x="1789" y="1238"/>
                    <a:pt x="1793" y="1229"/>
                  </a:cubicBezTo>
                  <a:cubicBezTo>
                    <a:pt x="1797" y="1221"/>
                    <a:pt x="1799" y="1219"/>
                    <a:pt x="1806" y="1222"/>
                  </a:cubicBezTo>
                  <a:cubicBezTo>
                    <a:pt x="1812" y="1224"/>
                    <a:pt x="1817" y="1232"/>
                    <a:pt x="1809" y="1239"/>
                  </a:cubicBezTo>
                  <a:cubicBezTo>
                    <a:pt x="1802" y="1245"/>
                    <a:pt x="1784" y="1253"/>
                    <a:pt x="1795" y="1257"/>
                  </a:cubicBezTo>
                  <a:cubicBezTo>
                    <a:pt x="1805" y="1260"/>
                    <a:pt x="1807" y="1265"/>
                    <a:pt x="1817" y="1267"/>
                  </a:cubicBezTo>
                  <a:cubicBezTo>
                    <a:pt x="1827" y="1269"/>
                    <a:pt x="1834" y="1273"/>
                    <a:pt x="1846" y="1283"/>
                  </a:cubicBezTo>
                  <a:cubicBezTo>
                    <a:pt x="1859" y="1293"/>
                    <a:pt x="1863" y="1296"/>
                    <a:pt x="1876" y="1296"/>
                  </a:cubicBezTo>
                  <a:cubicBezTo>
                    <a:pt x="1889" y="1296"/>
                    <a:pt x="1897" y="1298"/>
                    <a:pt x="1907" y="1311"/>
                  </a:cubicBezTo>
                  <a:cubicBezTo>
                    <a:pt x="1918" y="1325"/>
                    <a:pt x="1922" y="1334"/>
                    <a:pt x="1936" y="1342"/>
                  </a:cubicBezTo>
                  <a:cubicBezTo>
                    <a:pt x="1950" y="1350"/>
                    <a:pt x="1963" y="1351"/>
                    <a:pt x="1972" y="1359"/>
                  </a:cubicBezTo>
                  <a:cubicBezTo>
                    <a:pt x="1981" y="1367"/>
                    <a:pt x="1994" y="1378"/>
                    <a:pt x="2001" y="1371"/>
                  </a:cubicBezTo>
                  <a:cubicBezTo>
                    <a:pt x="2008" y="1364"/>
                    <a:pt x="2010" y="1370"/>
                    <a:pt x="2014" y="1360"/>
                  </a:cubicBezTo>
                  <a:cubicBezTo>
                    <a:pt x="2018" y="1350"/>
                    <a:pt x="2031" y="1353"/>
                    <a:pt x="2025" y="1343"/>
                  </a:cubicBezTo>
                  <a:cubicBezTo>
                    <a:pt x="2020" y="1333"/>
                    <a:pt x="2015" y="1323"/>
                    <a:pt x="2024" y="1321"/>
                  </a:cubicBezTo>
                  <a:cubicBezTo>
                    <a:pt x="2033" y="1319"/>
                    <a:pt x="2038" y="1320"/>
                    <a:pt x="2038" y="1329"/>
                  </a:cubicBezTo>
                  <a:cubicBezTo>
                    <a:pt x="2039" y="1338"/>
                    <a:pt x="2041" y="1347"/>
                    <a:pt x="2048" y="1350"/>
                  </a:cubicBezTo>
                  <a:cubicBezTo>
                    <a:pt x="2056" y="1353"/>
                    <a:pt x="2055" y="1361"/>
                    <a:pt x="2066" y="1360"/>
                  </a:cubicBezTo>
                  <a:cubicBezTo>
                    <a:pt x="2077" y="1359"/>
                    <a:pt x="2078" y="1374"/>
                    <a:pt x="2089" y="1372"/>
                  </a:cubicBezTo>
                  <a:cubicBezTo>
                    <a:pt x="2100" y="1371"/>
                    <a:pt x="2103" y="1372"/>
                    <a:pt x="2100" y="1362"/>
                  </a:cubicBezTo>
                  <a:cubicBezTo>
                    <a:pt x="2098" y="1352"/>
                    <a:pt x="2101" y="1345"/>
                    <a:pt x="2092" y="1338"/>
                  </a:cubicBezTo>
                  <a:cubicBezTo>
                    <a:pt x="2084" y="1331"/>
                    <a:pt x="2090" y="1328"/>
                    <a:pt x="2083" y="1317"/>
                  </a:cubicBezTo>
                  <a:cubicBezTo>
                    <a:pt x="2077" y="1306"/>
                    <a:pt x="2082" y="1306"/>
                    <a:pt x="2076" y="1296"/>
                  </a:cubicBezTo>
                  <a:cubicBezTo>
                    <a:pt x="2071" y="1287"/>
                    <a:pt x="2087" y="1290"/>
                    <a:pt x="2092" y="1305"/>
                  </a:cubicBezTo>
                  <a:cubicBezTo>
                    <a:pt x="2098" y="1320"/>
                    <a:pt x="2097" y="1337"/>
                    <a:pt x="2107" y="1342"/>
                  </a:cubicBezTo>
                  <a:cubicBezTo>
                    <a:pt x="2117" y="1346"/>
                    <a:pt x="2117" y="1358"/>
                    <a:pt x="2115" y="1368"/>
                  </a:cubicBezTo>
                  <a:cubicBezTo>
                    <a:pt x="2113" y="1379"/>
                    <a:pt x="2115" y="1378"/>
                    <a:pt x="2115" y="1392"/>
                  </a:cubicBezTo>
                  <a:cubicBezTo>
                    <a:pt x="2115" y="1407"/>
                    <a:pt x="2113" y="1421"/>
                    <a:pt x="2120" y="1425"/>
                  </a:cubicBezTo>
                  <a:cubicBezTo>
                    <a:pt x="2126" y="1430"/>
                    <a:pt x="2125" y="1429"/>
                    <a:pt x="2127" y="1440"/>
                  </a:cubicBezTo>
                  <a:cubicBezTo>
                    <a:pt x="2129" y="1451"/>
                    <a:pt x="2122" y="1473"/>
                    <a:pt x="2134" y="1474"/>
                  </a:cubicBezTo>
                  <a:cubicBezTo>
                    <a:pt x="2146" y="1475"/>
                    <a:pt x="2149" y="1478"/>
                    <a:pt x="2152" y="1468"/>
                  </a:cubicBezTo>
                  <a:cubicBezTo>
                    <a:pt x="2155" y="1458"/>
                    <a:pt x="2168" y="1460"/>
                    <a:pt x="2169" y="1451"/>
                  </a:cubicBezTo>
                  <a:cubicBezTo>
                    <a:pt x="2169" y="1441"/>
                    <a:pt x="2179" y="1437"/>
                    <a:pt x="2172" y="1428"/>
                  </a:cubicBezTo>
                  <a:cubicBezTo>
                    <a:pt x="2165" y="1419"/>
                    <a:pt x="2153" y="1411"/>
                    <a:pt x="2153" y="1400"/>
                  </a:cubicBezTo>
                  <a:cubicBezTo>
                    <a:pt x="2153" y="1388"/>
                    <a:pt x="2161" y="1383"/>
                    <a:pt x="2168" y="1393"/>
                  </a:cubicBezTo>
                  <a:cubicBezTo>
                    <a:pt x="2174" y="1402"/>
                    <a:pt x="2176" y="1411"/>
                    <a:pt x="2184" y="1411"/>
                  </a:cubicBezTo>
                  <a:cubicBezTo>
                    <a:pt x="2192" y="1411"/>
                    <a:pt x="2186" y="1429"/>
                    <a:pt x="2193" y="1432"/>
                  </a:cubicBezTo>
                  <a:cubicBezTo>
                    <a:pt x="2201" y="1435"/>
                    <a:pt x="2205" y="1442"/>
                    <a:pt x="2205" y="1453"/>
                  </a:cubicBezTo>
                  <a:cubicBezTo>
                    <a:pt x="2205" y="1464"/>
                    <a:pt x="2201" y="1476"/>
                    <a:pt x="2211" y="1480"/>
                  </a:cubicBezTo>
                  <a:cubicBezTo>
                    <a:pt x="2221" y="1484"/>
                    <a:pt x="2241" y="1483"/>
                    <a:pt x="2245" y="1495"/>
                  </a:cubicBezTo>
                  <a:cubicBezTo>
                    <a:pt x="2249" y="1507"/>
                    <a:pt x="2254" y="1516"/>
                    <a:pt x="2264" y="1518"/>
                  </a:cubicBezTo>
                  <a:cubicBezTo>
                    <a:pt x="2273" y="1521"/>
                    <a:pt x="2274" y="1526"/>
                    <a:pt x="2277" y="1537"/>
                  </a:cubicBezTo>
                  <a:cubicBezTo>
                    <a:pt x="2279" y="1547"/>
                    <a:pt x="2285" y="1547"/>
                    <a:pt x="2290" y="1551"/>
                  </a:cubicBezTo>
                  <a:cubicBezTo>
                    <a:pt x="2296" y="1554"/>
                    <a:pt x="2298" y="1562"/>
                    <a:pt x="2303" y="1562"/>
                  </a:cubicBezTo>
                  <a:cubicBezTo>
                    <a:pt x="2308" y="1562"/>
                    <a:pt x="2305" y="1571"/>
                    <a:pt x="2295" y="1580"/>
                  </a:cubicBezTo>
                  <a:cubicBezTo>
                    <a:pt x="2285" y="1588"/>
                    <a:pt x="2275" y="1604"/>
                    <a:pt x="2286" y="1610"/>
                  </a:cubicBezTo>
                  <a:cubicBezTo>
                    <a:pt x="2298" y="1615"/>
                    <a:pt x="2298" y="1619"/>
                    <a:pt x="2303" y="1610"/>
                  </a:cubicBezTo>
                  <a:cubicBezTo>
                    <a:pt x="2308" y="1601"/>
                    <a:pt x="2310" y="1596"/>
                    <a:pt x="2319" y="1591"/>
                  </a:cubicBezTo>
                  <a:cubicBezTo>
                    <a:pt x="2327" y="1586"/>
                    <a:pt x="2307" y="1625"/>
                    <a:pt x="2321" y="1626"/>
                  </a:cubicBezTo>
                  <a:cubicBezTo>
                    <a:pt x="2334" y="1627"/>
                    <a:pt x="2316" y="1636"/>
                    <a:pt x="2308" y="1638"/>
                  </a:cubicBezTo>
                  <a:cubicBezTo>
                    <a:pt x="2300" y="1640"/>
                    <a:pt x="2298" y="1644"/>
                    <a:pt x="2306" y="1648"/>
                  </a:cubicBezTo>
                  <a:cubicBezTo>
                    <a:pt x="2314" y="1652"/>
                    <a:pt x="2319" y="1655"/>
                    <a:pt x="2319" y="1661"/>
                  </a:cubicBezTo>
                  <a:cubicBezTo>
                    <a:pt x="2319" y="1667"/>
                    <a:pt x="2320" y="1670"/>
                    <a:pt x="2329" y="1670"/>
                  </a:cubicBezTo>
                  <a:cubicBezTo>
                    <a:pt x="2337" y="1671"/>
                    <a:pt x="2349" y="1682"/>
                    <a:pt x="2343" y="1670"/>
                  </a:cubicBezTo>
                  <a:cubicBezTo>
                    <a:pt x="2337" y="1659"/>
                    <a:pt x="2335" y="1658"/>
                    <a:pt x="2336" y="1649"/>
                  </a:cubicBezTo>
                  <a:cubicBezTo>
                    <a:pt x="2337" y="1640"/>
                    <a:pt x="2339" y="1639"/>
                    <a:pt x="2347" y="1643"/>
                  </a:cubicBezTo>
                  <a:cubicBezTo>
                    <a:pt x="2354" y="1647"/>
                    <a:pt x="2360" y="1645"/>
                    <a:pt x="2359" y="1655"/>
                  </a:cubicBezTo>
                  <a:cubicBezTo>
                    <a:pt x="2359" y="1666"/>
                    <a:pt x="2358" y="1684"/>
                    <a:pt x="2371" y="1685"/>
                  </a:cubicBezTo>
                  <a:cubicBezTo>
                    <a:pt x="2383" y="1686"/>
                    <a:pt x="2389" y="1683"/>
                    <a:pt x="2398" y="1672"/>
                  </a:cubicBezTo>
                  <a:cubicBezTo>
                    <a:pt x="2408" y="1661"/>
                    <a:pt x="2415" y="1660"/>
                    <a:pt x="2414" y="1648"/>
                  </a:cubicBezTo>
                  <a:cubicBezTo>
                    <a:pt x="2412" y="1636"/>
                    <a:pt x="2407" y="1619"/>
                    <a:pt x="2412" y="1619"/>
                  </a:cubicBezTo>
                  <a:cubicBezTo>
                    <a:pt x="2413" y="1619"/>
                    <a:pt x="2414" y="1620"/>
                    <a:pt x="2415" y="1620"/>
                  </a:cubicBezTo>
                  <a:cubicBezTo>
                    <a:pt x="2416" y="1616"/>
                    <a:pt x="2417" y="1610"/>
                    <a:pt x="2417" y="1596"/>
                  </a:cubicBezTo>
                  <a:cubicBezTo>
                    <a:pt x="2419" y="1567"/>
                    <a:pt x="2391" y="1561"/>
                    <a:pt x="2373" y="1553"/>
                  </a:cubicBezTo>
                  <a:close/>
                  <a:moveTo>
                    <a:pt x="2118" y="1474"/>
                  </a:moveTo>
                  <a:cubicBezTo>
                    <a:pt x="2114" y="1470"/>
                    <a:pt x="2114" y="1458"/>
                    <a:pt x="2109" y="1456"/>
                  </a:cubicBezTo>
                  <a:cubicBezTo>
                    <a:pt x="2103" y="1454"/>
                    <a:pt x="2100" y="1439"/>
                    <a:pt x="2107" y="1440"/>
                  </a:cubicBezTo>
                  <a:cubicBezTo>
                    <a:pt x="2113" y="1441"/>
                    <a:pt x="2116" y="1438"/>
                    <a:pt x="2116" y="1433"/>
                  </a:cubicBezTo>
                  <a:cubicBezTo>
                    <a:pt x="2116" y="1427"/>
                    <a:pt x="2118" y="1423"/>
                    <a:pt x="2110" y="1421"/>
                  </a:cubicBezTo>
                  <a:cubicBezTo>
                    <a:pt x="2103" y="1419"/>
                    <a:pt x="2103" y="1422"/>
                    <a:pt x="2102" y="1411"/>
                  </a:cubicBezTo>
                  <a:cubicBezTo>
                    <a:pt x="2102" y="1400"/>
                    <a:pt x="2109" y="1390"/>
                    <a:pt x="2100" y="1387"/>
                  </a:cubicBezTo>
                  <a:cubicBezTo>
                    <a:pt x="2091" y="1385"/>
                    <a:pt x="2086" y="1385"/>
                    <a:pt x="2080" y="1386"/>
                  </a:cubicBezTo>
                  <a:cubicBezTo>
                    <a:pt x="2073" y="1386"/>
                    <a:pt x="2069" y="1372"/>
                    <a:pt x="2058" y="1372"/>
                  </a:cubicBezTo>
                  <a:cubicBezTo>
                    <a:pt x="2058" y="1372"/>
                    <a:pt x="2041" y="1370"/>
                    <a:pt x="2039" y="1372"/>
                  </a:cubicBezTo>
                  <a:cubicBezTo>
                    <a:pt x="2037" y="1374"/>
                    <a:pt x="2033" y="1375"/>
                    <a:pt x="2028" y="1376"/>
                  </a:cubicBezTo>
                  <a:cubicBezTo>
                    <a:pt x="2023" y="1376"/>
                    <a:pt x="2017" y="1376"/>
                    <a:pt x="2016" y="1381"/>
                  </a:cubicBezTo>
                  <a:cubicBezTo>
                    <a:pt x="2015" y="1385"/>
                    <a:pt x="2001" y="1380"/>
                    <a:pt x="2003" y="1385"/>
                  </a:cubicBezTo>
                  <a:cubicBezTo>
                    <a:pt x="2006" y="1390"/>
                    <a:pt x="2011" y="1393"/>
                    <a:pt x="2011" y="1401"/>
                  </a:cubicBezTo>
                  <a:cubicBezTo>
                    <a:pt x="2011" y="1409"/>
                    <a:pt x="2013" y="1420"/>
                    <a:pt x="2019" y="1423"/>
                  </a:cubicBezTo>
                  <a:cubicBezTo>
                    <a:pt x="2025" y="1425"/>
                    <a:pt x="2030" y="1435"/>
                    <a:pt x="2034" y="1441"/>
                  </a:cubicBezTo>
                  <a:cubicBezTo>
                    <a:pt x="2039" y="1446"/>
                    <a:pt x="2044" y="1446"/>
                    <a:pt x="2046" y="1453"/>
                  </a:cubicBezTo>
                  <a:cubicBezTo>
                    <a:pt x="2049" y="1461"/>
                    <a:pt x="2045" y="1487"/>
                    <a:pt x="2050" y="1488"/>
                  </a:cubicBezTo>
                  <a:cubicBezTo>
                    <a:pt x="2055" y="1489"/>
                    <a:pt x="2064" y="1491"/>
                    <a:pt x="2063" y="1484"/>
                  </a:cubicBezTo>
                  <a:cubicBezTo>
                    <a:pt x="2062" y="1477"/>
                    <a:pt x="2063" y="1456"/>
                    <a:pt x="2071" y="1455"/>
                  </a:cubicBezTo>
                  <a:cubicBezTo>
                    <a:pt x="2078" y="1454"/>
                    <a:pt x="2069" y="1472"/>
                    <a:pt x="2076" y="1472"/>
                  </a:cubicBezTo>
                  <a:cubicBezTo>
                    <a:pt x="2083" y="1472"/>
                    <a:pt x="2082" y="1480"/>
                    <a:pt x="2081" y="1483"/>
                  </a:cubicBezTo>
                  <a:cubicBezTo>
                    <a:pt x="2080" y="1487"/>
                    <a:pt x="2070" y="1494"/>
                    <a:pt x="2073" y="1498"/>
                  </a:cubicBezTo>
                  <a:cubicBezTo>
                    <a:pt x="2075" y="1503"/>
                    <a:pt x="2083" y="1509"/>
                    <a:pt x="2088" y="1517"/>
                  </a:cubicBezTo>
                  <a:cubicBezTo>
                    <a:pt x="2093" y="1526"/>
                    <a:pt x="2098" y="1521"/>
                    <a:pt x="2100" y="1533"/>
                  </a:cubicBezTo>
                  <a:cubicBezTo>
                    <a:pt x="2102" y="1544"/>
                    <a:pt x="2104" y="1549"/>
                    <a:pt x="2112" y="1551"/>
                  </a:cubicBezTo>
                  <a:cubicBezTo>
                    <a:pt x="2121" y="1553"/>
                    <a:pt x="2121" y="1548"/>
                    <a:pt x="2126" y="1547"/>
                  </a:cubicBezTo>
                  <a:cubicBezTo>
                    <a:pt x="2131" y="1545"/>
                    <a:pt x="2129" y="1534"/>
                    <a:pt x="2130" y="1524"/>
                  </a:cubicBezTo>
                  <a:cubicBezTo>
                    <a:pt x="2131" y="1515"/>
                    <a:pt x="2131" y="1501"/>
                    <a:pt x="2126" y="1496"/>
                  </a:cubicBezTo>
                  <a:cubicBezTo>
                    <a:pt x="2120" y="1490"/>
                    <a:pt x="2121" y="1478"/>
                    <a:pt x="2118" y="1474"/>
                  </a:cubicBezTo>
                  <a:close/>
                  <a:moveTo>
                    <a:pt x="2207" y="1570"/>
                  </a:moveTo>
                  <a:cubicBezTo>
                    <a:pt x="2207" y="1560"/>
                    <a:pt x="2203" y="1547"/>
                    <a:pt x="2208" y="1546"/>
                  </a:cubicBezTo>
                  <a:cubicBezTo>
                    <a:pt x="2213" y="1545"/>
                    <a:pt x="2217" y="1549"/>
                    <a:pt x="2217" y="1540"/>
                  </a:cubicBezTo>
                  <a:cubicBezTo>
                    <a:pt x="2217" y="1531"/>
                    <a:pt x="2213" y="1527"/>
                    <a:pt x="2221" y="1525"/>
                  </a:cubicBezTo>
                  <a:cubicBezTo>
                    <a:pt x="2229" y="1522"/>
                    <a:pt x="2237" y="1528"/>
                    <a:pt x="2237" y="1517"/>
                  </a:cubicBezTo>
                  <a:cubicBezTo>
                    <a:pt x="2238" y="1507"/>
                    <a:pt x="2241" y="1501"/>
                    <a:pt x="2233" y="1497"/>
                  </a:cubicBezTo>
                  <a:cubicBezTo>
                    <a:pt x="2226" y="1494"/>
                    <a:pt x="2225" y="1490"/>
                    <a:pt x="2219" y="1488"/>
                  </a:cubicBezTo>
                  <a:cubicBezTo>
                    <a:pt x="2213" y="1486"/>
                    <a:pt x="2211" y="1484"/>
                    <a:pt x="2201" y="1482"/>
                  </a:cubicBezTo>
                  <a:cubicBezTo>
                    <a:pt x="2201" y="1482"/>
                    <a:pt x="2197" y="1482"/>
                    <a:pt x="2185" y="1479"/>
                  </a:cubicBezTo>
                  <a:cubicBezTo>
                    <a:pt x="2173" y="1477"/>
                    <a:pt x="2171" y="1479"/>
                    <a:pt x="2174" y="1489"/>
                  </a:cubicBezTo>
                  <a:cubicBezTo>
                    <a:pt x="2177" y="1499"/>
                    <a:pt x="2171" y="1499"/>
                    <a:pt x="2180" y="1501"/>
                  </a:cubicBezTo>
                  <a:cubicBezTo>
                    <a:pt x="2189" y="1504"/>
                    <a:pt x="2193" y="1509"/>
                    <a:pt x="2194" y="1516"/>
                  </a:cubicBezTo>
                  <a:cubicBezTo>
                    <a:pt x="2195" y="1523"/>
                    <a:pt x="2199" y="1530"/>
                    <a:pt x="2195" y="1536"/>
                  </a:cubicBezTo>
                  <a:cubicBezTo>
                    <a:pt x="2191" y="1542"/>
                    <a:pt x="2188" y="1547"/>
                    <a:pt x="2189" y="1554"/>
                  </a:cubicBezTo>
                  <a:cubicBezTo>
                    <a:pt x="2191" y="1561"/>
                    <a:pt x="2194" y="1565"/>
                    <a:pt x="2190" y="1570"/>
                  </a:cubicBezTo>
                  <a:cubicBezTo>
                    <a:pt x="2186" y="1574"/>
                    <a:pt x="2177" y="1588"/>
                    <a:pt x="2184" y="1588"/>
                  </a:cubicBezTo>
                  <a:cubicBezTo>
                    <a:pt x="2191" y="1588"/>
                    <a:pt x="2193" y="1585"/>
                    <a:pt x="2198" y="1582"/>
                  </a:cubicBezTo>
                  <a:cubicBezTo>
                    <a:pt x="2204" y="1580"/>
                    <a:pt x="2206" y="1580"/>
                    <a:pt x="2207" y="1570"/>
                  </a:cubicBezTo>
                  <a:close/>
                  <a:moveTo>
                    <a:pt x="2235" y="1690"/>
                  </a:moveTo>
                  <a:cubicBezTo>
                    <a:pt x="2238" y="1695"/>
                    <a:pt x="2241" y="1705"/>
                    <a:pt x="2248" y="1700"/>
                  </a:cubicBezTo>
                  <a:cubicBezTo>
                    <a:pt x="2255" y="1695"/>
                    <a:pt x="2256" y="1697"/>
                    <a:pt x="2255" y="1687"/>
                  </a:cubicBezTo>
                  <a:cubicBezTo>
                    <a:pt x="2254" y="1677"/>
                    <a:pt x="2246" y="1678"/>
                    <a:pt x="2245" y="1670"/>
                  </a:cubicBezTo>
                  <a:cubicBezTo>
                    <a:pt x="2244" y="1662"/>
                    <a:pt x="2231" y="1655"/>
                    <a:pt x="2238" y="1654"/>
                  </a:cubicBezTo>
                  <a:cubicBezTo>
                    <a:pt x="2244" y="1653"/>
                    <a:pt x="2249" y="1658"/>
                    <a:pt x="2255" y="1662"/>
                  </a:cubicBezTo>
                  <a:cubicBezTo>
                    <a:pt x="2261" y="1666"/>
                    <a:pt x="2263" y="1666"/>
                    <a:pt x="2263" y="1672"/>
                  </a:cubicBezTo>
                  <a:cubicBezTo>
                    <a:pt x="2263" y="1678"/>
                    <a:pt x="2270" y="1679"/>
                    <a:pt x="2271" y="1686"/>
                  </a:cubicBezTo>
                  <a:cubicBezTo>
                    <a:pt x="2271" y="1692"/>
                    <a:pt x="2274" y="1693"/>
                    <a:pt x="2279" y="1694"/>
                  </a:cubicBezTo>
                  <a:cubicBezTo>
                    <a:pt x="2285" y="1695"/>
                    <a:pt x="2294" y="1697"/>
                    <a:pt x="2295" y="1691"/>
                  </a:cubicBezTo>
                  <a:cubicBezTo>
                    <a:pt x="2297" y="1686"/>
                    <a:pt x="2297" y="1680"/>
                    <a:pt x="2300" y="1677"/>
                  </a:cubicBezTo>
                  <a:cubicBezTo>
                    <a:pt x="2304" y="1675"/>
                    <a:pt x="2306" y="1670"/>
                    <a:pt x="2301" y="1669"/>
                  </a:cubicBezTo>
                  <a:cubicBezTo>
                    <a:pt x="2295" y="1669"/>
                    <a:pt x="2294" y="1662"/>
                    <a:pt x="2294" y="1656"/>
                  </a:cubicBezTo>
                  <a:cubicBezTo>
                    <a:pt x="2294" y="1649"/>
                    <a:pt x="2300" y="1645"/>
                    <a:pt x="2293" y="1641"/>
                  </a:cubicBezTo>
                  <a:cubicBezTo>
                    <a:pt x="2286" y="1636"/>
                    <a:pt x="2282" y="1629"/>
                    <a:pt x="2275" y="1629"/>
                  </a:cubicBezTo>
                  <a:cubicBezTo>
                    <a:pt x="2268" y="1629"/>
                    <a:pt x="2263" y="1628"/>
                    <a:pt x="2265" y="1622"/>
                  </a:cubicBezTo>
                  <a:cubicBezTo>
                    <a:pt x="2266" y="1616"/>
                    <a:pt x="2271" y="1612"/>
                    <a:pt x="2269" y="1602"/>
                  </a:cubicBezTo>
                  <a:cubicBezTo>
                    <a:pt x="2268" y="1593"/>
                    <a:pt x="2268" y="1592"/>
                    <a:pt x="2261" y="1588"/>
                  </a:cubicBezTo>
                  <a:cubicBezTo>
                    <a:pt x="2253" y="1584"/>
                    <a:pt x="2247" y="1581"/>
                    <a:pt x="2246" y="1577"/>
                  </a:cubicBezTo>
                  <a:cubicBezTo>
                    <a:pt x="2245" y="1574"/>
                    <a:pt x="2232" y="1572"/>
                    <a:pt x="2231" y="1566"/>
                  </a:cubicBezTo>
                  <a:cubicBezTo>
                    <a:pt x="2230" y="1559"/>
                    <a:pt x="2228" y="1552"/>
                    <a:pt x="2222" y="1553"/>
                  </a:cubicBezTo>
                  <a:cubicBezTo>
                    <a:pt x="2222" y="1553"/>
                    <a:pt x="2215" y="1555"/>
                    <a:pt x="2215" y="1562"/>
                  </a:cubicBezTo>
                  <a:cubicBezTo>
                    <a:pt x="2214" y="1570"/>
                    <a:pt x="2215" y="1579"/>
                    <a:pt x="2212" y="1588"/>
                  </a:cubicBezTo>
                  <a:cubicBezTo>
                    <a:pt x="2209" y="1596"/>
                    <a:pt x="2200" y="1606"/>
                    <a:pt x="2207" y="1611"/>
                  </a:cubicBezTo>
                  <a:cubicBezTo>
                    <a:pt x="2214" y="1615"/>
                    <a:pt x="2222" y="1617"/>
                    <a:pt x="2221" y="1625"/>
                  </a:cubicBezTo>
                  <a:cubicBezTo>
                    <a:pt x="2220" y="1634"/>
                    <a:pt x="2214" y="1636"/>
                    <a:pt x="2219" y="1639"/>
                  </a:cubicBezTo>
                  <a:cubicBezTo>
                    <a:pt x="2223" y="1641"/>
                    <a:pt x="2223" y="1645"/>
                    <a:pt x="2217" y="1647"/>
                  </a:cubicBezTo>
                  <a:cubicBezTo>
                    <a:pt x="2211" y="1649"/>
                    <a:pt x="2209" y="1663"/>
                    <a:pt x="2216" y="1670"/>
                  </a:cubicBezTo>
                  <a:cubicBezTo>
                    <a:pt x="2222" y="1677"/>
                    <a:pt x="2232" y="1684"/>
                    <a:pt x="2235" y="1690"/>
                  </a:cubicBezTo>
                  <a:close/>
                  <a:moveTo>
                    <a:pt x="2251" y="1531"/>
                  </a:moveTo>
                  <a:cubicBezTo>
                    <a:pt x="2255" y="1528"/>
                    <a:pt x="2257" y="1529"/>
                    <a:pt x="2254" y="1525"/>
                  </a:cubicBezTo>
                  <a:cubicBezTo>
                    <a:pt x="2252" y="1520"/>
                    <a:pt x="2247" y="1513"/>
                    <a:pt x="2240" y="1526"/>
                  </a:cubicBezTo>
                  <a:cubicBezTo>
                    <a:pt x="2240" y="1526"/>
                    <a:pt x="2231" y="1534"/>
                    <a:pt x="2232" y="1539"/>
                  </a:cubicBezTo>
                  <a:cubicBezTo>
                    <a:pt x="2232" y="1544"/>
                    <a:pt x="2228" y="1553"/>
                    <a:pt x="2235" y="1553"/>
                  </a:cubicBezTo>
                  <a:cubicBezTo>
                    <a:pt x="2241" y="1554"/>
                    <a:pt x="2245" y="1555"/>
                    <a:pt x="2247" y="1559"/>
                  </a:cubicBezTo>
                  <a:cubicBezTo>
                    <a:pt x="2249" y="1563"/>
                    <a:pt x="2255" y="1564"/>
                    <a:pt x="2256" y="1569"/>
                  </a:cubicBezTo>
                  <a:cubicBezTo>
                    <a:pt x="2257" y="1574"/>
                    <a:pt x="2259" y="1580"/>
                    <a:pt x="2263" y="1581"/>
                  </a:cubicBezTo>
                  <a:cubicBezTo>
                    <a:pt x="2267" y="1583"/>
                    <a:pt x="2276" y="1579"/>
                    <a:pt x="2280" y="1579"/>
                  </a:cubicBezTo>
                  <a:cubicBezTo>
                    <a:pt x="2283" y="1579"/>
                    <a:pt x="2287" y="1581"/>
                    <a:pt x="2287" y="1574"/>
                  </a:cubicBezTo>
                  <a:cubicBezTo>
                    <a:pt x="2287" y="1567"/>
                    <a:pt x="2289" y="1565"/>
                    <a:pt x="2283" y="1561"/>
                  </a:cubicBezTo>
                  <a:cubicBezTo>
                    <a:pt x="2276" y="1557"/>
                    <a:pt x="2278" y="1548"/>
                    <a:pt x="2270" y="1546"/>
                  </a:cubicBezTo>
                  <a:cubicBezTo>
                    <a:pt x="2262" y="1544"/>
                    <a:pt x="2256" y="1541"/>
                    <a:pt x="2254" y="1539"/>
                  </a:cubicBezTo>
                  <a:cubicBezTo>
                    <a:pt x="2253" y="1537"/>
                    <a:pt x="2246" y="1534"/>
                    <a:pt x="2251" y="1531"/>
                  </a:cubicBezTo>
                  <a:close/>
                  <a:moveTo>
                    <a:pt x="2189" y="1629"/>
                  </a:moveTo>
                  <a:cubicBezTo>
                    <a:pt x="2189" y="1629"/>
                    <a:pt x="2187" y="1644"/>
                    <a:pt x="2190" y="1648"/>
                  </a:cubicBezTo>
                  <a:cubicBezTo>
                    <a:pt x="2192" y="1652"/>
                    <a:pt x="2195" y="1650"/>
                    <a:pt x="2197" y="1643"/>
                  </a:cubicBezTo>
                  <a:cubicBezTo>
                    <a:pt x="2199" y="1636"/>
                    <a:pt x="2206" y="1637"/>
                    <a:pt x="2204" y="1633"/>
                  </a:cubicBezTo>
                  <a:cubicBezTo>
                    <a:pt x="2203" y="1630"/>
                    <a:pt x="2190" y="1623"/>
                    <a:pt x="2189" y="1629"/>
                  </a:cubicBezTo>
                  <a:close/>
                  <a:moveTo>
                    <a:pt x="6419" y="2484"/>
                  </a:moveTo>
                  <a:cubicBezTo>
                    <a:pt x="6413" y="2481"/>
                    <a:pt x="6409" y="2478"/>
                    <a:pt x="6409" y="2471"/>
                  </a:cubicBezTo>
                  <a:cubicBezTo>
                    <a:pt x="6409" y="2464"/>
                    <a:pt x="6403" y="2453"/>
                    <a:pt x="6394" y="2453"/>
                  </a:cubicBezTo>
                  <a:cubicBezTo>
                    <a:pt x="6385" y="2452"/>
                    <a:pt x="6386" y="2387"/>
                    <a:pt x="6386" y="2372"/>
                  </a:cubicBezTo>
                  <a:cubicBezTo>
                    <a:pt x="6386" y="2356"/>
                    <a:pt x="6388" y="2346"/>
                    <a:pt x="6383" y="2339"/>
                  </a:cubicBezTo>
                  <a:cubicBezTo>
                    <a:pt x="6378" y="2333"/>
                    <a:pt x="6381" y="2326"/>
                    <a:pt x="6366" y="2315"/>
                  </a:cubicBezTo>
                  <a:cubicBezTo>
                    <a:pt x="6351" y="2304"/>
                    <a:pt x="6338" y="2312"/>
                    <a:pt x="6330" y="2323"/>
                  </a:cubicBezTo>
                  <a:cubicBezTo>
                    <a:pt x="6323" y="2334"/>
                    <a:pt x="6317" y="2333"/>
                    <a:pt x="6309" y="2318"/>
                  </a:cubicBezTo>
                  <a:cubicBezTo>
                    <a:pt x="6300" y="2303"/>
                    <a:pt x="6292" y="2312"/>
                    <a:pt x="6281" y="2323"/>
                  </a:cubicBezTo>
                  <a:cubicBezTo>
                    <a:pt x="6269" y="2333"/>
                    <a:pt x="6258" y="2351"/>
                    <a:pt x="6248" y="2364"/>
                  </a:cubicBezTo>
                  <a:cubicBezTo>
                    <a:pt x="6238" y="2377"/>
                    <a:pt x="6229" y="2390"/>
                    <a:pt x="6228" y="2404"/>
                  </a:cubicBezTo>
                  <a:cubicBezTo>
                    <a:pt x="6227" y="2418"/>
                    <a:pt x="6223" y="2430"/>
                    <a:pt x="6209" y="2451"/>
                  </a:cubicBezTo>
                  <a:cubicBezTo>
                    <a:pt x="6194" y="2471"/>
                    <a:pt x="6188" y="2481"/>
                    <a:pt x="6171" y="2481"/>
                  </a:cubicBezTo>
                  <a:cubicBezTo>
                    <a:pt x="6154" y="2482"/>
                    <a:pt x="6144" y="2500"/>
                    <a:pt x="6142" y="2500"/>
                  </a:cubicBezTo>
                  <a:cubicBezTo>
                    <a:pt x="6139" y="2500"/>
                    <a:pt x="6007" y="2501"/>
                    <a:pt x="5951" y="2501"/>
                  </a:cubicBezTo>
                  <a:cubicBezTo>
                    <a:pt x="5894" y="2501"/>
                    <a:pt x="5909" y="2533"/>
                    <a:pt x="5878" y="2542"/>
                  </a:cubicBezTo>
                  <a:cubicBezTo>
                    <a:pt x="5866" y="2545"/>
                    <a:pt x="5857" y="2552"/>
                    <a:pt x="5850" y="2560"/>
                  </a:cubicBezTo>
                  <a:cubicBezTo>
                    <a:pt x="5853" y="2561"/>
                    <a:pt x="5855" y="2562"/>
                    <a:pt x="5857" y="2564"/>
                  </a:cubicBezTo>
                  <a:cubicBezTo>
                    <a:pt x="5863" y="2571"/>
                    <a:pt x="5863" y="2572"/>
                    <a:pt x="5859" y="2576"/>
                  </a:cubicBezTo>
                  <a:cubicBezTo>
                    <a:pt x="5854" y="2580"/>
                    <a:pt x="5855" y="2586"/>
                    <a:pt x="5852" y="2598"/>
                  </a:cubicBezTo>
                  <a:cubicBezTo>
                    <a:pt x="5849" y="2610"/>
                    <a:pt x="5845" y="2612"/>
                    <a:pt x="5837" y="2613"/>
                  </a:cubicBezTo>
                  <a:cubicBezTo>
                    <a:pt x="5830" y="2615"/>
                    <a:pt x="5826" y="2619"/>
                    <a:pt x="5821" y="2627"/>
                  </a:cubicBezTo>
                  <a:cubicBezTo>
                    <a:pt x="5817" y="2636"/>
                    <a:pt x="5799" y="2633"/>
                    <a:pt x="5783" y="2635"/>
                  </a:cubicBezTo>
                  <a:cubicBezTo>
                    <a:pt x="5766" y="2637"/>
                    <a:pt x="5755" y="2634"/>
                    <a:pt x="5740" y="2627"/>
                  </a:cubicBezTo>
                  <a:cubicBezTo>
                    <a:pt x="5725" y="2621"/>
                    <a:pt x="5709" y="2627"/>
                    <a:pt x="5692" y="2627"/>
                  </a:cubicBezTo>
                  <a:cubicBezTo>
                    <a:pt x="5675" y="2626"/>
                    <a:pt x="5677" y="2629"/>
                    <a:pt x="5671" y="2637"/>
                  </a:cubicBezTo>
                  <a:cubicBezTo>
                    <a:pt x="5670" y="2639"/>
                    <a:pt x="5668" y="2640"/>
                    <a:pt x="5666" y="2641"/>
                  </a:cubicBezTo>
                  <a:cubicBezTo>
                    <a:pt x="5668" y="2646"/>
                    <a:pt x="5671" y="2652"/>
                    <a:pt x="5674" y="2658"/>
                  </a:cubicBezTo>
                  <a:cubicBezTo>
                    <a:pt x="5676" y="2664"/>
                    <a:pt x="5674" y="2669"/>
                    <a:pt x="5671" y="2673"/>
                  </a:cubicBezTo>
                  <a:cubicBezTo>
                    <a:pt x="5674" y="2677"/>
                    <a:pt x="5674" y="2681"/>
                    <a:pt x="5672" y="2686"/>
                  </a:cubicBezTo>
                  <a:cubicBezTo>
                    <a:pt x="5667" y="2695"/>
                    <a:pt x="5649" y="2700"/>
                    <a:pt x="5637" y="2706"/>
                  </a:cubicBezTo>
                  <a:cubicBezTo>
                    <a:pt x="5625" y="2712"/>
                    <a:pt x="5617" y="2719"/>
                    <a:pt x="5601" y="2724"/>
                  </a:cubicBezTo>
                  <a:cubicBezTo>
                    <a:pt x="5586" y="2729"/>
                    <a:pt x="5580" y="2731"/>
                    <a:pt x="5571" y="2733"/>
                  </a:cubicBezTo>
                  <a:cubicBezTo>
                    <a:pt x="5561" y="2735"/>
                    <a:pt x="5552" y="2740"/>
                    <a:pt x="5540" y="2745"/>
                  </a:cubicBezTo>
                  <a:cubicBezTo>
                    <a:pt x="5528" y="2749"/>
                    <a:pt x="5511" y="2760"/>
                    <a:pt x="5503" y="2767"/>
                  </a:cubicBezTo>
                  <a:cubicBezTo>
                    <a:pt x="5495" y="2775"/>
                    <a:pt x="5477" y="2771"/>
                    <a:pt x="5468" y="2769"/>
                  </a:cubicBezTo>
                  <a:cubicBezTo>
                    <a:pt x="5459" y="2767"/>
                    <a:pt x="5453" y="2771"/>
                    <a:pt x="5443" y="2774"/>
                  </a:cubicBezTo>
                  <a:cubicBezTo>
                    <a:pt x="5433" y="2777"/>
                    <a:pt x="5423" y="2767"/>
                    <a:pt x="5415" y="2759"/>
                  </a:cubicBezTo>
                  <a:cubicBezTo>
                    <a:pt x="5408" y="2753"/>
                    <a:pt x="5406" y="2746"/>
                    <a:pt x="5411" y="2741"/>
                  </a:cubicBezTo>
                  <a:cubicBezTo>
                    <a:pt x="5405" y="2732"/>
                    <a:pt x="5410" y="2719"/>
                    <a:pt x="5416" y="2715"/>
                  </a:cubicBezTo>
                  <a:cubicBezTo>
                    <a:pt x="5422" y="2710"/>
                    <a:pt x="5430" y="2697"/>
                    <a:pt x="5445" y="2688"/>
                  </a:cubicBezTo>
                  <a:cubicBezTo>
                    <a:pt x="5460" y="2679"/>
                    <a:pt x="5461" y="2653"/>
                    <a:pt x="5460" y="2644"/>
                  </a:cubicBezTo>
                  <a:cubicBezTo>
                    <a:pt x="5460" y="2640"/>
                    <a:pt x="5461" y="2636"/>
                    <a:pt x="5464" y="2632"/>
                  </a:cubicBezTo>
                  <a:cubicBezTo>
                    <a:pt x="5463" y="2624"/>
                    <a:pt x="5462" y="2625"/>
                    <a:pt x="5453" y="2626"/>
                  </a:cubicBezTo>
                  <a:cubicBezTo>
                    <a:pt x="5444" y="2627"/>
                    <a:pt x="5447" y="2612"/>
                    <a:pt x="5448" y="2605"/>
                  </a:cubicBezTo>
                  <a:cubicBezTo>
                    <a:pt x="5449" y="2597"/>
                    <a:pt x="5443" y="2581"/>
                    <a:pt x="5440" y="2575"/>
                  </a:cubicBezTo>
                  <a:cubicBezTo>
                    <a:pt x="5437" y="2569"/>
                    <a:pt x="5433" y="2571"/>
                    <a:pt x="5421" y="2571"/>
                  </a:cubicBezTo>
                  <a:cubicBezTo>
                    <a:pt x="5409" y="2571"/>
                    <a:pt x="5413" y="2575"/>
                    <a:pt x="5401" y="2579"/>
                  </a:cubicBezTo>
                  <a:cubicBezTo>
                    <a:pt x="5390" y="2583"/>
                    <a:pt x="5393" y="2587"/>
                    <a:pt x="5389" y="2597"/>
                  </a:cubicBezTo>
                  <a:cubicBezTo>
                    <a:pt x="5384" y="2607"/>
                    <a:pt x="5381" y="2611"/>
                    <a:pt x="5369" y="2607"/>
                  </a:cubicBezTo>
                  <a:cubicBezTo>
                    <a:pt x="5358" y="2603"/>
                    <a:pt x="5365" y="2589"/>
                    <a:pt x="5369" y="2585"/>
                  </a:cubicBezTo>
                  <a:cubicBezTo>
                    <a:pt x="5374" y="2582"/>
                    <a:pt x="5381" y="2568"/>
                    <a:pt x="5393" y="2560"/>
                  </a:cubicBezTo>
                  <a:cubicBezTo>
                    <a:pt x="5406" y="2552"/>
                    <a:pt x="5405" y="2540"/>
                    <a:pt x="5405" y="2531"/>
                  </a:cubicBezTo>
                  <a:cubicBezTo>
                    <a:pt x="5406" y="2523"/>
                    <a:pt x="5405" y="2515"/>
                    <a:pt x="5401" y="2510"/>
                  </a:cubicBezTo>
                  <a:cubicBezTo>
                    <a:pt x="5396" y="2505"/>
                    <a:pt x="5402" y="2500"/>
                    <a:pt x="5408" y="2496"/>
                  </a:cubicBezTo>
                  <a:cubicBezTo>
                    <a:pt x="5414" y="2492"/>
                    <a:pt x="5395" y="2473"/>
                    <a:pt x="5383" y="2469"/>
                  </a:cubicBezTo>
                  <a:cubicBezTo>
                    <a:pt x="5371" y="2465"/>
                    <a:pt x="5367" y="2458"/>
                    <a:pt x="5351" y="2448"/>
                  </a:cubicBezTo>
                  <a:cubicBezTo>
                    <a:pt x="5335" y="2438"/>
                    <a:pt x="5313" y="2438"/>
                    <a:pt x="5302" y="2438"/>
                  </a:cubicBezTo>
                  <a:cubicBezTo>
                    <a:pt x="5291" y="2438"/>
                    <a:pt x="5285" y="2440"/>
                    <a:pt x="5284" y="2447"/>
                  </a:cubicBezTo>
                  <a:cubicBezTo>
                    <a:pt x="5283" y="2455"/>
                    <a:pt x="5283" y="2470"/>
                    <a:pt x="5275" y="2471"/>
                  </a:cubicBezTo>
                  <a:cubicBezTo>
                    <a:pt x="5267" y="2473"/>
                    <a:pt x="5268" y="2495"/>
                    <a:pt x="5268" y="2503"/>
                  </a:cubicBezTo>
                  <a:cubicBezTo>
                    <a:pt x="5268" y="2512"/>
                    <a:pt x="5260" y="2516"/>
                    <a:pt x="5257" y="2509"/>
                  </a:cubicBezTo>
                  <a:cubicBezTo>
                    <a:pt x="5255" y="2501"/>
                    <a:pt x="5253" y="2497"/>
                    <a:pt x="5253" y="2491"/>
                  </a:cubicBezTo>
                  <a:cubicBezTo>
                    <a:pt x="5252" y="2485"/>
                    <a:pt x="5245" y="2481"/>
                    <a:pt x="5244" y="2487"/>
                  </a:cubicBezTo>
                  <a:cubicBezTo>
                    <a:pt x="5243" y="2493"/>
                    <a:pt x="5238" y="2493"/>
                    <a:pt x="5229" y="2495"/>
                  </a:cubicBezTo>
                  <a:cubicBezTo>
                    <a:pt x="5219" y="2496"/>
                    <a:pt x="5221" y="2508"/>
                    <a:pt x="5215" y="2511"/>
                  </a:cubicBezTo>
                  <a:cubicBezTo>
                    <a:pt x="5209" y="2515"/>
                    <a:pt x="5212" y="2529"/>
                    <a:pt x="5211" y="2539"/>
                  </a:cubicBezTo>
                  <a:cubicBezTo>
                    <a:pt x="5211" y="2548"/>
                    <a:pt x="5208" y="2555"/>
                    <a:pt x="5199" y="2562"/>
                  </a:cubicBezTo>
                  <a:cubicBezTo>
                    <a:pt x="5189" y="2569"/>
                    <a:pt x="5194" y="2603"/>
                    <a:pt x="5193" y="2614"/>
                  </a:cubicBezTo>
                  <a:cubicBezTo>
                    <a:pt x="5193" y="2625"/>
                    <a:pt x="5195" y="2623"/>
                    <a:pt x="5205" y="2630"/>
                  </a:cubicBezTo>
                  <a:cubicBezTo>
                    <a:pt x="5216" y="2637"/>
                    <a:pt x="5214" y="2661"/>
                    <a:pt x="5213" y="2677"/>
                  </a:cubicBezTo>
                  <a:cubicBezTo>
                    <a:pt x="5213" y="2693"/>
                    <a:pt x="5213" y="2701"/>
                    <a:pt x="5209" y="2703"/>
                  </a:cubicBezTo>
                  <a:cubicBezTo>
                    <a:pt x="5205" y="2704"/>
                    <a:pt x="5196" y="2721"/>
                    <a:pt x="5192" y="2730"/>
                  </a:cubicBezTo>
                  <a:cubicBezTo>
                    <a:pt x="5188" y="2739"/>
                    <a:pt x="5190" y="2740"/>
                    <a:pt x="5176" y="2743"/>
                  </a:cubicBezTo>
                  <a:cubicBezTo>
                    <a:pt x="5162" y="2747"/>
                    <a:pt x="5159" y="2758"/>
                    <a:pt x="5149" y="2759"/>
                  </a:cubicBezTo>
                  <a:cubicBezTo>
                    <a:pt x="5139" y="2759"/>
                    <a:pt x="5135" y="2756"/>
                    <a:pt x="5134" y="2748"/>
                  </a:cubicBezTo>
                  <a:cubicBezTo>
                    <a:pt x="5133" y="2740"/>
                    <a:pt x="5126" y="2733"/>
                    <a:pt x="5123" y="2725"/>
                  </a:cubicBezTo>
                  <a:cubicBezTo>
                    <a:pt x="5121" y="2717"/>
                    <a:pt x="5117" y="2687"/>
                    <a:pt x="5120" y="2677"/>
                  </a:cubicBezTo>
                  <a:cubicBezTo>
                    <a:pt x="5123" y="2666"/>
                    <a:pt x="5109" y="2657"/>
                    <a:pt x="5109" y="2647"/>
                  </a:cubicBezTo>
                  <a:cubicBezTo>
                    <a:pt x="5109" y="2638"/>
                    <a:pt x="5110" y="2629"/>
                    <a:pt x="5115" y="2624"/>
                  </a:cubicBezTo>
                  <a:cubicBezTo>
                    <a:pt x="5121" y="2619"/>
                    <a:pt x="5116" y="2611"/>
                    <a:pt x="5121" y="2608"/>
                  </a:cubicBezTo>
                  <a:cubicBezTo>
                    <a:pt x="5127" y="2605"/>
                    <a:pt x="5125" y="2599"/>
                    <a:pt x="5125" y="2591"/>
                  </a:cubicBezTo>
                  <a:cubicBezTo>
                    <a:pt x="5125" y="2583"/>
                    <a:pt x="5125" y="2578"/>
                    <a:pt x="5133" y="2574"/>
                  </a:cubicBezTo>
                  <a:cubicBezTo>
                    <a:pt x="5142" y="2570"/>
                    <a:pt x="5137" y="2542"/>
                    <a:pt x="5139" y="2535"/>
                  </a:cubicBezTo>
                  <a:cubicBezTo>
                    <a:pt x="5141" y="2527"/>
                    <a:pt x="5147" y="2518"/>
                    <a:pt x="5150" y="2511"/>
                  </a:cubicBezTo>
                  <a:cubicBezTo>
                    <a:pt x="5153" y="2505"/>
                    <a:pt x="5156" y="2504"/>
                    <a:pt x="5159" y="2489"/>
                  </a:cubicBezTo>
                  <a:cubicBezTo>
                    <a:pt x="5163" y="2475"/>
                    <a:pt x="5152" y="2482"/>
                    <a:pt x="5145" y="2491"/>
                  </a:cubicBezTo>
                  <a:cubicBezTo>
                    <a:pt x="5139" y="2501"/>
                    <a:pt x="5137" y="2497"/>
                    <a:pt x="5131" y="2507"/>
                  </a:cubicBezTo>
                  <a:cubicBezTo>
                    <a:pt x="5125" y="2518"/>
                    <a:pt x="5119" y="2513"/>
                    <a:pt x="5117" y="2511"/>
                  </a:cubicBezTo>
                  <a:cubicBezTo>
                    <a:pt x="5114" y="2508"/>
                    <a:pt x="5121" y="2494"/>
                    <a:pt x="5127" y="2488"/>
                  </a:cubicBezTo>
                  <a:cubicBezTo>
                    <a:pt x="5132" y="2482"/>
                    <a:pt x="5148" y="2464"/>
                    <a:pt x="5148" y="2464"/>
                  </a:cubicBezTo>
                  <a:cubicBezTo>
                    <a:pt x="5161" y="2443"/>
                    <a:pt x="5173" y="2446"/>
                    <a:pt x="5176" y="2441"/>
                  </a:cubicBezTo>
                  <a:cubicBezTo>
                    <a:pt x="5179" y="2435"/>
                    <a:pt x="5185" y="2441"/>
                    <a:pt x="5197" y="2443"/>
                  </a:cubicBezTo>
                  <a:cubicBezTo>
                    <a:pt x="5209" y="2446"/>
                    <a:pt x="5207" y="2441"/>
                    <a:pt x="5215" y="2433"/>
                  </a:cubicBezTo>
                  <a:cubicBezTo>
                    <a:pt x="5223" y="2425"/>
                    <a:pt x="5231" y="2432"/>
                    <a:pt x="5245" y="2429"/>
                  </a:cubicBezTo>
                  <a:cubicBezTo>
                    <a:pt x="5260" y="2425"/>
                    <a:pt x="5256" y="2411"/>
                    <a:pt x="5265" y="2411"/>
                  </a:cubicBezTo>
                  <a:cubicBezTo>
                    <a:pt x="5273" y="2412"/>
                    <a:pt x="5283" y="2419"/>
                    <a:pt x="5288" y="2427"/>
                  </a:cubicBezTo>
                  <a:cubicBezTo>
                    <a:pt x="5293" y="2435"/>
                    <a:pt x="5297" y="2430"/>
                    <a:pt x="5313" y="2431"/>
                  </a:cubicBezTo>
                  <a:cubicBezTo>
                    <a:pt x="5328" y="2431"/>
                    <a:pt x="5344" y="2427"/>
                    <a:pt x="5354" y="2427"/>
                  </a:cubicBezTo>
                  <a:cubicBezTo>
                    <a:pt x="5364" y="2427"/>
                    <a:pt x="5367" y="2425"/>
                    <a:pt x="5371" y="2421"/>
                  </a:cubicBezTo>
                  <a:cubicBezTo>
                    <a:pt x="5372" y="2418"/>
                    <a:pt x="5376" y="2415"/>
                    <a:pt x="5379" y="2412"/>
                  </a:cubicBezTo>
                  <a:cubicBezTo>
                    <a:pt x="5374" y="2409"/>
                    <a:pt x="5368" y="2408"/>
                    <a:pt x="5362" y="2408"/>
                  </a:cubicBezTo>
                  <a:cubicBezTo>
                    <a:pt x="5351" y="2406"/>
                    <a:pt x="5344" y="2399"/>
                    <a:pt x="5343" y="2388"/>
                  </a:cubicBezTo>
                  <a:cubicBezTo>
                    <a:pt x="5341" y="2380"/>
                    <a:pt x="5334" y="2379"/>
                    <a:pt x="5325" y="2378"/>
                  </a:cubicBezTo>
                  <a:cubicBezTo>
                    <a:pt x="5324" y="2381"/>
                    <a:pt x="5321" y="2382"/>
                    <a:pt x="5315" y="2382"/>
                  </a:cubicBezTo>
                  <a:cubicBezTo>
                    <a:pt x="5306" y="2382"/>
                    <a:pt x="5300" y="2369"/>
                    <a:pt x="5296" y="2364"/>
                  </a:cubicBezTo>
                  <a:cubicBezTo>
                    <a:pt x="5292" y="2359"/>
                    <a:pt x="5279" y="2351"/>
                    <a:pt x="5273" y="2355"/>
                  </a:cubicBezTo>
                  <a:cubicBezTo>
                    <a:pt x="5267" y="2358"/>
                    <a:pt x="5252" y="2357"/>
                    <a:pt x="5241" y="2361"/>
                  </a:cubicBezTo>
                  <a:cubicBezTo>
                    <a:pt x="5230" y="2366"/>
                    <a:pt x="5225" y="2363"/>
                    <a:pt x="5213" y="2364"/>
                  </a:cubicBezTo>
                  <a:cubicBezTo>
                    <a:pt x="5201" y="2365"/>
                    <a:pt x="5194" y="2373"/>
                    <a:pt x="5193" y="2378"/>
                  </a:cubicBezTo>
                  <a:cubicBezTo>
                    <a:pt x="5192" y="2384"/>
                    <a:pt x="5182" y="2381"/>
                    <a:pt x="5176" y="2374"/>
                  </a:cubicBezTo>
                  <a:cubicBezTo>
                    <a:pt x="5169" y="2368"/>
                    <a:pt x="5161" y="2375"/>
                    <a:pt x="5150" y="2373"/>
                  </a:cubicBezTo>
                  <a:cubicBezTo>
                    <a:pt x="5138" y="2371"/>
                    <a:pt x="5139" y="2366"/>
                    <a:pt x="5135" y="2358"/>
                  </a:cubicBezTo>
                  <a:cubicBezTo>
                    <a:pt x="5130" y="2349"/>
                    <a:pt x="5123" y="2347"/>
                    <a:pt x="5115" y="2346"/>
                  </a:cubicBezTo>
                  <a:cubicBezTo>
                    <a:pt x="5106" y="2346"/>
                    <a:pt x="5107" y="2340"/>
                    <a:pt x="5102" y="2340"/>
                  </a:cubicBezTo>
                  <a:cubicBezTo>
                    <a:pt x="5098" y="2340"/>
                    <a:pt x="5087" y="2340"/>
                    <a:pt x="5087" y="2335"/>
                  </a:cubicBezTo>
                  <a:cubicBezTo>
                    <a:pt x="5087" y="2330"/>
                    <a:pt x="5096" y="2325"/>
                    <a:pt x="5102" y="2318"/>
                  </a:cubicBezTo>
                  <a:cubicBezTo>
                    <a:pt x="5109" y="2311"/>
                    <a:pt x="5111" y="2318"/>
                    <a:pt x="5117" y="2311"/>
                  </a:cubicBezTo>
                  <a:cubicBezTo>
                    <a:pt x="5123" y="2303"/>
                    <a:pt x="5118" y="2298"/>
                    <a:pt x="5112" y="2298"/>
                  </a:cubicBezTo>
                  <a:cubicBezTo>
                    <a:pt x="5107" y="2298"/>
                    <a:pt x="5097" y="2298"/>
                    <a:pt x="5085" y="2301"/>
                  </a:cubicBezTo>
                  <a:cubicBezTo>
                    <a:pt x="5072" y="2304"/>
                    <a:pt x="5070" y="2310"/>
                    <a:pt x="5056" y="2320"/>
                  </a:cubicBezTo>
                  <a:cubicBezTo>
                    <a:pt x="5042" y="2329"/>
                    <a:pt x="5033" y="2337"/>
                    <a:pt x="5025" y="2342"/>
                  </a:cubicBezTo>
                  <a:cubicBezTo>
                    <a:pt x="5017" y="2348"/>
                    <a:pt x="5001" y="2348"/>
                    <a:pt x="4988" y="2348"/>
                  </a:cubicBezTo>
                  <a:cubicBezTo>
                    <a:pt x="4975" y="2348"/>
                    <a:pt x="4970" y="2361"/>
                    <a:pt x="4961" y="2361"/>
                  </a:cubicBezTo>
                  <a:cubicBezTo>
                    <a:pt x="4952" y="2361"/>
                    <a:pt x="4952" y="2370"/>
                    <a:pt x="4943" y="2369"/>
                  </a:cubicBezTo>
                  <a:cubicBezTo>
                    <a:pt x="4934" y="2369"/>
                    <a:pt x="4935" y="2360"/>
                    <a:pt x="4935" y="2355"/>
                  </a:cubicBezTo>
                  <a:cubicBezTo>
                    <a:pt x="4935" y="2350"/>
                    <a:pt x="4930" y="2353"/>
                    <a:pt x="4922" y="2353"/>
                  </a:cubicBezTo>
                  <a:cubicBezTo>
                    <a:pt x="4914" y="2353"/>
                    <a:pt x="4919" y="2348"/>
                    <a:pt x="4918" y="2341"/>
                  </a:cubicBezTo>
                  <a:cubicBezTo>
                    <a:pt x="4917" y="2334"/>
                    <a:pt x="4912" y="2338"/>
                    <a:pt x="4910" y="2344"/>
                  </a:cubicBezTo>
                  <a:cubicBezTo>
                    <a:pt x="4908" y="2350"/>
                    <a:pt x="4904" y="2348"/>
                    <a:pt x="4894" y="2350"/>
                  </a:cubicBezTo>
                  <a:cubicBezTo>
                    <a:pt x="4884" y="2351"/>
                    <a:pt x="4881" y="2358"/>
                    <a:pt x="4874" y="2363"/>
                  </a:cubicBezTo>
                  <a:cubicBezTo>
                    <a:pt x="4868" y="2367"/>
                    <a:pt x="4859" y="2368"/>
                    <a:pt x="4857" y="2362"/>
                  </a:cubicBezTo>
                  <a:cubicBezTo>
                    <a:pt x="4855" y="2357"/>
                    <a:pt x="4855" y="2351"/>
                    <a:pt x="4868" y="2345"/>
                  </a:cubicBezTo>
                  <a:cubicBezTo>
                    <a:pt x="4882" y="2339"/>
                    <a:pt x="4893" y="2320"/>
                    <a:pt x="4893" y="2320"/>
                  </a:cubicBezTo>
                  <a:cubicBezTo>
                    <a:pt x="4901" y="2310"/>
                    <a:pt x="4909" y="2306"/>
                    <a:pt x="4919" y="2301"/>
                  </a:cubicBezTo>
                  <a:cubicBezTo>
                    <a:pt x="4929" y="2296"/>
                    <a:pt x="4958" y="2282"/>
                    <a:pt x="4968" y="2276"/>
                  </a:cubicBezTo>
                  <a:cubicBezTo>
                    <a:pt x="4977" y="2270"/>
                    <a:pt x="4985" y="2271"/>
                    <a:pt x="5004" y="2270"/>
                  </a:cubicBezTo>
                  <a:cubicBezTo>
                    <a:pt x="5014" y="2269"/>
                    <a:pt x="5016" y="2266"/>
                    <a:pt x="5017" y="2262"/>
                  </a:cubicBezTo>
                  <a:cubicBezTo>
                    <a:pt x="5006" y="2265"/>
                    <a:pt x="4998" y="2261"/>
                    <a:pt x="4988" y="2260"/>
                  </a:cubicBezTo>
                  <a:cubicBezTo>
                    <a:pt x="4977" y="2259"/>
                    <a:pt x="4973" y="2262"/>
                    <a:pt x="4962" y="2254"/>
                  </a:cubicBezTo>
                  <a:cubicBezTo>
                    <a:pt x="4950" y="2247"/>
                    <a:pt x="4938" y="2252"/>
                    <a:pt x="4932" y="2252"/>
                  </a:cubicBezTo>
                  <a:cubicBezTo>
                    <a:pt x="4926" y="2252"/>
                    <a:pt x="4921" y="2246"/>
                    <a:pt x="4914" y="2244"/>
                  </a:cubicBezTo>
                  <a:cubicBezTo>
                    <a:pt x="4906" y="2242"/>
                    <a:pt x="4898" y="2250"/>
                    <a:pt x="4894" y="2255"/>
                  </a:cubicBezTo>
                  <a:cubicBezTo>
                    <a:pt x="4890" y="2260"/>
                    <a:pt x="4883" y="2263"/>
                    <a:pt x="4874" y="2258"/>
                  </a:cubicBezTo>
                  <a:cubicBezTo>
                    <a:pt x="4866" y="2253"/>
                    <a:pt x="4854" y="2252"/>
                    <a:pt x="4851" y="2243"/>
                  </a:cubicBezTo>
                  <a:cubicBezTo>
                    <a:pt x="4847" y="2235"/>
                    <a:pt x="4836" y="2233"/>
                    <a:pt x="4832" y="2239"/>
                  </a:cubicBezTo>
                  <a:cubicBezTo>
                    <a:pt x="4828" y="2244"/>
                    <a:pt x="4809" y="2238"/>
                    <a:pt x="4805" y="2229"/>
                  </a:cubicBezTo>
                  <a:cubicBezTo>
                    <a:pt x="4801" y="2221"/>
                    <a:pt x="4792" y="2217"/>
                    <a:pt x="4783" y="2214"/>
                  </a:cubicBezTo>
                  <a:cubicBezTo>
                    <a:pt x="4773" y="2211"/>
                    <a:pt x="4763" y="2209"/>
                    <a:pt x="4753" y="2217"/>
                  </a:cubicBezTo>
                  <a:cubicBezTo>
                    <a:pt x="4743" y="2225"/>
                    <a:pt x="4728" y="2225"/>
                    <a:pt x="4723" y="2215"/>
                  </a:cubicBezTo>
                  <a:cubicBezTo>
                    <a:pt x="4718" y="2205"/>
                    <a:pt x="4694" y="2208"/>
                    <a:pt x="4686" y="2205"/>
                  </a:cubicBezTo>
                  <a:cubicBezTo>
                    <a:pt x="4677" y="2202"/>
                    <a:pt x="4675" y="2197"/>
                    <a:pt x="4672" y="2188"/>
                  </a:cubicBezTo>
                  <a:cubicBezTo>
                    <a:pt x="4670" y="2180"/>
                    <a:pt x="4665" y="2174"/>
                    <a:pt x="4665" y="2167"/>
                  </a:cubicBezTo>
                  <a:cubicBezTo>
                    <a:pt x="4665" y="2161"/>
                    <a:pt x="4654" y="2151"/>
                    <a:pt x="4647" y="2150"/>
                  </a:cubicBezTo>
                  <a:cubicBezTo>
                    <a:pt x="4639" y="2149"/>
                    <a:pt x="4640" y="2161"/>
                    <a:pt x="4640" y="2169"/>
                  </a:cubicBezTo>
                  <a:cubicBezTo>
                    <a:pt x="4640" y="2176"/>
                    <a:pt x="4622" y="2183"/>
                    <a:pt x="4622" y="2183"/>
                  </a:cubicBezTo>
                  <a:cubicBezTo>
                    <a:pt x="4622" y="2183"/>
                    <a:pt x="2901" y="2185"/>
                    <a:pt x="2873" y="2186"/>
                  </a:cubicBezTo>
                  <a:cubicBezTo>
                    <a:pt x="2874" y="2187"/>
                    <a:pt x="2874" y="2187"/>
                    <a:pt x="2875" y="2188"/>
                  </a:cubicBezTo>
                  <a:cubicBezTo>
                    <a:pt x="2875" y="2189"/>
                    <a:pt x="2876" y="2190"/>
                    <a:pt x="2877" y="2191"/>
                  </a:cubicBezTo>
                  <a:cubicBezTo>
                    <a:pt x="2878" y="2191"/>
                    <a:pt x="2878" y="2192"/>
                    <a:pt x="2879" y="2192"/>
                  </a:cubicBezTo>
                  <a:cubicBezTo>
                    <a:pt x="2882" y="2192"/>
                    <a:pt x="2884" y="2194"/>
                    <a:pt x="2887" y="2196"/>
                  </a:cubicBezTo>
                  <a:cubicBezTo>
                    <a:pt x="2896" y="2203"/>
                    <a:pt x="2899" y="2213"/>
                    <a:pt x="2904" y="2216"/>
                  </a:cubicBezTo>
                  <a:cubicBezTo>
                    <a:pt x="2908" y="2219"/>
                    <a:pt x="2904" y="2225"/>
                    <a:pt x="2900" y="2233"/>
                  </a:cubicBezTo>
                  <a:cubicBezTo>
                    <a:pt x="2896" y="2241"/>
                    <a:pt x="2894" y="2240"/>
                    <a:pt x="2900" y="2249"/>
                  </a:cubicBezTo>
                  <a:cubicBezTo>
                    <a:pt x="2906" y="2257"/>
                    <a:pt x="2907" y="2257"/>
                    <a:pt x="2908" y="2274"/>
                  </a:cubicBezTo>
                  <a:cubicBezTo>
                    <a:pt x="2910" y="2292"/>
                    <a:pt x="2894" y="2288"/>
                    <a:pt x="2889" y="2283"/>
                  </a:cubicBezTo>
                  <a:cubicBezTo>
                    <a:pt x="2884" y="2277"/>
                    <a:pt x="2892" y="2266"/>
                    <a:pt x="2890" y="2259"/>
                  </a:cubicBezTo>
                  <a:cubicBezTo>
                    <a:pt x="2888" y="2251"/>
                    <a:pt x="2877" y="2248"/>
                    <a:pt x="2868" y="2246"/>
                  </a:cubicBezTo>
                  <a:cubicBezTo>
                    <a:pt x="2858" y="2244"/>
                    <a:pt x="2866" y="2227"/>
                    <a:pt x="2862" y="2221"/>
                  </a:cubicBezTo>
                  <a:cubicBezTo>
                    <a:pt x="2861" y="2221"/>
                    <a:pt x="2861" y="2221"/>
                    <a:pt x="2861" y="2221"/>
                  </a:cubicBezTo>
                  <a:cubicBezTo>
                    <a:pt x="2857" y="2217"/>
                    <a:pt x="2857" y="2216"/>
                    <a:pt x="2854" y="2215"/>
                  </a:cubicBezTo>
                  <a:cubicBezTo>
                    <a:pt x="2853" y="2215"/>
                    <a:pt x="2851" y="2213"/>
                    <a:pt x="2849" y="2212"/>
                  </a:cubicBezTo>
                  <a:cubicBezTo>
                    <a:pt x="2847" y="2213"/>
                    <a:pt x="2847" y="2215"/>
                    <a:pt x="2850" y="2218"/>
                  </a:cubicBezTo>
                  <a:cubicBezTo>
                    <a:pt x="2857" y="2224"/>
                    <a:pt x="2857" y="2229"/>
                    <a:pt x="2852" y="2239"/>
                  </a:cubicBezTo>
                  <a:cubicBezTo>
                    <a:pt x="2847" y="2249"/>
                    <a:pt x="2822" y="2246"/>
                    <a:pt x="2812" y="2245"/>
                  </a:cubicBezTo>
                  <a:cubicBezTo>
                    <a:pt x="2802" y="2244"/>
                    <a:pt x="2787" y="2239"/>
                    <a:pt x="2774" y="2231"/>
                  </a:cubicBezTo>
                  <a:cubicBezTo>
                    <a:pt x="2768" y="2227"/>
                    <a:pt x="2761" y="2226"/>
                    <a:pt x="2756" y="2225"/>
                  </a:cubicBezTo>
                  <a:cubicBezTo>
                    <a:pt x="2756" y="2230"/>
                    <a:pt x="2755" y="2235"/>
                    <a:pt x="2756" y="2240"/>
                  </a:cubicBezTo>
                  <a:cubicBezTo>
                    <a:pt x="2757" y="2252"/>
                    <a:pt x="2757" y="2265"/>
                    <a:pt x="2764" y="2271"/>
                  </a:cubicBezTo>
                  <a:cubicBezTo>
                    <a:pt x="2771" y="2277"/>
                    <a:pt x="2779" y="2285"/>
                    <a:pt x="2783" y="2298"/>
                  </a:cubicBezTo>
                  <a:cubicBezTo>
                    <a:pt x="2787" y="2311"/>
                    <a:pt x="2790" y="2324"/>
                    <a:pt x="2798" y="2331"/>
                  </a:cubicBezTo>
                  <a:cubicBezTo>
                    <a:pt x="2806" y="2338"/>
                    <a:pt x="2808" y="2342"/>
                    <a:pt x="2801" y="2348"/>
                  </a:cubicBezTo>
                  <a:cubicBezTo>
                    <a:pt x="2795" y="2354"/>
                    <a:pt x="2803" y="2355"/>
                    <a:pt x="2801" y="2370"/>
                  </a:cubicBezTo>
                  <a:cubicBezTo>
                    <a:pt x="2799" y="2385"/>
                    <a:pt x="2798" y="2390"/>
                    <a:pt x="2803" y="2397"/>
                  </a:cubicBezTo>
                  <a:cubicBezTo>
                    <a:pt x="2808" y="2403"/>
                    <a:pt x="2808" y="2412"/>
                    <a:pt x="2810" y="2421"/>
                  </a:cubicBezTo>
                  <a:cubicBezTo>
                    <a:pt x="2812" y="2431"/>
                    <a:pt x="2814" y="2453"/>
                    <a:pt x="2809" y="2469"/>
                  </a:cubicBezTo>
                  <a:cubicBezTo>
                    <a:pt x="2805" y="2485"/>
                    <a:pt x="2802" y="2490"/>
                    <a:pt x="2801" y="2514"/>
                  </a:cubicBezTo>
                  <a:cubicBezTo>
                    <a:pt x="2800" y="2539"/>
                    <a:pt x="2805" y="2574"/>
                    <a:pt x="2800" y="2594"/>
                  </a:cubicBezTo>
                  <a:cubicBezTo>
                    <a:pt x="2795" y="2614"/>
                    <a:pt x="2795" y="2622"/>
                    <a:pt x="2788" y="2632"/>
                  </a:cubicBezTo>
                  <a:cubicBezTo>
                    <a:pt x="2781" y="2641"/>
                    <a:pt x="2772" y="2657"/>
                    <a:pt x="2773" y="2666"/>
                  </a:cubicBezTo>
                  <a:cubicBezTo>
                    <a:pt x="2774" y="2675"/>
                    <a:pt x="2770" y="2677"/>
                    <a:pt x="2777" y="2694"/>
                  </a:cubicBezTo>
                  <a:cubicBezTo>
                    <a:pt x="2784" y="2712"/>
                    <a:pt x="2776" y="2711"/>
                    <a:pt x="2787" y="2729"/>
                  </a:cubicBezTo>
                  <a:cubicBezTo>
                    <a:pt x="2799" y="2747"/>
                    <a:pt x="2801" y="2748"/>
                    <a:pt x="2801" y="2766"/>
                  </a:cubicBezTo>
                  <a:cubicBezTo>
                    <a:pt x="2800" y="2784"/>
                    <a:pt x="2800" y="2794"/>
                    <a:pt x="2795" y="2800"/>
                  </a:cubicBezTo>
                  <a:cubicBezTo>
                    <a:pt x="2791" y="2805"/>
                    <a:pt x="2791" y="2809"/>
                    <a:pt x="2793" y="2818"/>
                  </a:cubicBezTo>
                  <a:cubicBezTo>
                    <a:pt x="2794" y="2826"/>
                    <a:pt x="2791" y="2833"/>
                    <a:pt x="2785" y="2840"/>
                  </a:cubicBezTo>
                  <a:cubicBezTo>
                    <a:pt x="2778" y="2848"/>
                    <a:pt x="2781" y="2855"/>
                    <a:pt x="2787" y="2868"/>
                  </a:cubicBezTo>
                  <a:cubicBezTo>
                    <a:pt x="2794" y="2880"/>
                    <a:pt x="2815" y="2894"/>
                    <a:pt x="2815" y="2913"/>
                  </a:cubicBezTo>
                  <a:cubicBezTo>
                    <a:pt x="2815" y="2933"/>
                    <a:pt x="2821" y="2951"/>
                    <a:pt x="2827" y="2963"/>
                  </a:cubicBezTo>
                  <a:cubicBezTo>
                    <a:pt x="2832" y="2974"/>
                    <a:pt x="2829" y="2977"/>
                    <a:pt x="2845" y="2990"/>
                  </a:cubicBezTo>
                  <a:cubicBezTo>
                    <a:pt x="2861" y="3003"/>
                    <a:pt x="2873" y="3015"/>
                    <a:pt x="2875" y="3028"/>
                  </a:cubicBezTo>
                  <a:cubicBezTo>
                    <a:pt x="2877" y="3041"/>
                    <a:pt x="2879" y="3048"/>
                    <a:pt x="2892" y="3049"/>
                  </a:cubicBezTo>
                  <a:cubicBezTo>
                    <a:pt x="2905" y="3050"/>
                    <a:pt x="2914" y="3049"/>
                    <a:pt x="2911" y="3058"/>
                  </a:cubicBezTo>
                  <a:cubicBezTo>
                    <a:pt x="2908" y="3067"/>
                    <a:pt x="2903" y="3078"/>
                    <a:pt x="2908" y="3088"/>
                  </a:cubicBezTo>
                  <a:cubicBezTo>
                    <a:pt x="2913" y="3099"/>
                    <a:pt x="2910" y="3100"/>
                    <a:pt x="2925" y="3107"/>
                  </a:cubicBezTo>
                  <a:cubicBezTo>
                    <a:pt x="2941" y="3114"/>
                    <a:pt x="2952" y="3121"/>
                    <a:pt x="2950" y="3128"/>
                  </a:cubicBezTo>
                  <a:cubicBezTo>
                    <a:pt x="2948" y="3134"/>
                    <a:pt x="2947" y="3135"/>
                    <a:pt x="2942" y="3142"/>
                  </a:cubicBezTo>
                  <a:cubicBezTo>
                    <a:pt x="2937" y="3149"/>
                    <a:pt x="2935" y="3157"/>
                    <a:pt x="2945" y="3164"/>
                  </a:cubicBezTo>
                  <a:cubicBezTo>
                    <a:pt x="2956" y="3172"/>
                    <a:pt x="2985" y="3209"/>
                    <a:pt x="2996" y="3222"/>
                  </a:cubicBezTo>
                  <a:cubicBezTo>
                    <a:pt x="3008" y="3235"/>
                    <a:pt x="3020" y="3240"/>
                    <a:pt x="3020" y="3259"/>
                  </a:cubicBezTo>
                  <a:cubicBezTo>
                    <a:pt x="3021" y="3278"/>
                    <a:pt x="3017" y="3294"/>
                    <a:pt x="3035" y="3294"/>
                  </a:cubicBezTo>
                  <a:cubicBezTo>
                    <a:pt x="3052" y="3294"/>
                    <a:pt x="3083" y="3294"/>
                    <a:pt x="3096" y="3304"/>
                  </a:cubicBezTo>
                  <a:cubicBezTo>
                    <a:pt x="3108" y="3315"/>
                    <a:pt x="3114" y="3323"/>
                    <a:pt x="3133" y="3326"/>
                  </a:cubicBezTo>
                  <a:cubicBezTo>
                    <a:pt x="3153" y="3329"/>
                    <a:pt x="3168" y="3334"/>
                    <a:pt x="3176" y="3344"/>
                  </a:cubicBezTo>
                  <a:cubicBezTo>
                    <a:pt x="3184" y="3354"/>
                    <a:pt x="3196" y="3354"/>
                    <a:pt x="3215" y="3370"/>
                  </a:cubicBezTo>
                  <a:cubicBezTo>
                    <a:pt x="3233" y="3386"/>
                    <a:pt x="3236" y="3387"/>
                    <a:pt x="3239" y="3406"/>
                  </a:cubicBezTo>
                  <a:cubicBezTo>
                    <a:pt x="3242" y="3421"/>
                    <a:pt x="3239" y="3431"/>
                    <a:pt x="3244" y="3440"/>
                  </a:cubicBezTo>
                  <a:cubicBezTo>
                    <a:pt x="3257" y="3438"/>
                    <a:pt x="3275" y="3435"/>
                    <a:pt x="3289" y="3435"/>
                  </a:cubicBezTo>
                  <a:cubicBezTo>
                    <a:pt x="3314" y="3435"/>
                    <a:pt x="3376" y="3414"/>
                    <a:pt x="3394" y="3429"/>
                  </a:cubicBezTo>
                  <a:cubicBezTo>
                    <a:pt x="3412" y="3444"/>
                    <a:pt x="3415" y="3446"/>
                    <a:pt x="3434" y="3453"/>
                  </a:cubicBezTo>
                  <a:cubicBezTo>
                    <a:pt x="3453" y="3460"/>
                    <a:pt x="3494" y="3470"/>
                    <a:pt x="3522" y="3480"/>
                  </a:cubicBezTo>
                  <a:cubicBezTo>
                    <a:pt x="3550" y="3490"/>
                    <a:pt x="3609" y="3519"/>
                    <a:pt x="3630" y="3525"/>
                  </a:cubicBezTo>
                  <a:cubicBezTo>
                    <a:pt x="3673" y="3525"/>
                    <a:pt x="3802" y="3526"/>
                    <a:pt x="3802" y="3526"/>
                  </a:cubicBezTo>
                  <a:cubicBezTo>
                    <a:pt x="3802" y="3526"/>
                    <a:pt x="3811" y="3528"/>
                    <a:pt x="3812" y="3515"/>
                  </a:cubicBezTo>
                  <a:cubicBezTo>
                    <a:pt x="3813" y="3502"/>
                    <a:pt x="3807" y="3491"/>
                    <a:pt x="3835" y="3490"/>
                  </a:cubicBezTo>
                  <a:cubicBezTo>
                    <a:pt x="3863" y="3489"/>
                    <a:pt x="3926" y="3481"/>
                    <a:pt x="3938" y="3500"/>
                  </a:cubicBezTo>
                  <a:cubicBezTo>
                    <a:pt x="3950" y="3519"/>
                    <a:pt x="3976" y="3540"/>
                    <a:pt x="3983" y="3546"/>
                  </a:cubicBezTo>
                  <a:cubicBezTo>
                    <a:pt x="3990" y="3552"/>
                    <a:pt x="3997" y="3559"/>
                    <a:pt x="4008" y="3561"/>
                  </a:cubicBezTo>
                  <a:cubicBezTo>
                    <a:pt x="4019" y="3563"/>
                    <a:pt x="4023" y="3569"/>
                    <a:pt x="4024" y="3578"/>
                  </a:cubicBezTo>
                  <a:cubicBezTo>
                    <a:pt x="4025" y="3587"/>
                    <a:pt x="4034" y="3593"/>
                    <a:pt x="4035" y="3606"/>
                  </a:cubicBezTo>
                  <a:cubicBezTo>
                    <a:pt x="4036" y="3619"/>
                    <a:pt x="4044" y="3641"/>
                    <a:pt x="4054" y="3644"/>
                  </a:cubicBezTo>
                  <a:cubicBezTo>
                    <a:pt x="4064" y="3647"/>
                    <a:pt x="4079" y="3659"/>
                    <a:pt x="4093" y="3667"/>
                  </a:cubicBezTo>
                  <a:cubicBezTo>
                    <a:pt x="4107" y="3675"/>
                    <a:pt x="4139" y="3702"/>
                    <a:pt x="4155" y="3666"/>
                  </a:cubicBezTo>
                  <a:cubicBezTo>
                    <a:pt x="4171" y="3630"/>
                    <a:pt x="4172" y="3622"/>
                    <a:pt x="4196" y="3625"/>
                  </a:cubicBezTo>
                  <a:cubicBezTo>
                    <a:pt x="4220" y="3628"/>
                    <a:pt x="4246" y="3626"/>
                    <a:pt x="4257" y="3640"/>
                  </a:cubicBezTo>
                  <a:cubicBezTo>
                    <a:pt x="4268" y="3654"/>
                    <a:pt x="4268" y="3664"/>
                    <a:pt x="4281" y="3664"/>
                  </a:cubicBezTo>
                  <a:cubicBezTo>
                    <a:pt x="4294" y="3664"/>
                    <a:pt x="4298" y="3689"/>
                    <a:pt x="4305" y="3702"/>
                  </a:cubicBezTo>
                  <a:cubicBezTo>
                    <a:pt x="4312" y="3715"/>
                    <a:pt x="4322" y="3739"/>
                    <a:pt x="4334" y="3751"/>
                  </a:cubicBezTo>
                  <a:cubicBezTo>
                    <a:pt x="4346" y="3763"/>
                    <a:pt x="4358" y="3777"/>
                    <a:pt x="4364" y="3779"/>
                  </a:cubicBezTo>
                  <a:cubicBezTo>
                    <a:pt x="4370" y="3781"/>
                    <a:pt x="4371" y="3789"/>
                    <a:pt x="4371" y="3800"/>
                  </a:cubicBezTo>
                  <a:cubicBezTo>
                    <a:pt x="4371" y="3811"/>
                    <a:pt x="4371" y="3822"/>
                    <a:pt x="4376" y="3826"/>
                  </a:cubicBezTo>
                  <a:cubicBezTo>
                    <a:pt x="4381" y="3830"/>
                    <a:pt x="4386" y="3837"/>
                    <a:pt x="4386" y="3847"/>
                  </a:cubicBezTo>
                  <a:cubicBezTo>
                    <a:pt x="4386" y="3857"/>
                    <a:pt x="4389" y="3864"/>
                    <a:pt x="4403" y="3865"/>
                  </a:cubicBezTo>
                  <a:cubicBezTo>
                    <a:pt x="4417" y="3866"/>
                    <a:pt x="4429" y="3870"/>
                    <a:pt x="4438" y="3878"/>
                  </a:cubicBezTo>
                  <a:cubicBezTo>
                    <a:pt x="4447" y="3886"/>
                    <a:pt x="4465" y="3889"/>
                    <a:pt x="4477" y="3892"/>
                  </a:cubicBezTo>
                  <a:cubicBezTo>
                    <a:pt x="4489" y="3895"/>
                    <a:pt x="4494" y="3899"/>
                    <a:pt x="4507" y="3895"/>
                  </a:cubicBezTo>
                  <a:cubicBezTo>
                    <a:pt x="4515" y="3892"/>
                    <a:pt x="4520" y="3889"/>
                    <a:pt x="4528" y="3887"/>
                  </a:cubicBezTo>
                  <a:cubicBezTo>
                    <a:pt x="4527" y="3881"/>
                    <a:pt x="4526" y="3876"/>
                    <a:pt x="4521" y="3868"/>
                  </a:cubicBezTo>
                  <a:cubicBezTo>
                    <a:pt x="4513" y="3854"/>
                    <a:pt x="4511" y="3842"/>
                    <a:pt x="4509" y="3827"/>
                  </a:cubicBezTo>
                  <a:cubicBezTo>
                    <a:pt x="4506" y="3813"/>
                    <a:pt x="4506" y="3801"/>
                    <a:pt x="4514" y="3791"/>
                  </a:cubicBezTo>
                  <a:cubicBezTo>
                    <a:pt x="4521" y="3781"/>
                    <a:pt x="4522" y="3770"/>
                    <a:pt x="4538" y="3757"/>
                  </a:cubicBezTo>
                  <a:cubicBezTo>
                    <a:pt x="4554" y="3744"/>
                    <a:pt x="4567" y="3731"/>
                    <a:pt x="4564" y="3719"/>
                  </a:cubicBezTo>
                  <a:cubicBezTo>
                    <a:pt x="4562" y="3706"/>
                    <a:pt x="4562" y="3700"/>
                    <a:pt x="4574" y="3703"/>
                  </a:cubicBezTo>
                  <a:cubicBezTo>
                    <a:pt x="4585" y="3706"/>
                    <a:pt x="4581" y="3719"/>
                    <a:pt x="4589" y="3716"/>
                  </a:cubicBezTo>
                  <a:cubicBezTo>
                    <a:pt x="4597" y="3714"/>
                    <a:pt x="4611" y="3712"/>
                    <a:pt x="4618" y="3702"/>
                  </a:cubicBezTo>
                  <a:cubicBezTo>
                    <a:pt x="4625" y="3692"/>
                    <a:pt x="4644" y="3696"/>
                    <a:pt x="4651" y="3682"/>
                  </a:cubicBezTo>
                  <a:cubicBezTo>
                    <a:pt x="4658" y="3668"/>
                    <a:pt x="4669" y="3667"/>
                    <a:pt x="4667" y="3656"/>
                  </a:cubicBezTo>
                  <a:cubicBezTo>
                    <a:pt x="4665" y="3645"/>
                    <a:pt x="4656" y="3635"/>
                    <a:pt x="4665" y="3633"/>
                  </a:cubicBezTo>
                  <a:cubicBezTo>
                    <a:pt x="4673" y="3631"/>
                    <a:pt x="4681" y="3637"/>
                    <a:pt x="4681" y="3644"/>
                  </a:cubicBezTo>
                  <a:cubicBezTo>
                    <a:pt x="4681" y="3651"/>
                    <a:pt x="4686" y="3651"/>
                    <a:pt x="4694" y="3646"/>
                  </a:cubicBezTo>
                  <a:cubicBezTo>
                    <a:pt x="4703" y="3641"/>
                    <a:pt x="4716" y="3647"/>
                    <a:pt x="4722" y="3638"/>
                  </a:cubicBezTo>
                  <a:cubicBezTo>
                    <a:pt x="4728" y="3630"/>
                    <a:pt x="4742" y="3625"/>
                    <a:pt x="4760" y="3626"/>
                  </a:cubicBezTo>
                  <a:cubicBezTo>
                    <a:pt x="4779" y="3627"/>
                    <a:pt x="4795" y="3629"/>
                    <a:pt x="4800" y="3638"/>
                  </a:cubicBezTo>
                  <a:cubicBezTo>
                    <a:pt x="4806" y="3646"/>
                    <a:pt x="4820" y="3647"/>
                    <a:pt x="4833" y="3645"/>
                  </a:cubicBezTo>
                  <a:cubicBezTo>
                    <a:pt x="4847" y="3643"/>
                    <a:pt x="4856" y="3623"/>
                    <a:pt x="4879" y="3642"/>
                  </a:cubicBezTo>
                  <a:cubicBezTo>
                    <a:pt x="4902" y="3661"/>
                    <a:pt x="4890" y="3638"/>
                    <a:pt x="4901" y="3654"/>
                  </a:cubicBezTo>
                  <a:cubicBezTo>
                    <a:pt x="4913" y="3670"/>
                    <a:pt x="4923" y="3671"/>
                    <a:pt x="4933" y="3671"/>
                  </a:cubicBezTo>
                  <a:cubicBezTo>
                    <a:pt x="4943" y="3670"/>
                    <a:pt x="4948" y="3658"/>
                    <a:pt x="4957" y="3666"/>
                  </a:cubicBezTo>
                  <a:cubicBezTo>
                    <a:pt x="4967" y="3673"/>
                    <a:pt x="4977" y="3678"/>
                    <a:pt x="4977" y="3671"/>
                  </a:cubicBezTo>
                  <a:cubicBezTo>
                    <a:pt x="4978" y="3663"/>
                    <a:pt x="4978" y="3645"/>
                    <a:pt x="4991" y="3655"/>
                  </a:cubicBezTo>
                  <a:cubicBezTo>
                    <a:pt x="5004" y="3664"/>
                    <a:pt x="5003" y="3670"/>
                    <a:pt x="5009" y="3672"/>
                  </a:cubicBezTo>
                  <a:cubicBezTo>
                    <a:pt x="5015" y="3674"/>
                    <a:pt x="5014" y="3692"/>
                    <a:pt x="5021" y="3686"/>
                  </a:cubicBezTo>
                  <a:cubicBezTo>
                    <a:pt x="5028" y="3679"/>
                    <a:pt x="5043" y="3677"/>
                    <a:pt x="5040" y="3668"/>
                  </a:cubicBezTo>
                  <a:cubicBezTo>
                    <a:pt x="5036" y="3660"/>
                    <a:pt x="5038" y="3653"/>
                    <a:pt x="5027" y="3651"/>
                  </a:cubicBezTo>
                  <a:cubicBezTo>
                    <a:pt x="5015" y="3650"/>
                    <a:pt x="4999" y="3645"/>
                    <a:pt x="5003" y="3637"/>
                  </a:cubicBezTo>
                  <a:cubicBezTo>
                    <a:pt x="5007" y="3628"/>
                    <a:pt x="5019" y="3629"/>
                    <a:pt x="5017" y="3620"/>
                  </a:cubicBezTo>
                  <a:cubicBezTo>
                    <a:pt x="5015" y="3610"/>
                    <a:pt x="5005" y="3609"/>
                    <a:pt x="5000" y="3610"/>
                  </a:cubicBezTo>
                  <a:cubicBezTo>
                    <a:pt x="4995" y="3610"/>
                    <a:pt x="4992" y="3598"/>
                    <a:pt x="5003" y="3597"/>
                  </a:cubicBezTo>
                  <a:cubicBezTo>
                    <a:pt x="5015" y="3597"/>
                    <a:pt x="5012" y="3600"/>
                    <a:pt x="5020" y="3592"/>
                  </a:cubicBezTo>
                  <a:cubicBezTo>
                    <a:pt x="5027" y="3583"/>
                    <a:pt x="5036" y="3582"/>
                    <a:pt x="5051" y="3583"/>
                  </a:cubicBezTo>
                  <a:cubicBezTo>
                    <a:pt x="5066" y="3585"/>
                    <a:pt x="5081" y="3580"/>
                    <a:pt x="5086" y="3585"/>
                  </a:cubicBezTo>
                  <a:cubicBezTo>
                    <a:pt x="5090" y="3590"/>
                    <a:pt x="5096" y="3599"/>
                    <a:pt x="5098" y="3587"/>
                  </a:cubicBezTo>
                  <a:cubicBezTo>
                    <a:pt x="5100" y="3574"/>
                    <a:pt x="5108" y="3573"/>
                    <a:pt x="5110" y="3581"/>
                  </a:cubicBezTo>
                  <a:cubicBezTo>
                    <a:pt x="5112" y="3589"/>
                    <a:pt x="5113" y="3594"/>
                    <a:pt x="5126" y="3594"/>
                  </a:cubicBezTo>
                  <a:cubicBezTo>
                    <a:pt x="5139" y="3594"/>
                    <a:pt x="5141" y="3598"/>
                    <a:pt x="5145" y="3590"/>
                  </a:cubicBezTo>
                  <a:cubicBezTo>
                    <a:pt x="5149" y="3581"/>
                    <a:pt x="5152" y="3583"/>
                    <a:pt x="5159" y="3583"/>
                  </a:cubicBezTo>
                  <a:cubicBezTo>
                    <a:pt x="5166" y="3583"/>
                    <a:pt x="5192" y="3587"/>
                    <a:pt x="5209" y="3585"/>
                  </a:cubicBezTo>
                  <a:cubicBezTo>
                    <a:pt x="5227" y="3583"/>
                    <a:pt x="5223" y="3599"/>
                    <a:pt x="5237" y="3599"/>
                  </a:cubicBezTo>
                  <a:cubicBezTo>
                    <a:pt x="5250" y="3599"/>
                    <a:pt x="5265" y="3602"/>
                    <a:pt x="5268" y="3617"/>
                  </a:cubicBezTo>
                  <a:cubicBezTo>
                    <a:pt x="5272" y="3633"/>
                    <a:pt x="5274" y="3638"/>
                    <a:pt x="5278" y="3643"/>
                  </a:cubicBezTo>
                  <a:cubicBezTo>
                    <a:pt x="5283" y="3647"/>
                    <a:pt x="5291" y="3650"/>
                    <a:pt x="5300" y="3640"/>
                  </a:cubicBezTo>
                  <a:cubicBezTo>
                    <a:pt x="5308" y="3630"/>
                    <a:pt x="5309" y="3633"/>
                    <a:pt x="5317" y="3627"/>
                  </a:cubicBezTo>
                  <a:cubicBezTo>
                    <a:pt x="5325" y="3621"/>
                    <a:pt x="5328" y="3615"/>
                    <a:pt x="5342" y="3612"/>
                  </a:cubicBezTo>
                  <a:cubicBezTo>
                    <a:pt x="5356" y="3610"/>
                    <a:pt x="5384" y="3609"/>
                    <a:pt x="5385" y="3622"/>
                  </a:cubicBezTo>
                  <a:cubicBezTo>
                    <a:pt x="5386" y="3635"/>
                    <a:pt x="5391" y="3636"/>
                    <a:pt x="5402" y="3643"/>
                  </a:cubicBezTo>
                  <a:cubicBezTo>
                    <a:pt x="5414" y="3650"/>
                    <a:pt x="5407" y="3663"/>
                    <a:pt x="5421" y="3665"/>
                  </a:cubicBezTo>
                  <a:cubicBezTo>
                    <a:pt x="5435" y="3667"/>
                    <a:pt x="5442" y="3673"/>
                    <a:pt x="5442" y="3688"/>
                  </a:cubicBezTo>
                  <a:cubicBezTo>
                    <a:pt x="5442" y="3702"/>
                    <a:pt x="5449" y="3717"/>
                    <a:pt x="5442" y="3724"/>
                  </a:cubicBezTo>
                  <a:cubicBezTo>
                    <a:pt x="5435" y="3730"/>
                    <a:pt x="5434" y="3729"/>
                    <a:pt x="5435" y="3745"/>
                  </a:cubicBezTo>
                  <a:cubicBezTo>
                    <a:pt x="5435" y="3761"/>
                    <a:pt x="5440" y="3770"/>
                    <a:pt x="5445" y="3770"/>
                  </a:cubicBezTo>
                  <a:cubicBezTo>
                    <a:pt x="5450" y="3770"/>
                    <a:pt x="5452" y="3778"/>
                    <a:pt x="5453" y="3793"/>
                  </a:cubicBezTo>
                  <a:cubicBezTo>
                    <a:pt x="5455" y="3808"/>
                    <a:pt x="5453" y="3820"/>
                    <a:pt x="5465" y="3822"/>
                  </a:cubicBezTo>
                  <a:cubicBezTo>
                    <a:pt x="5476" y="3825"/>
                    <a:pt x="5475" y="3832"/>
                    <a:pt x="5480" y="3839"/>
                  </a:cubicBezTo>
                  <a:cubicBezTo>
                    <a:pt x="5484" y="3846"/>
                    <a:pt x="5493" y="3840"/>
                    <a:pt x="5496" y="3855"/>
                  </a:cubicBezTo>
                  <a:cubicBezTo>
                    <a:pt x="5499" y="3870"/>
                    <a:pt x="5499" y="3886"/>
                    <a:pt x="5508" y="3889"/>
                  </a:cubicBezTo>
                  <a:cubicBezTo>
                    <a:pt x="5516" y="3892"/>
                    <a:pt x="5529" y="3903"/>
                    <a:pt x="5535" y="3916"/>
                  </a:cubicBezTo>
                  <a:cubicBezTo>
                    <a:pt x="5541" y="3929"/>
                    <a:pt x="5547" y="3941"/>
                    <a:pt x="5556" y="3944"/>
                  </a:cubicBezTo>
                  <a:cubicBezTo>
                    <a:pt x="5566" y="3948"/>
                    <a:pt x="5564" y="3934"/>
                    <a:pt x="5577" y="3939"/>
                  </a:cubicBezTo>
                  <a:cubicBezTo>
                    <a:pt x="5591" y="3943"/>
                    <a:pt x="5591" y="3946"/>
                    <a:pt x="5597" y="3929"/>
                  </a:cubicBezTo>
                  <a:cubicBezTo>
                    <a:pt x="5604" y="3912"/>
                    <a:pt x="5601" y="3902"/>
                    <a:pt x="5609" y="3896"/>
                  </a:cubicBezTo>
                  <a:cubicBezTo>
                    <a:pt x="5617" y="3889"/>
                    <a:pt x="5615" y="3871"/>
                    <a:pt x="5615" y="3855"/>
                  </a:cubicBezTo>
                  <a:cubicBezTo>
                    <a:pt x="5615" y="3840"/>
                    <a:pt x="5619" y="3815"/>
                    <a:pt x="5610" y="3805"/>
                  </a:cubicBezTo>
                  <a:cubicBezTo>
                    <a:pt x="5601" y="3796"/>
                    <a:pt x="5594" y="3779"/>
                    <a:pt x="5591" y="3766"/>
                  </a:cubicBezTo>
                  <a:cubicBezTo>
                    <a:pt x="5589" y="3752"/>
                    <a:pt x="5581" y="3741"/>
                    <a:pt x="5581" y="3726"/>
                  </a:cubicBezTo>
                  <a:cubicBezTo>
                    <a:pt x="5581" y="3712"/>
                    <a:pt x="5584" y="3710"/>
                    <a:pt x="5576" y="3697"/>
                  </a:cubicBezTo>
                  <a:cubicBezTo>
                    <a:pt x="5567" y="3684"/>
                    <a:pt x="5556" y="3663"/>
                    <a:pt x="5552" y="3653"/>
                  </a:cubicBezTo>
                  <a:cubicBezTo>
                    <a:pt x="5548" y="3642"/>
                    <a:pt x="5536" y="3645"/>
                    <a:pt x="5538" y="3629"/>
                  </a:cubicBezTo>
                  <a:cubicBezTo>
                    <a:pt x="5539" y="3612"/>
                    <a:pt x="5532" y="3609"/>
                    <a:pt x="5532" y="3596"/>
                  </a:cubicBezTo>
                  <a:cubicBezTo>
                    <a:pt x="5532" y="3583"/>
                    <a:pt x="5531" y="3585"/>
                    <a:pt x="5526" y="3575"/>
                  </a:cubicBezTo>
                  <a:cubicBezTo>
                    <a:pt x="5521" y="3565"/>
                    <a:pt x="5521" y="3554"/>
                    <a:pt x="5521" y="3546"/>
                  </a:cubicBezTo>
                  <a:cubicBezTo>
                    <a:pt x="5521" y="3537"/>
                    <a:pt x="5538" y="3537"/>
                    <a:pt x="5538" y="3516"/>
                  </a:cubicBezTo>
                  <a:cubicBezTo>
                    <a:pt x="5538" y="3496"/>
                    <a:pt x="5543" y="3487"/>
                    <a:pt x="5553" y="3479"/>
                  </a:cubicBezTo>
                  <a:cubicBezTo>
                    <a:pt x="5563" y="3471"/>
                    <a:pt x="5562" y="3455"/>
                    <a:pt x="5576" y="3451"/>
                  </a:cubicBezTo>
                  <a:cubicBezTo>
                    <a:pt x="5591" y="3446"/>
                    <a:pt x="5587" y="3435"/>
                    <a:pt x="5600" y="3434"/>
                  </a:cubicBezTo>
                  <a:cubicBezTo>
                    <a:pt x="5613" y="3433"/>
                    <a:pt x="5616" y="3428"/>
                    <a:pt x="5619" y="3419"/>
                  </a:cubicBezTo>
                  <a:cubicBezTo>
                    <a:pt x="5622" y="3410"/>
                    <a:pt x="5652" y="3409"/>
                    <a:pt x="5655" y="3398"/>
                  </a:cubicBezTo>
                  <a:cubicBezTo>
                    <a:pt x="5657" y="3387"/>
                    <a:pt x="5660" y="3374"/>
                    <a:pt x="5675" y="3360"/>
                  </a:cubicBezTo>
                  <a:cubicBezTo>
                    <a:pt x="5690" y="3347"/>
                    <a:pt x="5698" y="3339"/>
                    <a:pt x="5715" y="3337"/>
                  </a:cubicBezTo>
                  <a:cubicBezTo>
                    <a:pt x="5733" y="3334"/>
                    <a:pt x="5754" y="3334"/>
                    <a:pt x="5754" y="3322"/>
                  </a:cubicBezTo>
                  <a:cubicBezTo>
                    <a:pt x="5754" y="3309"/>
                    <a:pt x="5767" y="3308"/>
                    <a:pt x="5774" y="3296"/>
                  </a:cubicBezTo>
                  <a:cubicBezTo>
                    <a:pt x="5781" y="3285"/>
                    <a:pt x="5791" y="3280"/>
                    <a:pt x="5808" y="3279"/>
                  </a:cubicBezTo>
                  <a:cubicBezTo>
                    <a:pt x="5825" y="3279"/>
                    <a:pt x="5844" y="3281"/>
                    <a:pt x="5849" y="3272"/>
                  </a:cubicBezTo>
                  <a:cubicBezTo>
                    <a:pt x="5853" y="3263"/>
                    <a:pt x="5853" y="3247"/>
                    <a:pt x="5846" y="3248"/>
                  </a:cubicBezTo>
                  <a:cubicBezTo>
                    <a:pt x="5839" y="3250"/>
                    <a:pt x="5832" y="3253"/>
                    <a:pt x="5830" y="3241"/>
                  </a:cubicBezTo>
                  <a:cubicBezTo>
                    <a:pt x="5828" y="3229"/>
                    <a:pt x="5820" y="3225"/>
                    <a:pt x="5831" y="3220"/>
                  </a:cubicBezTo>
                  <a:cubicBezTo>
                    <a:pt x="5842" y="3216"/>
                    <a:pt x="5834" y="3233"/>
                    <a:pt x="5846" y="3229"/>
                  </a:cubicBezTo>
                  <a:cubicBezTo>
                    <a:pt x="5858" y="3225"/>
                    <a:pt x="5872" y="3228"/>
                    <a:pt x="5876" y="3223"/>
                  </a:cubicBezTo>
                  <a:cubicBezTo>
                    <a:pt x="5880" y="3217"/>
                    <a:pt x="5887" y="3218"/>
                    <a:pt x="5885" y="3207"/>
                  </a:cubicBezTo>
                  <a:cubicBezTo>
                    <a:pt x="5882" y="3195"/>
                    <a:pt x="5885" y="3182"/>
                    <a:pt x="5871" y="3184"/>
                  </a:cubicBezTo>
                  <a:cubicBezTo>
                    <a:pt x="5857" y="3185"/>
                    <a:pt x="5844" y="3192"/>
                    <a:pt x="5849" y="3180"/>
                  </a:cubicBezTo>
                  <a:cubicBezTo>
                    <a:pt x="5854" y="3167"/>
                    <a:pt x="5858" y="3169"/>
                    <a:pt x="5865" y="3169"/>
                  </a:cubicBezTo>
                  <a:cubicBezTo>
                    <a:pt x="5872" y="3169"/>
                    <a:pt x="5880" y="3167"/>
                    <a:pt x="5882" y="3174"/>
                  </a:cubicBezTo>
                  <a:cubicBezTo>
                    <a:pt x="5885" y="3181"/>
                    <a:pt x="5894" y="3180"/>
                    <a:pt x="5895" y="3174"/>
                  </a:cubicBezTo>
                  <a:cubicBezTo>
                    <a:pt x="5895" y="3168"/>
                    <a:pt x="5887" y="3167"/>
                    <a:pt x="5887" y="3156"/>
                  </a:cubicBezTo>
                  <a:cubicBezTo>
                    <a:pt x="5886" y="3145"/>
                    <a:pt x="5877" y="3142"/>
                    <a:pt x="5877" y="3132"/>
                  </a:cubicBezTo>
                  <a:cubicBezTo>
                    <a:pt x="5877" y="3121"/>
                    <a:pt x="5874" y="3114"/>
                    <a:pt x="5865" y="3112"/>
                  </a:cubicBezTo>
                  <a:cubicBezTo>
                    <a:pt x="5857" y="3109"/>
                    <a:pt x="5842" y="3109"/>
                    <a:pt x="5832" y="3103"/>
                  </a:cubicBezTo>
                  <a:cubicBezTo>
                    <a:pt x="5822" y="3097"/>
                    <a:pt x="5812" y="3087"/>
                    <a:pt x="5826" y="3087"/>
                  </a:cubicBezTo>
                  <a:cubicBezTo>
                    <a:pt x="5839" y="3087"/>
                    <a:pt x="5847" y="3091"/>
                    <a:pt x="5849" y="3081"/>
                  </a:cubicBezTo>
                  <a:cubicBezTo>
                    <a:pt x="5852" y="3072"/>
                    <a:pt x="5853" y="3070"/>
                    <a:pt x="5844" y="3061"/>
                  </a:cubicBezTo>
                  <a:cubicBezTo>
                    <a:pt x="5836" y="3053"/>
                    <a:pt x="5834" y="3048"/>
                    <a:pt x="5825" y="3042"/>
                  </a:cubicBezTo>
                  <a:cubicBezTo>
                    <a:pt x="5816" y="3036"/>
                    <a:pt x="5805" y="3017"/>
                    <a:pt x="5817" y="3023"/>
                  </a:cubicBezTo>
                  <a:cubicBezTo>
                    <a:pt x="5828" y="3028"/>
                    <a:pt x="5827" y="3035"/>
                    <a:pt x="5834" y="3041"/>
                  </a:cubicBezTo>
                  <a:cubicBezTo>
                    <a:pt x="5842" y="3046"/>
                    <a:pt x="5851" y="3051"/>
                    <a:pt x="5851" y="3043"/>
                  </a:cubicBezTo>
                  <a:cubicBezTo>
                    <a:pt x="5851" y="3034"/>
                    <a:pt x="5839" y="3028"/>
                    <a:pt x="5839" y="3015"/>
                  </a:cubicBezTo>
                  <a:cubicBezTo>
                    <a:pt x="5839" y="3002"/>
                    <a:pt x="5832" y="2995"/>
                    <a:pt x="5833" y="2980"/>
                  </a:cubicBezTo>
                  <a:cubicBezTo>
                    <a:pt x="5834" y="2964"/>
                    <a:pt x="5834" y="2960"/>
                    <a:pt x="5844" y="2960"/>
                  </a:cubicBezTo>
                  <a:cubicBezTo>
                    <a:pt x="5855" y="2959"/>
                    <a:pt x="5857" y="2962"/>
                    <a:pt x="5856" y="2975"/>
                  </a:cubicBezTo>
                  <a:cubicBezTo>
                    <a:pt x="5855" y="2988"/>
                    <a:pt x="5845" y="3003"/>
                    <a:pt x="5854" y="3007"/>
                  </a:cubicBezTo>
                  <a:cubicBezTo>
                    <a:pt x="5864" y="3010"/>
                    <a:pt x="5875" y="3013"/>
                    <a:pt x="5873" y="3026"/>
                  </a:cubicBezTo>
                  <a:cubicBezTo>
                    <a:pt x="5872" y="3039"/>
                    <a:pt x="5882" y="3034"/>
                    <a:pt x="5881" y="3046"/>
                  </a:cubicBezTo>
                  <a:cubicBezTo>
                    <a:pt x="5880" y="3058"/>
                    <a:pt x="5860" y="3084"/>
                    <a:pt x="5867" y="3090"/>
                  </a:cubicBezTo>
                  <a:cubicBezTo>
                    <a:pt x="5873" y="3096"/>
                    <a:pt x="5878" y="3100"/>
                    <a:pt x="5881" y="3088"/>
                  </a:cubicBezTo>
                  <a:cubicBezTo>
                    <a:pt x="5884" y="3076"/>
                    <a:pt x="5893" y="3074"/>
                    <a:pt x="5897" y="3060"/>
                  </a:cubicBezTo>
                  <a:cubicBezTo>
                    <a:pt x="5902" y="3046"/>
                    <a:pt x="5918" y="3046"/>
                    <a:pt x="5918" y="3033"/>
                  </a:cubicBezTo>
                  <a:cubicBezTo>
                    <a:pt x="5918" y="3019"/>
                    <a:pt x="5921" y="3021"/>
                    <a:pt x="5930" y="3007"/>
                  </a:cubicBezTo>
                  <a:cubicBezTo>
                    <a:pt x="5938" y="2993"/>
                    <a:pt x="5943" y="2987"/>
                    <a:pt x="5932" y="2978"/>
                  </a:cubicBezTo>
                  <a:cubicBezTo>
                    <a:pt x="5921" y="2970"/>
                    <a:pt x="5905" y="2957"/>
                    <a:pt x="5904" y="2947"/>
                  </a:cubicBezTo>
                  <a:cubicBezTo>
                    <a:pt x="5903" y="2936"/>
                    <a:pt x="5890" y="2927"/>
                    <a:pt x="5896" y="2914"/>
                  </a:cubicBezTo>
                  <a:cubicBezTo>
                    <a:pt x="5903" y="2901"/>
                    <a:pt x="5910" y="2902"/>
                    <a:pt x="5910" y="2913"/>
                  </a:cubicBezTo>
                  <a:cubicBezTo>
                    <a:pt x="5910" y="2924"/>
                    <a:pt x="5906" y="2935"/>
                    <a:pt x="5913" y="2939"/>
                  </a:cubicBezTo>
                  <a:cubicBezTo>
                    <a:pt x="5920" y="2943"/>
                    <a:pt x="5933" y="2943"/>
                    <a:pt x="5936" y="2954"/>
                  </a:cubicBezTo>
                  <a:cubicBezTo>
                    <a:pt x="5940" y="2965"/>
                    <a:pt x="5952" y="2967"/>
                    <a:pt x="5955" y="2950"/>
                  </a:cubicBezTo>
                  <a:cubicBezTo>
                    <a:pt x="5958" y="2934"/>
                    <a:pt x="5968" y="2937"/>
                    <a:pt x="5976" y="2929"/>
                  </a:cubicBezTo>
                  <a:cubicBezTo>
                    <a:pt x="5983" y="2922"/>
                    <a:pt x="5986" y="2916"/>
                    <a:pt x="5989" y="2904"/>
                  </a:cubicBezTo>
                  <a:cubicBezTo>
                    <a:pt x="5991" y="2892"/>
                    <a:pt x="5997" y="2887"/>
                    <a:pt x="5997" y="2874"/>
                  </a:cubicBezTo>
                  <a:cubicBezTo>
                    <a:pt x="5997" y="2862"/>
                    <a:pt x="5999" y="2858"/>
                    <a:pt x="5994" y="2851"/>
                  </a:cubicBezTo>
                  <a:cubicBezTo>
                    <a:pt x="5989" y="2845"/>
                    <a:pt x="5996" y="2837"/>
                    <a:pt x="6011" y="2838"/>
                  </a:cubicBezTo>
                  <a:cubicBezTo>
                    <a:pt x="6025" y="2840"/>
                    <a:pt x="6038" y="2834"/>
                    <a:pt x="6056" y="2832"/>
                  </a:cubicBezTo>
                  <a:cubicBezTo>
                    <a:pt x="6074" y="2830"/>
                    <a:pt x="6071" y="2821"/>
                    <a:pt x="6087" y="2821"/>
                  </a:cubicBezTo>
                  <a:cubicBezTo>
                    <a:pt x="6102" y="2820"/>
                    <a:pt x="6099" y="2816"/>
                    <a:pt x="6110" y="2813"/>
                  </a:cubicBezTo>
                  <a:cubicBezTo>
                    <a:pt x="6122" y="2811"/>
                    <a:pt x="6138" y="2803"/>
                    <a:pt x="6128" y="2803"/>
                  </a:cubicBezTo>
                  <a:cubicBezTo>
                    <a:pt x="6117" y="2803"/>
                    <a:pt x="6098" y="2800"/>
                    <a:pt x="6087" y="2804"/>
                  </a:cubicBezTo>
                  <a:cubicBezTo>
                    <a:pt x="6077" y="2808"/>
                    <a:pt x="6069" y="2811"/>
                    <a:pt x="6054" y="2811"/>
                  </a:cubicBezTo>
                  <a:cubicBezTo>
                    <a:pt x="6039" y="2810"/>
                    <a:pt x="6031" y="2799"/>
                    <a:pt x="6043" y="2798"/>
                  </a:cubicBezTo>
                  <a:cubicBezTo>
                    <a:pt x="6055" y="2798"/>
                    <a:pt x="6052" y="2805"/>
                    <a:pt x="6061" y="2794"/>
                  </a:cubicBezTo>
                  <a:cubicBezTo>
                    <a:pt x="6070" y="2783"/>
                    <a:pt x="6078" y="2788"/>
                    <a:pt x="6093" y="2787"/>
                  </a:cubicBezTo>
                  <a:cubicBezTo>
                    <a:pt x="6108" y="2786"/>
                    <a:pt x="6123" y="2788"/>
                    <a:pt x="6128" y="2783"/>
                  </a:cubicBezTo>
                  <a:cubicBezTo>
                    <a:pt x="6133" y="2778"/>
                    <a:pt x="6150" y="2780"/>
                    <a:pt x="6153" y="2778"/>
                  </a:cubicBezTo>
                  <a:cubicBezTo>
                    <a:pt x="6156" y="2776"/>
                    <a:pt x="6165" y="2763"/>
                    <a:pt x="6171" y="2771"/>
                  </a:cubicBezTo>
                  <a:cubicBezTo>
                    <a:pt x="6178" y="2780"/>
                    <a:pt x="6186" y="2777"/>
                    <a:pt x="6188" y="2773"/>
                  </a:cubicBezTo>
                  <a:cubicBezTo>
                    <a:pt x="6190" y="2768"/>
                    <a:pt x="6204" y="2771"/>
                    <a:pt x="6204" y="2777"/>
                  </a:cubicBezTo>
                  <a:cubicBezTo>
                    <a:pt x="6204" y="2783"/>
                    <a:pt x="6212" y="2787"/>
                    <a:pt x="6216" y="2778"/>
                  </a:cubicBezTo>
                  <a:cubicBezTo>
                    <a:pt x="6221" y="2768"/>
                    <a:pt x="6225" y="2769"/>
                    <a:pt x="6232" y="2766"/>
                  </a:cubicBezTo>
                  <a:cubicBezTo>
                    <a:pt x="6239" y="2763"/>
                    <a:pt x="6257" y="2761"/>
                    <a:pt x="6252" y="2750"/>
                  </a:cubicBezTo>
                  <a:cubicBezTo>
                    <a:pt x="6247" y="2738"/>
                    <a:pt x="6252" y="2735"/>
                    <a:pt x="6245" y="2728"/>
                  </a:cubicBezTo>
                  <a:cubicBezTo>
                    <a:pt x="6238" y="2722"/>
                    <a:pt x="6215" y="2718"/>
                    <a:pt x="6227" y="2727"/>
                  </a:cubicBezTo>
                  <a:cubicBezTo>
                    <a:pt x="6239" y="2737"/>
                    <a:pt x="6246" y="2741"/>
                    <a:pt x="6240" y="2748"/>
                  </a:cubicBezTo>
                  <a:cubicBezTo>
                    <a:pt x="6234" y="2755"/>
                    <a:pt x="6228" y="2762"/>
                    <a:pt x="6221" y="2747"/>
                  </a:cubicBezTo>
                  <a:cubicBezTo>
                    <a:pt x="6214" y="2733"/>
                    <a:pt x="6216" y="2723"/>
                    <a:pt x="6204" y="2717"/>
                  </a:cubicBezTo>
                  <a:cubicBezTo>
                    <a:pt x="6192" y="2712"/>
                    <a:pt x="6186" y="2706"/>
                    <a:pt x="6196" y="2697"/>
                  </a:cubicBezTo>
                  <a:cubicBezTo>
                    <a:pt x="6206" y="2689"/>
                    <a:pt x="6213" y="2688"/>
                    <a:pt x="6204" y="2677"/>
                  </a:cubicBezTo>
                  <a:cubicBezTo>
                    <a:pt x="6194" y="2666"/>
                    <a:pt x="6197" y="2661"/>
                    <a:pt x="6209" y="2648"/>
                  </a:cubicBezTo>
                  <a:cubicBezTo>
                    <a:pt x="6221" y="2634"/>
                    <a:pt x="6229" y="2605"/>
                    <a:pt x="6243" y="2605"/>
                  </a:cubicBezTo>
                  <a:cubicBezTo>
                    <a:pt x="6257" y="2605"/>
                    <a:pt x="6265" y="2605"/>
                    <a:pt x="6271" y="2597"/>
                  </a:cubicBezTo>
                  <a:cubicBezTo>
                    <a:pt x="6277" y="2589"/>
                    <a:pt x="6280" y="2586"/>
                    <a:pt x="6290" y="2584"/>
                  </a:cubicBezTo>
                  <a:cubicBezTo>
                    <a:pt x="6300" y="2583"/>
                    <a:pt x="6309" y="2579"/>
                    <a:pt x="6310" y="2570"/>
                  </a:cubicBezTo>
                  <a:cubicBezTo>
                    <a:pt x="6312" y="2560"/>
                    <a:pt x="6310" y="2541"/>
                    <a:pt x="6320" y="2542"/>
                  </a:cubicBezTo>
                  <a:cubicBezTo>
                    <a:pt x="6330" y="2544"/>
                    <a:pt x="6320" y="2556"/>
                    <a:pt x="6331" y="2557"/>
                  </a:cubicBezTo>
                  <a:cubicBezTo>
                    <a:pt x="6342" y="2558"/>
                    <a:pt x="6360" y="2565"/>
                    <a:pt x="6364" y="2553"/>
                  </a:cubicBezTo>
                  <a:cubicBezTo>
                    <a:pt x="6368" y="2541"/>
                    <a:pt x="6371" y="2542"/>
                    <a:pt x="6381" y="2542"/>
                  </a:cubicBezTo>
                  <a:cubicBezTo>
                    <a:pt x="6390" y="2542"/>
                    <a:pt x="6401" y="2542"/>
                    <a:pt x="6406" y="2534"/>
                  </a:cubicBezTo>
                  <a:cubicBezTo>
                    <a:pt x="6410" y="2526"/>
                    <a:pt x="6407" y="2530"/>
                    <a:pt x="6422" y="2533"/>
                  </a:cubicBezTo>
                  <a:cubicBezTo>
                    <a:pt x="6430" y="2535"/>
                    <a:pt x="6437" y="2536"/>
                    <a:pt x="6442" y="2534"/>
                  </a:cubicBezTo>
                  <a:cubicBezTo>
                    <a:pt x="6442" y="2517"/>
                    <a:pt x="6435" y="2505"/>
                    <a:pt x="6434" y="2499"/>
                  </a:cubicBezTo>
                  <a:cubicBezTo>
                    <a:pt x="6432" y="2492"/>
                    <a:pt x="6426" y="2486"/>
                    <a:pt x="6419" y="2484"/>
                  </a:cubicBezTo>
                  <a:close/>
                  <a:moveTo>
                    <a:pt x="505" y="1651"/>
                  </a:moveTo>
                  <a:cubicBezTo>
                    <a:pt x="505" y="1651"/>
                    <a:pt x="505" y="1659"/>
                    <a:pt x="499" y="1663"/>
                  </a:cubicBezTo>
                  <a:cubicBezTo>
                    <a:pt x="494" y="1666"/>
                    <a:pt x="495" y="1667"/>
                    <a:pt x="496" y="1674"/>
                  </a:cubicBezTo>
                  <a:cubicBezTo>
                    <a:pt x="498" y="1682"/>
                    <a:pt x="505" y="1681"/>
                    <a:pt x="505" y="1675"/>
                  </a:cubicBezTo>
                  <a:cubicBezTo>
                    <a:pt x="505" y="1669"/>
                    <a:pt x="514" y="1669"/>
                    <a:pt x="514" y="1658"/>
                  </a:cubicBezTo>
                  <a:cubicBezTo>
                    <a:pt x="514" y="1648"/>
                    <a:pt x="504" y="1642"/>
                    <a:pt x="505" y="1651"/>
                  </a:cubicBezTo>
                  <a:close/>
                  <a:moveTo>
                    <a:pt x="544" y="1665"/>
                  </a:moveTo>
                  <a:cubicBezTo>
                    <a:pt x="544" y="1650"/>
                    <a:pt x="539" y="1637"/>
                    <a:pt x="537" y="1648"/>
                  </a:cubicBezTo>
                  <a:cubicBezTo>
                    <a:pt x="537" y="1651"/>
                    <a:pt x="537" y="1663"/>
                    <a:pt x="537" y="1671"/>
                  </a:cubicBezTo>
                  <a:cubicBezTo>
                    <a:pt x="537" y="1679"/>
                    <a:pt x="544" y="1681"/>
                    <a:pt x="544" y="1665"/>
                  </a:cubicBezTo>
                  <a:close/>
                  <a:moveTo>
                    <a:pt x="339" y="1715"/>
                  </a:moveTo>
                  <a:cubicBezTo>
                    <a:pt x="337" y="1712"/>
                    <a:pt x="337" y="1705"/>
                    <a:pt x="330" y="1704"/>
                  </a:cubicBezTo>
                  <a:cubicBezTo>
                    <a:pt x="330" y="1704"/>
                    <a:pt x="318" y="1698"/>
                    <a:pt x="319" y="1703"/>
                  </a:cubicBezTo>
                  <a:cubicBezTo>
                    <a:pt x="319" y="1709"/>
                    <a:pt x="328" y="1707"/>
                    <a:pt x="328" y="1715"/>
                  </a:cubicBezTo>
                  <a:cubicBezTo>
                    <a:pt x="328" y="1723"/>
                    <a:pt x="332" y="1728"/>
                    <a:pt x="339" y="1728"/>
                  </a:cubicBezTo>
                  <a:cubicBezTo>
                    <a:pt x="345" y="1728"/>
                    <a:pt x="357" y="1733"/>
                    <a:pt x="353" y="1725"/>
                  </a:cubicBezTo>
                  <a:cubicBezTo>
                    <a:pt x="350" y="1717"/>
                    <a:pt x="340" y="1719"/>
                    <a:pt x="339" y="1715"/>
                  </a:cubicBezTo>
                  <a:close/>
                  <a:moveTo>
                    <a:pt x="696" y="1523"/>
                  </a:moveTo>
                  <a:cubicBezTo>
                    <a:pt x="696" y="1523"/>
                    <a:pt x="690" y="1519"/>
                    <a:pt x="685" y="1526"/>
                  </a:cubicBezTo>
                  <a:cubicBezTo>
                    <a:pt x="681" y="1534"/>
                    <a:pt x="680" y="1535"/>
                    <a:pt x="688" y="1537"/>
                  </a:cubicBezTo>
                  <a:cubicBezTo>
                    <a:pt x="695" y="1538"/>
                    <a:pt x="706" y="1521"/>
                    <a:pt x="696" y="1523"/>
                  </a:cubicBezTo>
                  <a:close/>
                  <a:moveTo>
                    <a:pt x="791" y="1600"/>
                  </a:moveTo>
                  <a:cubicBezTo>
                    <a:pt x="802" y="1602"/>
                    <a:pt x="796" y="1599"/>
                    <a:pt x="795" y="1593"/>
                  </a:cubicBezTo>
                  <a:cubicBezTo>
                    <a:pt x="795" y="1588"/>
                    <a:pt x="793" y="1577"/>
                    <a:pt x="788" y="1585"/>
                  </a:cubicBezTo>
                  <a:cubicBezTo>
                    <a:pt x="788" y="1585"/>
                    <a:pt x="779" y="1599"/>
                    <a:pt x="791" y="1600"/>
                  </a:cubicBezTo>
                  <a:close/>
                  <a:moveTo>
                    <a:pt x="862" y="1524"/>
                  </a:moveTo>
                  <a:cubicBezTo>
                    <a:pt x="862" y="1524"/>
                    <a:pt x="848" y="1527"/>
                    <a:pt x="854" y="1534"/>
                  </a:cubicBezTo>
                  <a:cubicBezTo>
                    <a:pt x="859" y="1541"/>
                    <a:pt x="875" y="1532"/>
                    <a:pt x="862" y="1524"/>
                  </a:cubicBezTo>
                  <a:close/>
                  <a:moveTo>
                    <a:pt x="892" y="1527"/>
                  </a:moveTo>
                  <a:cubicBezTo>
                    <a:pt x="891" y="1523"/>
                    <a:pt x="893" y="1517"/>
                    <a:pt x="887" y="1519"/>
                  </a:cubicBezTo>
                  <a:cubicBezTo>
                    <a:pt x="887" y="1519"/>
                    <a:pt x="879" y="1520"/>
                    <a:pt x="881" y="1527"/>
                  </a:cubicBezTo>
                  <a:cubicBezTo>
                    <a:pt x="883" y="1534"/>
                    <a:pt x="882" y="1534"/>
                    <a:pt x="888" y="1536"/>
                  </a:cubicBezTo>
                  <a:cubicBezTo>
                    <a:pt x="894" y="1537"/>
                    <a:pt x="901" y="1539"/>
                    <a:pt x="901" y="1535"/>
                  </a:cubicBezTo>
                  <a:cubicBezTo>
                    <a:pt x="900" y="1531"/>
                    <a:pt x="892" y="1531"/>
                    <a:pt x="892" y="1527"/>
                  </a:cubicBezTo>
                  <a:close/>
                  <a:moveTo>
                    <a:pt x="1000" y="1308"/>
                  </a:moveTo>
                  <a:cubicBezTo>
                    <a:pt x="998" y="1311"/>
                    <a:pt x="996" y="1313"/>
                    <a:pt x="1000" y="1314"/>
                  </a:cubicBezTo>
                  <a:cubicBezTo>
                    <a:pt x="1004" y="1315"/>
                    <a:pt x="1008" y="1313"/>
                    <a:pt x="1008" y="1310"/>
                  </a:cubicBezTo>
                  <a:cubicBezTo>
                    <a:pt x="1008" y="1307"/>
                    <a:pt x="1007" y="1306"/>
                    <a:pt x="1004" y="1307"/>
                  </a:cubicBezTo>
                  <a:cubicBezTo>
                    <a:pt x="1004" y="1307"/>
                    <a:pt x="1001" y="1306"/>
                    <a:pt x="1000" y="1308"/>
                  </a:cubicBezTo>
                  <a:close/>
                  <a:moveTo>
                    <a:pt x="1018" y="1183"/>
                  </a:moveTo>
                  <a:cubicBezTo>
                    <a:pt x="1023" y="1182"/>
                    <a:pt x="1025" y="1180"/>
                    <a:pt x="1025" y="1174"/>
                  </a:cubicBezTo>
                  <a:cubicBezTo>
                    <a:pt x="1026" y="1169"/>
                    <a:pt x="1028" y="1169"/>
                    <a:pt x="1029" y="1166"/>
                  </a:cubicBezTo>
                  <a:cubicBezTo>
                    <a:pt x="1031" y="1163"/>
                    <a:pt x="1021" y="1154"/>
                    <a:pt x="1019" y="1159"/>
                  </a:cubicBezTo>
                  <a:cubicBezTo>
                    <a:pt x="1019" y="1159"/>
                    <a:pt x="1017" y="1161"/>
                    <a:pt x="1016" y="1166"/>
                  </a:cubicBezTo>
                  <a:cubicBezTo>
                    <a:pt x="1016" y="1171"/>
                    <a:pt x="1016" y="1173"/>
                    <a:pt x="1012" y="1175"/>
                  </a:cubicBezTo>
                  <a:cubicBezTo>
                    <a:pt x="1009" y="1177"/>
                    <a:pt x="1006" y="1180"/>
                    <a:pt x="1008" y="1182"/>
                  </a:cubicBezTo>
                  <a:cubicBezTo>
                    <a:pt x="1010" y="1185"/>
                    <a:pt x="1013" y="1184"/>
                    <a:pt x="1018" y="1183"/>
                  </a:cubicBezTo>
                  <a:close/>
                  <a:moveTo>
                    <a:pt x="836" y="4306"/>
                  </a:moveTo>
                  <a:cubicBezTo>
                    <a:pt x="834" y="4298"/>
                    <a:pt x="832" y="4295"/>
                    <a:pt x="824" y="4292"/>
                  </a:cubicBezTo>
                  <a:cubicBezTo>
                    <a:pt x="817" y="4289"/>
                    <a:pt x="795" y="4266"/>
                    <a:pt x="795" y="4281"/>
                  </a:cubicBezTo>
                  <a:cubicBezTo>
                    <a:pt x="795" y="4281"/>
                    <a:pt x="794" y="4297"/>
                    <a:pt x="785" y="4299"/>
                  </a:cubicBezTo>
                  <a:cubicBezTo>
                    <a:pt x="775" y="4301"/>
                    <a:pt x="776" y="4309"/>
                    <a:pt x="776" y="4318"/>
                  </a:cubicBezTo>
                  <a:cubicBezTo>
                    <a:pt x="776" y="4327"/>
                    <a:pt x="774" y="4327"/>
                    <a:pt x="780" y="4332"/>
                  </a:cubicBezTo>
                  <a:cubicBezTo>
                    <a:pt x="786" y="4336"/>
                    <a:pt x="788" y="4339"/>
                    <a:pt x="787" y="4346"/>
                  </a:cubicBezTo>
                  <a:cubicBezTo>
                    <a:pt x="785" y="4354"/>
                    <a:pt x="786" y="4364"/>
                    <a:pt x="792" y="4367"/>
                  </a:cubicBezTo>
                  <a:cubicBezTo>
                    <a:pt x="798" y="4369"/>
                    <a:pt x="802" y="4368"/>
                    <a:pt x="808" y="4361"/>
                  </a:cubicBezTo>
                  <a:cubicBezTo>
                    <a:pt x="813" y="4353"/>
                    <a:pt x="821" y="4345"/>
                    <a:pt x="831" y="4345"/>
                  </a:cubicBezTo>
                  <a:cubicBezTo>
                    <a:pt x="841" y="4345"/>
                    <a:pt x="855" y="4335"/>
                    <a:pt x="849" y="4321"/>
                  </a:cubicBezTo>
                  <a:cubicBezTo>
                    <a:pt x="843" y="4307"/>
                    <a:pt x="837" y="4314"/>
                    <a:pt x="836" y="4306"/>
                  </a:cubicBezTo>
                  <a:close/>
                  <a:moveTo>
                    <a:pt x="768" y="4239"/>
                  </a:moveTo>
                  <a:cubicBezTo>
                    <a:pt x="762" y="4234"/>
                    <a:pt x="761" y="4225"/>
                    <a:pt x="752" y="4231"/>
                  </a:cubicBezTo>
                  <a:cubicBezTo>
                    <a:pt x="752" y="4231"/>
                    <a:pt x="745" y="4234"/>
                    <a:pt x="741" y="4235"/>
                  </a:cubicBezTo>
                  <a:cubicBezTo>
                    <a:pt x="737" y="4237"/>
                    <a:pt x="734" y="4241"/>
                    <a:pt x="738" y="4246"/>
                  </a:cubicBezTo>
                  <a:cubicBezTo>
                    <a:pt x="743" y="4251"/>
                    <a:pt x="744" y="4259"/>
                    <a:pt x="750" y="4260"/>
                  </a:cubicBezTo>
                  <a:cubicBezTo>
                    <a:pt x="757" y="4261"/>
                    <a:pt x="765" y="4261"/>
                    <a:pt x="766" y="4255"/>
                  </a:cubicBezTo>
                  <a:cubicBezTo>
                    <a:pt x="768" y="4249"/>
                    <a:pt x="775" y="4245"/>
                    <a:pt x="768" y="4239"/>
                  </a:cubicBezTo>
                  <a:close/>
                  <a:moveTo>
                    <a:pt x="702" y="4211"/>
                  </a:moveTo>
                  <a:cubicBezTo>
                    <a:pt x="702" y="4211"/>
                    <a:pt x="700" y="4218"/>
                    <a:pt x="692" y="4220"/>
                  </a:cubicBezTo>
                  <a:cubicBezTo>
                    <a:pt x="684" y="4221"/>
                    <a:pt x="678" y="4227"/>
                    <a:pt x="686" y="4228"/>
                  </a:cubicBezTo>
                  <a:cubicBezTo>
                    <a:pt x="694" y="4230"/>
                    <a:pt x="698" y="4227"/>
                    <a:pt x="700" y="4232"/>
                  </a:cubicBezTo>
                  <a:cubicBezTo>
                    <a:pt x="703" y="4237"/>
                    <a:pt x="708" y="4248"/>
                    <a:pt x="714" y="4247"/>
                  </a:cubicBezTo>
                  <a:cubicBezTo>
                    <a:pt x="719" y="4246"/>
                    <a:pt x="717" y="4245"/>
                    <a:pt x="718" y="4234"/>
                  </a:cubicBezTo>
                  <a:cubicBezTo>
                    <a:pt x="720" y="4223"/>
                    <a:pt x="719" y="4204"/>
                    <a:pt x="702" y="4211"/>
                  </a:cubicBezTo>
                  <a:close/>
                  <a:moveTo>
                    <a:pt x="658" y="4192"/>
                  </a:moveTo>
                  <a:cubicBezTo>
                    <a:pt x="656" y="4189"/>
                    <a:pt x="651" y="4183"/>
                    <a:pt x="646" y="4184"/>
                  </a:cubicBezTo>
                  <a:cubicBezTo>
                    <a:pt x="646" y="4184"/>
                    <a:pt x="636" y="4187"/>
                    <a:pt x="634" y="4191"/>
                  </a:cubicBezTo>
                  <a:cubicBezTo>
                    <a:pt x="632" y="4196"/>
                    <a:pt x="627" y="4201"/>
                    <a:pt x="635" y="4204"/>
                  </a:cubicBezTo>
                  <a:cubicBezTo>
                    <a:pt x="643" y="4207"/>
                    <a:pt x="643" y="4212"/>
                    <a:pt x="651" y="4213"/>
                  </a:cubicBezTo>
                  <a:cubicBezTo>
                    <a:pt x="660" y="4214"/>
                    <a:pt x="668" y="4213"/>
                    <a:pt x="666" y="4206"/>
                  </a:cubicBezTo>
                  <a:cubicBezTo>
                    <a:pt x="664" y="4199"/>
                    <a:pt x="661" y="4195"/>
                    <a:pt x="658" y="4192"/>
                  </a:cubicBezTo>
                  <a:close/>
                  <a:moveTo>
                    <a:pt x="540" y="4148"/>
                  </a:moveTo>
                  <a:cubicBezTo>
                    <a:pt x="540" y="4148"/>
                    <a:pt x="535" y="4157"/>
                    <a:pt x="538" y="4164"/>
                  </a:cubicBezTo>
                  <a:cubicBezTo>
                    <a:pt x="542" y="4171"/>
                    <a:pt x="550" y="4173"/>
                    <a:pt x="554" y="4169"/>
                  </a:cubicBezTo>
                  <a:cubicBezTo>
                    <a:pt x="558" y="4164"/>
                    <a:pt x="561" y="4161"/>
                    <a:pt x="560" y="4155"/>
                  </a:cubicBezTo>
                  <a:cubicBezTo>
                    <a:pt x="559" y="4148"/>
                    <a:pt x="546" y="4137"/>
                    <a:pt x="540" y="414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34"/>
            <p:cNvSpPr>
              <a:spLocks noEditPoints="1"/>
            </p:cNvSpPr>
            <p:nvPr/>
          </p:nvSpPr>
          <p:spPr bwMode="auto">
            <a:xfrm>
              <a:off x="1699" y="447"/>
              <a:ext cx="2048" cy="1575"/>
            </a:xfrm>
            <a:custGeom>
              <a:avLst/>
              <a:gdLst>
                <a:gd name="T0" fmla="*/ 2282 w 5643"/>
                <a:gd name="T1" fmla="*/ 1477 h 4341"/>
                <a:gd name="T2" fmla="*/ 1766 w 5643"/>
                <a:gd name="T3" fmla="*/ 1420 h 4341"/>
                <a:gd name="T4" fmla="*/ 1803 w 5643"/>
                <a:gd name="T5" fmla="*/ 1734 h 4341"/>
                <a:gd name="T6" fmla="*/ 2564 w 5643"/>
                <a:gd name="T7" fmla="*/ 1786 h 4341"/>
                <a:gd name="T8" fmla="*/ 1703 w 5643"/>
                <a:gd name="T9" fmla="*/ 1203 h 4341"/>
                <a:gd name="T10" fmla="*/ 2014 w 5643"/>
                <a:gd name="T11" fmla="*/ 1016 h 4341"/>
                <a:gd name="T12" fmla="*/ 1548 w 5643"/>
                <a:gd name="T13" fmla="*/ 963 h 4341"/>
                <a:gd name="T14" fmla="*/ 1747 w 5643"/>
                <a:gd name="T15" fmla="*/ 918 h 4341"/>
                <a:gd name="T16" fmla="*/ 1944 w 5643"/>
                <a:gd name="T17" fmla="*/ 655 h 4341"/>
                <a:gd name="T18" fmla="*/ 3491 w 5643"/>
                <a:gd name="T19" fmla="*/ 2375 h 4341"/>
                <a:gd name="T20" fmla="*/ 4669 w 5643"/>
                <a:gd name="T21" fmla="*/ 1852 h 4341"/>
                <a:gd name="T22" fmla="*/ 4325 w 5643"/>
                <a:gd name="T23" fmla="*/ 1607 h 4341"/>
                <a:gd name="T24" fmla="*/ 3987 w 5643"/>
                <a:gd name="T25" fmla="*/ 1497 h 4341"/>
                <a:gd name="T26" fmla="*/ 3569 w 5643"/>
                <a:gd name="T27" fmla="*/ 1570 h 4341"/>
                <a:gd name="T28" fmla="*/ 3930 w 5643"/>
                <a:gd name="T29" fmla="*/ 1784 h 4341"/>
                <a:gd name="T30" fmla="*/ 4056 w 5643"/>
                <a:gd name="T31" fmla="*/ 2276 h 4341"/>
                <a:gd name="T32" fmla="*/ 4811 w 5643"/>
                <a:gd name="T33" fmla="*/ 2327 h 4341"/>
                <a:gd name="T34" fmla="*/ 2787 w 5643"/>
                <a:gd name="T35" fmla="*/ 1430 h 4341"/>
                <a:gd name="T36" fmla="*/ 2825 w 5643"/>
                <a:gd name="T37" fmla="*/ 1560 h 4341"/>
                <a:gd name="T38" fmla="*/ 2603 w 5643"/>
                <a:gd name="T39" fmla="*/ 940 h 4341"/>
                <a:gd name="T40" fmla="*/ 2602 w 5643"/>
                <a:gd name="T41" fmla="*/ 1164 h 4341"/>
                <a:gd name="T42" fmla="*/ 2422 w 5643"/>
                <a:gd name="T43" fmla="*/ 726 h 4341"/>
                <a:gd name="T44" fmla="*/ 2927 w 5643"/>
                <a:gd name="T45" fmla="*/ 725 h 4341"/>
                <a:gd name="T46" fmla="*/ 3698 w 5643"/>
                <a:gd name="T47" fmla="*/ 1211 h 4341"/>
                <a:gd name="T48" fmla="*/ 3267 w 5643"/>
                <a:gd name="T49" fmla="*/ 1015 h 4341"/>
                <a:gd name="T50" fmla="*/ 3751 w 5643"/>
                <a:gd name="T51" fmla="*/ 2554 h 4341"/>
                <a:gd name="T52" fmla="*/ 3247 w 5643"/>
                <a:gd name="T53" fmla="*/ 721 h 4341"/>
                <a:gd name="T54" fmla="*/ 3366 w 5643"/>
                <a:gd name="T55" fmla="*/ 792 h 4341"/>
                <a:gd name="T56" fmla="*/ 3947 w 5643"/>
                <a:gd name="T57" fmla="*/ 877 h 4341"/>
                <a:gd name="T58" fmla="*/ 4094 w 5643"/>
                <a:gd name="T59" fmla="*/ 584 h 4341"/>
                <a:gd name="T60" fmla="*/ 4742 w 5643"/>
                <a:gd name="T61" fmla="*/ 270 h 4341"/>
                <a:gd name="T62" fmla="*/ 4638 w 5643"/>
                <a:gd name="T63" fmla="*/ 27 h 4341"/>
                <a:gd name="T64" fmla="*/ 3744 w 5643"/>
                <a:gd name="T65" fmla="*/ 87 h 4341"/>
                <a:gd name="T66" fmla="*/ 3308 w 5643"/>
                <a:gd name="T67" fmla="*/ 254 h 4341"/>
                <a:gd name="T68" fmla="*/ 4001 w 5643"/>
                <a:gd name="T69" fmla="*/ 305 h 4341"/>
                <a:gd name="T70" fmla="*/ 3776 w 5643"/>
                <a:gd name="T71" fmla="*/ 617 h 4341"/>
                <a:gd name="T72" fmla="*/ 2883 w 5643"/>
                <a:gd name="T73" fmla="*/ 377 h 4341"/>
                <a:gd name="T74" fmla="*/ 5039 w 5643"/>
                <a:gd name="T75" fmla="*/ 3989 h 4341"/>
                <a:gd name="T76" fmla="*/ 3227 w 5643"/>
                <a:gd name="T77" fmla="*/ 924 h 4341"/>
                <a:gd name="T78" fmla="*/ 5310 w 5643"/>
                <a:gd name="T79" fmla="*/ 3319 h 4341"/>
                <a:gd name="T80" fmla="*/ 4681 w 5643"/>
                <a:gd name="T81" fmla="*/ 2969 h 4341"/>
                <a:gd name="T82" fmla="*/ 4019 w 5643"/>
                <a:gd name="T83" fmla="*/ 2716 h 4341"/>
                <a:gd name="T84" fmla="*/ 3781 w 5643"/>
                <a:gd name="T85" fmla="*/ 3473 h 4341"/>
                <a:gd name="T86" fmla="*/ 3131 w 5643"/>
                <a:gd name="T87" fmla="*/ 2555 h 4341"/>
                <a:gd name="T88" fmla="*/ 3626 w 5643"/>
                <a:gd name="T89" fmla="*/ 2190 h 4341"/>
                <a:gd name="T90" fmla="*/ 3464 w 5643"/>
                <a:gd name="T91" fmla="*/ 1951 h 4341"/>
                <a:gd name="T92" fmla="*/ 3035 w 5643"/>
                <a:gd name="T93" fmla="*/ 1469 h 4341"/>
                <a:gd name="T94" fmla="*/ 2987 w 5643"/>
                <a:gd name="T95" fmla="*/ 1871 h 4341"/>
                <a:gd name="T96" fmla="*/ 2724 w 5643"/>
                <a:gd name="T97" fmla="*/ 1797 h 4341"/>
                <a:gd name="T98" fmla="*/ 2163 w 5643"/>
                <a:gd name="T99" fmla="*/ 1976 h 4341"/>
                <a:gd name="T100" fmla="*/ 1403 w 5643"/>
                <a:gd name="T101" fmla="*/ 1844 h 4341"/>
                <a:gd name="T102" fmla="*/ 654 w 5643"/>
                <a:gd name="T103" fmla="*/ 1812 h 4341"/>
                <a:gd name="T104" fmla="*/ 343 w 5643"/>
                <a:gd name="T105" fmla="*/ 2835 h 4341"/>
                <a:gd name="T106" fmla="*/ 817 w 5643"/>
                <a:gd name="T107" fmla="*/ 3641 h 4341"/>
                <a:gd name="T108" fmla="*/ 2928 w 5643"/>
                <a:gd name="T109" fmla="*/ 3769 h 4341"/>
                <a:gd name="T110" fmla="*/ 3855 w 5643"/>
                <a:gd name="T111" fmla="*/ 4037 h 4341"/>
                <a:gd name="T112" fmla="*/ 4497 w 5643"/>
                <a:gd name="T113" fmla="*/ 4051 h 4341"/>
                <a:gd name="T114" fmla="*/ 5091 w 5643"/>
                <a:gd name="T115" fmla="*/ 3993 h 4341"/>
                <a:gd name="T116" fmla="*/ 5331 w 5643"/>
                <a:gd name="T117" fmla="*/ 3574 h 4341"/>
                <a:gd name="T118" fmla="*/ 4033 w 5643"/>
                <a:gd name="T119" fmla="*/ 2465 h 4341"/>
                <a:gd name="T120" fmla="*/ 3996 w 5643"/>
                <a:gd name="T121" fmla="*/ 1795 h 4341"/>
                <a:gd name="T122" fmla="*/ 5548 w 5643"/>
                <a:gd name="T123" fmla="*/ 3720 h 4341"/>
                <a:gd name="T124" fmla="*/ 5552 w 5643"/>
                <a:gd name="T125" fmla="*/ 3952 h 4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643" h="4341">
                  <a:moveTo>
                    <a:pt x="981" y="1515"/>
                  </a:moveTo>
                  <a:cubicBezTo>
                    <a:pt x="1003" y="1499"/>
                    <a:pt x="981" y="1478"/>
                    <a:pt x="999" y="1475"/>
                  </a:cubicBezTo>
                  <a:cubicBezTo>
                    <a:pt x="1018" y="1472"/>
                    <a:pt x="1019" y="1461"/>
                    <a:pt x="1019" y="1449"/>
                  </a:cubicBezTo>
                  <a:cubicBezTo>
                    <a:pt x="1019" y="1438"/>
                    <a:pt x="1021" y="1429"/>
                    <a:pt x="1035" y="1428"/>
                  </a:cubicBezTo>
                  <a:cubicBezTo>
                    <a:pt x="1049" y="1426"/>
                    <a:pt x="1045" y="1412"/>
                    <a:pt x="1038" y="1399"/>
                  </a:cubicBezTo>
                  <a:cubicBezTo>
                    <a:pt x="1031" y="1386"/>
                    <a:pt x="1036" y="1375"/>
                    <a:pt x="1054" y="1366"/>
                  </a:cubicBezTo>
                  <a:cubicBezTo>
                    <a:pt x="1071" y="1358"/>
                    <a:pt x="1084" y="1343"/>
                    <a:pt x="1092" y="1332"/>
                  </a:cubicBezTo>
                  <a:cubicBezTo>
                    <a:pt x="1101" y="1320"/>
                    <a:pt x="1092" y="1307"/>
                    <a:pt x="1081" y="1304"/>
                  </a:cubicBezTo>
                  <a:cubicBezTo>
                    <a:pt x="1069" y="1302"/>
                    <a:pt x="1067" y="1297"/>
                    <a:pt x="1059" y="1280"/>
                  </a:cubicBezTo>
                  <a:cubicBezTo>
                    <a:pt x="1052" y="1263"/>
                    <a:pt x="1055" y="1264"/>
                    <a:pt x="1044" y="1249"/>
                  </a:cubicBezTo>
                  <a:cubicBezTo>
                    <a:pt x="1032" y="1233"/>
                    <a:pt x="1074" y="1233"/>
                    <a:pt x="1095" y="1234"/>
                  </a:cubicBezTo>
                  <a:cubicBezTo>
                    <a:pt x="1117" y="1236"/>
                    <a:pt x="1135" y="1233"/>
                    <a:pt x="1135" y="1233"/>
                  </a:cubicBezTo>
                  <a:cubicBezTo>
                    <a:pt x="1145" y="1233"/>
                    <a:pt x="1144" y="1233"/>
                    <a:pt x="1167" y="1233"/>
                  </a:cubicBezTo>
                  <a:cubicBezTo>
                    <a:pt x="1190" y="1233"/>
                    <a:pt x="1198" y="1237"/>
                    <a:pt x="1208" y="1227"/>
                  </a:cubicBezTo>
                  <a:cubicBezTo>
                    <a:pt x="1218" y="1217"/>
                    <a:pt x="1236" y="1214"/>
                    <a:pt x="1250" y="1214"/>
                  </a:cubicBezTo>
                  <a:cubicBezTo>
                    <a:pt x="1264" y="1214"/>
                    <a:pt x="1272" y="1220"/>
                    <a:pt x="1277" y="1230"/>
                  </a:cubicBezTo>
                  <a:cubicBezTo>
                    <a:pt x="1283" y="1240"/>
                    <a:pt x="1303" y="1243"/>
                    <a:pt x="1325" y="1251"/>
                  </a:cubicBezTo>
                  <a:cubicBezTo>
                    <a:pt x="1346" y="1260"/>
                    <a:pt x="1372" y="1261"/>
                    <a:pt x="1390" y="1261"/>
                  </a:cubicBezTo>
                  <a:cubicBezTo>
                    <a:pt x="1409" y="1261"/>
                    <a:pt x="1398" y="1282"/>
                    <a:pt x="1409" y="1284"/>
                  </a:cubicBezTo>
                  <a:cubicBezTo>
                    <a:pt x="1421" y="1287"/>
                    <a:pt x="1421" y="1282"/>
                    <a:pt x="1425" y="1267"/>
                  </a:cubicBezTo>
                  <a:cubicBezTo>
                    <a:pt x="1429" y="1253"/>
                    <a:pt x="1455" y="1257"/>
                    <a:pt x="1472" y="1259"/>
                  </a:cubicBezTo>
                  <a:cubicBezTo>
                    <a:pt x="1489" y="1260"/>
                    <a:pt x="1498" y="1254"/>
                    <a:pt x="1522" y="1266"/>
                  </a:cubicBezTo>
                  <a:cubicBezTo>
                    <a:pt x="1547" y="1277"/>
                    <a:pt x="1561" y="1277"/>
                    <a:pt x="1571" y="1293"/>
                  </a:cubicBezTo>
                  <a:cubicBezTo>
                    <a:pt x="1581" y="1309"/>
                    <a:pt x="1604" y="1327"/>
                    <a:pt x="1623" y="1335"/>
                  </a:cubicBezTo>
                  <a:cubicBezTo>
                    <a:pt x="1641" y="1342"/>
                    <a:pt x="1633" y="1362"/>
                    <a:pt x="1624" y="1362"/>
                  </a:cubicBezTo>
                  <a:cubicBezTo>
                    <a:pt x="1616" y="1362"/>
                    <a:pt x="1603" y="1379"/>
                    <a:pt x="1535" y="1399"/>
                  </a:cubicBezTo>
                  <a:cubicBezTo>
                    <a:pt x="1468" y="1419"/>
                    <a:pt x="1488" y="1432"/>
                    <a:pt x="1452" y="1438"/>
                  </a:cubicBezTo>
                  <a:cubicBezTo>
                    <a:pt x="1416" y="1444"/>
                    <a:pt x="1382" y="1465"/>
                    <a:pt x="1379" y="1488"/>
                  </a:cubicBezTo>
                  <a:cubicBezTo>
                    <a:pt x="1376" y="1511"/>
                    <a:pt x="1347" y="1517"/>
                    <a:pt x="1326" y="1519"/>
                  </a:cubicBezTo>
                  <a:cubicBezTo>
                    <a:pt x="1304" y="1522"/>
                    <a:pt x="1315" y="1570"/>
                    <a:pt x="1309" y="1590"/>
                  </a:cubicBezTo>
                  <a:cubicBezTo>
                    <a:pt x="1303" y="1610"/>
                    <a:pt x="1263" y="1611"/>
                    <a:pt x="1241" y="1603"/>
                  </a:cubicBezTo>
                  <a:cubicBezTo>
                    <a:pt x="1220" y="1594"/>
                    <a:pt x="1208" y="1623"/>
                    <a:pt x="1188" y="1628"/>
                  </a:cubicBezTo>
                  <a:cubicBezTo>
                    <a:pt x="1168" y="1634"/>
                    <a:pt x="1164" y="1647"/>
                    <a:pt x="1147" y="1646"/>
                  </a:cubicBezTo>
                  <a:cubicBezTo>
                    <a:pt x="1130" y="1644"/>
                    <a:pt x="1114" y="1610"/>
                    <a:pt x="1102" y="1587"/>
                  </a:cubicBezTo>
                  <a:cubicBezTo>
                    <a:pt x="1091" y="1564"/>
                    <a:pt x="1055" y="1555"/>
                    <a:pt x="1034" y="1555"/>
                  </a:cubicBezTo>
                  <a:cubicBezTo>
                    <a:pt x="1012" y="1555"/>
                    <a:pt x="1006" y="1540"/>
                    <a:pt x="992" y="1540"/>
                  </a:cubicBezTo>
                  <a:cubicBezTo>
                    <a:pt x="978" y="1540"/>
                    <a:pt x="958" y="1531"/>
                    <a:pt x="981" y="1515"/>
                  </a:cubicBezTo>
                  <a:close/>
                  <a:moveTo>
                    <a:pt x="2564" y="1786"/>
                  </a:moveTo>
                  <a:cubicBezTo>
                    <a:pt x="2564" y="1773"/>
                    <a:pt x="2564" y="1773"/>
                    <a:pt x="2559" y="1765"/>
                  </a:cubicBezTo>
                  <a:cubicBezTo>
                    <a:pt x="2553" y="1757"/>
                    <a:pt x="2561" y="1747"/>
                    <a:pt x="2547" y="1745"/>
                  </a:cubicBezTo>
                  <a:cubicBezTo>
                    <a:pt x="2534" y="1742"/>
                    <a:pt x="2521" y="1742"/>
                    <a:pt x="2514" y="1734"/>
                  </a:cubicBezTo>
                  <a:cubicBezTo>
                    <a:pt x="2506" y="1725"/>
                    <a:pt x="2501" y="1727"/>
                    <a:pt x="2493" y="1726"/>
                  </a:cubicBezTo>
                  <a:cubicBezTo>
                    <a:pt x="2486" y="1725"/>
                    <a:pt x="2476" y="1722"/>
                    <a:pt x="2472" y="1717"/>
                  </a:cubicBezTo>
                  <a:cubicBezTo>
                    <a:pt x="2468" y="1712"/>
                    <a:pt x="2460" y="1709"/>
                    <a:pt x="2454" y="1709"/>
                  </a:cubicBezTo>
                  <a:cubicBezTo>
                    <a:pt x="2448" y="1708"/>
                    <a:pt x="2444" y="1702"/>
                    <a:pt x="2440" y="1695"/>
                  </a:cubicBezTo>
                  <a:cubicBezTo>
                    <a:pt x="2437" y="1688"/>
                    <a:pt x="2422" y="1681"/>
                    <a:pt x="2419" y="1688"/>
                  </a:cubicBezTo>
                  <a:cubicBezTo>
                    <a:pt x="2415" y="1695"/>
                    <a:pt x="2420" y="1702"/>
                    <a:pt x="2402" y="1695"/>
                  </a:cubicBezTo>
                  <a:cubicBezTo>
                    <a:pt x="2384" y="1689"/>
                    <a:pt x="2377" y="1689"/>
                    <a:pt x="2364" y="1673"/>
                  </a:cubicBezTo>
                  <a:cubicBezTo>
                    <a:pt x="2352" y="1657"/>
                    <a:pt x="2325" y="1660"/>
                    <a:pt x="2327" y="1644"/>
                  </a:cubicBezTo>
                  <a:cubicBezTo>
                    <a:pt x="2329" y="1628"/>
                    <a:pt x="2334" y="1632"/>
                    <a:pt x="2334" y="1619"/>
                  </a:cubicBezTo>
                  <a:cubicBezTo>
                    <a:pt x="2334" y="1606"/>
                    <a:pt x="2361" y="1616"/>
                    <a:pt x="2348" y="1598"/>
                  </a:cubicBezTo>
                  <a:cubicBezTo>
                    <a:pt x="2335" y="1579"/>
                    <a:pt x="2329" y="1573"/>
                    <a:pt x="2319" y="1554"/>
                  </a:cubicBezTo>
                  <a:cubicBezTo>
                    <a:pt x="2309" y="1535"/>
                    <a:pt x="2300" y="1497"/>
                    <a:pt x="2292" y="1494"/>
                  </a:cubicBezTo>
                  <a:cubicBezTo>
                    <a:pt x="2284" y="1490"/>
                    <a:pt x="2283" y="1492"/>
                    <a:pt x="2282" y="1477"/>
                  </a:cubicBezTo>
                  <a:cubicBezTo>
                    <a:pt x="2281" y="1462"/>
                    <a:pt x="2288" y="1466"/>
                    <a:pt x="2280" y="1456"/>
                  </a:cubicBezTo>
                  <a:cubicBezTo>
                    <a:pt x="2272" y="1446"/>
                    <a:pt x="2269" y="1445"/>
                    <a:pt x="2277" y="1433"/>
                  </a:cubicBezTo>
                  <a:cubicBezTo>
                    <a:pt x="2285" y="1422"/>
                    <a:pt x="2300" y="1413"/>
                    <a:pt x="2304" y="1402"/>
                  </a:cubicBezTo>
                  <a:cubicBezTo>
                    <a:pt x="2309" y="1390"/>
                    <a:pt x="2319" y="1382"/>
                    <a:pt x="2324" y="1375"/>
                  </a:cubicBezTo>
                  <a:cubicBezTo>
                    <a:pt x="2328" y="1368"/>
                    <a:pt x="2339" y="1362"/>
                    <a:pt x="2333" y="1350"/>
                  </a:cubicBezTo>
                  <a:cubicBezTo>
                    <a:pt x="2327" y="1339"/>
                    <a:pt x="2327" y="1338"/>
                    <a:pt x="2306" y="1330"/>
                  </a:cubicBezTo>
                  <a:cubicBezTo>
                    <a:pt x="2284" y="1321"/>
                    <a:pt x="2284" y="1310"/>
                    <a:pt x="2270" y="1315"/>
                  </a:cubicBezTo>
                  <a:cubicBezTo>
                    <a:pt x="2256" y="1319"/>
                    <a:pt x="2260" y="1322"/>
                    <a:pt x="2234" y="1322"/>
                  </a:cubicBezTo>
                  <a:cubicBezTo>
                    <a:pt x="2208" y="1322"/>
                    <a:pt x="2197" y="1322"/>
                    <a:pt x="2187" y="1329"/>
                  </a:cubicBezTo>
                  <a:cubicBezTo>
                    <a:pt x="2177" y="1335"/>
                    <a:pt x="2162" y="1353"/>
                    <a:pt x="2175" y="1353"/>
                  </a:cubicBezTo>
                  <a:cubicBezTo>
                    <a:pt x="2189" y="1353"/>
                    <a:pt x="2222" y="1365"/>
                    <a:pt x="2230" y="1378"/>
                  </a:cubicBezTo>
                  <a:cubicBezTo>
                    <a:pt x="2238" y="1390"/>
                    <a:pt x="2243" y="1398"/>
                    <a:pt x="2239" y="1403"/>
                  </a:cubicBezTo>
                  <a:cubicBezTo>
                    <a:pt x="2235" y="1408"/>
                    <a:pt x="2232" y="1411"/>
                    <a:pt x="2222" y="1399"/>
                  </a:cubicBezTo>
                  <a:cubicBezTo>
                    <a:pt x="2212" y="1388"/>
                    <a:pt x="2202" y="1385"/>
                    <a:pt x="2195" y="1380"/>
                  </a:cubicBezTo>
                  <a:cubicBezTo>
                    <a:pt x="2187" y="1374"/>
                    <a:pt x="2173" y="1366"/>
                    <a:pt x="2172" y="1373"/>
                  </a:cubicBezTo>
                  <a:cubicBezTo>
                    <a:pt x="2170" y="1380"/>
                    <a:pt x="2170" y="1385"/>
                    <a:pt x="2162" y="1383"/>
                  </a:cubicBezTo>
                  <a:cubicBezTo>
                    <a:pt x="2154" y="1380"/>
                    <a:pt x="2154" y="1383"/>
                    <a:pt x="2147" y="1375"/>
                  </a:cubicBezTo>
                  <a:cubicBezTo>
                    <a:pt x="2139" y="1368"/>
                    <a:pt x="2132" y="1363"/>
                    <a:pt x="2120" y="1364"/>
                  </a:cubicBezTo>
                  <a:cubicBezTo>
                    <a:pt x="2109" y="1365"/>
                    <a:pt x="2109" y="1377"/>
                    <a:pt x="2097" y="1384"/>
                  </a:cubicBezTo>
                  <a:cubicBezTo>
                    <a:pt x="2086" y="1391"/>
                    <a:pt x="2085" y="1398"/>
                    <a:pt x="2089" y="1406"/>
                  </a:cubicBezTo>
                  <a:cubicBezTo>
                    <a:pt x="2092" y="1414"/>
                    <a:pt x="2096" y="1421"/>
                    <a:pt x="2098" y="1436"/>
                  </a:cubicBezTo>
                  <a:cubicBezTo>
                    <a:pt x="2100" y="1451"/>
                    <a:pt x="2104" y="1455"/>
                    <a:pt x="2109" y="1470"/>
                  </a:cubicBezTo>
                  <a:cubicBezTo>
                    <a:pt x="2113" y="1485"/>
                    <a:pt x="2124" y="1484"/>
                    <a:pt x="2119" y="1496"/>
                  </a:cubicBezTo>
                  <a:cubicBezTo>
                    <a:pt x="2115" y="1507"/>
                    <a:pt x="2121" y="1515"/>
                    <a:pt x="2130" y="1524"/>
                  </a:cubicBezTo>
                  <a:cubicBezTo>
                    <a:pt x="2139" y="1532"/>
                    <a:pt x="2154" y="1541"/>
                    <a:pt x="2152" y="1547"/>
                  </a:cubicBezTo>
                  <a:cubicBezTo>
                    <a:pt x="2149" y="1554"/>
                    <a:pt x="2140" y="1556"/>
                    <a:pt x="2135" y="1561"/>
                  </a:cubicBezTo>
                  <a:cubicBezTo>
                    <a:pt x="2130" y="1566"/>
                    <a:pt x="2126" y="1572"/>
                    <a:pt x="2111" y="1569"/>
                  </a:cubicBezTo>
                  <a:cubicBezTo>
                    <a:pt x="2096" y="1566"/>
                    <a:pt x="2089" y="1564"/>
                    <a:pt x="2090" y="1554"/>
                  </a:cubicBezTo>
                  <a:cubicBezTo>
                    <a:pt x="2091" y="1544"/>
                    <a:pt x="2096" y="1542"/>
                    <a:pt x="2091" y="1535"/>
                  </a:cubicBezTo>
                  <a:cubicBezTo>
                    <a:pt x="2086" y="1529"/>
                    <a:pt x="2092" y="1522"/>
                    <a:pt x="2084" y="1515"/>
                  </a:cubicBezTo>
                  <a:cubicBezTo>
                    <a:pt x="2075" y="1509"/>
                    <a:pt x="2081" y="1507"/>
                    <a:pt x="2074" y="1502"/>
                  </a:cubicBezTo>
                  <a:cubicBezTo>
                    <a:pt x="2068" y="1497"/>
                    <a:pt x="2067" y="1487"/>
                    <a:pt x="2069" y="1476"/>
                  </a:cubicBezTo>
                  <a:cubicBezTo>
                    <a:pt x="2071" y="1464"/>
                    <a:pt x="2066" y="1461"/>
                    <a:pt x="2058" y="1461"/>
                  </a:cubicBezTo>
                  <a:cubicBezTo>
                    <a:pt x="2051" y="1462"/>
                    <a:pt x="2055" y="1449"/>
                    <a:pt x="2040" y="1444"/>
                  </a:cubicBezTo>
                  <a:cubicBezTo>
                    <a:pt x="2025" y="1439"/>
                    <a:pt x="2032" y="1437"/>
                    <a:pt x="2021" y="1437"/>
                  </a:cubicBezTo>
                  <a:cubicBezTo>
                    <a:pt x="2010" y="1437"/>
                    <a:pt x="2011" y="1435"/>
                    <a:pt x="2010" y="1428"/>
                  </a:cubicBezTo>
                  <a:cubicBezTo>
                    <a:pt x="2010" y="1422"/>
                    <a:pt x="2002" y="1417"/>
                    <a:pt x="1992" y="1415"/>
                  </a:cubicBezTo>
                  <a:cubicBezTo>
                    <a:pt x="1982" y="1413"/>
                    <a:pt x="1979" y="1416"/>
                    <a:pt x="1967" y="1409"/>
                  </a:cubicBezTo>
                  <a:cubicBezTo>
                    <a:pt x="1955" y="1403"/>
                    <a:pt x="1948" y="1406"/>
                    <a:pt x="1940" y="1409"/>
                  </a:cubicBezTo>
                  <a:cubicBezTo>
                    <a:pt x="1932" y="1413"/>
                    <a:pt x="1928" y="1423"/>
                    <a:pt x="1939" y="1429"/>
                  </a:cubicBezTo>
                  <a:cubicBezTo>
                    <a:pt x="1951" y="1436"/>
                    <a:pt x="1963" y="1438"/>
                    <a:pt x="1968" y="1444"/>
                  </a:cubicBezTo>
                  <a:cubicBezTo>
                    <a:pt x="1973" y="1451"/>
                    <a:pt x="1982" y="1462"/>
                    <a:pt x="1971" y="1463"/>
                  </a:cubicBezTo>
                  <a:cubicBezTo>
                    <a:pt x="1960" y="1464"/>
                    <a:pt x="1957" y="1468"/>
                    <a:pt x="1957" y="1472"/>
                  </a:cubicBezTo>
                  <a:cubicBezTo>
                    <a:pt x="1957" y="1476"/>
                    <a:pt x="1948" y="1477"/>
                    <a:pt x="1941" y="1471"/>
                  </a:cubicBezTo>
                  <a:cubicBezTo>
                    <a:pt x="1934" y="1465"/>
                    <a:pt x="1938" y="1461"/>
                    <a:pt x="1929" y="1462"/>
                  </a:cubicBezTo>
                  <a:cubicBezTo>
                    <a:pt x="1921" y="1464"/>
                    <a:pt x="1926" y="1463"/>
                    <a:pt x="1920" y="1471"/>
                  </a:cubicBezTo>
                  <a:cubicBezTo>
                    <a:pt x="1914" y="1480"/>
                    <a:pt x="1915" y="1480"/>
                    <a:pt x="1907" y="1485"/>
                  </a:cubicBezTo>
                  <a:cubicBezTo>
                    <a:pt x="1899" y="1490"/>
                    <a:pt x="1886" y="1492"/>
                    <a:pt x="1887" y="1482"/>
                  </a:cubicBezTo>
                  <a:cubicBezTo>
                    <a:pt x="1889" y="1472"/>
                    <a:pt x="1886" y="1475"/>
                    <a:pt x="1895" y="1468"/>
                  </a:cubicBezTo>
                  <a:cubicBezTo>
                    <a:pt x="1904" y="1461"/>
                    <a:pt x="1911" y="1456"/>
                    <a:pt x="1905" y="1449"/>
                  </a:cubicBezTo>
                  <a:cubicBezTo>
                    <a:pt x="1899" y="1442"/>
                    <a:pt x="1902" y="1443"/>
                    <a:pt x="1881" y="1438"/>
                  </a:cubicBezTo>
                  <a:cubicBezTo>
                    <a:pt x="1861" y="1433"/>
                    <a:pt x="1847" y="1434"/>
                    <a:pt x="1829" y="1423"/>
                  </a:cubicBezTo>
                  <a:cubicBezTo>
                    <a:pt x="1811" y="1413"/>
                    <a:pt x="1795" y="1409"/>
                    <a:pt x="1788" y="1408"/>
                  </a:cubicBezTo>
                  <a:cubicBezTo>
                    <a:pt x="1781" y="1406"/>
                    <a:pt x="1777" y="1412"/>
                    <a:pt x="1766" y="1420"/>
                  </a:cubicBezTo>
                  <a:cubicBezTo>
                    <a:pt x="1755" y="1428"/>
                    <a:pt x="1748" y="1433"/>
                    <a:pt x="1750" y="1439"/>
                  </a:cubicBezTo>
                  <a:cubicBezTo>
                    <a:pt x="1751" y="1444"/>
                    <a:pt x="1755" y="1450"/>
                    <a:pt x="1742" y="1452"/>
                  </a:cubicBezTo>
                  <a:cubicBezTo>
                    <a:pt x="1730" y="1454"/>
                    <a:pt x="1694" y="1464"/>
                    <a:pt x="1697" y="1452"/>
                  </a:cubicBezTo>
                  <a:cubicBezTo>
                    <a:pt x="1700" y="1440"/>
                    <a:pt x="1702" y="1437"/>
                    <a:pt x="1714" y="1437"/>
                  </a:cubicBezTo>
                  <a:cubicBezTo>
                    <a:pt x="1726" y="1437"/>
                    <a:pt x="1734" y="1437"/>
                    <a:pt x="1729" y="1428"/>
                  </a:cubicBezTo>
                  <a:cubicBezTo>
                    <a:pt x="1724" y="1420"/>
                    <a:pt x="1718" y="1420"/>
                    <a:pt x="1724" y="1411"/>
                  </a:cubicBezTo>
                  <a:cubicBezTo>
                    <a:pt x="1729" y="1403"/>
                    <a:pt x="1737" y="1397"/>
                    <a:pt x="1727" y="1388"/>
                  </a:cubicBezTo>
                  <a:cubicBezTo>
                    <a:pt x="1716" y="1378"/>
                    <a:pt x="1717" y="1374"/>
                    <a:pt x="1704" y="1369"/>
                  </a:cubicBezTo>
                  <a:cubicBezTo>
                    <a:pt x="1691" y="1364"/>
                    <a:pt x="1685" y="1359"/>
                    <a:pt x="1673" y="1366"/>
                  </a:cubicBezTo>
                  <a:cubicBezTo>
                    <a:pt x="1661" y="1373"/>
                    <a:pt x="1636" y="1376"/>
                    <a:pt x="1621" y="1380"/>
                  </a:cubicBezTo>
                  <a:cubicBezTo>
                    <a:pt x="1605" y="1385"/>
                    <a:pt x="1607" y="1397"/>
                    <a:pt x="1586" y="1401"/>
                  </a:cubicBezTo>
                  <a:cubicBezTo>
                    <a:pt x="1565" y="1404"/>
                    <a:pt x="1542" y="1411"/>
                    <a:pt x="1519" y="1420"/>
                  </a:cubicBezTo>
                  <a:cubicBezTo>
                    <a:pt x="1519" y="1420"/>
                    <a:pt x="1507" y="1421"/>
                    <a:pt x="1497" y="1429"/>
                  </a:cubicBezTo>
                  <a:cubicBezTo>
                    <a:pt x="1487" y="1438"/>
                    <a:pt x="1482" y="1446"/>
                    <a:pt x="1471" y="1450"/>
                  </a:cubicBezTo>
                  <a:cubicBezTo>
                    <a:pt x="1461" y="1454"/>
                    <a:pt x="1459" y="1458"/>
                    <a:pt x="1449" y="1461"/>
                  </a:cubicBezTo>
                  <a:cubicBezTo>
                    <a:pt x="1440" y="1465"/>
                    <a:pt x="1426" y="1469"/>
                    <a:pt x="1428" y="1478"/>
                  </a:cubicBezTo>
                  <a:cubicBezTo>
                    <a:pt x="1429" y="1487"/>
                    <a:pt x="1435" y="1490"/>
                    <a:pt x="1441" y="1490"/>
                  </a:cubicBezTo>
                  <a:cubicBezTo>
                    <a:pt x="1446" y="1490"/>
                    <a:pt x="1456" y="1492"/>
                    <a:pt x="1457" y="1500"/>
                  </a:cubicBezTo>
                  <a:cubicBezTo>
                    <a:pt x="1458" y="1509"/>
                    <a:pt x="1456" y="1509"/>
                    <a:pt x="1444" y="1509"/>
                  </a:cubicBezTo>
                  <a:cubicBezTo>
                    <a:pt x="1433" y="1509"/>
                    <a:pt x="1422" y="1514"/>
                    <a:pt x="1419" y="1522"/>
                  </a:cubicBezTo>
                  <a:cubicBezTo>
                    <a:pt x="1416" y="1530"/>
                    <a:pt x="1413" y="1537"/>
                    <a:pt x="1404" y="1542"/>
                  </a:cubicBezTo>
                  <a:cubicBezTo>
                    <a:pt x="1395" y="1547"/>
                    <a:pt x="1392" y="1552"/>
                    <a:pt x="1393" y="1560"/>
                  </a:cubicBezTo>
                  <a:cubicBezTo>
                    <a:pt x="1393" y="1567"/>
                    <a:pt x="1400" y="1564"/>
                    <a:pt x="1401" y="1573"/>
                  </a:cubicBezTo>
                  <a:cubicBezTo>
                    <a:pt x="1403" y="1583"/>
                    <a:pt x="1416" y="1588"/>
                    <a:pt x="1421" y="1583"/>
                  </a:cubicBezTo>
                  <a:cubicBezTo>
                    <a:pt x="1426" y="1579"/>
                    <a:pt x="1433" y="1575"/>
                    <a:pt x="1440" y="1577"/>
                  </a:cubicBezTo>
                  <a:cubicBezTo>
                    <a:pt x="1446" y="1579"/>
                    <a:pt x="1457" y="1588"/>
                    <a:pt x="1456" y="1595"/>
                  </a:cubicBezTo>
                  <a:cubicBezTo>
                    <a:pt x="1456" y="1603"/>
                    <a:pt x="1458" y="1605"/>
                    <a:pt x="1471" y="1608"/>
                  </a:cubicBezTo>
                  <a:cubicBezTo>
                    <a:pt x="1485" y="1610"/>
                    <a:pt x="1499" y="1613"/>
                    <a:pt x="1507" y="1606"/>
                  </a:cubicBezTo>
                  <a:cubicBezTo>
                    <a:pt x="1514" y="1599"/>
                    <a:pt x="1523" y="1601"/>
                    <a:pt x="1530" y="1602"/>
                  </a:cubicBezTo>
                  <a:cubicBezTo>
                    <a:pt x="1536" y="1603"/>
                    <a:pt x="1555" y="1604"/>
                    <a:pt x="1557" y="1599"/>
                  </a:cubicBezTo>
                  <a:cubicBezTo>
                    <a:pt x="1558" y="1594"/>
                    <a:pt x="1562" y="1590"/>
                    <a:pt x="1575" y="1590"/>
                  </a:cubicBezTo>
                  <a:cubicBezTo>
                    <a:pt x="1588" y="1590"/>
                    <a:pt x="1594" y="1600"/>
                    <a:pt x="1588" y="1608"/>
                  </a:cubicBezTo>
                  <a:cubicBezTo>
                    <a:pt x="1583" y="1615"/>
                    <a:pt x="1568" y="1608"/>
                    <a:pt x="1558" y="1612"/>
                  </a:cubicBezTo>
                  <a:cubicBezTo>
                    <a:pt x="1548" y="1616"/>
                    <a:pt x="1552" y="1621"/>
                    <a:pt x="1537" y="1621"/>
                  </a:cubicBezTo>
                  <a:cubicBezTo>
                    <a:pt x="1521" y="1621"/>
                    <a:pt x="1522" y="1616"/>
                    <a:pt x="1517" y="1623"/>
                  </a:cubicBezTo>
                  <a:cubicBezTo>
                    <a:pt x="1512" y="1631"/>
                    <a:pt x="1506" y="1630"/>
                    <a:pt x="1493" y="1630"/>
                  </a:cubicBezTo>
                  <a:cubicBezTo>
                    <a:pt x="1480" y="1630"/>
                    <a:pt x="1482" y="1628"/>
                    <a:pt x="1474" y="1633"/>
                  </a:cubicBezTo>
                  <a:cubicBezTo>
                    <a:pt x="1466" y="1639"/>
                    <a:pt x="1460" y="1637"/>
                    <a:pt x="1454" y="1644"/>
                  </a:cubicBezTo>
                  <a:cubicBezTo>
                    <a:pt x="1447" y="1651"/>
                    <a:pt x="1437" y="1654"/>
                    <a:pt x="1449" y="1663"/>
                  </a:cubicBezTo>
                  <a:cubicBezTo>
                    <a:pt x="1460" y="1671"/>
                    <a:pt x="1471" y="1674"/>
                    <a:pt x="1477" y="1680"/>
                  </a:cubicBezTo>
                  <a:cubicBezTo>
                    <a:pt x="1483" y="1686"/>
                    <a:pt x="1489" y="1700"/>
                    <a:pt x="1502" y="1700"/>
                  </a:cubicBezTo>
                  <a:cubicBezTo>
                    <a:pt x="1516" y="1700"/>
                    <a:pt x="1527" y="1709"/>
                    <a:pt x="1532" y="1705"/>
                  </a:cubicBezTo>
                  <a:cubicBezTo>
                    <a:pt x="1536" y="1702"/>
                    <a:pt x="1543" y="1701"/>
                    <a:pt x="1548" y="1703"/>
                  </a:cubicBezTo>
                  <a:cubicBezTo>
                    <a:pt x="1553" y="1705"/>
                    <a:pt x="1570" y="1709"/>
                    <a:pt x="1580" y="1705"/>
                  </a:cubicBezTo>
                  <a:cubicBezTo>
                    <a:pt x="1589" y="1702"/>
                    <a:pt x="1597" y="1702"/>
                    <a:pt x="1611" y="1702"/>
                  </a:cubicBezTo>
                  <a:cubicBezTo>
                    <a:pt x="1626" y="1702"/>
                    <a:pt x="1684" y="1711"/>
                    <a:pt x="1692" y="1701"/>
                  </a:cubicBezTo>
                  <a:cubicBezTo>
                    <a:pt x="1700" y="1691"/>
                    <a:pt x="1709" y="1699"/>
                    <a:pt x="1717" y="1693"/>
                  </a:cubicBezTo>
                  <a:cubicBezTo>
                    <a:pt x="1724" y="1686"/>
                    <a:pt x="1736" y="1681"/>
                    <a:pt x="1740" y="1688"/>
                  </a:cubicBezTo>
                  <a:cubicBezTo>
                    <a:pt x="1745" y="1694"/>
                    <a:pt x="1757" y="1697"/>
                    <a:pt x="1767" y="1696"/>
                  </a:cubicBezTo>
                  <a:cubicBezTo>
                    <a:pt x="1776" y="1695"/>
                    <a:pt x="1782" y="1704"/>
                    <a:pt x="1795" y="1704"/>
                  </a:cubicBezTo>
                  <a:cubicBezTo>
                    <a:pt x="1808" y="1704"/>
                    <a:pt x="1817" y="1708"/>
                    <a:pt x="1828" y="1708"/>
                  </a:cubicBezTo>
                  <a:cubicBezTo>
                    <a:pt x="1840" y="1708"/>
                    <a:pt x="1841" y="1706"/>
                    <a:pt x="1841" y="1716"/>
                  </a:cubicBezTo>
                  <a:cubicBezTo>
                    <a:pt x="1841" y="1726"/>
                    <a:pt x="1837" y="1729"/>
                    <a:pt x="1827" y="1729"/>
                  </a:cubicBezTo>
                  <a:cubicBezTo>
                    <a:pt x="1817" y="1729"/>
                    <a:pt x="1814" y="1740"/>
                    <a:pt x="1803" y="1734"/>
                  </a:cubicBezTo>
                  <a:cubicBezTo>
                    <a:pt x="1791" y="1729"/>
                    <a:pt x="1777" y="1724"/>
                    <a:pt x="1764" y="1727"/>
                  </a:cubicBezTo>
                  <a:cubicBezTo>
                    <a:pt x="1751" y="1729"/>
                    <a:pt x="1737" y="1738"/>
                    <a:pt x="1718" y="1732"/>
                  </a:cubicBezTo>
                  <a:cubicBezTo>
                    <a:pt x="1699" y="1727"/>
                    <a:pt x="1679" y="1729"/>
                    <a:pt x="1657" y="1730"/>
                  </a:cubicBezTo>
                  <a:cubicBezTo>
                    <a:pt x="1635" y="1731"/>
                    <a:pt x="1622" y="1737"/>
                    <a:pt x="1610" y="1737"/>
                  </a:cubicBezTo>
                  <a:cubicBezTo>
                    <a:pt x="1598" y="1738"/>
                    <a:pt x="1593" y="1742"/>
                    <a:pt x="1577" y="1742"/>
                  </a:cubicBezTo>
                  <a:cubicBezTo>
                    <a:pt x="1560" y="1742"/>
                    <a:pt x="1550" y="1751"/>
                    <a:pt x="1534" y="1750"/>
                  </a:cubicBezTo>
                  <a:cubicBezTo>
                    <a:pt x="1517" y="1748"/>
                    <a:pt x="1506" y="1751"/>
                    <a:pt x="1506" y="1762"/>
                  </a:cubicBezTo>
                  <a:cubicBezTo>
                    <a:pt x="1506" y="1772"/>
                    <a:pt x="1506" y="1781"/>
                    <a:pt x="1519" y="1790"/>
                  </a:cubicBezTo>
                  <a:cubicBezTo>
                    <a:pt x="1533" y="1798"/>
                    <a:pt x="1552" y="1813"/>
                    <a:pt x="1555" y="1821"/>
                  </a:cubicBezTo>
                  <a:cubicBezTo>
                    <a:pt x="1558" y="1829"/>
                    <a:pt x="1559" y="1834"/>
                    <a:pt x="1574" y="1837"/>
                  </a:cubicBezTo>
                  <a:cubicBezTo>
                    <a:pt x="1589" y="1840"/>
                    <a:pt x="1601" y="1841"/>
                    <a:pt x="1607" y="1847"/>
                  </a:cubicBezTo>
                  <a:cubicBezTo>
                    <a:pt x="1613" y="1853"/>
                    <a:pt x="1653" y="1850"/>
                    <a:pt x="1666" y="1850"/>
                  </a:cubicBezTo>
                  <a:cubicBezTo>
                    <a:pt x="1679" y="1850"/>
                    <a:pt x="1752" y="1846"/>
                    <a:pt x="1751" y="1861"/>
                  </a:cubicBezTo>
                  <a:cubicBezTo>
                    <a:pt x="1750" y="1876"/>
                    <a:pt x="1752" y="1903"/>
                    <a:pt x="1762" y="1914"/>
                  </a:cubicBezTo>
                  <a:cubicBezTo>
                    <a:pt x="1772" y="1926"/>
                    <a:pt x="1795" y="1944"/>
                    <a:pt x="1808" y="1937"/>
                  </a:cubicBezTo>
                  <a:cubicBezTo>
                    <a:pt x="1820" y="1929"/>
                    <a:pt x="1828" y="1927"/>
                    <a:pt x="1842" y="1929"/>
                  </a:cubicBezTo>
                  <a:cubicBezTo>
                    <a:pt x="1856" y="1930"/>
                    <a:pt x="1882" y="1925"/>
                    <a:pt x="1896" y="1930"/>
                  </a:cubicBezTo>
                  <a:cubicBezTo>
                    <a:pt x="1909" y="1935"/>
                    <a:pt x="1927" y="1941"/>
                    <a:pt x="1932" y="1934"/>
                  </a:cubicBezTo>
                  <a:cubicBezTo>
                    <a:pt x="1936" y="1928"/>
                    <a:pt x="1945" y="1924"/>
                    <a:pt x="1962" y="1924"/>
                  </a:cubicBezTo>
                  <a:cubicBezTo>
                    <a:pt x="1980" y="1924"/>
                    <a:pt x="2002" y="1925"/>
                    <a:pt x="2014" y="1919"/>
                  </a:cubicBezTo>
                  <a:cubicBezTo>
                    <a:pt x="2026" y="1914"/>
                    <a:pt x="2045" y="1912"/>
                    <a:pt x="2058" y="1904"/>
                  </a:cubicBezTo>
                  <a:cubicBezTo>
                    <a:pt x="2071" y="1896"/>
                    <a:pt x="2076" y="1886"/>
                    <a:pt x="2103" y="1886"/>
                  </a:cubicBezTo>
                  <a:cubicBezTo>
                    <a:pt x="2129" y="1886"/>
                    <a:pt x="2155" y="1877"/>
                    <a:pt x="2164" y="1863"/>
                  </a:cubicBezTo>
                  <a:cubicBezTo>
                    <a:pt x="2174" y="1850"/>
                    <a:pt x="2186" y="1834"/>
                    <a:pt x="2200" y="1834"/>
                  </a:cubicBezTo>
                  <a:cubicBezTo>
                    <a:pt x="2213" y="1834"/>
                    <a:pt x="2213" y="1846"/>
                    <a:pt x="2214" y="1856"/>
                  </a:cubicBezTo>
                  <a:cubicBezTo>
                    <a:pt x="2215" y="1866"/>
                    <a:pt x="2231" y="1868"/>
                    <a:pt x="2239" y="1866"/>
                  </a:cubicBezTo>
                  <a:cubicBezTo>
                    <a:pt x="2247" y="1863"/>
                    <a:pt x="2275" y="1861"/>
                    <a:pt x="2283" y="1874"/>
                  </a:cubicBezTo>
                  <a:cubicBezTo>
                    <a:pt x="2292" y="1886"/>
                    <a:pt x="2290" y="1886"/>
                    <a:pt x="2292" y="1896"/>
                  </a:cubicBezTo>
                  <a:cubicBezTo>
                    <a:pt x="2294" y="1906"/>
                    <a:pt x="2296" y="1922"/>
                    <a:pt x="2301" y="1931"/>
                  </a:cubicBezTo>
                  <a:cubicBezTo>
                    <a:pt x="2306" y="1940"/>
                    <a:pt x="2309" y="1944"/>
                    <a:pt x="2319" y="1947"/>
                  </a:cubicBezTo>
                  <a:cubicBezTo>
                    <a:pt x="2330" y="1950"/>
                    <a:pt x="2335" y="1952"/>
                    <a:pt x="2335" y="1941"/>
                  </a:cubicBezTo>
                  <a:cubicBezTo>
                    <a:pt x="2335" y="1930"/>
                    <a:pt x="2322" y="1927"/>
                    <a:pt x="2317" y="1924"/>
                  </a:cubicBezTo>
                  <a:cubicBezTo>
                    <a:pt x="2312" y="1921"/>
                    <a:pt x="2304" y="1915"/>
                    <a:pt x="2304" y="1907"/>
                  </a:cubicBezTo>
                  <a:cubicBezTo>
                    <a:pt x="2303" y="1899"/>
                    <a:pt x="2306" y="1897"/>
                    <a:pt x="2318" y="1898"/>
                  </a:cubicBezTo>
                  <a:cubicBezTo>
                    <a:pt x="2329" y="1899"/>
                    <a:pt x="2324" y="1890"/>
                    <a:pt x="2336" y="1891"/>
                  </a:cubicBezTo>
                  <a:cubicBezTo>
                    <a:pt x="2347" y="1891"/>
                    <a:pt x="2342" y="1899"/>
                    <a:pt x="2355" y="1899"/>
                  </a:cubicBezTo>
                  <a:cubicBezTo>
                    <a:pt x="2369" y="1899"/>
                    <a:pt x="2362" y="1896"/>
                    <a:pt x="2385" y="1899"/>
                  </a:cubicBezTo>
                  <a:cubicBezTo>
                    <a:pt x="2409" y="1903"/>
                    <a:pt x="2431" y="1906"/>
                    <a:pt x="2443" y="1899"/>
                  </a:cubicBezTo>
                  <a:cubicBezTo>
                    <a:pt x="2454" y="1892"/>
                    <a:pt x="2458" y="1884"/>
                    <a:pt x="2474" y="1883"/>
                  </a:cubicBezTo>
                  <a:cubicBezTo>
                    <a:pt x="2490" y="1881"/>
                    <a:pt x="2498" y="1874"/>
                    <a:pt x="2508" y="1873"/>
                  </a:cubicBezTo>
                  <a:cubicBezTo>
                    <a:pt x="2517" y="1871"/>
                    <a:pt x="2521" y="1867"/>
                    <a:pt x="2521" y="1859"/>
                  </a:cubicBezTo>
                  <a:cubicBezTo>
                    <a:pt x="2521" y="1851"/>
                    <a:pt x="2511" y="1851"/>
                    <a:pt x="2503" y="1851"/>
                  </a:cubicBezTo>
                  <a:cubicBezTo>
                    <a:pt x="2496" y="1851"/>
                    <a:pt x="2496" y="1843"/>
                    <a:pt x="2493" y="1833"/>
                  </a:cubicBezTo>
                  <a:cubicBezTo>
                    <a:pt x="2491" y="1824"/>
                    <a:pt x="2483" y="1820"/>
                    <a:pt x="2473" y="1823"/>
                  </a:cubicBezTo>
                  <a:cubicBezTo>
                    <a:pt x="2464" y="1827"/>
                    <a:pt x="2448" y="1823"/>
                    <a:pt x="2444" y="1833"/>
                  </a:cubicBezTo>
                  <a:cubicBezTo>
                    <a:pt x="2440" y="1842"/>
                    <a:pt x="2428" y="1848"/>
                    <a:pt x="2425" y="1837"/>
                  </a:cubicBezTo>
                  <a:cubicBezTo>
                    <a:pt x="2421" y="1826"/>
                    <a:pt x="2422" y="1818"/>
                    <a:pt x="2435" y="1818"/>
                  </a:cubicBezTo>
                  <a:cubicBezTo>
                    <a:pt x="2447" y="1818"/>
                    <a:pt x="2457" y="1815"/>
                    <a:pt x="2458" y="1808"/>
                  </a:cubicBezTo>
                  <a:cubicBezTo>
                    <a:pt x="2460" y="1800"/>
                    <a:pt x="2458" y="1790"/>
                    <a:pt x="2466" y="1788"/>
                  </a:cubicBezTo>
                  <a:cubicBezTo>
                    <a:pt x="2475" y="1786"/>
                    <a:pt x="2481" y="1773"/>
                    <a:pt x="2487" y="1784"/>
                  </a:cubicBezTo>
                  <a:cubicBezTo>
                    <a:pt x="2493" y="1795"/>
                    <a:pt x="2498" y="1800"/>
                    <a:pt x="2506" y="1798"/>
                  </a:cubicBezTo>
                  <a:cubicBezTo>
                    <a:pt x="2513" y="1795"/>
                    <a:pt x="2520" y="1790"/>
                    <a:pt x="2527" y="1798"/>
                  </a:cubicBezTo>
                  <a:cubicBezTo>
                    <a:pt x="2534" y="1805"/>
                    <a:pt x="2541" y="1804"/>
                    <a:pt x="2551" y="1803"/>
                  </a:cubicBezTo>
                  <a:cubicBezTo>
                    <a:pt x="2560" y="1801"/>
                    <a:pt x="2565" y="1799"/>
                    <a:pt x="2564" y="1786"/>
                  </a:cubicBezTo>
                  <a:close/>
                  <a:moveTo>
                    <a:pt x="1622" y="975"/>
                  </a:moveTo>
                  <a:cubicBezTo>
                    <a:pt x="1616" y="975"/>
                    <a:pt x="1609" y="981"/>
                    <a:pt x="1606" y="988"/>
                  </a:cubicBezTo>
                  <a:cubicBezTo>
                    <a:pt x="1603" y="996"/>
                    <a:pt x="1608" y="1009"/>
                    <a:pt x="1595" y="1008"/>
                  </a:cubicBezTo>
                  <a:cubicBezTo>
                    <a:pt x="1581" y="1006"/>
                    <a:pt x="1559" y="1009"/>
                    <a:pt x="1556" y="1016"/>
                  </a:cubicBezTo>
                  <a:cubicBezTo>
                    <a:pt x="1553" y="1024"/>
                    <a:pt x="1553" y="1040"/>
                    <a:pt x="1558" y="1042"/>
                  </a:cubicBezTo>
                  <a:cubicBezTo>
                    <a:pt x="1563" y="1044"/>
                    <a:pt x="1568" y="1046"/>
                    <a:pt x="1566" y="1051"/>
                  </a:cubicBezTo>
                  <a:cubicBezTo>
                    <a:pt x="1564" y="1055"/>
                    <a:pt x="1559" y="1059"/>
                    <a:pt x="1550" y="1059"/>
                  </a:cubicBezTo>
                  <a:cubicBezTo>
                    <a:pt x="1540" y="1058"/>
                    <a:pt x="1533" y="1060"/>
                    <a:pt x="1532" y="1065"/>
                  </a:cubicBezTo>
                  <a:cubicBezTo>
                    <a:pt x="1532" y="1070"/>
                    <a:pt x="1527" y="1074"/>
                    <a:pt x="1521" y="1076"/>
                  </a:cubicBezTo>
                  <a:cubicBezTo>
                    <a:pt x="1514" y="1078"/>
                    <a:pt x="1512" y="1089"/>
                    <a:pt x="1521" y="1089"/>
                  </a:cubicBezTo>
                  <a:cubicBezTo>
                    <a:pt x="1530" y="1089"/>
                    <a:pt x="1537" y="1087"/>
                    <a:pt x="1550" y="1088"/>
                  </a:cubicBezTo>
                  <a:cubicBezTo>
                    <a:pt x="1563" y="1089"/>
                    <a:pt x="1574" y="1089"/>
                    <a:pt x="1586" y="1089"/>
                  </a:cubicBezTo>
                  <a:cubicBezTo>
                    <a:pt x="1598" y="1089"/>
                    <a:pt x="1607" y="1087"/>
                    <a:pt x="1606" y="1094"/>
                  </a:cubicBezTo>
                  <a:cubicBezTo>
                    <a:pt x="1605" y="1101"/>
                    <a:pt x="1608" y="1105"/>
                    <a:pt x="1593" y="1102"/>
                  </a:cubicBezTo>
                  <a:cubicBezTo>
                    <a:pt x="1578" y="1100"/>
                    <a:pt x="1559" y="1100"/>
                    <a:pt x="1550" y="1100"/>
                  </a:cubicBezTo>
                  <a:cubicBezTo>
                    <a:pt x="1540" y="1099"/>
                    <a:pt x="1522" y="1099"/>
                    <a:pt x="1517" y="1099"/>
                  </a:cubicBezTo>
                  <a:cubicBezTo>
                    <a:pt x="1513" y="1099"/>
                    <a:pt x="1512" y="1104"/>
                    <a:pt x="1507" y="1107"/>
                  </a:cubicBezTo>
                  <a:cubicBezTo>
                    <a:pt x="1502" y="1110"/>
                    <a:pt x="1504" y="1114"/>
                    <a:pt x="1498" y="1116"/>
                  </a:cubicBezTo>
                  <a:cubicBezTo>
                    <a:pt x="1492" y="1118"/>
                    <a:pt x="1491" y="1132"/>
                    <a:pt x="1495" y="1133"/>
                  </a:cubicBezTo>
                  <a:cubicBezTo>
                    <a:pt x="1499" y="1135"/>
                    <a:pt x="1509" y="1133"/>
                    <a:pt x="1512" y="1138"/>
                  </a:cubicBezTo>
                  <a:cubicBezTo>
                    <a:pt x="1516" y="1142"/>
                    <a:pt x="1522" y="1147"/>
                    <a:pt x="1533" y="1147"/>
                  </a:cubicBezTo>
                  <a:cubicBezTo>
                    <a:pt x="1545" y="1147"/>
                    <a:pt x="1541" y="1150"/>
                    <a:pt x="1553" y="1144"/>
                  </a:cubicBezTo>
                  <a:cubicBezTo>
                    <a:pt x="1565" y="1138"/>
                    <a:pt x="1566" y="1140"/>
                    <a:pt x="1573" y="1140"/>
                  </a:cubicBezTo>
                  <a:cubicBezTo>
                    <a:pt x="1580" y="1140"/>
                    <a:pt x="1585" y="1143"/>
                    <a:pt x="1585" y="1148"/>
                  </a:cubicBezTo>
                  <a:cubicBezTo>
                    <a:pt x="1585" y="1154"/>
                    <a:pt x="1590" y="1163"/>
                    <a:pt x="1600" y="1163"/>
                  </a:cubicBezTo>
                  <a:cubicBezTo>
                    <a:pt x="1611" y="1163"/>
                    <a:pt x="1618" y="1164"/>
                    <a:pt x="1619" y="1159"/>
                  </a:cubicBezTo>
                  <a:cubicBezTo>
                    <a:pt x="1621" y="1154"/>
                    <a:pt x="1626" y="1153"/>
                    <a:pt x="1633" y="1153"/>
                  </a:cubicBezTo>
                  <a:cubicBezTo>
                    <a:pt x="1640" y="1153"/>
                    <a:pt x="1648" y="1151"/>
                    <a:pt x="1648" y="1158"/>
                  </a:cubicBezTo>
                  <a:cubicBezTo>
                    <a:pt x="1649" y="1164"/>
                    <a:pt x="1653" y="1163"/>
                    <a:pt x="1664" y="1165"/>
                  </a:cubicBezTo>
                  <a:cubicBezTo>
                    <a:pt x="1676" y="1168"/>
                    <a:pt x="1687" y="1167"/>
                    <a:pt x="1693" y="1158"/>
                  </a:cubicBezTo>
                  <a:cubicBezTo>
                    <a:pt x="1699" y="1148"/>
                    <a:pt x="1707" y="1150"/>
                    <a:pt x="1706" y="1141"/>
                  </a:cubicBezTo>
                  <a:cubicBezTo>
                    <a:pt x="1704" y="1132"/>
                    <a:pt x="1707" y="1132"/>
                    <a:pt x="1714" y="1128"/>
                  </a:cubicBezTo>
                  <a:cubicBezTo>
                    <a:pt x="1721" y="1124"/>
                    <a:pt x="1721" y="1114"/>
                    <a:pt x="1729" y="1114"/>
                  </a:cubicBezTo>
                  <a:cubicBezTo>
                    <a:pt x="1737" y="1114"/>
                    <a:pt x="1742" y="1112"/>
                    <a:pt x="1742" y="1117"/>
                  </a:cubicBezTo>
                  <a:cubicBezTo>
                    <a:pt x="1742" y="1123"/>
                    <a:pt x="1740" y="1126"/>
                    <a:pt x="1734" y="1130"/>
                  </a:cubicBezTo>
                  <a:cubicBezTo>
                    <a:pt x="1728" y="1133"/>
                    <a:pt x="1726" y="1134"/>
                    <a:pt x="1728" y="1140"/>
                  </a:cubicBezTo>
                  <a:cubicBezTo>
                    <a:pt x="1730" y="1145"/>
                    <a:pt x="1729" y="1148"/>
                    <a:pt x="1733" y="1151"/>
                  </a:cubicBezTo>
                  <a:cubicBezTo>
                    <a:pt x="1737" y="1154"/>
                    <a:pt x="1742" y="1157"/>
                    <a:pt x="1747" y="1157"/>
                  </a:cubicBezTo>
                  <a:cubicBezTo>
                    <a:pt x="1752" y="1157"/>
                    <a:pt x="1773" y="1159"/>
                    <a:pt x="1773" y="1154"/>
                  </a:cubicBezTo>
                  <a:cubicBezTo>
                    <a:pt x="1773" y="1149"/>
                    <a:pt x="1782" y="1144"/>
                    <a:pt x="1789" y="1145"/>
                  </a:cubicBezTo>
                  <a:cubicBezTo>
                    <a:pt x="1796" y="1147"/>
                    <a:pt x="1808" y="1148"/>
                    <a:pt x="1809" y="1144"/>
                  </a:cubicBezTo>
                  <a:cubicBezTo>
                    <a:pt x="1810" y="1140"/>
                    <a:pt x="1817" y="1138"/>
                    <a:pt x="1823" y="1138"/>
                  </a:cubicBezTo>
                  <a:cubicBezTo>
                    <a:pt x="1830" y="1138"/>
                    <a:pt x="1843" y="1136"/>
                    <a:pt x="1843" y="1141"/>
                  </a:cubicBezTo>
                  <a:cubicBezTo>
                    <a:pt x="1844" y="1146"/>
                    <a:pt x="1855" y="1148"/>
                    <a:pt x="1859" y="1147"/>
                  </a:cubicBezTo>
                  <a:cubicBezTo>
                    <a:pt x="1863" y="1146"/>
                    <a:pt x="1865" y="1138"/>
                    <a:pt x="1876" y="1138"/>
                  </a:cubicBezTo>
                  <a:cubicBezTo>
                    <a:pt x="1886" y="1138"/>
                    <a:pt x="1896" y="1135"/>
                    <a:pt x="1896" y="1135"/>
                  </a:cubicBezTo>
                  <a:cubicBezTo>
                    <a:pt x="1896" y="1135"/>
                    <a:pt x="1906" y="1133"/>
                    <a:pt x="1906" y="1137"/>
                  </a:cubicBezTo>
                  <a:cubicBezTo>
                    <a:pt x="1906" y="1140"/>
                    <a:pt x="1899" y="1145"/>
                    <a:pt x="1891" y="1148"/>
                  </a:cubicBezTo>
                  <a:cubicBezTo>
                    <a:pt x="1884" y="1150"/>
                    <a:pt x="1886" y="1159"/>
                    <a:pt x="1873" y="1159"/>
                  </a:cubicBezTo>
                  <a:cubicBezTo>
                    <a:pt x="1860" y="1159"/>
                    <a:pt x="1808" y="1163"/>
                    <a:pt x="1797" y="1163"/>
                  </a:cubicBezTo>
                  <a:cubicBezTo>
                    <a:pt x="1786" y="1164"/>
                    <a:pt x="1778" y="1168"/>
                    <a:pt x="1770" y="1171"/>
                  </a:cubicBezTo>
                  <a:cubicBezTo>
                    <a:pt x="1761" y="1175"/>
                    <a:pt x="1752" y="1182"/>
                    <a:pt x="1741" y="1182"/>
                  </a:cubicBezTo>
                  <a:cubicBezTo>
                    <a:pt x="1730" y="1182"/>
                    <a:pt x="1728" y="1190"/>
                    <a:pt x="1717" y="1191"/>
                  </a:cubicBezTo>
                  <a:cubicBezTo>
                    <a:pt x="1705" y="1191"/>
                    <a:pt x="1703" y="1198"/>
                    <a:pt x="1703" y="1203"/>
                  </a:cubicBezTo>
                  <a:cubicBezTo>
                    <a:pt x="1703" y="1209"/>
                    <a:pt x="1707" y="1218"/>
                    <a:pt x="1713" y="1218"/>
                  </a:cubicBezTo>
                  <a:cubicBezTo>
                    <a:pt x="1719" y="1218"/>
                    <a:pt x="1732" y="1223"/>
                    <a:pt x="1734" y="1226"/>
                  </a:cubicBezTo>
                  <a:cubicBezTo>
                    <a:pt x="1736" y="1230"/>
                    <a:pt x="1751" y="1237"/>
                    <a:pt x="1762" y="1237"/>
                  </a:cubicBezTo>
                  <a:cubicBezTo>
                    <a:pt x="1772" y="1237"/>
                    <a:pt x="1834" y="1242"/>
                    <a:pt x="1838" y="1238"/>
                  </a:cubicBezTo>
                  <a:cubicBezTo>
                    <a:pt x="1841" y="1234"/>
                    <a:pt x="1839" y="1229"/>
                    <a:pt x="1853" y="1229"/>
                  </a:cubicBezTo>
                  <a:cubicBezTo>
                    <a:pt x="1868" y="1229"/>
                    <a:pt x="1878" y="1221"/>
                    <a:pt x="1889" y="1221"/>
                  </a:cubicBezTo>
                  <a:cubicBezTo>
                    <a:pt x="1899" y="1222"/>
                    <a:pt x="1901" y="1213"/>
                    <a:pt x="1910" y="1212"/>
                  </a:cubicBezTo>
                  <a:cubicBezTo>
                    <a:pt x="1919" y="1211"/>
                    <a:pt x="1931" y="1206"/>
                    <a:pt x="1933" y="1200"/>
                  </a:cubicBezTo>
                  <a:cubicBezTo>
                    <a:pt x="1935" y="1194"/>
                    <a:pt x="1944" y="1186"/>
                    <a:pt x="1959" y="1186"/>
                  </a:cubicBezTo>
                  <a:cubicBezTo>
                    <a:pt x="1973" y="1186"/>
                    <a:pt x="1975" y="1178"/>
                    <a:pt x="1990" y="1178"/>
                  </a:cubicBezTo>
                  <a:cubicBezTo>
                    <a:pt x="2006" y="1178"/>
                    <a:pt x="2023" y="1181"/>
                    <a:pt x="2026" y="1172"/>
                  </a:cubicBezTo>
                  <a:cubicBezTo>
                    <a:pt x="2030" y="1163"/>
                    <a:pt x="2033" y="1163"/>
                    <a:pt x="2043" y="1162"/>
                  </a:cubicBezTo>
                  <a:cubicBezTo>
                    <a:pt x="2052" y="1160"/>
                    <a:pt x="2070" y="1158"/>
                    <a:pt x="2070" y="1164"/>
                  </a:cubicBezTo>
                  <a:cubicBezTo>
                    <a:pt x="2070" y="1170"/>
                    <a:pt x="2078" y="1172"/>
                    <a:pt x="2084" y="1172"/>
                  </a:cubicBezTo>
                  <a:cubicBezTo>
                    <a:pt x="2090" y="1172"/>
                    <a:pt x="2105" y="1165"/>
                    <a:pt x="2106" y="1162"/>
                  </a:cubicBezTo>
                  <a:cubicBezTo>
                    <a:pt x="2108" y="1158"/>
                    <a:pt x="2121" y="1161"/>
                    <a:pt x="2125" y="1161"/>
                  </a:cubicBezTo>
                  <a:cubicBezTo>
                    <a:pt x="2129" y="1161"/>
                    <a:pt x="2135" y="1173"/>
                    <a:pt x="2144" y="1173"/>
                  </a:cubicBezTo>
                  <a:cubicBezTo>
                    <a:pt x="2152" y="1173"/>
                    <a:pt x="2174" y="1178"/>
                    <a:pt x="2175" y="1170"/>
                  </a:cubicBezTo>
                  <a:cubicBezTo>
                    <a:pt x="2177" y="1163"/>
                    <a:pt x="2182" y="1162"/>
                    <a:pt x="2193" y="1160"/>
                  </a:cubicBezTo>
                  <a:cubicBezTo>
                    <a:pt x="2205" y="1159"/>
                    <a:pt x="2232" y="1165"/>
                    <a:pt x="2233" y="1158"/>
                  </a:cubicBezTo>
                  <a:cubicBezTo>
                    <a:pt x="2233" y="1150"/>
                    <a:pt x="2241" y="1155"/>
                    <a:pt x="2242" y="1143"/>
                  </a:cubicBezTo>
                  <a:cubicBezTo>
                    <a:pt x="2243" y="1132"/>
                    <a:pt x="2243" y="1129"/>
                    <a:pt x="2248" y="1126"/>
                  </a:cubicBezTo>
                  <a:cubicBezTo>
                    <a:pt x="2254" y="1123"/>
                    <a:pt x="2259" y="1118"/>
                    <a:pt x="2259" y="1109"/>
                  </a:cubicBezTo>
                  <a:cubicBezTo>
                    <a:pt x="2259" y="1100"/>
                    <a:pt x="2258" y="1091"/>
                    <a:pt x="2265" y="1088"/>
                  </a:cubicBezTo>
                  <a:cubicBezTo>
                    <a:pt x="2271" y="1085"/>
                    <a:pt x="2271" y="1074"/>
                    <a:pt x="2271" y="1067"/>
                  </a:cubicBezTo>
                  <a:cubicBezTo>
                    <a:pt x="2271" y="1059"/>
                    <a:pt x="2271" y="1042"/>
                    <a:pt x="2263" y="1039"/>
                  </a:cubicBezTo>
                  <a:cubicBezTo>
                    <a:pt x="2255" y="1036"/>
                    <a:pt x="2251" y="1031"/>
                    <a:pt x="2245" y="1033"/>
                  </a:cubicBezTo>
                  <a:cubicBezTo>
                    <a:pt x="2238" y="1035"/>
                    <a:pt x="2231" y="1034"/>
                    <a:pt x="2227" y="1029"/>
                  </a:cubicBezTo>
                  <a:cubicBezTo>
                    <a:pt x="2223" y="1024"/>
                    <a:pt x="2213" y="1025"/>
                    <a:pt x="2205" y="1025"/>
                  </a:cubicBezTo>
                  <a:cubicBezTo>
                    <a:pt x="2198" y="1025"/>
                    <a:pt x="2197" y="1034"/>
                    <a:pt x="2190" y="1036"/>
                  </a:cubicBezTo>
                  <a:cubicBezTo>
                    <a:pt x="2182" y="1038"/>
                    <a:pt x="2177" y="1049"/>
                    <a:pt x="2183" y="1053"/>
                  </a:cubicBezTo>
                  <a:cubicBezTo>
                    <a:pt x="2190" y="1057"/>
                    <a:pt x="2190" y="1061"/>
                    <a:pt x="2185" y="1065"/>
                  </a:cubicBezTo>
                  <a:cubicBezTo>
                    <a:pt x="2180" y="1069"/>
                    <a:pt x="2170" y="1071"/>
                    <a:pt x="2167" y="1060"/>
                  </a:cubicBezTo>
                  <a:cubicBezTo>
                    <a:pt x="2164" y="1049"/>
                    <a:pt x="2159" y="1045"/>
                    <a:pt x="2154" y="1043"/>
                  </a:cubicBezTo>
                  <a:cubicBezTo>
                    <a:pt x="2148" y="1041"/>
                    <a:pt x="2127" y="1042"/>
                    <a:pt x="2126" y="1035"/>
                  </a:cubicBezTo>
                  <a:cubicBezTo>
                    <a:pt x="2124" y="1028"/>
                    <a:pt x="2119" y="1022"/>
                    <a:pt x="2113" y="1023"/>
                  </a:cubicBezTo>
                  <a:cubicBezTo>
                    <a:pt x="2106" y="1024"/>
                    <a:pt x="2085" y="1029"/>
                    <a:pt x="2084" y="1021"/>
                  </a:cubicBezTo>
                  <a:cubicBezTo>
                    <a:pt x="2084" y="1014"/>
                    <a:pt x="2081" y="1007"/>
                    <a:pt x="2089" y="1007"/>
                  </a:cubicBezTo>
                  <a:cubicBezTo>
                    <a:pt x="2096" y="1007"/>
                    <a:pt x="2099" y="1003"/>
                    <a:pt x="2097" y="999"/>
                  </a:cubicBezTo>
                  <a:cubicBezTo>
                    <a:pt x="2096" y="995"/>
                    <a:pt x="2101" y="982"/>
                    <a:pt x="2092" y="982"/>
                  </a:cubicBezTo>
                  <a:cubicBezTo>
                    <a:pt x="2084" y="982"/>
                    <a:pt x="2089" y="973"/>
                    <a:pt x="2078" y="972"/>
                  </a:cubicBezTo>
                  <a:cubicBezTo>
                    <a:pt x="2068" y="971"/>
                    <a:pt x="2071" y="963"/>
                    <a:pt x="2072" y="955"/>
                  </a:cubicBezTo>
                  <a:cubicBezTo>
                    <a:pt x="2073" y="948"/>
                    <a:pt x="2076" y="937"/>
                    <a:pt x="2073" y="932"/>
                  </a:cubicBezTo>
                  <a:cubicBezTo>
                    <a:pt x="2069" y="927"/>
                    <a:pt x="2065" y="929"/>
                    <a:pt x="2062" y="923"/>
                  </a:cubicBezTo>
                  <a:cubicBezTo>
                    <a:pt x="2059" y="916"/>
                    <a:pt x="2051" y="915"/>
                    <a:pt x="2048" y="919"/>
                  </a:cubicBezTo>
                  <a:cubicBezTo>
                    <a:pt x="2045" y="923"/>
                    <a:pt x="2046" y="923"/>
                    <a:pt x="2035" y="923"/>
                  </a:cubicBezTo>
                  <a:cubicBezTo>
                    <a:pt x="2025" y="923"/>
                    <a:pt x="2023" y="930"/>
                    <a:pt x="2015" y="934"/>
                  </a:cubicBezTo>
                  <a:cubicBezTo>
                    <a:pt x="2008" y="938"/>
                    <a:pt x="2002" y="948"/>
                    <a:pt x="1998" y="953"/>
                  </a:cubicBezTo>
                  <a:cubicBezTo>
                    <a:pt x="1993" y="957"/>
                    <a:pt x="1994" y="964"/>
                    <a:pt x="1982" y="965"/>
                  </a:cubicBezTo>
                  <a:cubicBezTo>
                    <a:pt x="1971" y="966"/>
                    <a:pt x="1967" y="973"/>
                    <a:pt x="1962" y="976"/>
                  </a:cubicBezTo>
                  <a:cubicBezTo>
                    <a:pt x="1957" y="979"/>
                    <a:pt x="1956" y="989"/>
                    <a:pt x="1963" y="995"/>
                  </a:cubicBezTo>
                  <a:cubicBezTo>
                    <a:pt x="1970" y="1001"/>
                    <a:pt x="1975" y="1006"/>
                    <a:pt x="1983" y="1004"/>
                  </a:cubicBezTo>
                  <a:cubicBezTo>
                    <a:pt x="1991" y="1003"/>
                    <a:pt x="2002" y="1002"/>
                    <a:pt x="2005" y="1008"/>
                  </a:cubicBezTo>
                  <a:cubicBezTo>
                    <a:pt x="2009" y="1014"/>
                    <a:pt x="2009" y="1016"/>
                    <a:pt x="2014" y="1016"/>
                  </a:cubicBezTo>
                  <a:cubicBezTo>
                    <a:pt x="2019" y="1016"/>
                    <a:pt x="2024" y="1022"/>
                    <a:pt x="2024" y="1026"/>
                  </a:cubicBezTo>
                  <a:cubicBezTo>
                    <a:pt x="2024" y="1031"/>
                    <a:pt x="2020" y="1034"/>
                    <a:pt x="2006" y="1034"/>
                  </a:cubicBezTo>
                  <a:cubicBezTo>
                    <a:pt x="1992" y="1034"/>
                    <a:pt x="1993" y="1041"/>
                    <a:pt x="1985" y="1041"/>
                  </a:cubicBezTo>
                  <a:cubicBezTo>
                    <a:pt x="1977" y="1041"/>
                    <a:pt x="1975" y="1049"/>
                    <a:pt x="1992" y="1052"/>
                  </a:cubicBezTo>
                  <a:cubicBezTo>
                    <a:pt x="2009" y="1056"/>
                    <a:pt x="2010" y="1064"/>
                    <a:pt x="2020" y="1064"/>
                  </a:cubicBezTo>
                  <a:cubicBezTo>
                    <a:pt x="2029" y="1064"/>
                    <a:pt x="2041" y="1068"/>
                    <a:pt x="2046" y="1071"/>
                  </a:cubicBezTo>
                  <a:cubicBezTo>
                    <a:pt x="2050" y="1074"/>
                    <a:pt x="2053" y="1082"/>
                    <a:pt x="2046" y="1084"/>
                  </a:cubicBezTo>
                  <a:cubicBezTo>
                    <a:pt x="2038" y="1085"/>
                    <a:pt x="2043" y="1092"/>
                    <a:pt x="2030" y="1092"/>
                  </a:cubicBezTo>
                  <a:cubicBezTo>
                    <a:pt x="2018" y="1091"/>
                    <a:pt x="1959" y="1090"/>
                    <a:pt x="1952" y="1091"/>
                  </a:cubicBezTo>
                  <a:cubicBezTo>
                    <a:pt x="1946" y="1092"/>
                    <a:pt x="1943" y="1084"/>
                    <a:pt x="1934" y="1085"/>
                  </a:cubicBezTo>
                  <a:cubicBezTo>
                    <a:pt x="1926" y="1087"/>
                    <a:pt x="1917" y="1092"/>
                    <a:pt x="1904" y="1092"/>
                  </a:cubicBezTo>
                  <a:cubicBezTo>
                    <a:pt x="1892" y="1091"/>
                    <a:pt x="1888" y="1068"/>
                    <a:pt x="1881" y="1062"/>
                  </a:cubicBezTo>
                  <a:cubicBezTo>
                    <a:pt x="1875" y="1057"/>
                    <a:pt x="1881" y="1044"/>
                    <a:pt x="1870" y="1042"/>
                  </a:cubicBezTo>
                  <a:cubicBezTo>
                    <a:pt x="1859" y="1041"/>
                    <a:pt x="1856" y="1032"/>
                    <a:pt x="1848" y="1032"/>
                  </a:cubicBezTo>
                  <a:cubicBezTo>
                    <a:pt x="1839" y="1032"/>
                    <a:pt x="1823" y="1023"/>
                    <a:pt x="1819" y="1014"/>
                  </a:cubicBezTo>
                  <a:cubicBezTo>
                    <a:pt x="1815" y="1006"/>
                    <a:pt x="1805" y="998"/>
                    <a:pt x="1793" y="996"/>
                  </a:cubicBezTo>
                  <a:cubicBezTo>
                    <a:pt x="1782" y="995"/>
                    <a:pt x="1763" y="997"/>
                    <a:pt x="1759" y="1001"/>
                  </a:cubicBezTo>
                  <a:cubicBezTo>
                    <a:pt x="1755" y="1006"/>
                    <a:pt x="1730" y="1012"/>
                    <a:pt x="1724" y="1006"/>
                  </a:cubicBezTo>
                  <a:cubicBezTo>
                    <a:pt x="1719" y="1001"/>
                    <a:pt x="1720" y="986"/>
                    <a:pt x="1713" y="980"/>
                  </a:cubicBezTo>
                  <a:cubicBezTo>
                    <a:pt x="1706" y="974"/>
                    <a:pt x="1698" y="966"/>
                    <a:pt x="1689" y="967"/>
                  </a:cubicBezTo>
                  <a:cubicBezTo>
                    <a:pt x="1681" y="968"/>
                    <a:pt x="1679" y="970"/>
                    <a:pt x="1668" y="969"/>
                  </a:cubicBezTo>
                  <a:cubicBezTo>
                    <a:pt x="1668" y="969"/>
                    <a:pt x="1651" y="964"/>
                    <a:pt x="1643" y="971"/>
                  </a:cubicBezTo>
                  <a:cubicBezTo>
                    <a:pt x="1636" y="977"/>
                    <a:pt x="1628" y="975"/>
                    <a:pt x="1622" y="975"/>
                  </a:cubicBezTo>
                  <a:close/>
                  <a:moveTo>
                    <a:pt x="1168" y="1017"/>
                  </a:moveTo>
                  <a:cubicBezTo>
                    <a:pt x="1176" y="1016"/>
                    <a:pt x="1179" y="1019"/>
                    <a:pt x="1175" y="1027"/>
                  </a:cubicBezTo>
                  <a:cubicBezTo>
                    <a:pt x="1172" y="1035"/>
                    <a:pt x="1172" y="1042"/>
                    <a:pt x="1181" y="1046"/>
                  </a:cubicBezTo>
                  <a:cubicBezTo>
                    <a:pt x="1189" y="1049"/>
                    <a:pt x="1196" y="1047"/>
                    <a:pt x="1198" y="1040"/>
                  </a:cubicBezTo>
                  <a:cubicBezTo>
                    <a:pt x="1201" y="1033"/>
                    <a:pt x="1201" y="1029"/>
                    <a:pt x="1211" y="1029"/>
                  </a:cubicBezTo>
                  <a:cubicBezTo>
                    <a:pt x="1222" y="1029"/>
                    <a:pt x="1234" y="1029"/>
                    <a:pt x="1238" y="1036"/>
                  </a:cubicBezTo>
                  <a:cubicBezTo>
                    <a:pt x="1242" y="1042"/>
                    <a:pt x="1246" y="1041"/>
                    <a:pt x="1253" y="1041"/>
                  </a:cubicBezTo>
                  <a:cubicBezTo>
                    <a:pt x="1260" y="1041"/>
                    <a:pt x="1276" y="1041"/>
                    <a:pt x="1275" y="1029"/>
                  </a:cubicBezTo>
                  <a:cubicBezTo>
                    <a:pt x="1274" y="1016"/>
                    <a:pt x="1274" y="1013"/>
                    <a:pt x="1282" y="1013"/>
                  </a:cubicBezTo>
                  <a:cubicBezTo>
                    <a:pt x="1291" y="1013"/>
                    <a:pt x="1296" y="1014"/>
                    <a:pt x="1296" y="1021"/>
                  </a:cubicBezTo>
                  <a:cubicBezTo>
                    <a:pt x="1296" y="1028"/>
                    <a:pt x="1299" y="1033"/>
                    <a:pt x="1304" y="1035"/>
                  </a:cubicBezTo>
                  <a:cubicBezTo>
                    <a:pt x="1309" y="1037"/>
                    <a:pt x="1312" y="1041"/>
                    <a:pt x="1313" y="1047"/>
                  </a:cubicBezTo>
                  <a:cubicBezTo>
                    <a:pt x="1314" y="1054"/>
                    <a:pt x="1316" y="1056"/>
                    <a:pt x="1327" y="1056"/>
                  </a:cubicBezTo>
                  <a:cubicBezTo>
                    <a:pt x="1339" y="1056"/>
                    <a:pt x="1356" y="1055"/>
                    <a:pt x="1358" y="1050"/>
                  </a:cubicBezTo>
                  <a:cubicBezTo>
                    <a:pt x="1359" y="1045"/>
                    <a:pt x="1367" y="1039"/>
                    <a:pt x="1367" y="1027"/>
                  </a:cubicBezTo>
                  <a:cubicBezTo>
                    <a:pt x="1367" y="1015"/>
                    <a:pt x="1364" y="1005"/>
                    <a:pt x="1370" y="1005"/>
                  </a:cubicBezTo>
                  <a:cubicBezTo>
                    <a:pt x="1375" y="1005"/>
                    <a:pt x="1375" y="1011"/>
                    <a:pt x="1381" y="1015"/>
                  </a:cubicBezTo>
                  <a:cubicBezTo>
                    <a:pt x="1387" y="1019"/>
                    <a:pt x="1398" y="1031"/>
                    <a:pt x="1406" y="1020"/>
                  </a:cubicBezTo>
                  <a:cubicBezTo>
                    <a:pt x="1413" y="1009"/>
                    <a:pt x="1412" y="1001"/>
                    <a:pt x="1420" y="998"/>
                  </a:cubicBezTo>
                  <a:cubicBezTo>
                    <a:pt x="1428" y="996"/>
                    <a:pt x="1436" y="991"/>
                    <a:pt x="1432" y="986"/>
                  </a:cubicBezTo>
                  <a:cubicBezTo>
                    <a:pt x="1428" y="981"/>
                    <a:pt x="1424" y="973"/>
                    <a:pt x="1427" y="967"/>
                  </a:cubicBezTo>
                  <a:cubicBezTo>
                    <a:pt x="1430" y="961"/>
                    <a:pt x="1444" y="968"/>
                    <a:pt x="1444" y="958"/>
                  </a:cubicBezTo>
                  <a:cubicBezTo>
                    <a:pt x="1444" y="948"/>
                    <a:pt x="1450" y="948"/>
                    <a:pt x="1451" y="942"/>
                  </a:cubicBezTo>
                  <a:cubicBezTo>
                    <a:pt x="1451" y="935"/>
                    <a:pt x="1453" y="930"/>
                    <a:pt x="1461" y="930"/>
                  </a:cubicBezTo>
                  <a:cubicBezTo>
                    <a:pt x="1470" y="931"/>
                    <a:pt x="1475" y="934"/>
                    <a:pt x="1476" y="942"/>
                  </a:cubicBezTo>
                  <a:cubicBezTo>
                    <a:pt x="1476" y="950"/>
                    <a:pt x="1469" y="953"/>
                    <a:pt x="1471" y="959"/>
                  </a:cubicBezTo>
                  <a:cubicBezTo>
                    <a:pt x="1473" y="965"/>
                    <a:pt x="1470" y="969"/>
                    <a:pt x="1466" y="974"/>
                  </a:cubicBezTo>
                  <a:cubicBezTo>
                    <a:pt x="1461" y="979"/>
                    <a:pt x="1468" y="981"/>
                    <a:pt x="1479" y="991"/>
                  </a:cubicBezTo>
                  <a:cubicBezTo>
                    <a:pt x="1489" y="1001"/>
                    <a:pt x="1498" y="999"/>
                    <a:pt x="1508" y="998"/>
                  </a:cubicBezTo>
                  <a:cubicBezTo>
                    <a:pt x="1518" y="998"/>
                    <a:pt x="1532" y="995"/>
                    <a:pt x="1532" y="986"/>
                  </a:cubicBezTo>
                  <a:cubicBezTo>
                    <a:pt x="1532" y="976"/>
                    <a:pt x="1540" y="964"/>
                    <a:pt x="1548" y="963"/>
                  </a:cubicBezTo>
                  <a:cubicBezTo>
                    <a:pt x="1557" y="961"/>
                    <a:pt x="1568" y="959"/>
                    <a:pt x="1579" y="958"/>
                  </a:cubicBezTo>
                  <a:cubicBezTo>
                    <a:pt x="1590" y="956"/>
                    <a:pt x="1591" y="945"/>
                    <a:pt x="1595" y="946"/>
                  </a:cubicBezTo>
                  <a:cubicBezTo>
                    <a:pt x="1598" y="948"/>
                    <a:pt x="1604" y="943"/>
                    <a:pt x="1598" y="936"/>
                  </a:cubicBezTo>
                  <a:cubicBezTo>
                    <a:pt x="1593" y="929"/>
                    <a:pt x="1585" y="925"/>
                    <a:pt x="1588" y="919"/>
                  </a:cubicBezTo>
                  <a:cubicBezTo>
                    <a:pt x="1591" y="913"/>
                    <a:pt x="1607" y="920"/>
                    <a:pt x="1607" y="911"/>
                  </a:cubicBezTo>
                  <a:cubicBezTo>
                    <a:pt x="1607" y="902"/>
                    <a:pt x="1605" y="902"/>
                    <a:pt x="1596" y="899"/>
                  </a:cubicBezTo>
                  <a:cubicBezTo>
                    <a:pt x="1587" y="896"/>
                    <a:pt x="1584" y="892"/>
                    <a:pt x="1584" y="886"/>
                  </a:cubicBezTo>
                  <a:cubicBezTo>
                    <a:pt x="1584" y="880"/>
                    <a:pt x="1585" y="870"/>
                    <a:pt x="1600" y="872"/>
                  </a:cubicBezTo>
                  <a:cubicBezTo>
                    <a:pt x="1614" y="873"/>
                    <a:pt x="1606" y="858"/>
                    <a:pt x="1618" y="862"/>
                  </a:cubicBezTo>
                  <a:cubicBezTo>
                    <a:pt x="1631" y="865"/>
                    <a:pt x="1636" y="856"/>
                    <a:pt x="1623" y="851"/>
                  </a:cubicBezTo>
                  <a:cubicBezTo>
                    <a:pt x="1609" y="846"/>
                    <a:pt x="1603" y="844"/>
                    <a:pt x="1598" y="839"/>
                  </a:cubicBezTo>
                  <a:cubicBezTo>
                    <a:pt x="1593" y="833"/>
                    <a:pt x="1578" y="833"/>
                    <a:pt x="1573" y="825"/>
                  </a:cubicBezTo>
                  <a:cubicBezTo>
                    <a:pt x="1567" y="817"/>
                    <a:pt x="1564" y="823"/>
                    <a:pt x="1553" y="826"/>
                  </a:cubicBezTo>
                  <a:cubicBezTo>
                    <a:pt x="1542" y="829"/>
                    <a:pt x="1527" y="829"/>
                    <a:pt x="1525" y="834"/>
                  </a:cubicBezTo>
                  <a:cubicBezTo>
                    <a:pt x="1523" y="839"/>
                    <a:pt x="1521" y="842"/>
                    <a:pt x="1529" y="845"/>
                  </a:cubicBezTo>
                  <a:cubicBezTo>
                    <a:pt x="1537" y="848"/>
                    <a:pt x="1539" y="857"/>
                    <a:pt x="1512" y="850"/>
                  </a:cubicBezTo>
                  <a:cubicBezTo>
                    <a:pt x="1484" y="843"/>
                    <a:pt x="1469" y="852"/>
                    <a:pt x="1458" y="850"/>
                  </a:cubicBezTo>
                  <a:cubicBezTo>
                    <a:pt x="1446" y="849"/>
                    <a:pt x="1418" y="853"/>
                    <a:pt x="1406" y="853"/>
                  </a:cubicBezTo>
                  <a:cubicBezTo>
                    <a:pt x="1394" y="853"/>
                    <a:pt x="1391" y="857"/>
                    <a:pt x="1383" y="867"/>
                  </a:cubicBezTo>
                  <a:cubicBezTo>
                    <a:pt x="1374" y="877"/>
                    <a:pt x="1363" y="884"/>
                    <a:pt x="1355" y="889"/>
                  </a:cubicBezTo>
                  <a:cubicBezTo>
                    <a:pt x="1347" y="894"/>
                    <a:pt x="1335" y="899"/>
                    <a:pt x="1328" y="907"/>
                  </a:cubicBezTo>
                  <a:cubicBezTo>
                    <a:pt x="1322" y="916"/>
                    <a:pt x="1315" y="917"/>
                    <a:pt x="1312" y="925"/>
                  </a:cubicBezTo>
                  <a:cubicBezTo>
                    <a:pt x="1308" y="933"/>
                    <a:pt x="1298" y="932"/>
                    <a:pt x="1289" y="935"/>
                  </a:cubicBezTo>
                  <a:cubicBezTo>
                    <a:pt x="1289" y="935"/>
                    <a:pt x="1271" y="938"/>
                    <a:pt x="1264" y="948"/>
                  </a:cubicBezTo>
                  <a:cubicBezTo>
                    <a:pt x="1256" y="958"/>
                    <a:pt x="1244" y="974"/>
                    <a:pt x="1228" y="974"/>
                  </a:cubicBezTo>
                  <a:cubicBezTo>
                    <a:pt x="1212" y="974"/>
                    <a:pt x="1191" y="981"/>
                    <a:pt x="1183" y="987"/>
                  </a:cubicBezTo>
                  <a:cubicBezTo>
                    <a:pt x="1176" y="993"/>
                    <a:pt x="1168" y="997"/>
                    <a:pt x="1161" y="1002"/>
                  </a:cubicBezTo>
                  <a:cubicBezTo>
                    <a:pt x="1154" y="1007"/>
                    <a:pt x="1160" y="1019"/>
                    <a:pt x="1168" y="1017"/>
                  </a:cubicBezTo>
                  <a:close/>
                  <a:moveTo>
                    <a:pt x="1492" y="1021"/>
                  </a:moveTo>
                  <a:cubicBezTo>
                    <a:pt x="1489" y="1016"/>
                    <a:pt x="1480" y="1014"/>
                    <a:pt x="1478" y="1019"/>
                  </a:cubicBezTo>
                  <a:cubicBezTo>
                    <a:pt x="1478" y="1019"/>
                    <a:pt x="1470" y="1033"/>
                    <a:pt x="1460" y="1034"/>
                  </a:cubicBezTo>
                  <a:cubicBezTo>
                    <a:pt x="1450" y="1034"/>
                    <a:pt x="1442" y="1034"/>
                    <a:pt x="1436" y="1038"/>
                  </a:cubicBezTo>
                  <a:cubicBezTo>
                    <a:pt x="1429" y="1043"/>
                    <a:pt x="1423" y="1048"/>
                    <a:pt x="1417" y="1053"/>
                  </a:cubicBezTo>
                  <a:cubicBezTo>
                    <a:pt x="1411" y="1058"/>
                    <a:pt x="1385" y="1076"/>
                    <a:pt x="1385" y="1082"/>
                  </a:cubicBezTo>
                  <a:cubicBezTo>
                    <a:pt x="1385" y="1088"/>
                    <a:pt x="1395" y="1092"/>
                    <a:pt x="1406" y="1095"/>
                  </a:cubicBezTo>
                  <a:cubicBezTo>
                    <a:pt x="1418" y="1098"/>
                    <a:pt x="1435" y="1099"/>
                    <a:pt x="1442" y="1092"/>
                  </a:cubicBezTo>
                  <a:cubicBezTo>
                    <a:pt x="1448" y="1086"/>
                    <a:pt x="1462" y="1082"/>
                    <a:pt x="1468" y="1074"/>
                  </a:cubicBezTo>
                  <a:cubicBezTo>
                    <a:pt x="1473" y="1067"/>
                    <a:pt x="1477" y="1053"/>
                    <a:pt x="1484" y="1049"/>
                  </a:cubicBezTo>
                  <a:cubicBezTo>
                    <a:pt x="1492" y="1045"/>
                    <a:pt x="1501" y="1038"/>
                    <a:pt x="1501" y="1033"/>
                  </a:cubicBezTo>
                  <a:cubicBezTo>
                    <a:pt x="1501" y="1027"/>
                    <a:pt x="1494" y="1025"/>
                    <a:pt x="1492" y="1021"/>
                  </a:cubicBezTo>
                  <a:close/>
                  <a:moveTo>
                    <a:pt x="1269" y="1066"/>
                  </a:moveTo>
                  <a:cubicBezTo>
                    <a:pt x="1269" y="1071"/>
                    <a:pt x="1272" y="1075"/>
                    <a:pt x="1276" y="1071"/>
                  </a:cubicBezTo>
                  <a:cubicBezTo>
                    <a:pt x="1280" y="1066"/>
                    <a:pt x="1283" y="1063"/>
                    <a:pt x="1284" y="1057"/>
                  </a:cubicBezTo>
                  <a:cubicBezTo>
                    <a:pt x="1285" y="1050"/>
                    <a:pt x="1282" y="1028"/>
                    <a:pt x="1278" y="1041"/>
                  </a:cubicBezTo>
                  <a:cubicBezTo>
                    <a:pt x="1278" y="1041"/>
                    <a:pt x="1281" y="1051"/>
                    <a:pt x="1277" y="1055"/>
                  </a:cubicBezTo>
                  <a:cubicBezTo>
                    <a:pt x="1272" y="1058"/>
                    <a:pt x="1269" y="1062"/>
                    <a:pt x="1269" y="1066"/>
                  </a:cubicBezTo>
                  <a:close/>
                  <a:moveTo>
                    <a:pt x="1713" y="914"/>
                  </a:moveTo>
                  <a:cubicBezTo>
                    <a:pt x="1713" y="914"/>
                    <a:pt x="1698" y="915"/>
                    <a:pt x="1691" y="918"/>
                  </a:cubicBezTo>
                  <a:cubicBezTo>
                    <a:pt x="1684" y="922"/>
                    <a:pt x="1677" y="925"/>
                    <a:pt x="1677" y="930"/>
                  </a:cubicBezTo>
                  <a:cubicBezTo>
                    <a:pt x="1678" y="935"/>
                    <a:pt x="1685" y="935"/>
                    <a:pt x="1689" y="938"/>
                  </a:cubicBezTo>
                  <a:cubicBezTo>
                    <a:pt x="1692" y="940"/>
                    <a:pt x="1706" y="943"/>
                    <a:pt x="1717" y="943"/>
                  </a:cubicBezTo>
                  <a:cubicBezTo>
                    <a:pt x="1727" y="943"/>
                    <a:pt x="1740" y="944"/>
                    <a:pt x="1744" y="939"/>
                  </a:cubicBezTo>
                  <a:cubicBezTo>
                    <a:pt x="1748" y="934"/>
                    <a:pt x="1757" y="933"/>
                    <a:pt x="1757" y="927"/>
                  </a:cubicBezTo>
                  <a:cubicBezTo>
                    <a:pt x="1756" y="921"/>
                    <a:pt x="1753" y="917"/>
                    <a:pt x="1747" y="918"/>
                  </a:cubicBezTo>
                  <a:cubicBezTo>
                    <a:pt x="1741" y="918"/>
                    <a:pt x="1725" y="914"/>
                    <a:pt x="1713" y="914"/>
                  </a:cubicBezTo>
                  <a:close/>
                  <a:moveTo>
                    <a:pt x="1659" y="775"/>
                  </a:moveTo>
                  <a:cubicBezTo>
                    <a:pt x="1672" y="785"/>
                    <a:pt x="1688" y="796"/>
                    <a:pt x="1695" y="800"/>
                  </a:cubicBezTo>
                  <a:cubicBezTo>
                    <a:pt x="1702" y="804"/>
                    <a:pt x="1717" y="813"/>
                    <a:pt x="1720" y="806"/>
                  </a:cubicBezTo>
                  <a:cubicBezTo>
                    <a:pt x="1722" y="799"/>
                    <a:pt x="1738" y="803"/>
                    <a:pt x="1739" y="797"/>
                  </a:cubicBezTo>
                  <a:cubicBezTo>
                    <a:pt x="1740" y="791"/>
                    <a:pt x="1750" y="787"/>
                    <a:pt x="1747" y="781"/>
                  </a:cubicBezTo>
                  <a:cubicBezTo>
                    <a:pt x="1745" y="775"/>
                    <a:pt x="1736" y="775"/>
                    <a:pt x="1727" y="769"/>
                  </a:cubicBezTo>
                  <a:cubicBezTo>
                    <a:pt x="1717" y="763"/>
                    <a:pt x="1695" y="743"/>
                    <a:pt x="1685" y="755"/>
                  </a:cubicBezTo>
                  <a:cubicBezTo>
                    <a:pt x="1685" y="755"/>
                    <a:pt x="1678" y="760"/>
                    <a:pt x="1671" y="760"/>
                  </a:cubicBezTo>
                  <a:cubicBezTo>
                    <a:pt x="1664" y="761"/>
                    <a:pt x="1646" y="765"/>
                    <a:pt x="1659" y="775"/>
                  </a:cubicBezTo>
                  <a:close/>
                  <a:moveTo>
                    <a:pt x="1940" y="782"/>
                  </a:moveTo>
                  <a:cubicBezTo>
                    <a:pt x="1951" y="782"/>
                    <a:pt x="1971" y="783"/>
                    <a:pt x="1971" y="779"/>
                  </a:cubicBezTo>
                  <a:cubicBezTo>
                    <a:pt x="1971" y="774"/>
                    <a:pt x="1995" y="779"/>
                    <a:pt x="1995" y="773"/>
                  </a:cubicBezTo>
                  <a:cubicBezTo>
                    <a:pt x="1995" y="767"/>
                    <a:pt x="2005" y="772"/>
                    <a:pt x="2005" y="763"/>
                  </a:cubicBezTo>
                  <a:cubicBezTo>
                    <a:pt x="2005" y="754"/>
                    <a:pt x="2002" y="755"/>
                    <a:pt x="1996" y="749"/>
                  </a:cubicBezTo>
                  <a:cubicBezTo>
                    <a:pt x="1989" y="743"/>
                    <a:pt x="1973" y="743"/>
                    <a:pt x="1963" y="743"/>
                  </a:cubicBezTo>
                  <a:cubicBezTo>
                    <a:pt x="1953" y="742"/>
                    <a:pt x="1944" y="744"/>
                    <a:pt x="1939" y="747"/>
                  </a:cubicBezTo>
                  <a:cubicBezTo>
                    <a:pt x="1934" y="751"/>
                    <a:pt x="1934" y="753"/>
                    <a:pt x="1915" y="752"/>
                  </a:cubicBezTo>
                  <a:cubicBezTo>
                    <a:pt x="1897" y="752"/>
                    <a:pt x="1855" y="759"/>
                    <a:pt x="1837" y="760"/>
                  </a:cubicBezTo>
                  <a:cubicBezTo>
                    <a:pt x="1837" y="760"/>
                    <a:pt x="1826" y="758"/>
                    <a:pt x="1817" y="764"/>
                  </a:cubicBezTo>
                  <a:cubicBezTo>
                    <a:pt x="1808" y="769"/>
                    <a:pt x="1799" y="771"/>
                    <a:pt x="1790" y="771"/>
                  </a:cubicBezTo>
                  <a:cubicBezTo>
                    <a:pt x="1782" y="771"/>
                    <a:pt x="1785" y="775"/>
                    <a:pt x="1777" y="776"/>
                  </a:cubicBezTo>
                  <a:cubicBezTo>
                    <a:pt x="1769" y="778"/>
                    <a:pt x="1767" y="782"/>
                    <a:pt x="1766" y="793"/>
                  </a:cubicBezTo>
                  <a:cubicBezTo>
                    <a:pt x="1765" y="803"/>
                    <a:pt x="1767" y="818"/>
                    <a:pt x="1779" y="824"/>
                  </a:cubicBezTo>
                  <a:cubicBezTo>
                    <a:pt x="1792" y="830"/>
                    <a:pt x="1798" y="843"/>
                    <a:pt x="1805" y="843"/>
                  </a:cubicBezTo>
                  <a:cubicBezTo>
                    <a:pt x="1812" y="843"/>
                    <a:pt x="1817" y="846"/>
                    <a:pt x="1819" y="851"/>
                  </a:cubicBezTo>
                  <a:cubicBezTo>
                    <a:pt x="1822" y="856"/>
                    <a:pt x="1827" y="858"/>
                    <a:pt x="1839" y="858"/>
                  </a:cubicBezTo>
                  <a:cubicBezTo>
                    <a:pt x="1851" y="858"/>
                    <a:pt x="1865" y="857"/>
                    <a:pt x="1867" y="853"/>
                  </a:cubicBezTo>
                  <a:cubicBezTo>
                    <a:pt x="1869" y="850"/>
                    <a:pt x="1879" y="849"/>
                    <a:pt x="1891" y="849"/>
                  </a:cubicBezTo>
                  <a:cubicBezTo>
                    <a:pt x="1904" y="849"/>
                    <a:pt x="1918" y="841"/>
                    <a:pt x="1928" y="841"/>
                  </a:cubicBezTo>
                  <a:cubicBezTo>
                    <a:pt x="1939" y="841"/>
                    <a:pt x="1951" y="844"/>
                    <a:pt x="1953" y="837"/>
                  </a:cubicBezTo>
                  <a:cubicBezTo>
                    <a:pt x="1955" y="830"/>
                    <a:pt x="1970" y="838"/>
                    <a:pt x="1969" y="826"/>
                  </a:cubicBezTo>
                  <a:cubicBezTo>
                    <a:pt x="1969" y="814"/>
                    <a:pt x="1976" y="795"/>
                    <a:pt x="1964" y="794"/>
                  </a:cubicBezTo>
                  <a:cubicBezTo>
                    <a:pt x="1952" y="794"/>
                    <a:pt x="1928" y="798"/>
                    <a:pt x="1927" y="789"/>
                  </a:cubicBezTo>
                  <a:cubicBezTo>
                    <a:pt x="1925" y="781"/>
                    <a:pt x="1928" y="781"/>
                    <a:pt x="1940" y="782"/>
                  </a:cubicBezTo>
                  <a:close/>
                  <a:moveTo>
                    <a:pt x="1770" y="720"/>
                  </a:moveTo>
                  <a:cubicBezTo>
                    <a:pt x="1777" y="722"/>
                    <a:pt x="1778" y="729"/>
                    <a:pt x="1790" y="727"/>
                  </a:cubicBezTo>
                  <a:cubicBezTo>
                    <a:pt x="1803" y="724"/>
                    <a:pt x="1802" y="720"/>
                    <a:pt x="1819" y="718"/>
                  </a:cubicBezTo>
                  <a:cubicBezTo>
                    <a:pt x="1836" y="716"/>
                    <a:pt x="1846" y="713"/>
                    <a:pt x="1853" y="722"/>
                  </a:cubicBezTo>
                  <a:cubicBezTo>
                    <a:pt x="1860" y="730"/>
                    <a:pt x="1870" y="728"/>
                    <a:pt x="1879" y="727"/>
                  </a:cubicBezTo>
                  <a:cubicBezTo>
                    <a:pt x="1889" y="727"/>
                    <a:pt x="1896" y="725"/>
                    <a:pt x="1897" y="722"/>
                  </a:cubicBezTo>
                  <a:cubicBezTo>
                    <a:pt x="1898" y="719"/>
                    <a:pt x="1903" y="718"/>
                    <a:pt x="1910" y="718"/>
                  </a:cubicBezTo>
                  <a:cubicBezTo>
                    <a:pt x="1918" y="718"/>
                    <a:pt x="1927" y="717"/>
                    <a:pt x="1927" y="721"/>
                  </a:cubicBezTo>
                  <a:cubicBezTo>
                    <a:pt x="1928" y="725"/>
                    <a:pt x="1937" y="728"/>
                    <a:pt x="1944" y="727"/>
                  </a:cubicBezTo>
                  <a:cubicBezTo>
                    <a:pt x="1951" y="726"/>
                    <a:pt x="1960" y="730"/>
                    <a:pt x="1963" y="725"/>
                  </a:cubicBezTo>
                  <a:cubicBezTo>
                    <a:pt x="1967" y="720"/>
                    <a:pt x="1971" y="718"/>
                    <a:pt x="1980" y="722"/>
                  </a:cubicBezTo>
                  <a:cubicBezTo>
                    <a:pt x="1989" y="726"/>
                    <a:pt x="1989" y="727"/>
                    <a:pt x="1996" y="726"/>
                  </a:cubicBezTo>
                  <a:cubicBezTo>
                    <a:pt x="2002" y="725"/>
                    <a:pt x="2018" y="731"/>
                    <a:pt x="2020" y="724"/>
                  </a:cubicBezTo>
                  <a:cubicBezTo>
                    <a:pt x="2021" y="716"/>
                    <a:pt x="2021" y="714"/>
                    <a:pt x="2025" y="711"/>
                  </a:cubicBezTo>
                  <a:cubicBezTo>
                    <a:pt x="2028" y="708"/>
                    <a:pt x="2030" y="705"/>
                    <a:pt x="2026" y="699"/>
                  </a:cubicBezTo>
                  <a:cubicBezTo>
                    <a:pt x="2021" y="693"/>
                    <a:pt x="2022" y="688"/>
                    <a:pt x="2015" y="687"/>
                  </a:cubicBezTo>
                  <a:cubicBezTo>
                    <a:pt x="2008" y="686"/>
                    <a:pt x="2007" y="682"/>
                    <a:pt x="1997" y="676"/>
                  </a:cubicBezTo>
                  <a:cubicBezTo>
                    <a:pt x="1987" y="670"/>
                    <a:pt x="1976" y="665"/>
                    <a:pt x="1970" y="661"/>
                  </a:cubicBezTo>
                  <a:cubicBezTo>
                    <a:pt x="1965" y="658"/>
                    <a:pt x="1952" y="651"/>
                    <a:pt x="1944" y="655"/>
                  </a:cubicBezTo>
                  <a:cubicBezTo>
                    <a:pt x="1936" y="659"/>
                    <a:pt x="1930" y="659"/>
                    <a:pt x="1919" y="661"/>
                  </a:cubicBezTo>
                  <a:cubicBezTo>
                    <a:pt x="1907" y="663"/>
                    <a:pt x="1912" y="668"/>
                    <a:pt x="1898" y="669"/>
                  </a:cubicBezTo>
                  <a:cubicBezTo>
                    <a:pt x="1885" y="670"/>
                    <a:pt x="1881" y="671"/>
                    <a:pt x="1878" y="675"/>
                  </a:cubicBezTo>
                  <a:cubicBezTo>
                    <a:pt x="1876" y="680"/>
                    <a:pt x="1878" y="689"/>
                    <a:pt x="1842" y="686"/>
                  </a:cubicBezTo>
                  <a:cubicBezTo>
                    <a:pt x="1842" y="686"/>
                    <a:pt x="1827" y="687"/>
                    <a:pt x="1818" y="692"/>
                  </a:cubicBezTo>
                  <a:cubicBezTo>
                    <a:pt x="1808" y="696"/>
                    <a:pt x="1796" y="694"/>
                    <a:pt x="1793" y="699"/>
                  </a:cubicBezTo>
                  <a:cubicBezTo>
                    <a:pt x="1791" y="704"/>
                    <a:pt x="1784" y="704"/>
                    <a:pt x="1779" y="704"/>
                  </a:cubicBezTo>
                  <a:cubicBezTo>
                    <a:pt x="1774" y="704"/>
                    <a:pt x="1775" y="708"/>
                    <a:pt x="1768" y="711"/>
                  </a:cubicBezTo>
                  <a:cubicBezTo>
                    <a:pt x="1761" y="714"/>
                    <a:pt x="1764" y="717"/>
                    <a:pt x="1770" y="720"/>
                  </a:cubicBezTo>
                  <a:close/>
                  <a:moveTo>
                    <a:pt x="2131" y="1344"/>
                  </a:moveTo>
                  <a:cubicBezTo>
                    <a:pt x="2131" y="1340"/>
                    <a:pt x="2135" y="1329"/>
                    <a:pt x="2123" y="1329"/>
                  </a:cubicBezTo>
                  <a:cubicBezTo>
                    <a:pt x="2123" y="1329"/>
                    <a:pt x="2120" y="1327"/>
                    <a:pt x="2119" y="1331"/>
                  </a:cubicBezTo>
                  <a:cubicBezTo>
                    <a:pt x="2119" y="1335"/>
                    <a:pt x="2117" y="1337"/>
                    <a:pt x="2112" y="1337"/>
                  </a:cubicBezTo>
                  <a:cubicBezTo>
                    <a:pt x="2108" y="1337"/>
                    <a:pt x="2096" y="1336"/>
                    <a:pt x="2095" y="1340"/>
                  </a:cubicBezTo>
                  <a:cubicBezTo>
                    <a:pt x="2094" y="1344"/>
                    <a:pt x="2096" y="1346"/>
                    <a:pt x="2103" y="1346"/>
                  </a:cubicBezTo>
                  <a:cubicBezTo>
                    <a:pt x="2110" y="1346"/>
                    <a:pt x="2130" y="1347"/>
                    <a:pt x="2131" y="1344"/>
                  </a:cubicBezTo>
                  <a:close/>
                  <a:moveTo>
                    <a:pt x="3800" y="2455"/>
                  </a:moveTo>
                  <a:cubicBezTo>
                    <a:pt x="3802" y="2458"/>
                    <a:pt x="3813" y="2456"/>
                    <a:pt x="3815" y="2463"/>
                  </a:cubicBezTo>
                  <a:cubicBezTo>
                    <a:pt x="3817" y="2469"/>
                    <a:pt x="3827" y="2470"/>
                    <a:pt x="3828" y="2466"/>
                  </a:cubicBezTo>
                  <a:cubicBezTo>
                    <a:pt x="3829" y="2463"/>
                    <a:pt x="3834" y="2461"/>
                    <a:pt x="3840" y="2459"/>
                  </a:cubicBezTo>
                  <a:cubicBezTo>
                    <a:pt x="3846" y="2458"/>
                    <a:pt x="3839" y="2450"/>
                    <a:pt x="3854" y="2448"/>
                  </a:cubicBezTo>
                  <a:cubicBezTo>
                    <a:pt x="3869" y="2445"/>
                    <a:pt x="3872" y="2449"/>
                    <a:pt x="3872" y="2438"/>
                  </a:cubicBezTo>
                  <a:cubicBezTo>
                    <a:pt x="3872" y="2428"/>
                    <a:pt x="3872" y="2425"/>
                    <a:pt x="3867" y="2422"/>
                  </a:cubicBezTo>
                  <a:cubicBezTo>
                    <a:pt x="3861" y="2420"/>
                    <a:pt x="3862" y="2414"/>
                    <a:pt x="3858" y="2407"/>
                  </a:cubicBezTo>
                  <a:cubicBezTo>
                    <a:pt x="3854" y="2400"/>
                    <a:pt x="3846" y="2396"/>
                    <a:pt x="3840" y="2398"/>
                  </a:cubicBezTo>
                  <a:cubicBezTo>
                    <a:pt x="3835" y="2399"/>
                    <a:pt x="3833" y="2407"/>
                    <a:pt x="3823" y="2406"/>
                  </a:cubicBezTo>
                  <a:cubicBezTo>
                    <a:pt x="3813" y="2404"/>
                    <a:pt x="3810" y="2394"/>
                    <a:pt x="3801" y="2399"/>
                  </a:cubicBezTo>
                  <a:cubicBezTo>
                    <a:pt x="3792" y="2405"/>
                    <a:pt x="3789" y="2410"/>
                    <a:pt x="3787" y="2399"/>
                  </a:cubicBezTo>
                  <a:cubicBezTo>
                    <a:pt x="3785" y="2387"/>
                    <a:pt x="3791" y="2366"/>
                    <a:pt x="3783" y="2357"/>
                  </a:cubicBezTo>
                  <a:cubicBezTo>
                    <a:pt x="3775" y="2347"/>
                    <a:pt x="3771" y="2337"/>
                    <a:pt x="3761" y="2333"/>
                  </a:cubicBezTo>
                  <a:cubicBezTo>
                    <a:pt x="3750" y="2329"/>
                    <a:pt x="3744" y="2330"/>
                    <a:pt x="3737" y="2331"/>
                  </a:cubicBezTo>
                  <a:cubicBezTo>
                    <a:pt x="3730" y="2331"/>
                    <a:pt x="3720" y="2325"/>
                    <a:pt x="3714" y="2320"/>
                  </a:cubicBezTo>
                  <a:cubicBezTo>
                    <a:pt x="3709" y="2314"/>
                    <a:pt x="3688" y="2309"/>
                    <a:pt x="3681" y="2301"/>
                  </a:cubicBezTo>
                  <a:cubicBezTo>
                    <a:pt x="3675" y="2294"/>
                    <a:pt x="3669" y="2290"/>
                    <a:pt x="3661" y="2289"/>
                  </a:cubicBezTo>
                  <a:cubicBezTo>
                    <a:pt x="3654" y="2288"/>
                    <a:pt x="3643" y="2288"/>
                    <a:pt x="3638" y="2281"/>
                  </a:cubicBezTo>
                  <a:cubicBezTo>
                    <a:pt x="3632" y="2275"/>
                    <a:pt x="3630" y="2271"/>
                    <a:pt x="3623" y="2265"/>
                  </a:cubicBezTo>
                  <a:cubicBezTo>
                    <a:pt x="3616" y="2260"/>
                    <a:pt x="3602" y="2255"/>
                    <a:pt x="3596" y="2263"/>
                  </a:cubicBezTo>
                  <a:cubicBezTo>
                    <a:pt x="3589" y="2271"/>
                    <a:pt x="3591" y="2275"/>
                    <a:pt x="3582" y="2272"/>
                  </a:cubicBezTo>
                  <a:cubicBezTo>
                    <a:pt x="3573" y="2270"/>
                    <a:pt x="3573" y="2268"/>
                    <a:pt x="3571" y="2259"/>
                  </a:cubicBezTo>
                  <a:cubicBezTo>
                    <a:pt x="3569" y="2251"/>
                    <a:pt x="3569" y="2235"/>
                    <a:pt x="3575" y="2236"/>
                  </a:cubicBezTo>
                  <a:cubicBezTo>
                    <a:pt x="3581" y="2237"/>
                    <a:pt x="3587" y="2246"/>
                    <a:pt x="3594" y="2246"/>
                  </a:cubicBezTo>
                  <a:cubicBezTo>
                    <a:pt x="3601" y="2246"/>
                    <a:pt x="3609" y="2243"/>
                    <a:pt x="3603" y="2232"/>
                  </a:cubicBezTo>
                  <a:cubicBezTo>
                    <a:pt x="3597" y="2221"/>
                    <a:pt x="3590" y="2213"/>
                    <a:pt x="3585" y="2208"/>
                  </a:cubicBezTo>
                  <a:cubicBezTo>
                    <a:pt x="3581" y="2202"/>
                    <a:pt x="3564" y="2197"/>
                    <a:pt x="3564" y="2206"/>
                  </a:cubicBezTo>
                  <a:cubicBezTo>
                    <a:pt x="3564" y="2215"/>
                    <a:pt x="3576" y="2230"/>
                    <a:pt x="3561" y="2221"/>
                  </a:cubicBezTo>
                  <a:cubicBezTo>
                    <a:pt x="3546" y="2212"/>
                    <a:pt x="3529" y="2202"/>
                    <a:pt x="3524" y="2206"/>
                  </a:cubicBezTo>
                  <a:cubicBezTo>
                    <a:pt x="3518" y="2209"/>
                    <a:pt x="3512" y="2219"/>
                    <a:pt x="3510" y="2229"/>
                  </a:cubicBezTo>
                  <a:cubicBezTo>
                    <a:pt x="3508" y="2240"/>
                    <a:pt x="3497" y="2240"/>
                    <a:pt x="3499" y="2269"/>
                  </a:cubicBezTo>
                  <a:cubicBezTo>
                    <a:pt x="3499" y="2269"/>
                    <a:pt x="3502" y="2291"/>
                    <a:pt x="3497" y="2295"/>
                  </a:cubicBezTo>
                  <a:cubicBezTo>
                    <a:pt x="3493" y="2299"/>
                    <a:pt x="3495" y="2304"/>
                    <a:pt x="3498" y="2309"/>
                  </a:cubicBezTo>
                  <a:cubicBezTo>
                    <a:pt x="3501" y="2314"/>
                    <a:pt x="3503" y="2316"/>
                    <a:pt x="3498" y="2320"/>
                  </a:cubicBezTo>
                  <a:cubicBezTo>
                    <a:pt x="3492" y="2324"/>
                    <a:pt x="3492" y="2334"/>
                    <a:pt x="3488" y="2340"/>
                  </a:cubicBezTo>
                  <a:cubicBezTo>
                    <a:pt x="3483" y="2345"/>
                    <a:pt x="3484" y="2354"/>
                    <a:pt x="3485" y="2360"/>
                  </a:cubicBezTo>
                  <a:cubicBezTo>
                    <a:pt x="3485" y="2366"/>
                    <a:pt x="3488" y="2369"/>
                    <a:pt x="3491" y="2375"/>
                  </a:cubicBezTo>
                  <a:cubicBezTo>
                    <a:pt x="3495" y="2381"/>
                    <a:pt x="3492" y="2394"/>
                    <a:pt x="3484" y="2401"/>
                  </a:cubicBezTo>
                  <a:cubicBezTo>
                    <a:pt x="3475" y="2407"/>
                    <a:pt x="3458" y="2409"/>
                    <a:pt x="3452" y="2420"/>
                  </a:cubicBezTo>
                  <a:cubicBezTo>
                    <a:pt x="3445" y="2430"/>
                    <a:pt x="3444" y="2433"/>
                    <a:pt x="3438" y="2436"/>
                  </a:cubicBezTo>
                  <a:cubicBezTo>
                    <a:pt x="3433" y="2440"/>
                    <a:pt x="3437" y="2447"/>
                    <a:pt x="3442" y="2452"/>
                  </a:cubicBezTo>
                  <a:cubicBezTo>
                    <a:pt x="3447" y="2457"/>
                    <a:pt x="3458" y="2464"/>
                    <a:pt x="3461" y="2457"/>
                  </a:cubicBezTo>
                  <a:cubicBezTo>
                    <a:pt x="3465" y="2451"/>
                    <a:pt x="3472" y="2443"/>
                    <a:pt x="3482" y="2448"/>
                  </a:cubicBezTo>
                  <a:cubicBezTo>
                    <a:pt x="3492" y="2453"/>
                    <a:pt x="3507" y="2445"/>
                    <a:pt x="3509" y="2440"/>
                  </a:cubicBezTo>
                  <a:cubicBezTo>
                    <a:pt x="3511" y="2435"/>
                    <a:pt x="3527" y="2438"/>
                    <a:pt x="3532" y="2441"/>
                  </a:cubicBezTo>
                  <a:cubicBezTo>
                    <a:pt x="3536" y="2443"/>
                    <a:pt x="3540" y="2448"/>
                    <a:pt x="3539" y="2451"/>
                  </a:cubicBezTo>
                  <a:cubicBezTo>
                    <a:pt x="3537" y="2455"/>
                    <a:pt x="3533" y="2457"/>
                    <a:pt x="3533" y="2463"/>
                  </a:cubicBezTo>
                  <a:cubicBezTo>
                    <a:pt x="3533" y="2468"/>
                    <a:pt x="3530" y="2483"/>
                    <a:pt x="3537" y="2488"/>
                  </a:cubicBezTo>
                  <a:cubicBezTo>
                    <a:pt x="3544" y="2494"/>
                    <a:pt x="3546" y="2499"/>
                    <a:pt x="3551" y="2500"/>
                  </a:cubicBezTo>
                  <a:cubicBezTo>
                    <a:pt x="3556" y="2500"/>
                    <a:pt x="3568" y="2505"/>
                    <a:pt x="3569" y="2500"/>
                  </a:cubicBezTo>
                  <a:cubicBezTo>
                    <a:pt x="3570" y="2494"/>
                    <a:pt x="3581" y="2490"/>
                    <a:pt x="3587" y="2489"/>
                  </a:cubicBezTo>
                  <a:cubicBezTo>
                    <a:pt x="3592" y="2488"/>
                    <a:pt x="3611" y="2479"/>
                    <a:pt x="3612" y="2471"/>
                  </a:cubicBezTo>
                  <a:cubicBezTo>
                    <a:pt x="3613" y="2463"/>
                    <a:pt x="3619" y="2451"/>
                    <a:pt x="3628" y="2450"/>
                  </a:cubicBezTo>
                  <a:cubicBezTo>
                    <a:pt x="3637" y="2449"/>
                    <a:pt x="3662" y="2435"/>
                    <a:pt x="3663" y="2422"/>
                  </a:cubicBezTo>
                  <a:cubicBezTo>
                    <a:pt x="3665" y="2410"/>
                    <a:pt x="3674" y="2398"/>
                    <a:pt x="3682" y="2399"/>
                  </a:cubicBezTo>
                  <a:cubicBezTo>
                    <a:pt x="3689" y="2400"/>
                    <a:pt x="3690" y="2413"/>
                    <a:pt x="3702" y="2413"/>
                  </a:cubicBezTo>
                  <a:cubicBezTo>
                    <a:pt x="3714" y="2413"/>
                    <a:pt x="3738" y="2414"/>
                    <a:pt x="3736" y="2423"/>
                  </a:cubicBezTo>
                  <a:cubicBezTo>
                    <a:pt x="3735" y="2433"/>
                    <a:pt x="3736" y="2443"/>
                    <a:pt x="3748" y="2443"/>
                  </a:cubicBezTo>
                  <a:cubicBezTo>
                    <a:pt x="3760" y="2442"/>
                    <a:pt x="3771" y="2442"/>
                    <a:pt x="3774" y="2448"/>
                  </a:cubicBezTo>
                  <a:cubicBezTo>
                    <a:pt x="3777" y="2454"/>
                    <a:pt x="3799" y="2451"/>
                    <a:pt x="3800" y="2455"/>
                  </a:cubicBezTo>
                  <a:close/>
                  <a:moveTo>
                    <a:pt x="5074" y="2098"/>
                  </a:moveTo>
                  <a:cubicBezTo>
                    <a:pt x="5063" y="2097"/>
                    <a:pt x="5049" y="2098"/>
                    <a:pt x="5042" y="2090"/>
                  </a:cubicBezTo>
                  <a:cubicBezTo>
                    <a:pt x="5034" y="2081"/>
                    <a:pt x="5029" y="2086"/>
                    <a:pt x="5023" y="2091"/>
                  </a:cubicBezTo>
                  <a:cubicBezTo>
                    <a:pt x="5018" y="2095"/>
                    <a:pt x="4991" y="2107"/>
                    <a:pt x="4996" y="2093"/>
                  </a:cubicBezTo>
                  <a:cubicBezTo>
                    <a:pt x="5002" y="2079"/>
                    <a:pt x="5022" y="2067"/>
                    <a:pt x="5010" y="2066"/>
                  </a:cubicBezTo>
                  <a:cubicBezTo>
                    <a:pt x="4999" y="2065"/>
                    <a:pt x="5001" y="2068"/>
                    <a:pt x="4992" y="2077"/>
                  </a:cubicBezTo>
                  <a:cubicBezTo>
                    <a:pt x="4983" y="2085"/>
                    <a:pt x="4983" y="2104"/>
                    <a:pt x="4973" y="2101"/>
                  </a:cubicBezTo>
                  <a:cubicBezTo>
                    <a:pt x="4962" y="2099"/>
                    <a:pt x="4981" y="2079"/>
                    <a:pt x="4978" y="2068"/>
                  </a:cubicBezTo>
                  <a:cubicBezTo>
                    <a:pt x="4975" y="2057"/>
                    <a:pt x="4974" y="2049"/>
                    <a:pt x="4959" y="2046"/>
                  </a:cubicBezTo>
                  <a:cubicBezTo>
                    <a:pt x="4944" y="2042"/>
                    <a:pt x="4934" y="2046"/>
                    <a:pt x="4920" y="2033"/>
                  </a:cubicBezTo>
                  <a:cubicBezTo>
                    <a:pt x="4906" y="2020"/>
                    <a:pt x="4897" y="2023"/>
                    <a:pt x="4887" y="2011"/>
                  </a:cubicBezTo>
                  <a:cubicBezTo>
                    <a:pt x="4876" y="1999"/>
                    <a:pt x="4858" y="1968"/>
                    <a:pt x="4847" y="1978"/>
                  </a:cubicBezTo>
                  <a:cubicBezTo>
                    <a:pt x="4836" y="1987"/>
                    <a:pt x="4833" y="1999"/>
                    <a:pt x="4822" y="1991"/>
                  </a:cubicBezTo>
                  <a:cubicBezTo>
                    <a:pt x="4811" y="1982"/>
                    <a:pt x="4805" y="1979"/>
                    <a:pt x="4802" y="1989"/>
                  </a:cubicBezTo>
                  <a:cubicBezTo>
                    <a:pt x="4799" y="1998"/>
                    <a:pt x="4780" y="2009"/>
                    <a:pt x="4782" y="1993"/>
                  </a:cubicBezTo>
                  <a:cubicBezTo>
                    <a:pt x="4785" y="1977"/>
                    <a:pt x="4780" y="1979"/>
                    <a:pt x="4775" y="1980"/>
                  </a:cubicBezTo>
                  <a:cubicBezTo>
                    <a:pt x="4770" y="1981"/>
                    <a:pt x="4764" y="1975"/>
                    <a:pt x="4764" y="1962"/>
                  </a:cubicBezTo>
                  <a:cubicBezTo>
                    <a:pt x="4764" y="1949"/>
                    <a:pt x="4757" y="1933"/>
                    <a:pt x="4741" y="1933"/>
                  </a:cubicBezTo>
                  <a:cubicBezTo>
                    <a:pt x="4724" y="1933"/>
                    <a:pt x="4720" y="1951"/>
                    <a:pt x="4713" y="1946"/>
                  </a:cubicBezTo>
                  <a:cubicBezTo>
                    <a:pt x="4705" y="1940"/>
                    <a:pt x="4701" y="1932"/>
                    <a:pt x="4685" y="1931"/>
                  </a:cubicBezTo>
                  <a:cubicBezTo>
                    <a:pt x="4669" y="1929"/>
                    <a:pt x="4660" y="1925"/>
                    <a:pt x="4649" y="1923"/>
                  </a:cubicBezTo>
                  <a:cubicBezTo>
                    <a:pt x="4638" y="1921"/>
                    <a:pt x="4622" y="1906"/>
                    <a:pt x="4656" y="1906"/>
                  </a:cubicBezTo>
                  <a:cubicBezTo>
                    <a:pt x="4689" y="1906"/>
                    <a:pt x="4680" y="1901"/>
                    <a:pt x="4669" y="1897"/>
                  </a:cubicBezTo>
                  <a:cubicBezTo>
                    <a:pt x="4657" y="1893"/>
                    <a:pt x="4655" y="1880"/>
                    <a:pt x="4644" y="1883"/>
                  </a:cubicBezTo>
                  <a:cubicBezTo>
                    <a:pt x="4633" y="1886"/>
                    <a:pt x="4613" y="1898"/>
                    <a:pt x="4608" y="1892"/>
                  </a:cubicBezTo>
                  <a:cubicBezTo>
                    <a:pt x="4604" y="1885"/>
                    <a:pt x="4608" y="1879"/>
                    <a:pt x="4622" y="1876"/>
                  </a:cubicBezTo>
                  <a:cubicBezTo>
                    <a:pt x="4636" y="1872"/>
                    <a:pt x="4664" y="1883"/>
                    <a:pt x="4663" y="1872"/>
                  </a:cubicBezTo>
                  <a:cubicBezTo>
                    <a:pt x="4662" y="1862"/>
                    <a:pt x="4646" y="1854"/>
                    <a:pt x="4637" y="1855"/>
                  </a:cubicBezTo>
                  <a:cubicBezTo>
                    <a:pt x="4629" y="1856"/>
                    <a:pt x="4606" y="1865"/>
                    <a:pt x="4605" y="1858"/>
                  </a:cubicBezTo>
                  <a:cubicBezTo>
                    <a:pt x="4604" y="1852"/>
                    <a:pt x="4613" y="1842"/>
                    <a:pt x="4632" y="1843"/>
                  </a:cubicBezTo>
                  <a:cubicBezTo>
                    <a:pt x="4651" y="1845"/>
                    <a:pt x="4652" y="1845"/>
                    <a:pt x="4669" y="1852"/>
                  </a:cubicBezTo>
                  <a:cubicBezTo>
                    <a:pt x="4685" y="1860"/>
                    <a:pt x="4699" y="1858"/>
                    <a:pt x="4722" y="1856"/>
                  </a:cubicBezTo>
                  <a:cubicBezTo>
                    <a:pt x="4746" y="1854"/>
                    <a:pt x="4745" y="1845"/>
                    <a:pt x="4731" y="1837"/>
                  </a:cubicBezTo>
                  <a:cubicBezTo>
                    <a:pt x="4717" y="1829"/>
                    <a:pt x="4712" y="1834"/>
                    <a:pt x="4704" y="1824"/>
                  </a:cubicBezTo>
                  <a:cubicBezTo>
                    <a:pt x="4696" y="1814"/>
                    <a:pt x="4684" y="1812"/>
                    <a:pt x="4679" y="1818"/>
                  </a:cubicBezTo>
                  <a:cubicBezTo>
                    <a:pt x="4675" y="1823"/>
                    <a:pt x="4666" y="1822"/>
                    <a:pt x="4653" y="1818"/>
                  </a:cubicBezTo>
                  <a:cubicBezTo>
                    <a:pt x="4641" y="1813"/>
                    <a:pt x="4620" y="1799"/>
                    <a:pt x="4642" y="1797"/>
                  </a:cubicBezTo>
                  <a:cubicBezTo>
                    <a:pt x="4663" y="1795"/>
                    <a:pt x="4666" y="1782"/>
                    <a:pt x="4679" y="1790"/>
                  </a:cubicBezTo>
                  <a:cubicBezTo>
                    <a:pt x="4692" y="1797"/>
                    <a:pt x="4713" y="1797"/>
                    <a:pt x="4714" y="1784"/>
                  </a:cubicBezTo>
                  <a:cubicBezTo>
                    <a:pt x="4715" y="1771"/>
                    <a:pt x="4692" y="1762"/>
                    <a:pt x="4685" y="1747"/>
                  </a:cubicBezTo>
                  <a:cubicBezTo>
                    <a:pt x="4677" y="1732"/>
                    <a:pt x="4660" y="1721"/>
                    <a:pt x="4653" y="1724"/>
                  </a:cubicBezTo>
                  <a:cubicBezTo>
                    <a:pt x="4647" y="1727"/>
                    <a:pt x="4641" y="1726"/>
                    <a:pt x="4641" y="1737"/>
                  </a:cubicBezTo>
                  <a:cubicBezTo>
                    <a:pt x="4641" y="1748"/>
                    <a:pt x="4633" y="1755"/>
                    <a:pt x="4627" y="1754"/>
                  </a:cubicBezTo>
                  <a:cubicBezTo>
                    <a:pt x="4620" y="1753"/>
                    <a:pt x="4618" y="1761"/>
                    <a:pt x="4610" y="1760"/>
                  </a:cubicBezTo>
                  <a:cubicBezTo>
                    <a:pt x="4603" y="1759"/>
                    <a:pt x="4585" y="1770"/>
                    <a:pt x="4581" y="1775"/>
                  </a:cubicBezTo>
                  <a:cubicBezTo>
                    <a:pt x="4578" y="1779"/>
                    <a:pt x="4556" y="1786"/>
                    <a:pt x="4549" y="1786"/>
                  </a:cubicBezTo>
                  <a:cubicBezTo>
                    <a:pt x="4543" y="1786"/>
                    <a:pt x="4536" y="1777"/>
                    <a:pt x="4553" y="1774"/>
                  </a:cubicBezTo>
                  <a:cubicBezTo>
                    <a:pt x="4571" y="1770"/>
                    <a:pt x="4586" y="1762"/>
                    <a:pt x="4594" y="1754"/>
                  </a:cubicBezTo>
                  <a:cubicBezTo>
                    <a:pt x="4603" y="1747"/>
                    <a:pt x="4613" y="1739"/>
                    <a:pt x="4605" y="1739"/>
                  </a:cubicBezTo>
                  <a:cubicBezTo>
                    <a:pt x="4598" y="1739"/>
                    <a:pt x="4583" y="1734"/>
                    <a:pt x="4571" y="1743"/>
                  </a:cubicBezTo>
                  <a:cubicBezTo>
                    <a:pt x="4559" y="1753"/>
                    <a:pt x="4528" y="1778"/>
                    <a:pt x="4527" y="1765"/>
                  </a:cubicBezTo>
                  <a:cubicBezTo>
                    <a:pt x="4526" y="1752"/>
                    <a:pt x="4524" y="1749"/>
                    <a:pt x="4547" y="1740"/>
                  </a:cubicBezTo>
                  <a:cubicBezTo>
                    <a:pt x="4570" y="1732"/>
                    <a:pt x="4575" y="1725"/>
                    <a:pt x="4593" y="1725"/>
                  </a:cubicBezTo>
                  <a:cubicBezTo>
                    <a:pt x="4612" y="1725"/>
                    <a:pt x="4599" y="1710"/>
                    <a:pt x="4621" y="1713"/>
                  </a:cubicBezTo>
                  <a:cubicBezTo>
                    <a:pt x="4644" y="1717"/>
                    <a:pt x="4644" y="1712"/>
                    <a:pt x="4633" y="1705"/>
                  </a:cubicBezTo>
                  <a:cubicBezTo>
                    <a:pt x="4622" y="1697"/>
                    <a:pt x="4616" y="1685"/>
                    <a:pt x="4606" y="1685"/>
                  </a:cubicBezTo>
                  <a:cubicBezTo>
                    <a:pt x="4596" y="1685"/>
                    <a:pt x="4584" y="1670"/>
                    <a:pt x="4569" y="1671"/>
                  </a:cubicBezTo>
                  <a:cubicBezTo>
                    <a:pt x="4553" y="1673"/>
                    <a:pt x="4534" y="1683"/>
                    <a:pt x="4534" y="1675"/>
                  </a:cubicBezTo>
                  <a:cubicBezTo>
                    <a:pt x="4534" y="1666"/>
                    <a:pt x="4523" y="1669"/>
                    <a:pt x="4514" y="1670"/>
                  </a:cubicBezTo>
                  <a:cubicBezTo>
                    <a:pt x="4504" y="1671"/>
                    <a:pt x="4485" y="1679"/>
                    <a:pt x="4501" y="1684"/>
                  </a:cubicBezTo>
                  <a:cubicBezTo>
                    <a:pt x="4517" y="1690"/>
                    <a:pt x="4518" y="1706"/>
                    <a:pt x="4508" y="1705"/>
                  </a:cubicBezTo>
                  <a:cubicBezTo>
                    <a:pt x="4499" y="1704"/>
                    <a:pt x="4504" y="1696"/>
                    <a:pt x="4492" y="1692"/>
                  </a:cubicBezTo>
                  <a:cubicBezTo>
                    <a:pt x="4480" y="1688"/>
                    <a:pt x="4478" y="1684"/>
                    <a:pt x="4471" y="1698"/>
                  </a:cubicBezTo>
                  <a:cubicBezTo>
                    <a:pt x="4463" y="1712"/>
                    <a:pt x="4452" y="1726"/>
                    <a:pt x="4449" y="1741"/>
                  </a:cubicBezTo>
                  <a:cubicBezTo>
                    <a:pt x="4446" y="1756"/>
                    <a:pt x="4432" y="1765"/>
                    <a:pt x="4434" y="1749"/>
                  </a:cubicBezTo>
                  <a:cubicBezTo>
                    <a:pt x="4436" y="1733"/>
                    <a:pt x="4449" y="1719"/>
                    <a:pt x="4450" y="1710"/>
                  </a:cubicBezTo>
                  <a:cubicBezTo>
                    <a:pt x="4451" y="1702"/>
                    <a:pt x="4432" y="1700"/>
                    <a:pt x="4429" y="1712"/>
                  </a:cubicBezTo>
                  <a:cubicBezTo>
                    <a:pt x="4426" y="1724"/>
                    <a:pt x="4407" y="1737"/>
                    <a:pt x="4407" y="1723"/>
                  </a:cubicBezTo>
                  <a:cubicBezTo>
                    <a:pt x="4407" y="1709"/>
                    <a:pt x="4416" y="1692"/>
                    <a:pt x="4432" y="1691"/>
                  </a:cubicBezTo>
                  <a:cubicBezTo>
                    <a:pt x="4448" y="1690"/>
                    <a:pt x="4484" y="1686"/>
                    <a:pt x="4485" y="1669"/>
                  </a:cubicBezTo>
                  <a:cubicBezTo>
                    <a:pt x="4486" y="1652"/>
                    <a:pt x="4508" y="1642"/>
                    <a:pt x="4488" y="1640"/>
                  </a:cubicBezTo>
                  <a:cubicBezTo>
                    <a:pt x="4467" y="1638"/>
                    <a:pt x="4455" y="1638"/>
                    <a:pt x="4450" y="1645"/>
                  </a:cubicBezTo>
                  <a:cubicBezTo>
                    <a:pt x="4446" y="1651"/>
                    <a:pt x="4435" y="1662"/>
                    <a:pt x="4423" y="1662"/>
                  </a:cubicBezTo>
                  <a:cubicBezTo>
                    <a:pt x="4412" y="1662"/>
                    <a:pt x="4400" y="1669"/>
                    <a:pt x="4392" y="1675"/>
                  </a:cubicBezTo>
                  <a:cubicBezTo>
                    <a:pt x="4385" y="1680"/>
                    <a:pt x="4365" y="1698"/>
                    <a:pt x="4363" y="1685"/>
                  </a:cubicBezTo>
                  <a:cubicBezTo>
                    <a:pt x="4361" y="1673"/>
                    <a:pt x="4375" y="1664"/>
                    <a:pt x="4388" y="1655"/>
                  </a:cubicBezTo>
                  <a:cubicBezTo>
                    <a:pt x="4401" y="1647"/>
                    <a:pt x="4418" y="1640"/>
                    <a:pt x="4428" y="1642"/>
                  </a:cubicBezTo>
                  <a:cubicBezTo>
                    <a:pt x="4437" y="1645"/>
                    <a:pt x="4434" y="1634"/>
                    <a:pt x="4446" y="1628"/>
                  </a:cubicBezTo>
                  <a:cubicBezTo>
                    <a:pt x="4458" y="1623"/>
                    <a:pt x="4455" y="1613"/>
                    <a:pt x="4447" y="1605"/>
                  </a:cubicBezTo>
                  <a:cubicBezTo>
                    <a:pt x="4440" y="1596"/>
                    <a:pt x="4424" y="1589"/>
                    <a:pt x="4409" y="1583"/>
                  </a:cubicBezTo>
                  <a:cubicBezTo>
                    <a:pt x="4394" y="1578"/>
                    <a:pt x="4377" y="1571"/>
                    <a:pt x="4364" y="1574"/>
                  </a:cubicBezTo>
                  <a:cubicBezTo>
                    <a:pt x="4351" y="1576"/>
                    <a:pt x="4351" y="1578"/>
                    <a:pt x="4344" y="1594"/>
                  </a:cubicBezTo>
                  <a:cubicBezTo>
                    <a:pt x="4336" y="1610"/>
                    <a:pt x="4331" y="1618"/>
                    <a:pt x="4327" y="1633"/>
                  </a:cubicBezTo>
                  <a:cubicBezTo>
                    <a:pt x="4322" y="1648"/>
                    <a:pt x="4301" y="1676"/>
                    <a:pt x="4306" y="1652"/>
                  </a:cubicBezTo>
                  <a:cubicBezTo>
                    <a:pt x="4312" y="1628"/>
                    <a:pt x="4325" y="1625"/>
                    <a:pt x="4325" y="1607"/>
                  </a:cubicBezTo>
                  <a:cubicBezTo>
                    <a:pt x="4325" y="1589"/>
                    <a:pt x="4308" y="1602"/>
                    <a:pt x="4304" y="1613"/>
                  </a:cubicBezTo>
                  <a:cubicBezTo>
                    <a:pt x="4300" y="1625"/>
                    <a:pt x="4285" y="1651"/>
                    <a:pt x="4283" y="1642"/>
                  </a:cubicBezTo>
                  <a:cubicBezTo>
                    <a:pt x="4280" y="1634"/>
                    <a:pt x="4294" y="1617"/>
                    <a:pt x="4297" y="1605"/>
                  </a:cubicBezTo>
                  <a:cubicBezTo>
                    <a:pt x="4299" y="1593"/>
                    <a:pt x="4299" y="1587"/>
                    <a:pt x="4292" y="1581"/>
                  </a:cubicBezTo>
                  <a:cubicBezTo>
                    <a:pt x="4286" y="1576"/>
                    <a:pt x="4277" y="1582"/>
                    <a:pt x="4276" y="1595"/>
                  </a:cubicBezTo>
                  <a:cubicBezTo>
                    <a:pt x="4275" y="1608"/>
                    <a:pt x="4262" y="1623"/>
                    <a:pt x="4262" y="1611"/>
                  </a:cubicBezTo>
                  <a:cubicBezTo>
                    <a:pt x="4262" y="1599"/>
                    <a:pt x="4272" y="1580"/>
                    <a:pt x="4263" y="1573"/>
                  </a:cubicBezTo>
                  <a:cubicBezTo>
                    <a:pt x="4255" y="1565"/>
                    <a:pt x="4245" y="1577"/>
                    <a:pt x="4237" y="1577"/>
                  </a:cubicBezTo>
                  <a:cubicBezTo>
                    <a:pt x="4230" y="1577"/>
                    <a:pt x="4229" y="1582"/>
                    <a:pt x="4230" y="1592"/>
                  </a:cubicBezTo>
                  <a:cubicBezTo>
                    <a:pt x="4231" y="1602"/>
                    <a:pt x="4229" y="1609"/>
                    <a:pt x="4221" y="1605"/>
                  </a:cubicBezTo>
                  <a:cubicBezTo>
                    <a:pt x="4214" y="1600"/>
                    <a:pt x="4221" y="1590"/>
                    <a:pt x="4209" y="1589"/>
                  </a:cubicBezTo>
                  <a:cubicBezTo>
                    <a:pt x="4198" y="1588"/>
                    <a:pt x="4192" y="1573"/>
                    <a:pt x="4203" y="1566"/>
                  </a:cubicBezTo>
                  <a:cubicBezTo>
                    <a:pt x="4214" y="1560"/>
                    <a:pt x="4228" y="1568"/>
                    <a:pt x="4232" y="1556"/>
                  </a:cubicBezTo>
                  <a:cubicBezTo>
                    <a:pt x="4236" y="1545"/>
                    <a:pt x="4260" y="1557"/>
                    <a:pt x="4262" y="1545"/>
                  </a:cubicBezTo>
                  <a:cubicBezTo>
                    <a:pt x="4264" y="1532"/>
                    <a:pt x="4258" y="1521"/>
                    <a:pt x="4248" y="1521"/>
                  </a:cubicBezTo>
                  <a:cubicBezTo>
                    <a:pt x="4239" y="1521"/>
                    <a:pt x="4218" y="1514"/>
                    <a:pt x="4213" y="1517"/>
                  </a:cubicBezTo>
                  <a:cubicBezTo>
                    <a:pt x="4207" y="1519"/>
                    <a:pt x="4204" y="1534"/>
                    <a:pt x="4192" y="1535"/>
                  </a:cubicBezTo>
                  <a:cubicBezTo>
                    <a:pt x="4180" y="1536"/>
                    <a:pt x="4174" y="1538"/>
                    <a:pt x="4172" y="1549"/>
                  </a:cubicBezTo>
                  <a:cubicBezTo>
                    <a:pt x="4170" y="1560"/>
                    <a:pt x="4146" y="1578"/>
                    <a:pt x="4144" y="1567"/>
                  </a:cubicBezTo>
                  <a:cubicBezTo>
                    <a:pt x="4142" y="1556"/>
                    <a:pt x="4156" y="1554"/>
                    <a:pt x="4159" y="1544"/>
                  </a:cubicBezTo>
                  <a:cubicBezTo>
                    <a:pt x="4162" y="1533"/>
                    <a:pt x="4176" y="1524"/>
                    <a:pt x="4169" y="1522"/>
                  </a:cubicBezTo>
                  <a:cubicBezTo>
                    <a:pt x="4161" y="1520"/>
                    <a:pt x="4151" y="1525"/>
                    <a:pt x="4148" y="1533"/>
                  </a:cubicBezTo>
                  <a:cubicBezTo>
                    <a:pt x="4145" y="1540"/>
                    <a:pt x="4122" y="1548"/>
                    <a:pt x="4122" y="1540"/>
                  </a:cubicBezTo>
                  <a:cubicBezTo>
                    <a:pt x="4122" y="1533"/>
                    <a:pt x="4131" y="1516"/>
                    <a:pt x="4148" y="1513"/>
                  </a:cubicBezTo>
                  <a:cubicBezTo>
                    <a:pt x="4165" y="1511"/>
                    <a:pt x="4205" y="1517"/>
                    <a:pt x="4206" y="1497"/>
                  </a:cubicBezTo>
                  <a:cubicBezTo>
                    <a:pt x="4207" y="1478"/>
                    <a:pt x="4213" y="1483"/>
                    <a:pt x="4194" y="1473"/>
                  </a:cubicBezTo>
                  <a:cubicBezTo>
                    <a:pt x="4176" y="1462"/>
                    <a:pt x="4170" y="1464"/>
                    <a:pt x="4166" y="1458"/>
                  </a:cubicBezTo>
                  <a:cubicBezTo>
                    <a:pt x="4163" y="1451"/>
                    <a:pt x="4150" y="1449"/>
                    <a:pt x="4144" y="1455"/>
                  </a:cubicBezTo>
                  <a:cubicBezTo>
                    <a:pt x="4137" y="1462"/>
                    <a:pt x="4127" y="1462"/>
                    <a:pt x="4116" y="1455"/>
                  </a:cubicBezTo>
                  <a:cubicBezTo>
                    <a:pt x="4105" y="1449"/>
                    <a:pt x="4090" y="1436"/>
                    <a:pt x="4101" y="1434"/>
                  </a:cubicBezTo>
                  <a:cubicBezTo>
                    <a:pt x="4112" y="1432"/>
                    <a:pt x="4140" y="1435"/>
                    <a:pt x="4136" y="1420"/>
                  </a:cubicBezTo>
                  <a:cubicBezTo>
                    <a:pt x="4133" y="1405"/>
                    <a:pt x="4140" y="1410"/>
                    <a:pt x="4114" y="1391"/>
                  </a:cubicBezTo>
                  <a:cubicBezTo>
                    <a:pt x="4088" y="1372"/>
                    <a:pt x="4100" y="1364"/>
                    <a:pt x="4080" y="1356"/>
                  </a:cubicBezTo>
                  <a:cubicBezTo>
                    <a:pt x="4061" y="1349"/>
                    <a:pt x="4061" y="1348"/>
                    <a:pt x="4043" y="1338"/>
                  </a:cubicBezTo>
                  <a:cubicBezTo>
                    <a:pt x="4025" y="1329"/>
                    <a:pt x="4018" y="1320"/>
                    <a:pt x="4001" y="1324"/>
                  </a:cubicBezTo>
                  <a:cubicBezTo>
                    <a:pt x="3984" y="1329"/>
                    <a:pt x="3973" y="1330"/>
                    <a:pt x="3946" y="1330"/>
                  </a:cubicBezTo>
                  <a:cubicBezTo>
                    <a:pt x="3919" y="1330"/>
                    <a:pt x="3912" y="1324"/>
                    <a:pt x="3899" y="1324"/>
                  </a:cubicBezTo>
                  <a:cubicBezTo>
                    <a:pt x="3886" y="1324"/>
                    <a:pt x="3881" y="1310"/>
                    <a:pt x="3864" y="1311"/>
                  </a:cubicBezTo>
                  <a:cubicBezTo>
                    <a:pt x="3848" y="1312"/>
                    <a:pt x="3838" y="1308"/>
                    <a:pt x="3838" y="1318"/>
                  </a:cubicBezTo>
                  <a:cubicBezTo>
                    <a:pt x="3838" y="1327"/>
                    <a:pt x="3843" y="1335"/>
                    <a:pt x="3835" y="1339"/>
                  </a:cubicBezTo>
                  <a:cubicBezTo>
                    <a:pt x="3828" y="1344"/>
                    <a:pt x="3827" y="1375"/>
                    <a:pt x="3840" y="1376"/>
                  </a:cubicBezTo>
                  <a:cubicBezTo>
                    <a:pt x="3853" y="1377"/>
                    <a:pt x="3874" y="1374"/>
                    <a:pt x="3883" y="1406"/>
                  </a:cubicBezTo>
                  <a:cubicBezTo>
                    <a:pt x="3891" y="1438"/>
                    <a:pt x="3905" y="1444"/>
                    <a:pt x="3919" y="1444"/>
                  </a:cubicBezTo>
                  <a:cubicBezTo>
                    <a:pt x="3933" y="1444"/>
                    <a:pt x="3955" y="1438"/>
                    <a:pt x="3971" y="1435"/>
                  </a:cubicBezTo>
                  <a:cubicBezTo>
                    <a:pt x="3987" y="1432"/>
                    <a:pt x="3990" y="1425"/>
                    <a:pt x="4007" y="1425"/>
                  </a:cubicBezTo>
                  <a:cubicBezTo>
                    <a:pt x="4025" y="1425"/>
                    <a:pt x="4072" y="1417"/>
                    <a:pt x="4072" y="1430"/>
                  </a:cubicBezTo>
                  <a:cubicBezTo>
                    <a:pt x="4072" y="1442"/>
                    <a:pt x="4065" y="1442"/>
                    <a:pt x="4049" y="1442"/>
                  </a:cubicBezTo>
                  <a:cubicBezTo>
                    <a:pt x="4033" y="1442"/>
                    <a:pt x="4035" y="1449"/>
                    <a:pt x="4018" y="1449"/>
                  </a:cubicBezTo>
                  <a:cubicBezTo>
                    <a:pt x="4001" y="1449"/>
                    <a:pt x="3989" y="1455"/>
                    <a:pt x="3988" y="1465"/>
                  </a:cubicBezTo>
                  <a:cubicBezTo>
                    <a:pt x="3987" y="1475"/>
                    <a:pt x="3987" y="1479"/>
                    <a:pt x="4005" y="1484"/>
                  </a:cubicBezTo>
                  <a:cubicBezTo>
                    <a:pt x="4024" y="1490"/>
                    <a:pt x="4043" y="1496"/>
                    <a:pt x="4059" y="1501"/>
                  </a:cubicBezTo>
                  <a:cubicBezTo>
                    <a:pt x="4075" y="1505"/>
                    <a:pt x="4084" y="1514"/>
                    <a:pt x="4067" y="1514"/>
                  </a:cubicBezTo>
                  <a:cubicBezTo>
                    <a:pt x="4049" y="1514"/>
                    <a:pt x="4034" y="1501"/>
                    <a:pt x="4022" y="1497"/>
                  </a:cubicBezTo>
                  <a:cubicBezTo>
                    <a:pt x="4011" y="1494"/>
                    <a:pt x="3991" y="1495"/>
                    <a:pt x="3987" y="1497"/>
                  </a:cubicBezTo>
                  <a:cubicBezTo>
                    <a:pt x="3983" y="1499"/>
                    <a:pt x="3986" y="1512"/>
                    <a:pt x="3997" y="1519"/>
                  </a:cubicBezTo>
                  <a:cubicBezTo>
                    <a:pt x="4007" y="1525"/>
                    <a:pt x="4013" y="1538"/>
                    <a:pt x="4019" y="1541"/>
                  </a:cubicBezTo>
                  <a:cubicBezTo>
                    <a:pt x="4026" y="1545"/>
                    <a:pt x="4021" y="1554"/>
                    <a:pt x="4004" y="1554"/>
                  </a:cubicBezTo>
                  <a:cubicBezTo>
                    <a:pt x="3987" y="1554"/>
                    <a:pt x="3993" y="1537"/>
                    <a:pt x="3975" y="1536"/>
                  </a:cubicBezTo>
                  <a:cubicBezTo>
                    <a:pt x="3957" y="1535"/>
                    <a:pt x="3939" y="1535"/>
                    <a:pt x="3951" y="1524"/>
                  </a:cubicBezTo>
                  <a:cubicBezTo>
                    <a:pt x="3964" y="1513"/>
                    <a:pt x="3968" y="1510"/>
                    <a:pt x="3965" y="1499"/>
                  </a:cubicBezTo>
                  <a:cubicBezTo>
                    <a:pt x="3963" y="1489"/>
                    <a:pt x="3946" y="1488"/>
                    <a:pt x="3939" y="1485"/>
                  </a:cubicBezTo>
                  <a:cubicBezTo>
                    <a:pt x="3931" y="1483"/>
                    <a:pt x="3919" y="1478"/>
                    <a:pt x="3917" y="1488"/>
                  </a:cubicBezTo>
                  <a:cubicBezTo>
                    <a:pt x="3915" y="1497"/>
                    <a:pt x="3902" y="1511"/>
                    <a:pt x="3899" y="1503"/>
                  </a:cubicBezTo>
                  <a:cubicBezTo>
                    <a:pt x="3896" y="1494"/>
                    <a:pt x="3899" y="1479"/>
                    <a:pt x="3891" y="1480"/>
                  </a:cubicBezTo>
                  <a:cubicBezTo>
                    <a:pt x="3884" y="1481"/>
                    <a:pt x="3879" y="1487"/>
                    <a:pt x="3878" y="1496"/>
                  </a:cubicBezTo>
                  <a:cubicBezTo>
                    <a:pt x="3877" y="1506"/>
                    <a:pt x="3873" y="1522"/>
                    <a:pt x="3855" y="1528"/>
                  </a:cubicBezTo>
                  <a:cubicBezTo>
                    <a:pt x="3836" y="1535"/>
                    <a:pt x="3838" y="1551"/>
                    <a:pt x="3832" y="1545"/>
                  </a:cubicBezTo>
                  <a:cubicBezTo>
                    <a:pt x="3827" y="1538"/>
                    <a:pt x="3822" y="1523"/>
                    <a:pt x="3834" y="1520"/>
                  </a:cubicBezTo>
                  <a:cubicBezTo>
                    <a:pt x="3846" y="1517"/>
                    <a:pt x="3843" y="1508"/>
                    <a:pt x="3843" y="1502"/>
                  </a:cubicBezTo>
                  <a:cubicBezTo>
                    <a:pt x="3843" y="1495"/>
                    <a:pt x="3859" y="1491"/>
                    <a:pt x="3859" y="1480"/>
                  </a:cubicBezTo>
                  <a:cubicBezTo>
                    <a:pt x="3859" y="1469"/>
                    <a:pt x="3846" y="1467"/>
                    <a:pt x="3838" y="1483"/>
                  </a:cubicBezTo>
                  <a:cubicBezTo>
                    <a:pt x="3829" y="1499"/>
                    <a:pt x="3805" y="1514"/>
                    <a:pt x="3810" y="1501"/>
                  </a:cubicBezTo>
                  <a:cubicBezTo>
                    <a:pt x="3814" y="1487"/>
                    <a:pt x="3827" y="1480"/>
                    <a:pt x="3834" y="1468"/>
                  </a:cubicBezTo>
                  <a:cubicBezTo>
                    <a:pt x="3842" y="1456"/>
                    <a:pt x="3868" y="1459"/>
                    <a:pt x="3869" y="1442"/>
                  </a:cubicBezTo>
                  <a:cubicBezTo>
                    <a:pt x="3870" y="1426"/>
                    <a:pt x="3850" y="1427"/>
                    <a:pt x="3850" y="1415"/>
                  </a:cubicBezTo>
                  <a:cubicBezTo>
                    <a:pt x="3850" y="1402"/>
                    <a:pt x="3848" y="1383"/>
                    <a:pt x="3833" y="1383"/>
                  </a:cubicBezTo>
                  <a:cubicBezTo>
                    <a:pt x="3818" y="1383"/>
                    <a:pt x="3814" y="1379"/>
                    <a:pt x="3814" y="1365"/>
                  </a:cubicBezTo>
                  <a:cubicBezTo>
                    <a:pt x="3814" y="1351"/>
                    <a:pt x="3818" y="1351"/>
                    <a:pt x="3810" y="1344"/>
                  </a:cubicBezTo>
                  <a:cubicBezTo>
                    <a:pt x="3801" y="1336"/>
                    <a:pt x="3807" y="1322"/>
                    <a:pt x="3787" y="1320"/>
                  </a:cubicBezTo>
                  <a:cubicBezTo>
                    <a:pt x="3767" y="1318"/>
                    <a:pt x="3724" y="1310"/>
                    <a:pt x="3704" y="1319"/>
                  </a:cubicBezTo>
                  <a:cubicBezTo>
                    <a:pt x="3685" y="1327"/>
                    <a:pt x="3663" y="1325"/>
                    <a:pt x="3658" y="1338"/>
                  </a:cubicBezTo>
                  <a:cubicBezTo>
                    <a:pt x="3653" y="1351"/>
                    <a:pt x="3674" y="1370"/>
                    <a:pt x="3659" y="1366"/>
                  </a:cubicBezTo>
                  <a:cubicBezTo>
                    <a:pt x="3644" y="1362"/>
                    <a:pt x="3654" y="1342"/>
                    <a:pt x="3635" y="1347"/>
                  </a:cubicBezTo>
                  <a:cubicBezTo>
                    <a:pt x="3617" y="1351"/>
                    <a:pt x="3617" y="1350"/>
                    <a:pt x="3609" y="1360"/>
                  </a:cubicBezTo>
                  <a:cubicBezTo>
                    <a:pt x="3600" y="1369"/>
                    <a:pt x="3612" y="1366"/>
                    <a:pt x="3620" y="1374"/>
                  </a:cubicBezTo>
                  <a:cubicBezTo>
                    <a:pt x="3629" y="1381"/>
                    <a:pt x="3634" y="1394"/>
                    <a:pt x="3609" y="1383"/>
                  </a:cubicBezTo>
                  <a:cubicBezTo>
                    <a:pt x="3583" y="1373"/>
                    <a:pt x="3577" y="1360"/>
                    <a:pt x="3572" y="1369"/>
                  </a:cubicBezTo>
                  <a:cubicBezTo>
                    <a:pt x="3567" y="1379"/>
                    <a:pt x="3569" y="1382"/>
                    <a:pt x="3588" y="1390"/>
                  </a:cubicBezTo>
                  <a:cubicBezTo>
                    <a:pt x="3607" y="1397"/>
                    <a:pt x="3624" y="1397"/>
                    <a:pt x="3639" y="1398"/>
                  </a:cubicBezTo>
                  <a:cubicBezTo>
                    <a:pt x="3654" y="1399"/>
                    <a:pt x="3676" y="1408"/>
                    <a:pt x="3657" y="1409"/>
                  </a:cubicBezTo>
                  <a:cubicBezTo>
                    <a:pt x="3638" y="1410"/>
                    <a:pt x="3614" y="1416"/>
                    <a:pt x="3592" y="1408"/>
                  </a:cubicBezTo>
                  <a:cubicBezTo>
                    <a:pt x="3571" y="1401"/>
                    <a:pt x="3553" y="1395"/>
                    <a:pt x="3549" y="1399"/>
                  </a:cubicBezTo>
                  <a:cubicBezTo>
                    <a:pt x="3546" y="1404"/>
                    <a:pt x="3553" y="1408"/>
                    <a:pt x="3574" y="1416"/>
                  </a:cubicBezTo>
                  <a:cubicBezTo>
                    <a:pt x="3596" y="1423"/>
                    <a:pt x="3624" y="1423"/>
                    <a:pt x="3619" y="1432"/>
                  </a:cubicBezTo>
                  <a:cubicBezTo>
                    <a:pt x="3615" y="1440"/>
                    <a:pt x="3576" y="1426"/>
                    <a:pt x="3567" y="1424"/>
                  </a:cubicBezTo>
                  <a:cubicBezTo>
                    <a:pt x="3557" y="1422"/>
                    <a:pt x="3535" y="1413"/>
                    <a:pt x="3531" y="1423"/>
                  </a:cubicBezTo>
                  <a:cubicBezTo>
                    <a:pt x="3527" y="1433"/>
                    <a:pt x="3531" y="1462"/>
                    <a:pt x="3543" y="1469"/>
                  </a:cubicBezTo>
                  <a:cubicBezTo>
                    <a:pt x="3555" y="1477"/>
                    <a:pt x="3567" y="1483"/>
                    <a:pt x="3570" y="1474"/>
                  </a:cubicBezTo>
                  <a:cubicBezTo>
                    <a:pt x="3573" y="1464"/>
                    <a:pt x="3576" y="1478"/>
                    <a:pt x="3587" y="1478"/>
                  </a:cubicBezTo>
                  <a:cubicBezTo>
                    <a:pt x="3598" y="1478"/>
                    <a:pt x="3610" y="1483"/>
                    <a:pt x="3599" y="1488"/>
                  </a:cubicBezTo>
                  <a:cubicBezTo>
                    <a:pt x="3588" y="1492"/>
                    <a:pt x="3582" y="1495"/>
                    <a:pt x="3598" y="1504"/>
                  </a:cubicBezTo>
                  <a:cubicBezTo>
                    <a:pt x="3614" y="1512"/>
                    <a:pt x="3626" y="1519"/>
                    <a:pt x="3627" y="1530"/>
                  </a:cubicBezTo>
                  <a:cubicBezTo>
                    <a:pt x="3628" y="1540"/>
                    <a:pt x="3616" y="1539"/>
                    <a:pt x="3605" y="1527"/>
                  </a:cubicBezTo>
                  <a:cubicBezTo>
                    <a:pt x="3595" y="1516"/>
                    <a:pt x="3586" y="1505"/>
                    <a:pt x="3571" y="1504"/>
                  </a:cubicBezTo>
                  <a:cubicBezTo>
                    <a:pt x="3556" y="1503"/>
                    <a:pt x="3547" y="1496"/>
                    <a:pt x="3546" y="1508"/>
                  </a:cubicBezTo>
                  <a:cubicBezTo>
                    <a:pt x="3545" y="1520"/>
                    <a:pt x="3521" y="1520"/>
                    <a:pt x="3529" y="1533"/>
                  </a:cubicBezTo>
                  <a:cubicBezTo>
                    <a:pt x="3537" y="1546"/>
                    <a:pt x="3541" y="1542"/>
                    <a:pt x="3544" y="1556"/>
                  </a:cubicBezTo>
                  <a:cubicBezTo>
                    <a:pt x="3547" y="1570"/>
                    <a:pt x="3558" y="1570"/>
                    <a:pt x="3569" y="1570"/>
                  </a:cubicBezTo>
                  <a:cubicBezTo>
                    <a:pt x="3580" y="1570"/>
                    <a:pt x="3603" y="1565"/>
                    <a:pt x="3602" y="1581"/>
                  </a:cubicBezTo>
                  <a:cubicBezTo>
                    <a:pt x="3601" y="1597"/>
                    <a:pt x="3587" y="1584"/>
                    <a:pt x="3595" y="1603"/>
                  </a:cubicBezTo>
                  <a:cubicBezTo>
                    <a:pt x="3602" y="1621"/>
                    <a:pt x="3600" y="1646"/>
                    <a:pt x="3585" y="1646"/>
                  </a:cubicBezTo>
                  <a:cubicBezTo>
                    <a:pt x="3570" y="1646"/>
                    <a:pt x="3548" y="1618"/>
                    <a:pt x="3533" y="1625"/>
                  </a:cubicBezTo>
                  <a:cubicBezTo>
                    <a:pt x="3518" y="1633"/>
                    <a:pt x="3477" y="1675"/>
                    <a:pt x="3475" y="1651"/>
                  </a:cubicBezTo>
                  <a:cubicBezTo>
                    <a:pt x="3473" y="1627"/>
                    <a:pt x="3489" y="1647"/>
                    <a:pt x="3497" y="1632"/>
                  </a:cubicBezTo>
                  <a:cubicBezTo>
                    <a:pt x="3504" y="1617"/>
                    <a:pt x="3528" y="1611"/>
                    <a:pt x="3543" y="1612"/>
                  </a:cubicBezTo>
                  <a:cubicBezTo>
                    <a:pt x="3558" y="1613"/>
                    <a:pt x="3572" y="1604"/>
                    <a:pt x="3553" y="1592"/>
                  </a:cubicBezTo>
                  <a:cubicBezTo>
                    <a:pt x="3533" y="1580"/>
                    <a:pt x="3491" y="1554"/>
                    <a:pt x="3485" y="1539"/>
                  </a:cubicBezTo>
                  <a:cubicBezTo>
                    <a:pt x="3478" y="1524"/>
                    <a:pt x="3476" y="1506"/>
                    <a:pt x="3486" y="1496"/>
                  </a:cubicBezTo>
                  <a:cubicBezTo>
                    <a:pt x="3496" y="1487"/>
                    <a:pt x="3497" y="1469"/>
                    <a:pt x="3483" y="1465"/>
                  </a:cubicBezTo>
                  <a:cubicBezTo>
                    <a:pt x="3469" y="1461"/>
                    <a:pt x="3458" y="1441"/>
                    <a:pt x="3478" y="1423"/>
                  </a:cubicBezTo>
                  <a:cubicBezTo>
                    <a:pt x="3499" y="1405"/>
                    <a:pt x="3494" y="1375"/>
                    <a:pt x="3517" y="1364"/>
                  </a:cubicBezTo>
                  <a:cubicBezTo>
                    <a:pt x="3541" y="1353"/>
                    <a:pt x="3551" y="1338"/>
                    <a:pt x="3566" y="1333"/>
                  </a:cubicBezTo>
                  <a:cubicBezTo>
                    <a:pt x="3581" y="1327"/>
                    <a:pt x="3588" y="1306"/>
                    <a:pt x="3562" y="1306"/>
                  </a:cubicBezTo>
                  <a:cubicBezTo>
                    <a:pt x="3537" y="1306"/>
                    <a:pt x="3503" y="1305"/>
                    <a:pt x="3475" y="1306"/>
                  </a:cubicBezTo>
                  <a:cubicBezTo>
                    <a:pt x="3475" y="1306"/>
                    <a:pt x="3459" y="1305"/>
                    <a:pt x="3437" y="1310"/>
                  </a:cubicBezTo>
                  <a:cubicBezTo>
                    <a:pt x="3424" y="1313"/>
                    <a:pt x="3397" y="1321"/>
                    <a:pt x="3386" y="1330"/>
                  </a:cubicBezTo>
                  <a:cubicBezTo>
                    <a:pt x="3375" y="1338"/>
                    <a:pt x="3339" y="1366"/>
                    <a:pt x="3330" y="1376"/>
                  </a:cubicBezTo>
                  <a:cubicBezTo>
                    <a:pt x="3322" y="1385"/>
                    <a:pt x="3308" y="1381"/>
                    <a:pt x="3302" y="1396"/>
                  </a:cubicBezTo>
                  <a:cubicBezTo>
                    <a:pt x="3297" y="1411"/>
                    <a:pt x="3293" y="1447"/>
                    <a:pt x="3281" y="1451"/>
                  </a:cubicBezTo>
                  <a:cubicBezTo>
                    <a:pt x="3269" y="1455"/>
                    <a:pt x="3272" y="1473"/>
                    <a:pt x="3267" y="1481"/>
                  </a:cubicBezTo>
                  <a:cubicBezTo>
                    <a:pt x="3261" y="1490"/>
                    <a:pt x="3255" y="1495"/>
                    <a:pt x="3253" y="1507"/>
                  </a:cubicBezTo>
                  <a:cubicBezTo>
                    <a:pt x="3251" y="1519"/>
                    <a:pt x="3240" y="1602"/>
                    <a:pt x="3261" y="1608"/>
                  </a:cubicBezTo>
                  <a:cubicBezTo>
                    <a:pt x="3283" y="1614"/>
                    <a:pt x="3302" y="1618"/>
                    <a:pt x="3327" y="1619"/>
                  </a:cubicBezTo>
                  <a:cubicBezTo>
                    <a:pt x="3352" y="1620"/>
                    <a:pt x="3397" y="1621"/>
                    <a:pt x="3409" y="1630"/>
                  </a:cubicBezTo>
                  <a:cubicBezTo>
                    <a:pt x="3420" y="1638"/>
                    <a:pt x="3438" y="1649"/>
                    <a:pt x="3416" y="1649"/>
                  </a:cubicBezTo>
                  <a:cubicBezTo>
                    <a:pt x="3395" y="1649"/>
                    <a:pt x="3376" y="1659"/>
                    <a:pt x="3365" y="1652"/>
                  </a:cubicBezTo>
                  <a:cubicBezTo>
                    <a:pt x="3353" y="1646"/>
                    <a:pt x="3338" y="1645"/>
                    <a:pt x="3323" y="1642"/>
                  </a:cubicBezTo>
                  <a:cubicBezTo>
                    <a:pt x="3308" y="1640"/>
                    <a:pt x="3285" y="1639"/>
                    <a:pt x="3293" y="1667"/>
                  </a:cubicBezTo>
                  <a:cubicBezTo>
                    <a:pt x="3300" y="1695"/>
                    <a:pt x="3314" y="1691"/>
                    <a:pt x="3334" y="1707"/>
                  </a:cubicBezTo>
                  <a:cubicBezTo>
                    <a:pt x="3355" y="1723"/>
                    <a:pt x="3395" y="1742"/>
                    <a:pt x="3408" y="1735"/>
                  </a:cubicBezTo>
                  <a:cubicBezTo>
                    <a:pt x="3420" y="1727"/>
                    <a:pt x="3429" y="1722"/>
                    <a:pt x="3435" y="1724"/>
                  </a:cubicBezTo>
                  <a:cubicBezTo>
                    <a:pt x="3442" y="1726"/>
                    <a:pt x="3446" y="1711"/>
                    <a:pt x="3462" y="1714"/>
                  </a:cubicBezTo>
                  <a:cubicBezTo>
                    <a:pt x="3478" y="1718"/>
                    <a:pt x="3472" y="1721"/>
                    <a:pt x="3476" y="1732"/>
                  </a:cubicBezTo>
                  <a:cubicBezTo>
                    <a:pt x="3481" y="1742"/>
                    <a:pt x="3500" y="1755"/>
                    <a:pt x="3510" y="1761"/>
                  </a:cubicBezTo>
                  <a:cubicBezTo>
                    <a:pt x="3519" y="1766"/>
                    <a:pt x="3529" y="1767"/>
                    <a:pt x="3540" y="1762"/>
                  </a:cubicBezTo>
                  <a:cubicBezTo>
                    <a:pt x="3551" y="1756"/>
                    <a:pt x="3558" y="1746"/>
                    <a:pt x="3581" y="1759"/>
                  </a:cubicBezTo>
                  <a:cubicBezTo>
                    <a:pt x="3603" y="1771"/>
                    <a:pt x="3620" y="1767"/>
                    <a:pt x="3645" y="1769"/>
                  </a:cubicBezTo>
                  <a:cubicBezTo>
                    <a:pt x="3670" y="1771"/>
                    <a:pt x="3682" y="1755"/>
                    <a:pt x="3715" y="1772"/>
                  </a:cubicBezTo>
                  <a:cubicBezTo>
                    <a:pt x="3748" y="1790"/>
                    <a:pt x="3767" y="1786"/>
                    <a:pt x="3771" y="1781"/>
                  </a:cubicBezTo>
                  <a:cubicBezTo>
                    <a:pt x="3775" y="1776"/>
                    <a:pt x="3770" y="1757"/>
                    <a:pt x="3788" y="1763"/>
                  </a:cubicBezTo>
                  <a:cubicBezTo>
                    <a:pt x="3806" y="1768"/>
                    <a:pt x="3802" y="1772"/>
                    <a:pt x="3815" y="1786"/>
                  </a:cubicBezTo>
                  <a:cubicBezTo>
                    <a:pt x="3828" y="1800"/>
                    <a:pt x="3831" y="1800"/>
                    <a:pt x="3841" y="1802"/>
                  </a:cubicBezTo>
                  <a:cubicBezTo>
                    <a:pt x="3850" y="1804"/>
                    <a:pt x="3857" y="1804"/>
                    <a:pt x="3866" y="1811"/>
                  </a:cubicBezTo>
                  <a:cubicBezTo>
                    <a:pt x="3875" y="1818"/>
                    <a:pt x="3891" y="1831"/>
                    <a:pt x="3892" y="1824"/>
                  </a:cubicBezTo>
                  <a:cubicBezTo>
                    <a:pt x="3893" y="1818"/>
                    <a:pt x="3896" y="1807"/>
                    <a:pt x="3908" y="1807"/>
                  </a:cubicBezTo>
                  <a:cubicBezTo>
                    <a:pt x="3919" y="1806"/>
                    <a:pt x="3929" y="1805"/>
                    <a:pt x="3924" y="1798"/>
                  </a:cubicBezTo>
                  <a:cubicBezTo>
                    <a:pt x="3919" y="1791"/>
                    <a:pt x="3907" y="1784"/>
                    <a:pt x="3896" y="1786"/>
                  </a:cubicBezTo>
                  <a:cubicBezTo>
                    <a:pt x="3885" y="1789"/>
                    <a:pt x="3869" y="1801"/>
                    <a:pt x="3850" y="1791"/>
                  </a:cubicBezTo>
                  <a:cubicBezTo>
                    <a:pt x="3830" y="1781"/>
                    <a:pt x="3822" y="1775"/>
                    <a:pt x="3820" y="1767"/>
                  </a:cubicBezTo>
                  <a:cubicBezTo>
                    <a:pt x="3818" y="1759"/>
                    <a:pt x="3824" y="1753"/>
                    <a:pt x="3841" y="1757"/>
                  </a:cubicBezTo>
                  <a:cubicBezTo>
                    <a:pt x="3859" y="1762"/>
                    <a:pt x="3883" y="1771"/>
                    <a:pt x="3896" y="1772"/>
                  </a:cubicBezTo>
                  <a:cubicBezTo>
                    <a:pt x="3908" y="1772"/>
                    <a:pt x="3927" y="1782"/>
                    <a:pt x="3930" y="1784"/>
                  </a:cubicBezTo>
                  <a:cubicBezTo>
                    <a:pt x="3934" y="1786"/>
                    <a:pt x="3963" y="1779"/>
                    <a:pt x="3972" y="1772"/>
                  </a:cubicBezTo>
                  <a:cubicBezTo>
                    <a:pt x="3981" y="1765"/>
                    <a:pt x="3981" y="1753"/>
                    <a:pt x="3971" y="1743"/>
                  </a:cubicBezTo>
                  <a:cubicBezTo>
                    <a:pt x="3960" y="1733"/>
                    <a:pt x="3931" y="1731"/>
                    <a:pt x="3935" y="1720"/>
                  </a:cubicBezTo>
                  <a:cubicBezTo>
                    <a:pt x="3939" y="1709"/>
                    <a:pt x="3951" y="1713"/>
                    <a:pt x="3953" y="1702"/>
                  </a:cubicBezTo>
                  <a:cubicBezTo>
                    <a:pt x="3955" y="1692"/>
                    <a:pt x="3974" y="1697"/>
                    <a:pt x="3983" y="1717"/>
                  </a:cubicBezTo>
                  <a:cubicBezTo>
                    <a:pt x="3991" y="1737"/>
                    <a:pt x="3993" y="1742"/>
                    <a:pt x="4015" y="1741"/>
                  </a:cubicBezTo>
                  <a:cubicBezTo>
                    <a:pt x="4036" y="1740"/>
                    <a:pt x="4040" y="1737"/>
                    <a:pt x="4037" y="1760"/>
                  </a:cubicBezTo>
                  <a:cubicBezTo>
                    <a:pt x="4035" y="1783"/>
                    <a:pt x="4044" y="1797"/>
                    <a:pt x="4055" y="1788"/>
                  </a:cubicBezTo>
                  <a:cubicBezTo>
                    <a:pt x="4067" y="1780"/>
                    <a:pt x="4062" y="1771"/>
                    <a:pt x="4073" y="1775"/>
                  </a:cubicBezTo>
                  <a:cubicBezTo>
                    <a:pt x="4084" y="1778"/>
                    <a:pt x="4097" y="1781"/>
                    <a:pt x="4092" y="1791"/>
                  </a:cubicBezTo>
                  <a:cubicBezTo>
                    <a:pt x="4086" y="1802"/>
                    <a:pt x="4077" y="1806"/>
                    <a:pt x="4091" y="1812"/>
                  </a:cubicBezTo>
                  <a:cubicBezTo>
                    <a:pt x="4104" y="1818"/>
                    <a:pt x="4113" y="1814"/>
                    <a:pt x="4119" y="1823"/>
                  </a:cubicBezTo>
                  <a:cubicBezTo>
                    <a:pt x="4125" y="1832"/>
                    <a:pt x="4129" y="1832"/>
                    <a:pt x="4139" y="1834"/>
                  </a:cubicBezTo>
                  <a:cubicBezTo>
                    <a:pt x="4149" y="1836"/>
                    <a:pt x="4166" y="1841"/>
                    <a:pt x="4169" y="1850"/>
                  </a:cubicBezTo>
                  <a:cubicBezTo>
                    <a:pt x="4172" y="1858"/>
                    <a:pt x="4170" y="1870"/>
                    <a:pt x="4148" y="1869"/>
                  </a:cubicBezTo>
                  <a:cubicBezTo>
                    <a:pt x="4125" y="1867"/>
                    <a:pt x="4110" y="1870"/>
                    <a:pt x="4107" y="1874"/>
                  </a:cubicBezTo>
                  <a:cubicBezTo>
                    <a:pt x="4105" y="1879"/>
                    <a:pt x="4107" y="1884"/>
                    <a:pt x="4106" y="1896"/>
                  </a:cubicBezTo>
                  <a:cubicBezTo>
                    <a:pt x="4106" y="1908"/>
                    <a:pt x="4110" y="1916"/>
                    <a:pt x="4117" y="1915"/>
                  </a:cubicBezTo>
                  <a:cubicBezTo>
                    <a:pt x="4125" y="1915"/>
                    <a:pt x="4129" y="1916"/>
                    <a:pt x="4136" y="1907"/>
                  </a:cubicBezTo>
                  <a:cubicBezTo>
                    <a:pt x="4142" y="1898"/>
                    <a:pt x="4163" y="1902"/>
                    <a:pt x="4166" y="1892"/>
                  </a:cubicBezTo>
                  <a:cubicBezTo>
                    <a:pt x="4170" y="1881"/>
                    <a:pt x="4180" y="1878"/>
                    <a:pt x="4189" y="1880"/>
                  </a:cubicBezTo>
                  <a:cubicBezTo>
                    <a:pt x="4198" y="1882"/>
                    <a:pt x="4201" y="1893"/>
                    <a:pt x="4209" y="1889"/>
                  </a:cubicBezTo>
                  <a:cubicBezTo>
                    <a:pt x="4217" y="1885"/>
                    <a:pt x="4229" y="1879"/>
                    <a:pt x="4229" y="1885"/>
                  </a:cubicBezTo>
                  <a:cubicBezTo>
                    <a:pt x="4230" y="1891"/>
                    <a:pt x="4225" y="1895"/>
                    <a:pt x="4215" y="1900"/>
                  </a:cubicBezTo>
                  <a:cubicBezTo>
                    <a:pt x="4206" y="1905"/>
                    <a:pt x="4211" y="1915"/>
                    <a:pt x="4194" y="1913"/>
                  </a:cubicBezTo>
                  <a:cubicBezTo>
                    <a:pt x="4178" y="1910"/>
                    <a:pt x="4184" y="1914"/>
                    <a:pt x="4186" y="1925"/>
                  </a:cubicBezTo>
                  <a:cubicBezTo>
                    <a:pt x="4187" y="1936"/>
                    <a:pt x="4198" y="1941"/>
                    <a:pt x="4204" y="1944"/>
                  </a:cubicBezTo>
                  <a:cubicBezTo>
                    <a:pt x="4209" y="1948"/>
                    <a:pt x="4223" y="1944"/>
                    <a:pt x="4223" y="1933"/>
                  </a:cubicBezTo>
                  <a:cubicBezTo>
                    <a:pt x="4223" y="1922"/>
                    <a:pt x="4229" y="1923"/>
                    <a:pt x="4234" y="1923"/>
                  </a:cubicBezTo>
                  <a:cubicBezTo>
                    <a:pt x="4238" y="1923"/>
                    <a:pt x="4249" y="1917"/>
                    <a:pt x="4250" y="1930"/>
                  </a:cubicBezTo>
                  <a:cubicBezTo>
                    <a:pt x="4250" y="1943"/>
                    <a:pt x="4249" y="1942"/>
                    <a:pt x="4255" y="1948"/>
                  </a:cubicBezTo>
                  <a:cubicBezTo>
                    <a:pt x="4261" y="1954"/>
                    <a:pt x="4270" y="1956"/>
                    <a:pt x="4268" y="1949"/>
                  </a:cubicBezTo>
                  <a:cubicBezTo>
                    <a:pt x="4266" y="1942"/>
                    <a:pt x="4258" y="1938"/>
                    <a:pt x="4265" y="1933"/>
                  </a:cubicBezTo>
                  <a:cubicBezTo>
                    <a:pt x="4272" y="1929"/>
                    <a:pt x="4278" y="1925"/>
                    <a:pt x="4282" y="1937"/>
                  </a:cubicBezTo>
                  <a:cubicBezTo>
                    <a:pt x="4285" y="1949"/>
                    <a:pt x="4292" y="1953"/>
                    <a:pt x="4303" y="1953"/>
                  </a:cubicBezTo>
                  <a:cubicBezTo>
                    <a:pt x="4314" y="1953"/>
                    <a:pt x="4313" y="1947"/>
                    <a:pt x="4326" y="1961"/>
                  </a:cubicBezTo>
                  <a:cubicBezTo>
                    <a:pt x="4339" y="1975"/>
                    <a:pt x="4344" y="1976"/>
                    <a:pt x="4345" y="1988"/>
                  </a:cubicBezTo>
                  <a:cubicBezTo>
                    <a:pt x="4345" y="1999"/>
                    <a:pt x="4358" y="1991"/>
                    <a:pt x="4360" y="2009"/>
                  </a:cubicBezTo>
                  <a:cubicBezTo>
                    <a:pt x="4362" y="2027"/>
                    <a:pt x="4374" y="2021"/>
                    <a:pt x="4377" y="2043"/>
                  </a:cubicBezTo>
                  <a:cubicBezTo>
                    <a:pt x="4380" y="2066"/>
                    <a:pt x="4393" y="2078"/>
                    <a:pt x="4371" y="2082"/>
                  </a:cubicBezTo>
                  <a:cubicBezTo>
                    <a:pt x="4348" y="2086"/>
                    <a:pt x="4341" y="2094"/>
                    <a:pt x="4343" y="2109"/>
                  </a:cubicBezTo>
                  <a:cubicBezTo>
                    <a:pt x="4345" y="2124"/>
                    <a:pt x="4337" y="2122"/>
                    <a:pt x="4325" y="2125"/>
                  </a:cubicBezTo>
                  <a:cubicBezTo>
                    <a:pt x="4312" y="2128"/>
                    <a:pt x="4318" y="2147"/>
                    <a:pt x="4295" y="2151"/>
                  </a:cubicBezTo>
                  <a:cubicBezTo>
                    <a:pt x="4273" y="2155"/>
                    <a:pt x="4273" y="2171"/>
                    <a:pt x="4261" y="2173"/>
                  </a:cubicBezTo>
                  <a:cubicBezTo>
                    <a:pt x="4249" y="2176"/>
                    <a:pt x="4237" y="2185"/>
                    <a:pt x="4260" y="2200"/>
                  </a:cubicBezTo>
                  <a:cubicBezTo>
                    <a:pt x="4283" y="2215"/>
                    <a:pt x="4288" y="2228"/>
                    <a:pt x="4295" y="2237"/>
                  </a:cubicBezTo>
                  <a:cubicBezTo>
                    <a:pt x="4303" y="2245"/>
                    <a:pt x="4305" y="2256"/>
                    <a:pt x="4288" y="2255"/>
                  </a:cubicBezTo>
                  <a:cubicBezTo>
                    <a:pt x="4271" y="2254"/>
                    <a:pt x="4261" y="2255"/>
                    <a:pt x="4254" y="2261"/>
                  </a:cubicBezTo>
                  <a:cubicBezTo>
                    <a:pt x="4246" y="2266"/>
                    <a:pt x="4241" y="2266"/>
                    <a:pt x="4223" y="2266"/>
                  </a:cubicBezTo>
                  <a:cubicBezTo>
                    <a:pt x="4206" y="2266"/>
                    <a:pt x="4199" y="2277"/>
                    <a:pt x="4188" y="2277"/>
                  </a:cubicBezTo>
                  <a:cubicBezTo>
                    <a:pt x="4177" y="2277"/>
                    <a:pt x="4161" y="2290"/>
                    <a:pt x="4144" y="2279"/>
                  </a:cubicBezTo>
                  <a:cubicBezTo>
                    <a:pt x="4127" y="2268"/>
                    <a:pt x="4110" y="2267"/>
                    <a:pt x="4102" y="2265"/>
                  </a:cubicBezTo>
                  <a:cubicBezTo>
                    <a:pt x="4094" y="2263"/>
                    <a:pt x="4082" y="2256"/>
                    <a:pt x="4072" y="2257"/>
                  </a:cubicBezTo>
                  <a:cubicBezTo>
                    <a:pt x="4062" y="2258"/>
                    <a:pt x="4056" y="2265"/>
                    <a:pt x="4056" y="2276"/>
                  </a:cubicBezTo>
                  <a:cubicBezTo>
                    <a:pt x="4056" y="2286"/>
                    <a:pt x="4054" y="2291"/>
                    <a:pt x="4044" y="2291"/>
                  </a:cubicBezTo>
                  <a:cubicBezTo>
                    <a:pt x="4034" y="2291"/>
                    <a:pt x="4031" y="2300"/>
                    <a:pt x="4022" y="2300"/>
                  </a:cubicBezTo>
                  <a:cubicBezTo>
                    <a:pt x="4014" y="2300"/>
                    <a:pt x="4017" y="2311"/>
                    <a:pt x="4015" y="2324"/>
                  </a:cubicBezTo>
                  <a:cubicBezTo>
                    <a:pt x="4013" y="2337"/>
                    <a:pt x="4007" y="2349"/>
                    <a:pt x="4019" y="2358"/>
                  </a:cubicBezTo>
                  <a:cubicBezTo>
                    <a:pt x="4031" y="2368"/>
                    <a:pt x="4041" y="2366"/>
                    <a:pt x="4051" y="2374"/>
                  </a:cubicBezTo>
                  <a:cubicBezTo>
                    <a:pt x="4062" y="2383"/>
                    <a:pt x="4075" y="2385"/>
                    <a:pt x="4090" y="2385"/>
                  </a:cubicBezTo>
                  <a:cubicBezTo>
                    <a:pt x="4105" y="2385"/>
                    <a:pt x="4130" y="2384"/>
                    <a:pt x="4143" y="2378"/>
                  </a:cubicBezTo>
                  <a:cubicBezTo>
                    <a:pt x="4156" y="2371"/>
                    <a:pt x="4162" y="2348"/>
                    <a:pt x="4191" y="2356"/>
                  </a:cubicBezTo>
                  <a:cubicBezTo>
                    <a:pt x="4220" y="2365"/>
                    <a:pt x="4231" y="2374"/>
                    <a:pt x="4243" y="2362"/>
                  </a:cubicBezTo>
                  <a:cubicBezTo>
                    <a:pt x="4255" y="2349"/>
                    <a:pt x="4262" y="2342"/>
                    <a:pt x="4280" y="2353"/>
                  </a:cubicBezTo>
                  <a:cubicBezTo>
                    <a:pt x="4299" y="2364"/>
                    <a:pt x="4312" y="2348"/>
                    <a:pt x="4323" y="2372"/>
                  </a:cubicBezTo>
                  <a:cubicBezTo>
                    <a:pt x="4335" y="2397"/>
                    <a:pt x="4363" y="2421"/>
                    <a:pt x="4377" y="2425"/>
                  </a:cubicBezTo>
                  <a:cubicBezTo>
                    <a:pt x="4391" y="2429"/>
                    <a:pt x="4395" y="2436"/>
                    <a:pt x="4409" y="2436"/>
                  </a:cubicBezTo>
                  <a:cubicBezTo>
                    <a:pt x="4423" y="2436"/>
                    <a:pt x="4432" y="2436"/>
                    <a:pt x="4438" y="2442"/>
                  </a:cubicBezTo>
                  <a:cubicBezTo>
                    <a:pt x="4445" y="2449"/>
                    <a:pt x="4450" y="2456"/>
                    <a:pt x="4436" y="2459"/>
                  </a:cubicBezTo>
                  <a:cubicBezTo>
                    <a:pt x="4422" y="2463"/>
                    <a:pt x="4402" y="2462"/>
                    <a:pt x="4411" y="2470"/>
                  </a:cubicBezTo>
                  <a:cubicBezTo>
                    <a:pt x="4419" y="2479"/>
                    <a:pt x="4421" y="2488"/>
                    <a:pt x="4431" y="2492"/>
                  </a:cubicBezTo>
                  <a:cubicBezTo>
                    <a:pt x="4441" y="2495"/>
                    <a:pt x="4469" y="2501"/>
                    <a:pt x="4469" y="2506"/>
                  </a:cubicBezTo>
                  <a:cubicBezTo>
                    <a:pt x="4469" y="2510"/>
                    <a:pt x="4473" y="2517"/>
                    <a:pt x="4473" y="2527"/>
                  </a:cubicBezTo>
                  <a:cubicBezTo>
                    <a:pt x="4473" y="2537"/>
                    <a:pt x="4479" y="2552"/>
                    <a:pt x="4490" y="2557"/>
                  </a:cubicBezTo>
                  <a:cubicBezTo>
                    <a:pt x="4501" y="2563"/>
                    <a:pt x="4517" y="2560"/>
                    <a:pt x="4514" y="2550"/>
                  </a:cubicBezTo>
                  <a:cubicBezTo>
                    <a:pt x="4510" y="2539"/>
                    <a:pt x="4505" y="2530"/>
                    <a:pt x="4523" y="2530"/>
                  </a:cubicBezTo>
                  <a:cubicBezTo>
                    <a:pt x="4542" y="2530"/>
                    <a:pt x="4563" y="2529"/>
                    <a:pt x="4563" y="2542"/>
                  </a:cubicBezTo>
                  <a:cubicBezTo>
                    <a:pt x="4563" y="2555"/>
                    <a:pt x="4563" y="2557"/>
                    <a:pt x="4589" y="2567"/>
                  </a:cubicBezTo>
                  <a:cubicBezTo>
                    <a:pt x="4615" y="2577"/>
                    <a:pt x="4627" y="2591"/>
                    <a:pt x="4645" y="2591"/>
                  </a:cubicBezTo>
                  <a:cubicBezTo>
                    <a:pt x="4663" y="2591"/>
                    <a:pt x="4674" y="2586"/>
                    <a:pt x="4692" y="2596"/>
                  </a:cubicBezTo>
                  <a:cubicBezTo>
                    <a:pt x="4710" y="2606"/>
                    <a:pt x="4728" y="2596"/>
                    <a:pt x="4738" y="2611"/>
                  </a:cubicBezTo>
                  <a:cubicBezTo>
                    <a:pt x="4749" y="2626"/>
                    <a:pt x="4775" y="2629"/>
                    <a:pt x="4778" y="2612"/>
                  </a:cubicBezTo>
                  <a:cubicBezTo>
                    <a:pt x="4781" y="2595"/>
                    <a:pt x="4787" y="2591"/>
                    <a:pt x="4771" y="2582"/>
                  </a:cubicBezTo>
                  <a:cubicBezTo>
                    <a:pt x="4755" y="2573"/>
                    <a:pt x="4767" y="2555"/>
                    <a:pt x="4743" y="2549"/>
                  </a:cubicBezTo>
                  <a:cubicBezTo>
                    <a:pt x="4718" y="2542"/>
                    <a:pt x="4701" y="2529"/>
                    <a:pt x="4692" y="2514"/>
                  </a:cubicBezTo>
                  <a:cubicBezTo>
                    <a:pt x="4684" y="2499"/>
                    <a:pt x="4676" y="2500"/>
                    <a:pt x="4660" y="2491"/>
                  </a:cubicBezTo>
                  <a:cubicBezTo>
                    <a:pt x="4644" y="2481"/>
                    <a:pt x="4628" y="2469"/>
                    <a:pt x="4618" y="2459"/>
                  </a:cubicBezTo>
                  <a:cubicBezTo>
                    <a:pt x="4608" y="2450"/>
                    <a:pt x="4604" y="2437"/>
                    <a:pt x="4614" y="2437"/>
                  </a:cubicBezTo>
                  <a:cubicBezTo>
                    <a:pt x="4623" y="2437"/>
                    <a:pt x="4644" y="2452"/>
                    <a:pt x="4648" y="2448"/>
                  </a:cubicBezTo>
                  <a:cubicBezTo>
                    <a:pt x="4652" y="2443"/>
                    <a:pt x="4666" y="2447"/>
                    <a:pt x="4689" y="2464"/>
                  </a:cubicBezTo>
                  <a:cubicBezTo>
                    <a:pt x="4712" y="2481"/>
                    <a:pt x="4734" y="2501"/>
                    <a:pt x="4743" y="2499"/>
                  </a:cubicBezTo>
                  <a:cubicBezTo>
                    <a:pt x="4751" y="2497"/>
                    <a:pt x="4757" y="2507"/>
                    <a:pt x="4778" y="2514"/>
                  </a:cubicBezTo>
                  <a:cubicBezTo>
                    <a:pt x="4800" y="2522"/>
                    <a:pt x="4822" y="2514"/>
                    <a:pt x="4828" y="2530"/>
                  </a:cubicBezTo>
                  <a:cubicBezTo>
                    <a:pt x="4833" y="2546"/>
                    <a:pt x="4833" y="2550"/>
                    <a:pt x="4842" y="2551"/>
                  </a:cubicBezTo>
                  <a:cubicBezTo>
                    <a:pt x="4850" y="2552"/>
                    <a:pt x="4847" y="2571"/>
                    <a:pt x="4861" y="2570"/>
                  </a:cubicBezTo>
                  <a:cubicBezTo>
                    <a:pt x="4875" y="2569"/>
                    <a:pt x="4895" y="2565"/>
                    <a:pt x="4888" y="2557"/>
                  </a:cubicBezTo>
                  <a:cubicBezTo>
                    <a:pt x="4880" y="2550"/>
                    <a:pt x="4868" y="2560"/>
                    <a:pt x="4856" y="2543"/>
                  </a:cubicBezTo>
                  <a:cubicBezTo>
                    <a:pt x="4843" y="2526"/>
                    <a:pt x="4842" y="2526"/>
                    <a:pt x="4851" y="2526"/>
                  </a:cubicBezTo>
                  <a:cubicBezTo>
                    <a:pt x="4861" y="2526"/>
                    <a:pt x="4870" y="2523"/>
                    <a:pt x="4861" y="2508"/>
                  </a:cubicBezTo>
                  <a:cubicBezTo>
                    <a:pt x="4852" y="2493"/>
                    <a:pt x="4843" y="2482"/>
                    <a:pt x="4859" y="2482"/>
                  </a:cubicBezTo>
                  <a:cubicBezTo>
                    <a:pt x="4875" y="2482"/>
                    <a:pt x="4880" y="2482"/>
                    <a:pt x="4880" y="2474"/>
                  </a:cubicBezTo>
                  <a:cubicBezTo>
                    <a:pt x="4880" y="2467"/>
                    <a:pt x="4877" y="2460"/>
                    <a:pt x="4889" y="2468"/>
                  </a:cubicBezTo>
                  <a:cubicBezTo>
                    <a:pt x="4901" y="2476"/>
                    <a:pt x="4906" y="2465"/>
                    <a:pt x="4899" y="2453"/>
                  </a:cubicBezTo>
                  <a:cubicBezTo>
                    <a:pt x="4891" y="2441"/>
                    <a:pt x="4881" y="2438"/>
                    <a:pt x="4880" y="2425"/>
                  </a:cubicBezTo>
                  <a:cubicBezTo>
                    <a:pt x="4879" y="2412"/>
                    <a:pt x="4871" y="2413"/>
                    <a:pt x="4858" y="2410"/>
                  </a:cubicBezTo>
                  <a:cubicBezTo>
                    <a:pt x="4845" y="2407"/>
                    <a:pt x="4827" y="2398"/>
                    <a:pt x="4830" y="2382"/>
                  </a:cubicBezTo>
                  <a:cubicBezTo>
                    <a:pt x="4833" y="2366"/>
                    <a:pt x="4836" y="2362"/>
                    <a:pt x="4830" y="2351"/>
                  </a:cubicBezTo>
                  <a:cubicBezTo>
                    <a:pt x="4823" y="2340"/>
                    <a:pt x="4838" y="2330"/>
                    <a:pt x="4811" y="2327"/>
                  </a:cubicBezTo>
                  <a:cubicBezTo>
                    <a:pt x="4785" y="2324"/>
                    <a:pt x="4788" y="2308"/>
                    <a:pt x="4787" y="2321"/>
                  </a:cubicBezTo>
                  <a:cubicBezTo>
                    <a:pt x="4786" y="2334"/>
                    <a:pt x="4786" y="2339"/>
                    <a:pt x="4775" y="2330"/>
                  </a:cubicBezTo>
                  <a:cubicBezTo>
                    <a:pt x="4764" y="2322"/>
                    <a:pt x="4772" y="2310"/>
                    <a:pt x="4755" y="2309"/>
                  </a:cubicBezTo>
                  <a:cubicBezTo>
                    <a:pt x="4737" y="2308"/>
                    <a:pt x="4731" y="2309"/>
                    <a:pt x="4731" y="2297"/>
                  </a:cubicBezTo>
                  <a:cubicBezTo>
                    <a:pt x="4731" y="2285"/>
                    <a:pt x="4706" y="2286"/>
                    <a:pt x="4709" y="2269"/>
                  </a:cubicBezTo>
                  <a:cubicBezTo>
                    <a:pt x="4713" y="2252"/>
                    <a:pt x="4707" y="2238"/>
                    <a:pt x="4693" y="2238"/>
                  </a:cubicBezTo>
                  <a:cubicBezTo>
                    <a:pt x="4679" y="2238"/>
                    <a:pt x="4662" y="2236"/>
                    <a:pt x="4662" y="2224"/>
                  </a:cubicBezTo>
                  <a:cubicBezTo>
                    <a:pt x="4662" y="2212"/>
                    <a:pt x="4669" y="2206"/>
                    <a:pt x="4685" y="2209"/>
                  </a:cubicBezTo>
                  <a:cubicBezTo>
                    <a:pt x="4701" y="2212"/>
                    <a:pt x="4718" y="2204"/>
                    <a:pt x="4706" y="2191"/>
                  </a:cubicBezTo>
                  <a:cubicBezTo>
                    <a:pt x="4694" y="2178"/>
                    <a:pt x="4685" y="2185"/>
                    <a:pt x="4678" y="2170"/>
                  </a:cubicBezTo>
                  <a:cubicBezTo>
                    <a:pt x="4672" y="2155"/>
                    <a:pt x="4685" y="2149"/>
                    <a:pt x="4695" y="2162"/>
                  </a:cubicBezTo>
                  <a:cubicBezTo>
                    <a:pt x="4706" y="2175"/>
                    <a:pt x="4710" y="2181"/>
                    <a:pt x="4712" y="2163"/>
                  </a:cubicBezTo>
                  <a:cubicBezTo>
                    <a:pt x="4713" y="2144"/>
                    <a:pt x="4727" y="2136"/>
                    <a:pt x="4736" y="2153"/>
                  </a:cubicBezTo>
                  <a:cubicBezTo>
                    <a:pt x="4746" y="2170"/>
                    <a:pt x="4745" y="2172"/>
                    <a:pt x="4761" y="2177"/>
                  </a:cubicBezTo>
                  <a:cubicBezTo>
                    <a:pt x="4777" y="2181"/>
                    <a:pt x="4787" y="2191"/>
                    <a:pt x="4793" y="2201"/>
                  </a:cubicBezTo>
                  <a:cubicBezTo>
                    <a:pt x="4800" y="2212"/>
                    <a:pt x="4817" y="2194"/>
                    <a:pt x="4819" y="2212"/>
                  </a:cubicBezTo>
                  <a:cubicBezTo>
                    <a:pt x="4821" y="2230"/>
                    <a:pt x="4822" y="2239"/>
                    <a:pt x="4834" y="2238"/>
                  </a:cubicBezTo>
                  <a:cubicBezTo>
                    <a:pt x="4846" y="2237"/>
                    <a:pt x="4837" y="2262"/>
                    <a:pt x="4850" y="2268"/>
                  </a:cubicBezTo>
                  <a:cubicBezTo>
                    <a:pt x="4863" y="2275"/>
                    <a:pt x="4876" y="2302"/>
                    <a:pt x="4876" y="2290"/>
                  </a:cubicBezTo>
                  <a:cubicBezTo>
                    <a:pt x="4876" y="2277"/>
                    <a:pt x="4885" y="2276"/>
                    <a:pt x="4896" y="2288"/>
                  </a:cubicBezTo>
                  <a:cubicBezTo>
                    <a:pt x="4908" y="2301"/>
                    <a:pt x="4928" y="2321"/>
                    <a:pt x="4940" y="2312"/>
                  </a:cubicBezTo>
                  <a:cubicBezTo>
                    <a:pt x="4953" y="2304"/>
                    <a:pt x="4959" y="2285"/>
                    <a:pt x="4952" y="2273"/>
                  </a:cubicBezTo>
                  <a:cubicBezTo>
                    <a:pt x="4946" y="2262"/>
                    <a:pt x="4949" y="2251"/>
                    <a:pt x="4946" y="2236"/>
                  </a:cubicBezTo>
                  <a:cubicBezTo>
                    <a:pt x="4943" y="2221"/>
                    <a:pt x="4957" y="2225"/>
                    <a:pt x="4963" y="2235"/>
                  </a:cubicBezTo>
                  <a:cubicBezTo>
                    <a:pt x="4970" y="2244"/>
                    <a:pt x="4976" y="2245"/>
                    <a:pt x="4980" y="2237"/>
                  </a:cubicBezTo>
                  <a:cubicBezTo>
                    <a:pt x="4985" y="2228"/>
                    <a:pt x="5006" y="2225"/>
                    <a:pt x="5013" y="2235"/>
                  </a:cubicBezTo>
                  <a:cubicBezTo>
                    <a:pt x="5019" y="2244"/>
                    <a:pt x="5031" y="2247"/>
                    <a:pt x="5024" y="2234"/>
                  </a:cubicBezTo>
                  <a:cubicBezTo>
                    <a:pt x="5018" y="2221"/>
                    <a:pt x="5009" y="2215"/>
                    <a:pt x="5018" y="2210"/>
                  </a:cubicBezTo>
                  <a:cubicBezTo>
                    <a:pt x="5026" y="2205"/>
                    <a:pt x="5036" y="2201"/>
                    <a:pt x="5034" y="2192"/>
                  </a:cubicBezTo>
                  <a:cubicBezTo>
                    <a:pt x="5032" y="2182"/>
                    <a:pt x="5016" y="2178"/>
                    <a:pt x="5017" y="2169"/>
                  </a:cubicBezTo>
                  <a:cubicBezTo>
                    <a:pt x="5018" y="2161"/>
                    <a:pt x="5029" y="2166"/>
                    <a:pt x="5035" y="2171"/>
                  </a:cubicBezTo>
                  <a:cubicBezTo>
                    <a:pt x="5042" y="2177"/>
                    <a:pt x="5057" y="2177"/>
                    <a:pt x="5066" y="2166"/>
                  </a:cubicBezTo>
                  <a:cubicBezTo>
                    <a:pt x="5076" y="2155"/>
                    <a:pt x="5093" y="2164"/>
                    <a:pt x="5095" y="2149"/>
                  </a:cubicBezTo>
                  <a:cubicBezTo>
                    <a:pt x="5097" y="2134"/>
                    <a:pt x="5101" y="2129"/>
                    <a:pt x="5095" y="2119"/>
                  </a:cubicBezTo>
                  <a:cubicBezTo>
                    <a:pt x="5090" y="2108"/>
                    <a:pt x="5085" y="2099"/>
                    <a:pt x="5074" y="2098"/>
                  </a:cubicBezTo>
                  <a:close/>
                  <a:moveTo>
                    <a:pt x="2584" y="1705"/>
                  </a:moveTo>
                  <a:cubicBezTo>
                    <a:pt x="2587" y="1712"/>
                    <a:pt x="2596" y="1712"/>
                    <a:pt x="2600" y="1712"/>
                  </a:cubicBezTo>
                  <a:cubicBezTo>
                    <a:pt x="2605" y="1711"/>
                    <a:pt x="2607" y="1706"/>
                    <a:pt x="2607" y="1701"/>
                  </a:cubicBezTo>
                  <a:cubicBezTo>
                    <a:pt x="2607" y="1696"/>
                    <a:pt x="2590" y="1708"/>
                    <a:pt x="2590" y="1691"/>
                  </a:cubicBezTo>
                  <a:cubicBezTo>
                    <a:pt x="2590" y="1691"/>
                    <a:pt x="2589" y="1683"/>
                    <a:pt x="2579" y="1685"/>
                  </a:cubicBezTo>
                  <a:cubicBezTo>
                    <a:pt x="2569" y="1687"/>
                    <a:pt x="2569" y="1691"/>
                    <a:pt x="2574" y="1698"/>
                  </a:cubicBezTo>
                  <a:cubicBezTo>
                    <a:pt x="2578" y="1704"/>
                    <a:pt x="2582" y="1698"/>
                    <a:pt x="2584" y="1705"/>
                  </a:cubicBezTo>
                  <a:close/>
                  <a:moveTo>
                    <a:pt x="2854" y="1479"/>
                  </a:moveTo>
                  <a:cubicBezTo>
                    <a:pt x="2853" y="1467"/>
                    <a:pt x="2847" y="1471"/>
                    <a:pt x="2845" y="1460"/>
                  </a:cubicBezTo>
                  <a:cubicBezTo>
                    <a:pt x="2843" y="1449"/>
                    <a:pt x="2849" y="1449"/>
                    <a:pt x="2840" y="1443"/>
                  </a:cubicBezTo>
                  <a:cubicBezTo>
                    <a:pt x="2832" y="1436"/>
                    <a:pt x="2829" y="1431"/>
                    <a:pt x="2830" y="1423"/>
                  </a:cubicBezTo>
                  <a:cubicBezTo>
                    <a:pt x="2830" y="1416"/>
                    <a:pt x="2837" y="1417"/>
                    <a:pt x="2837" y="1407"/>
                  </a:cubicBezTo>
                  <a:cubicBezTo>
                    <a:pt x="2837" y="1397"/>
                    <a:pt x="2836" y="1394"/>
                    <a:pt x="2830" y="1390"/>
                  </a:cubicBezTo>
                  <a:cubicBezTo>
                    <a:pt x="2823" y="1387"/>
                    <a:pt x="2819" y="1384"/>
                    <a:pt x="2813" y="1388"/>
                  </a:cubicBezTo>
                  <a:cubicBezTo>
                    <a:pt x="2807" y="1393"/>
                    <a:pt x="2794" y="1392"/>
                    <a:pt x="2794" y="1400"/>
                  </a:cubicBezTo>
                  <a:cubicBezTo>
                    <a:pt x="2794" y="1408"/>
                    <a:pt x="2794" y="1410"/>
                    <a:pt x="2803" y="1416"/>
                  </a:cubicBezTo>
                  <a:cubicBezTo>
                    <a:pt x="2812" y="1421"/>
                    <a:pt x="2812" y="1423"/>
                    <a:pt x="2812" y="1430"/>
                  </a:cubicBezTo>
                  <a:cubicBezTo>
                    <a:pt x="2812" y="1436"/>
                    <a:pt x="2809" y="1456"/>
                    <a:pt x="2803" y="1446"/>
                  </a:cubicBezTo>
                  <a:cubicBezTo>
                    <a:pt x="2797" y="1436"/>
                    <a:pt x="2792" y="1433"/>
                    <a:pt x="2787" y="1430"/>
                  </a:cubicBezTo>
                  <a:cubicBezTo>
                    <a:pt x="2783" y="1427"/>
                    <a:pt x="2788" y="1408"/>
                    <a:pt x="2777" y="1408"/>
                  </a:cubicBezTo>
                  <a:cubicBezTo>
                    <a:pt x="2766" y="1407"/>
                    <a:pt x="2747" y="1403"/>
                    <a:pt x="2741" y="1406"/>
                  </a:cubicBezTo>
                  <a:cubicBezTo>
                    <a:pt x="2736" y="1410"/>
                    <a:pt x="2716" y="1444"/>
                    <a:pt x="2718" y="1422"/>
                  </a:cubicBezTo>
                  <a:cubicBezTo>
                    <a:pt x="2719" y="1401"/>
                    <a:pt x="2744" y="1402"/>
                    <a:pt x="2745" y="1391"/>
                  </a:cubicBezTo>
                  <a:cubicBezTo>
                    <a:pt x="2746" y="1380"/>
                    <a:pt x="2769" y="1373"/>
                    <a:pt x="2780" y="1372"/>
                  </a:cubicBezTo>
                  <a:cubicBezTo>
                    <a:pt x="2791" y="1371"/>
                    <a:pt x="2797" y="1375"/>
                    <a:pt x="2797" y="1361"/>
                  </a:cubicBezTo>
                  <a:cubicBezTo>
                    <a:pt x="2797" y="1347"/>
                    <a:pt x="2797" y="1340"/>
                    <a:pt x="2804" y="1339"/>
                  </a:cubicBezTo>
                  <a:cubicBezTo>
                    <a:pt x="2811" y="1338"/>
                    <a:pt x="2812" y="1335"/>
                    <a:pt x="2813" y="1327"/>
                  </a:cubicBezTo>
                  <a:cubicBezTo>
                    <a:pt x="2814" y="1318"/>
                    <a:pt x="2809" y="1319"/>
                    <a:pt x="2801" y="1311"/>
                  </a:cubicBezTo>
                  <a:cubicBezTo>
                    <a:pt x="2793" y="1303"/>
                    <a:pt x="2782" y="1297"/>
                    <a:pt x="2774" y="1299"/>
                  </a:cubicBezTo>
                  <a:cubicBezTo>
                    <a:pt x="2766" y="1301"/>
                    <a:pt x="2750" y="1312"/>
                    <a:pt x="2749" y="1302"/>
                  </a:cubicBezTo>
                  <a:cubicBezTo>
                    <a:pt x="2747" y="1292"/>
                    <a:pt x="2757" y="1289"/>
                    <a:pt x="2764" y="1287"/>
                  </a:cubicBezTo>
                  <a:cubicBezTo>
                    <a:pt x="2772" y="1284"/>
                    <a:pt x="2770" y="1275"/>
                    <a:pt x="2760" y="1273"/>
                  </a:cubicBezTo>
                  <a:cubicBezTo>
                    <a:pt x="2750" y="1271"/>
                    <a:pt x="2734" y="1269"/>
                    <a:pt x="2728" y="1275"/>
                  </a:cubicBezTo>
                  <a:cubicBezTo>
                    <a:pt x="2722" y="1281"/>
                    <a:pt x="2714" y="1277"/>
                    <a:pt x="2699" y="1278"/>
                  </a:cubicBezTo>
                  <a:cubicBezTo>
                    <a:pt x="2684" y="1279"/>
                    <a:pt x="2686" y="1292"/>
                    <a:pt x="2673" y="1292"/>
                  </a:cubicBezTo>
                  <a:cubicBezTo>
                    <a:pt x="2660" y="1291"/>
                    <a:pt x="2651" y="1297"/>
                    <a:pt x="2664" y="1302"/>
                  </a:cubicBezTo>
                  <a:cubicBezTo>
                    <a:pt x="2677" y="1307"/>
                    <a:pt x="2693" y="1310"/>
                    <a:pt x="2686" y="1319"/>
                  </a:cubicBezTo>
                  <a:cubicBezTo>
                    <a:pt x="2679" y="1327"/>
                    <a:pt x="2676" y="1326"/>
                    <a:pt x="2665" y="1317"/>
                  </a:cubicBezTo>
                  <a:cubicBezTo>
                    <a:pt x="2653" y="1309"/>
                    <a:pt x="2646" y="1308"/>
                    <a:pt x="2637" y="1304"/>
                  </a:cubicBezTo>
                  <a:cubicBezTo>
                    <a:pt x="2627" y="1299"/>
                    <a:pt x="2624" y="1285"/>
                    <a:pt x="2615" y="1291"/>
                  </a:cubicBezTo>
                  <a:cubicBezTo>
                    <a:pt x="2605" y="1297"/>
                    <a:pt x="2610" y="1303"/>
                    <a:pt x="2617" y="1307"/>
                  </a:cubicBezTo>
                  <a:cubicBezTo>
                    <a:pt x="2624" y="1312"/>
                    <a:pt x="2624" y="1318"/>
                    <a:pt x="2611" y="1315"/>
                  </a:cubicBezTo>
                  <a:cubicBezTo>
                    <a:pt x="2598" y="1312"/>
                    <a:pt x="2599" y="1302"/>
                    <a:pt x="2586" y="1303"/>
                  </a:cubicBezTo>
                  <a:cubicBezTo>
                    <a:pt x="2573" y="1304"/>
                    <a:pt x="2561" y="1305"/>
                    <a:pt x="2554" y="1310"/>
                  </a:cubicBezTo>
                  <a:cubicBezTo>
                    <a:pt x="2548" y="1315"/>
                    <a:pt x="2553" y="1320"/>
                    <a:pt x="2564" y="1324"/>
                  </a:cubicBezTo>
                  <a:cubicBezTo>
                    <a:pt x="2574" y="1327"/>
                    <a:pt x="2577" y="1337"/>
                    <a:pt x="2556" y="1336"/>
                  </a:cubicBezTo>
                  <a:cubicBezTo>
                    <a:pt x="2534" y="1335"/>
                    <a:pt x="2531" y="1338"/>
                    <a:pt x="2524" y="1342"/>
                  </a:cubicBezTo>
                  <a:cubicBezTo>
                    <a:pt x="2516" y="1347"/>
                    <a:pt x="2514" y="1359"/>
                    <a:pt x="2529" y="1364"/>
                  </a:cubicBezTo>
                  <a:cubicBezTo>
                    <a:pt x="2543" y="1369"/>
                    <a:pt x="2554" y="1382"/>
                    <a:pt x="2563" y="1380"/>
                  </a:cubicBezTo>
                  <a:cubicBezTo>
                    <a:pt x="2572" y="1378"/>
                    <a:pt x="2579" y="1378"/>
                    <a:pt x="2584" y="1385"/>
                  </a:cubicBezTo>
                  <a:cubicBezTo>
                    <a:pt x="2590" y="1393"/>
                    <a:pt x="2600" y="1393"/>
                    <a:pt x="2604" y="1401"/>
                  </a:cubicBezTo>
                  <a:cubicBezTo>
                    <a:pt x="2607" y="1408"/>
                    <a:pt x="2613" y="1413"/>
                    <a:pt x="2610" y="1418"/>
                  </a:cubicBezTo>
                  <a:cubicBezTo>
                    <a:pt x="2607" y="1424"/>
                    <a:pt x="2591" y="1407"/>
                    <a:pt x="2591" y="1416"/>
                  </a:cubicBezTo>
                  <a:cubicBezTo>
                    <a:pt x="2591" y="1426"/>
                    <a:pt x="2603" y="1436"/>
                    <a:pt x="2589" y="1437"/>
                  </a:cubicBezTo>
                  <a:cubicBezTo>
                    <a:pt x="2574" y="1439"/>
                    <a:pt x="2563" y="1434"/>
                    <a:pt x="2559" y="1441"/>
                  </a:cubicBezTo>
                  <a:cubicBezTo>
                    <a:pt x="2554" y="1447"/>
                    <a:pt x="2543" y="1454"/>
                    <a:pt x="2538" y="1445"/>
                  </a:cubicBezTo>
                  <a:cubicBezTo>
                    <a:pt x="2533" y="1436"/>
                    <a:pt x="2514" y="1428"/>
                    <a:pt x="2508" y="1421"/>
                  </a:cubicBezTo>
                  <a:cubicBezTo>
                    <a:pt x="2502" y="1413"/>
                    <a:pt x="2493" y="1403"/>
                    <a:pt x="2478" y="1403"/>
                  </a:cubicBezTo>
                  <a:cubicBezTo>
                    <a:pt x="2478" y="1403"/>
                    <a:pt x="2458" y="1403"/>
                    <a:pt x="2454" y="1414"/>
                  </a:cubicBezTo>
                  <a:cubicBezTo>
                    <a:pt x="2450" y="1426"/>
                    <a:pt x="2434" y="1433"/>
                    <a:pt x="2447" y="1446"/>
                  </a:cubicBezTo>
                  <a:cubicBezTo>
                    <a:pt x="2460" y="1459"/>
                    <a:pt x="2491" y="1478"/>
                    <a:pt x="2498" y="1489"/>
                  </a:cubicBezTo>
                  <a:cubicBezTo>
                    <a:pt x="2505" y="1499"/>
                    <a:pt x="2513" y="1505"/>
                    <a:pt x="2521" y="1499"/>
                  </a:cubicBezTo>
                  <a:cubicBezTo>
                    <a:pt x="2530" y="1492"/>
                    <a:pt x="2545" y="1489"/>
                    <a:pt x="2554" y="1500"/>
                  </a:cubicBezTo>
                  <a:cubicBezTo>
                    <a:pt x="2562" y="1512"/>
                    <a:pt x="2568" y="1497"/>
                    <a:pt x="2579" y="1514"/>
                  </a:cubicBezTo>
                  <a:cubicBezTo>
                    <a:pt x="2591" y="1532"/>
                    <a:pt x="2617" y="1548"/>
                    <a:pt x="2635" y="1565"/>
                  </a:cubicBezTo>
                  <a:cubicBezTo>
                    <a:pt x="2652" y="1581"/>
                    <a:pt x="2659" y="1578"/>
                    <a:pt x="2662" y="1591"/>
                  </a:cubicBezTo>
                  <a:cubicBezTo>
                    <a:pt x="2665" y="1604"/>
                    <a:pt x="2673" y="1611"/>
                    <a:pt x="2680" y="1613"/>
                  </a:cubicBezTo>
                  <a:cubicBezTo>
                    <a:pt x="2688" y="1614"/>
                    <a:pt x="2691" y="1623"/>
                    <a:pt x="2705" y="1623"/>
                  </a:cubicBezTo>
                  <a:cubicBezTo>
                    <a:pt x="2718" y="1623"/>
                    <a:pt x="2715" y="1621"/>
                    <a:pt x="2723" y="1611"/>
                  </a:cubicBezTo>
                  <a:cubicBezTo>
                    <a:pt x="2732" y="1600"/>
                    <a:pt x="2754" y="1598"/>
                    <a:pt x="2744" y="1590"/>
                  </a:cubicBezTo>
                  <a:cubicBezTo>
                    <a:pt x="2734" y="1583"/>
                    <a:pt x="2725" y="1573"/>
                    <a:pt x="2742" y="1574"/>
                  </a:cubicBezTo>
                  <a:cubicBezTo>
                    <a:pt x="2759" y="1575"/>
                    <a:pt x="2792" y="1582"/>
                    <a:pt x="2799" y="1571"/>
                  </a:cubicBezTo>
                  <a:cubicBezTo>
                    <a:pt x="2807" y="1560"/>
                    <a:pt x="2813" y="1564"/>
                    <a:pt x="2825" y="1560"/>
                  </a:cubicBezTo>
                  <a:cubicBezTo>
                    <a:pt x="2837" y="1555"/>
                    <a:pt x="2844" y="1542"/>
                    <a:pt x="2846" y="1527"/>
                  </a:cubicBezTo>
                  <a:cubicBezTo>
                    <a:pt x="2848" y="1512"/>
                    <a:pt x="2830" y="1514"/>
                    <a:pt x="2835" y="1500"/>
                  </a:cubicBezTo>
                  <a:cubicBezTo>
                    <a:pt x="2839" y="1487"/>
                    <a:pt x="2855" y="1492"/>
                    <a:pt x="2854" y="1479"/>
                  </a:cubicBezTo>
                  <a:close/>
                  <a:moveTo>
                    <a:pt x="2768" y="1216"/>
                  </a:moveTo>
                  <a:cubicBezTo>
                    <a:pt x="2759" y="1221"/>
                    <a:pt x="2754" y="1229"/>
                    <a:pt x="2763" y="1231"/>
                  </a:cubicBezTo>
                  <a:cubicBezTo>
                    <a:pt x="2772" y="1233"/>
                    <a:pt x="2782" y="1231"/>
                    <a:pt x="2785" y="1222"/>
                  </a:cubicBezTo>
                  <a:cubicBezTo>
                    <a:pt x="2789" y="1213"/>
                    <a:pt x="2784" y="1195"/>
                    <a:pt x="2774" y="1207"/>
                  </a:cubicBezTo>
                  <a:cubicBezTo>
                    <a:pt x="2774" y="1207"/>
                    <a:pt x="2777" y="1212"/>
                    <a:pt x="2768" y="1216"/>
                  </a:cubicBezTo>
                  <a:close/>
                  <a:moveTo>
                    <a:pt x="2880" y="1209"/>
                  </a:moveTo>
                  <a:cubicBezTo>
                    <a:pt x="2880" y="1209"/>
                    <a:pt x="2876" y="1223"/>
                    <a:pt x="2888" y="1223"/>
                  </a:cubicBezTo>
                  <a:cubicBezTo>
                    <a:pt x="2899" y="1223"/>
                    <a:pt x="2901" y="1223"/>
                    <a:pt x="2907" y="1228"/>
                  </a:cubicBezTo>
                  <a:cubicBezTo>
                    <a:pt x="2913" y="1233"/>
                    <a:pt x="2921" y="1231"/>
                    <a:pt x="2921" y="1224"/>
                  </a:cubicBezTo>
                  <a:cubicBezTo>
                    <a:pt x="2921" y="1218"/>
                    <a:pt x="2921" y="1220"/>
                    <a:pt x="2911" y="1213"/>
                  </a:cubicBezTo>
                  <a:cubicBezTo>
                    <a:pt x="2900" y="1207"/>
                    <a:pt x="2883" y="1201"/>
                    <a:pt x="2880" y="1209"/>
                  </a:cubicBezTo>
                  <a:close/>
                  <a:moveTo>
                    <a:pt x="3035" y="1150"/>
                  </a:moveTo>
                  <a:cubicBezTo>
                    <a:pt x="3040" y="1145"/>
                    <a:pt x="3032" y="1136"/>
                    <a:pt x="3027" y="1130"/>
                  </a:cubicBezTo>
                  <a:cubicBezTo>
                    <a:pt x="3021" y="1125"/>
                    <a:pt x="3015" y="1116"/>
                    <a:pt x="3000" y="1103"/>
                  </a:cubicBezTo>
                  <a:cubicBezTo>
                    <a:pt x="2985" y="1090"/>
                    <a:pt x="2977" y="1079"/>
                    <a:pt x="2965" y="1080"/>
                  </a:cubicBezTo>
                  <a:cubicBezTo>
                    <a:pt x="2953" y="1081"/>
                    <a:pt x="2921" y="1073"/>
                    <a:pt x="2914" y="1086"/>
                  </a:cubicBezTo>
                  <a:cubicBezTo>
                    <a:pt x="2914" y="1086"/>
                    <a:pt x="2909" y="1102"/>
                    <a:pt x="2893" y="1105"/>
                  </a:cubicBezTo>
                  <a:cubicBezTo>
                    <a:pt x="2878" y="1107"/>
                    <a:pt x="2873" y="1112"/>
                    <a:pt x="2869" y="1120"/>
                  </a:cubicBezTo>
                  <a:cubicBezTo>
                    <a:pt x="2865" y="1127"/>
                    <a:pt x="2857" y="1127"/>
                    <a:pt x="2848" y="1133"/>
                  </a:cubicBezTo>
                  <a:cubicBezTo>
                    <a:pt x="2840" y="1139"/>
                    <a:pt x="2825" y="1155"/>
                    <a:pt x="2835" y="1161"/>
                  </a:cubicBezTo>
                  <a:cubicBezTo>
                    <a:pt x="2845" y="1168"/>
                    <a:pt x="2859" y="1178"/>
                    <a:pt x="2868" y="1178"/>
                  </a:cubicBezTo>
                  <a:cubicBezTo>
                    <a:pt x="2876" y="1178"/>
                    <a:pt x="2893" y="1181"/>
                    <a:pt x="2901" y="1188"/>
                  </a:cubicBezTo>
                  <a:cubicBezTo>
                    <a:pt x="2908" y="1196"/>
                    <a:pt x="2923" y="1186"/>
                    <a:pt x="2928" y="1194"/>
                  </a:cubicBezTo>
                  <a:cubicBezTo>
                    <a:pt x="2932" y="1203"/>
                    <a:pt x="2946" y="1208"/>
                    <a:pt x="2964" y="1208"/>
                  </a:cubicBezTo>
                  <a:cubicBezTo>
                    <a:pt x="2982" y="1208"/>
                    <a:pt x="3029" y="1213"/>
                    <a:pt x="3029" y="1201"/>
                  </a:cubicBezTo>
                  <a:cubicBezTo>
                    <a:pt x="3029" y="1189"/>
                    <a:pt x="3041" y="1173"/>
                    <a:pt x="3031" y="1168"/>
                  </a:cubicBezTo>
                  <a:cubicBezTo>
                    <a:pt x="3021" y="1162"/>
                    <a:pt x="3029" y="1155"/>
                    <a:pt x="3035" y="1150"/>
                  </a:cubicBezTo>
                  <a:close/>
                  <a:moveTo>
                    <a:pt x="2946" y="1056"/>
                  </a:moveTo>
                  <a:cubicBezTo>
                    <a:pt x="2946" y="1062"/>
                    <a:pt x="2949" y="1065"/>
                    <a:pt x="2961" y="1065"/>
                  </a:cubicBezTo>
                  <a:cubicBezTo>
                    <a:pt x="2973" y="1065"/>
                    <a:pt x="2984" y="1071"/>
                    <a:pt x="2981" y="1062"/>
                  </a:cubicBezTo>
                  <a:cubicBezTo>
                    <a:pt x="2977" y="1052"/>
                    <a:pt x="2977" y="1032"/>
                    <a:pt x="2969" y="1032"/>
                  </a:cubicBezTo>
                  <a:cubicBezTo>
                    <a:pt x="2960" y="1032"/>
                    <a:pt x="2962" y="1031"/>
                    <a:pt x="2951" y="1033"/>
                  </a:cubicBezTo>
                  <a:cubicBezTo>
                    <a:pt x="2951" y="1033"/>
                    <a:pt x="2933" y="1037"/>
                    <a:pt x="2938" y="1043"/>
                  </a:cubicBezTo>
                  <a:cubicBezTo>
                    <a:pt x="2944" y="1049"/>
                    <a:pt x="2946" y="1050"/>
                    <a:pt x="2946" y="1056"/>
                  </a:cubicBezTo>
                  <a:close/>
                  <a:moveTo>
                    <a:pt x="2835" y="1110"/>
                  </a:moveTo>
                  <a:cubicBezTo>
                    <a:pt x="2837" y="1102"/>
                    <a:pt x="2842" y="1096"/>
                    <a:pt x="2850" y="1101"/>
                  </a:cubicBezTo>
                  <a:cubicBezTo>
                    <a:pt x="2859" y="1106"/>
                    <a:pt x="2866" y="1103"/>
                    <a:pt x="2869" y="1098"/>
                  </a:cubicBezTo>
                  <a:cubicBezTo>
                    <a:pt x="2872" y="1093"/>
                    <a:pt x="2887" y="1092"/>
                    <a:pt x="2878" y="1084"/>
                  </a:cubicBezTo>
                  <a:cubicBezTo>
                    <a:pt x="2870" y="1077"/>
                    <a:pt x="2860" y="1077"/>
                    <a:pt x="2849" y="1077"/>
                  </a:cubicBezTo>
                  <a:cubicBezTo>
                    <a:pt x="2849" y="1077"/>
                    <a:pt x="2842" y="1077"/>
                    <a:pt x="2832" y="1084"/>
                  </a:cubicBezTo>
                  <a:cubicBezTo>
                    <a:pt x="2823" y="1091"/>
                    <a:pt x="2819" y="1091"/>
                    <a:pt x="2812" y="1092"/>
                  </a:cubicBezTo>
                  <a:cubicBezTo>
                    <a:pt x="2804" y="1094"/>
                    <a:pt x="2802" y="1100"/>
                    <a:pt x="2808" y="1105"/>
                  </a:cubicBezTo>
                  <a:cubicBezTo>
                    <a:pt x="2815" y="1110"/>
                    <a:pt x="2832" y="1117"/>
                    <a:pt x="2835" y="1110"/>
                  </a:cubicBezTo>
                  <a:close/>
                  <a:moveTo>
                    <a:pt x="2698" y="943"/>
                  </a:moveTo>
                  <a:cubicBezTo>
                    <a:pt x="2693" y="950"/>
                    <a:pt x="2681" y="944"/>
                    <a:pt x="2681" y="953"/>
                  </a:cubicBezTo>
                  <a:cubicBezTo>
                    <a:pt x="2681" y="961"/>
                    <a:pt x="2681" y="967"/>
                    <a:pt x="2670" y="964"/>
                  </a:cubicBezTo>
                  <a:cubicBezTo>
                    <a:pt x="2658" y="961"/>
                    <a:pt x="2650" y="953"/>
                    <a:pt x="2637" y="952"/>
                  </a:cubicBezTo>
                  <a:cubicBezTo>
                    <a:pt x="2623" y="950"/>
                    <a:pt x="2607" y="943"/>
                    <a:pt x="2622" y="941"/>
                  </a:cubicBezTo>
                  <a:cubicBezTo>
                    <a:pt x="2637" y="939"/>
                    <a:pt x="2655" y="946"/>
                    <a:pt x="2653" y="939"/>
                  </a:cubicBezTo>
                  <a:cubicBezTo>
                    <a:pt x="2651" y="932"/>
                    <a:pt x="2632" y="932"/>
                    <a:pt x="2624" y="931"/>
                  </a:cubicBezTo>
                  <a:cubicBezTo>
                    <a:pt x="2616" y="930"/>
                    <a:pt x="2614" y="943"/>
                    <a:pt x="2603" y="940"/>
                  </a:cubicBezTo>
                  <a:cubicBezTo>
                    <a:pt x="2592" y="937"/>
                    <a:pt x="2586" y="928"/>
                    <a:pt x="2574" y="928"/>
                  </a:cubicBezTo>
                  <a:cubicBezTo>
                    <a:pt x="2562" y="928"/>
                    <a:pt x="2548" y="933"/>
                    <a:pt x="2539" y="938"/>
                  </a:cubicBezTo>
                  <a:cubicBezTo>
                    <a:pt x="2531" y="942"/>
                    <a:pt x="2510" y="950"/>
                    <a:pt x="2517" y="956"/>
                  </a:cubicBezTo>
                  <a:cubicBezTo>
                    <a:pt x="2524" y="963"/>
                    <a:pt x="2533" y="968"/>
                    <a:pt x="2545" y="960"/>
                  </a:cubicBezTo>
                  <a:cubicBezTo>
                    <a:pt x="2557" y="952"/>
                    <a:pt x="2562" y="955"/>
                    <a:pt x="2561" y="963"/>
                  </a:cubicBezTo>
                  <a:cubicBezTo>
                    <a:pt x="2560" y="971"/>
                    <a:pt x="2559" y="978"/>
                    <a:pt x="2571" y="982"/>
                  </a:cubicBezTo>
                  <a:cubicBezTo>
                    <a:pt x="2583" y="986"/>
                    <a:pt x="2590" y="985"/>
                    <a:pt x="2591" y="993"/>
                  </a:cubicBezTo>
                  <a:cubicBezTo>
                    <a:pt x="2592" y="1002"/>
                    <a:pt x="2595" y="1006"/>
                    <a:pt x="2602" y="1009"/>
                  </a:cubicBezTo>
                  <a:cubicBezTo>
                    <a:pt x="2608" y="1013"/>
                    <a:pt x="2613" y="1016"/>
                    <a:pt x="2613" y="1024"/>
                  </a:cubicBezTo>
                  <a:cubicBezTo>
                    <a:pt x="2613" y="1031"/>
                    <a:pt x="2604" y="1044"/>
                    <a:pt x="2597" y="1035"/>
                  </a:cubicBezTo>
                  <a:cubicBezTo>
                    <a:pt x="2589" y="1026"/>
                    <a:pt x="2582" y="1016"/>
                    <a:pt x="2572" y="1013"/>
                  </a:cubicBezTo>
                  <a:cubicBezTo>
                    <a:pt x="2561" y="1009"/>
                    <a:pt x="2557" y="1007"/>
                    <a:pt x="2551" y="996"/>
                  </a:cubicBezTo>
                  <a:cubicBezTo>
                    <a:pt x="2544" y="984"/>
                    <a:pt x="2547" y="988"/>
                    <a:pt x="2539" y="983"/>
                  </a:cubicBezTo>
                  <a:cubicBezTo>
                    <a:pt x="2530" y="978"/>
                    <a:pt x="2521" y="970"/>
                    <a:pt x="2511" y="969"/>
                  </a:cubicBezTo>
                  <a:cubicBezTo>
                    <a:pt x="2502" y="968"/>
                    <a:pt x="2493" y="971"/>
                    <a:pt x="2489" y="978"/>
                  </a:cubicBezTo>
                  <a:cubicBezTo>
                    <a:pt x="2486" y="985"/>
                    <a:pt x="2473" y="990"/>
                    <a:pt x="2481" y="996"/>
                  </a:cubicBezTo>
                  <a:cubicBezTo>
                    <a:pt x="2488" y="1003"/>
                    <a:pt x="2486" y="1013"/>
                    <a:pt x="2486" y="1019"/>
                  </a:cubicBezTo>
                  <a:cubicBezTo>
                    <a:pt x="2486" y="1024"/>
                    <a:pt x="2472" y="1043"/>
                    <a:pt x="2464" y="1029"/>
                  </a:cubicBezTo>
                  <a:cubicBezTo>
                    <a:pt x="2456" y="1016"/>
                    <a:pt x="2451" y="991"/>
                    <a:pt x="2436" y="991"/>
                  </a:cubicBezTo>
                  <a:cubicBezTo>
                    <a:pt x="2421" y="992"/>
                    <a:pt x="2420" y="998"/>
                    <a:pt x="2418" y="983"/>
                  </a:cubicBezTo>
                  <a:cubicBezTo>
                    <a:pt x="2416" y="968"/>
                    <a:pt x="2411" y="965"/>
                    <a:pt x="2401" y="963"/>
                  </a:cubicBezTo>
                  <a:cubicBezTo>
                    <a:pt x="2391" y="962"/>
                    <a:pt x="2395" y="958"/>
                    <a:pt x="2382" y="952"/>
                  </a:cubicBezTo>
                  <a:cubicBezTo>
                    <a:pt x="2369" y="945"/>
                    <a:pt x="2367" y="943"/>
                    <a:pt x="2349" y="945"/>
                  </a:cubicBezTo>
                  <a:cubicBezTo>
                    <a:pt x="2349" y="945"/>
                    <a:pt x="2342" y="948"/>
                    <a:pt x="2329" y="950"/>
                  </a:cubicBezTo>
                  <a:cubicBezTo>
                    <a:pt x="2316" y="951"/>
                    <a:pt x="2312" y="955"/>
                    <a:pt x="2318" y="961"/>
                  </a:cubicBezTo>
                  <a:cubicBezTo>
                    <a:pt x="2324" y="968"/>
                    <a:pt x="2331" y="968"/>
                    <a:pt x="2331" y="972"/>
                  </a:cubicBezTo>
                  <a:cubicBezTo>
                    <a:pt x="2331" y="976"/>
                    <a:pt x="2333" y="986"/>
                    <a:pt x="2334" y="991"/>
                  </a:cubicBezTo>
                  <a:cubicBezTo>
                    <a:pt x="2336" y="996"/>
                    <a:pt x="2360" y="988"/>
                    <a:pt x="2359" y="994"/>
                  </a:cubicBezTo>
                  <a:cubicBezTo>
                    <a:pt x="2359" y="1001"/>
                    <a:pt x="2354" y="1002"/>
                    <a:pt x="2344" y="1006"/>
                  </a:cubicBezTo>
                  <a:cubicBezTo>
                    <a:pt x="2333" y="1011"/>
                    <a:pt x="2321" y="1021"/>
                    <a:pt x="2336" y="1024"/>
                  </a:cubicBezTo>
                  <a:cubicBezTo>
                    <a:pt x="2350" y="1027"/>
                    <a:pt x="2362" y="1021"/>
                    <a:pt x="2364" y="1025"/>
                  </a:cubicBezTo>
                  <a:cubicBezTo>
                    <a:pt x="2365" y="1029"/>
                    <a:pt x="2371" y="1030"/>
                    <a:pt x="2375" y="1031"/>
                  </a:cubicBezTo>
                  <a:cubicBezTo>
                    <a:pt x="2379" y="1031"/>
                    <a:pt x="2390" y="1036"/>
                    <a:pt x="2389" y="1039"/>
                  </a:cubicBezTo>
                  <a:cubicBezTo>
                    <a:pt x="2387" y="1041"/>
                    <a:pt x="2369" y="1042"/>
                    <a:pt x="2380" y="1049"/>
                  </a:cubicBezTo>
                  <a:cubicBezTo>
                    <a:pt x="2392" y="1055"/>
                    <a:pt x="2401" y="1050"/>
                    <a:pt x="2402" y="1046"/>
                  </a:cubicBezTo>
                  <a:cubicBezTo>
                    <a:pt x="2402" y="1041"/>
                    <a:pt x="2412" y="1037"/>
                    <a:pt x="2414" y="1044"/>
                  </a:cubicBezTo>
                  <a:cubicBezTo>
                    <a:pt x="2415" y="1050"/>
                    <a:pt x="2416" y="1054"/>
                    <a:pt x="2408" y="1059"/>
                  </a:cubicBezTo>
                  <a:cubicBezTo>
                    <a:pt x="2400" y="1063"/>
                    <a:pt x="2402" y="1069"/>
                    <a:pt x="2415" y="1069"/>
                  </a:cubicBezTo>
                  <a:cubicBezTo>
                    <a:pt x="2429" y="1069"/>
                    <a:pt x="2443" y="1058"/>
                    <a:pt x="2444" y="1067"/>
                  </a:cubicBezTo>
                  <a:cubicBezTo>
                    <a:pt x="2445" y="1075"/>
                    <a:pt x="2435" y="1071"/>
                    <a:pt x="2435" y="1079"/>
                  </a:cubicBezTo>
                  <a:cubicBezTo>
                    <a:pt x="2434" y="1087"/>
                    <a:pt x="2438" y="1093"/>
                    <a:pt x="2448" y="1096"/>
                  </a:cubicBezTo>
                  <a:cubicBezTo>
                    <a:pt x="2458" y="1099"/>
                    <a:pt x="2466" y="1102"/>
                    <a:pt x="2473" y="1097"/>
                  </a:cubicBezTo>
                  <a:cubicBezTo>
                    <a:pt x="2479" y="1091"/>
                    <a:pt x="2488" y="1090"/>
                    <a:pt x="2501" y="1090"/>
                  </a:cubicBezTo>
                  <a:cubicBezTo>
                    <a:pt x="2515" y="1090"/>
                    <a:pt x="2534" y="1098"/>
                    <a:pt x="2539" y="1090"/>
                  </a:cubicBezTo>
                  <a:cubicBezTo>
                    <a:pt x="2544" y="1082"/>
                    <a:pt x="2555" y="1072"/>
                    <a:pt x="2557" y="1082"/>
                  </a:cubicBezTo>
                  <a:cubicBezTo>
                    <a:pt x="2559" y="1092"/>
                    <a:pt x="2562" y="1092"/>
                    <a:pt x="2571" y="1090"/>
                  </a:cubicBezTo>
                  <a:cubicBezTo>
                    <a:pt x="2580" y="1089"/>
                    <a:pt x="2590" y="1092"/>
                    <a:pt x="2590" y="1085"/>
                  </a:cubicBezTo>
                  <a:cubicBezTo>
                    <a:pt x="2590" y="1078"/>
                    <a:pt x="2597" y="1077"/>
                    <a:pt x="2605" y="1078"/>
                  </a:cubicBezTo>
                  <a:cubicBezTo>
                    <a:pt x="2612" y="1079"/>
                    <a:pt x="2622" y="1084"/>
                    <a:pt x="2617" y="1091"/>
                  </a:cubicBezTo>
                  <a:cubicBezTo>
                    <a:pt x="2612" y="1097"/>
                    <a:pt x="2606" y="1097"/>
                    <a:pt x="2599" y="1100"/>
                  </a:cubicBezTo>
                  <a:cubicBezTo>
                    <a:pt x="2592" y="1102"/>
                    <a:pt x="2587" y="1105"/>
                    <a:pt x="2578" y="1105"/>
                  </a:cubicBezTo>
                  <a:cubicBezTo>
                    <a:pt x="2569" y="1105"/>
                    <a:pt x="2569" y="1112"/>
                    <a:pt x="2579" y="1117"/>
                  </a:cubicBezTo>
                  <a:cubicBezTo>
                    <a:pt x="2589" y="1122"/>
                    <a:pt x="2591" y="1117"/>
                    <a:pt x="2591" y="1131"/>
                  </a:cubicBezTo>
                  <a:cubicBezTo>
                    <a:pt x="2591" y="1145"/>
                    <a:pt x="2582" y="1159"/>
                    <a:pt x="2602" y="1164"/>
                  </a:cubicBezTo>
                  <a:cubicBezTo>
                    <a:pt x="2622" y="1169"/>
                    <a:pt x="2635" y="1156"/>
                    <a:pt x="2650" y="1164"/>
                  </a:cubicBezTo>
                  <a:cubicBezTo>
                    <a:pt x="2665" y="1172"/>
                    <a:pt x="2676" y="1168"/>
                    <a:pt x="2694" y="1168"/>
                  </a:cubicBezTo>
                  <a:cubicBezTo>
                    <a:pt x="2712" y="1168"/>
                    <a:pt x="2738" y="1173"/>
                    <a:pt x="2739" y="1162"/>
                  </a:cubicBezTo>
                  <a:cubicBezTo>
                    <a:pt x="2741" y="1150"/>
                    <a:pt x="2749" y="1147"/>
                    <a:pt x="2754" y="1147"/>
                  </a:cubicBezTo>
                  <a:cubicBezTo>
                    <a:pt x="2758" y="1147"/>
                    <a:pt x="2771" y="1148"/>
                    <a:pt x="2765" y="1138"/>
                  </a:cubicBezTo>
                  <a:cubicBezTo>
                    <a:pt x="2759" y="1127"/>
                    <a:pt x="2745" y="1130"/>
                    <a:pt x="2744" y="1115"/>
                  </a:cubicBezTo>
                  <a:cubicBezTo>
                    <a:pt x="2744" y="1101"/>
                    <a:pt x="2754" y="1095"/>
                    <a:pt x="2766" y="1098"/>
                  </a:cubicBezTo>
                  <a:cubicBezTo>
                    <a:pt x="2779" y="1102"/>
                    <a:pt x="2777" y="1112"/>
                    <a:pt x="2782" y="1112"/>
                  </a:cubicBezTo>
                  <a:cubicBezTo>
                    <a:pt x="2786" y="1112"/>
                    <a:pt x="2786" y="1112"/>
                    <a:pt x="2786" y="1097"/>
                  </a:cubicBezTo>
                  <a:cubicBezTo>
                    <a:pt x="2786" y="1081"/>
                    <a:pt x="2784" y="1072"/>
                    <a:pt x="2777" y="1072"/>
                  </a:cubicBezTo>
                  <a:cubicBezTo>
                    <a:pt x="2771" y="1072"/>
                    <a:pt x="2765" y="1069"/>
                    <a:pt x="2765" y="1062"/>
                  </a:cubicBezTo>
                  <a:cubicBezTo>
                    <a:pt x="2765" y="1056"/>
                    <a:pt x="2773" y="1054"/>
                    <a:pt x="2771" y="1044"/>
                  </a:cubicBezTo>
                  <a:cubicBezTo>
                    <a:pt x="2769" y="1034"/>
                    <a:pt x="2781" y="1032"/>
                    <a:pt x="2778" y="1016"/>
                  </a:cubicBezTo>
                  <a:cubicBezTo>
                    <a:pt x="2775" y="999"/>
                    <a:pt x="2761" y="1003"/>
                    <a:pt x="2761" y="986"/>
                  </a:cubicBezTo>
                  <a:cubicBezTo>
                    <a:pt x="2762" y="968"/>
                    <a:pt x="2761" y="963"/>
                    <a:pt x="2751" y="960"/>
                  </a:cubicBezTo>
                  <a:cubicBezTo>
                    <a:pt x="2742" y="957"/>
                    <a:pt x="2731" y="961"/>
                    <a:pt x="2720" y="948"/>
                  </a:cubicBezTo>
                  <a:cubicBezTo>
                    <a:pt x="2708" y="936"/>
                    <a:pt x="2702" y="937"/>
                    <a:pt x="2698" y="943"/>
                  </a:cubicBezTo>
                  <a:close/>
                  <a:moveTo>
                    <a:pt x="2315" y="1156"/>
                  </a:moveTo>
                  <a:cubicBezTo>
                    <a:pt x="2319" y="1162"/>
                    <a:pt x="2329" y="1165"/>
                    <a:pt x="2341" y="1163"/>
                  </a:cubicBezTo>
                  <a:cubicBezTo>
                    <a:pt x="2353" y="1160"/>
                    <a:pt x="2369" y="1165"/>
                    <a:pt x="2374" y="1156"/>
                  </a:cubicBezTo>
                  <a:cubicBezTo>
                    <a:pt x="2379" y="1147"/>
                    <a:pt x="2398" y="1152"/>
                    <a:pt x="2391" y="1143"/>
                  </a:cubicBezTo>
                  <a:cubicBezTo>
                    <a:pt x="2384" y="1135"/>
                    <a:pt x="2390" y="1131"/>
                    <a:pt x="2382" y="1125"/>
                  </a:cubicBezTo>
                  <a:cubicBezTo>
                    <a:pt x="2374" y="1118"/>
                    <a:pt x="2367" y="1107"/>
                    <a:pt x="2357" y="1105"/>
                  </a:cubicBezTo>
                  <a:cubicBezTo>
                    <a:pt x="2348" y="1104"/>
                    <a:pt x="2344" y="1093"/>
                    <a:pt x="2335" y="1101"/>
                  </a:cubicBezTo>
                  <a:cubicBezTo>
                    <a:pt x="2335" y="1101"/>
                    <a:pt x="2324" y="1112"/>
                    <a:pt x="2315" y="1119"/>
                  </a:cubicBezTo>
                  <a:cubicBezTo>
                    <a:pt x="2306" y="1126"/>
                    <a:pt x="2292" y="1139"/>
                    <a:pt x="2299" y="1145"/>
                  </a:cubicBezTo>
                  <a:cubicBezTo>
                    <a:pt x="2306" y="1150"/>
                    <a:pt x="2311" y="1150"/>
                    <a:pt x="2315" y="1156"/>
                  </a:cubicBezTo>
                  <a:close/>
                  <a:moveTo>
                    <a:pt x="2243" y="816"/>
                  </a:moveTo>
                  <a:cubicBezTo>
                    <a:pt x="2246" y="825"/>
                    <a:pt x="2244" y="839"/>
                    <a:pt x="2252" y="844"/>
                  </a:cubicBezTo>
                  <a:cubicBezTo>
                    <a:pt x="2260" y="848"/>
                    <a:pt x="2270" y="854"/>
                    <a:pt x="2274" y="861"/>
                  </a:cubicBezTo>
                  <a:cubicBezTo>
                    <a:pt x="2278" y="868"/>
                    <a:pt x="2288" y="880"/>
                    <a:pt x="2299" y="882"/>
                  </a:cubicBezTo>
                  <a:cubicBezTo>
                    <a:pt x="2309" y="885"/>
                    <a:pt x="2324" y="890"/>
                    <a:pt x="2331" y="884"/>
                  </a:cubicBezTo>
                  <a:cubicBezTo>
                    <a:pt x="2338" y="877"/>
                    <a:pt x="2349" y="874"/>
                    <a:pt x="2335" y="862"/>
                  </a:cubicBezTo>
                  <a:cubicBezTo>
                    <a:pt x="2321" y="849"/>
                    <a:pt x="2301" y="842"/>
                    <a:pt x="2294" y="829"/>
                  </a:cubicBezTo>
                  <a:cubicBezTo>
                    <a:pt x="2288" y="816"/>
                    <a:pt x="2283" y="812"/>
                    <a:pt x="2272" y="804"/>
                  </a:cubicBezTo>
                  <a:cubicBezTo>
                    <a:pt x="2261" y="796"/>
                    <a:pt x="2233" y="782"/>
                    <a:pt x="2237" y="798"/>
                  </a:cubicBezTo>
                  <a:cubicBezTo>
                    <a:pt x="2237" y="798"/>
                    <a:pt x="2240" y="808"/>
                    <a:pt x="2243" y="816"/>
                  </a:cubicBezTo>
                  <a:close/>
                  <a:moveTo>
                    <a:pt x="2262" y="619"/>
                  </a:moveTo>
                  <a:cubicBezTo>
                    <a:pt x="2276" y="621"/>
                    <a:pt x="2316" y="611"/>
                    <a:pt x="2312" y="621"/>
                  </a:cubicBezTo>
                  <a:cubicBezTo>
                    <a:pt x="2308" y="630"/>
                    <a:pt x="2310" y="634"/>
                    <a:pt x="2299" y="638"/>
                  </a:cubicBezTo>
                  <a:cubicBezTo>
                    <a:pt x="2287" y="642"/>
                    <a:pt x="2294" y="652"/>
                    <a:pt x="2304" y="652"/>
                  </a:cubicBezTo>
                  <a:cubicBezTo>
                    <a:pt x="2314" y="652"/>
                    <a:pt x="2319" y="652"/>
                    <a:pt x="2324" y="642"/>
                  </a:cubicBezTo>
                  <a:cubicBezTo>
                    <a:pt x="2329" y="632"/>
                    <a:pt x="2337" y="631"/>
                    <a:pt x="2347" y="631"/>
                  </a:cubicBezTo>
                  <a:cubicBezTo>
                    <a:pt x="2357" y="631"/>
                    <a:pt x="2367" y="641"/>
                    <a:pt x="2356" y="646"/>
                  </a:cubicBezTo>
                  <a:cubicBezTo>
                    <a:pt x="2345" y="651"/>
                    <a:pt x="2351" y="662"/>
                    <a:pt x="2363" y="659"/>
                  </a:cubicBezTo>
                  <a:cubicBezTo>
                    <a:pt x="2375" y="657"/>
                    <a:pt x="2382" y="650"/>
                    <a:pt x="2382" y="657"/>
                  </a:cubicBezTo>
                  <a:cubicBezTo>
                    <a:pt x="2383" y="663"/>
                    <a:pt x="2382" y="676"/>
                    <a:pt x="2369" y="675"/>
                  </a:cubicBezTo>
                  <a:cubicBezTo>
                    <a:pt x="2357" y="675"/>
                    <a:pt x="2387" y="686"/>
                    <a:pt x="2371" y="687"/>
                  </a:cubicBezTo>
                  <a:cubicBezTo>
                    <a:pt x="2355" y="687"/>
                    <a:pt x="2358" y="695"/>
                    <a:pt x="2339" y="683"/>
                  </a:cubicBezTo>
                  <a:cubicBezTo>
                    <a:pt x="2321" y="672"/>
                    <a:pt x="2308" y="675"/>
                    <a:pt x="2301" y="680"/>
                  </a:cubicBezTo>
                  <a:cubicBezTo>
                    <a:pt x="2293" y="685"/>
                    <a:pt x="2291" y="700"/>
                    <a:pt x="2305" y="710"/>
                  </a:cubicBezTo>
                  <a:cubicBezTo>
                    <a:pt x="2319" y="721"/>
                    <a:pt x="2344" y="743"/>
                    <a:pt x="2362" y="733"/>
                  </a:cubicBezTo>
                  <a:cubicBezTo>
                    <a:pt x="2379" y="724"/>
                    <a:pt x="2391" y="715"/>
                    <a:pt x="2402" y="716"/>
                  </a:cubicBezTo>
                  <a:cubicBezTo>
                    <a:pt x="2412" y="717"/>
                    <a:pt x="2440" y="718"/>
                    <a:pt x="2422" y="726"/>
                  </a:cubicBezTo>
                  <a:cubicBezTo>
                    <a:pt x="2405" y="735"/>
                    <a:pt x="2410" y="744"/>
                    <a:pt x="2419" y="745"/>
                  </a:cubicBezTo>
                  <a:cubicBezTo>
                    <a:pt x="2428" y="747"/>
                    <a:pt x="2431" y="742"/>
                    <a:pt x="2440" y="735"/>
                  </a:cubicBezTo>
                  <a:cubicBezTo>
                    <a:pt x="2448" y="729"/>
                    <a:pt x="2452" y="728"/>
                    <a:pt x="2470" y="729"/>
                  </a:cubicBezTo>
                  <a:cubicBezTo>
                    <a:pt x="2488" y="730"/>
                    <a:pt x="2505" y="725"/>
                    <a:pt x="2526" y="737"/>
                  </a:cubicBezTo>
                  <a:cubicBezTo>
                    <a:pt x="2548" y="749"/>
                    <a:pt x="2543" y="740"/>
                    <a:pt x="2562" y="763"/>
                  </a:cubicBezTo>
                  <a:cubicBezTo>
                    <a:pt x="2582" y="786"/>
                    <a:pt x="2582" y="788"/>
                    <a:pt x="2602" y="791"/>
                  </a:cubicBezTo>
                  <a:cubicBezTo>
                    <a:pt x="2622" y="793"/>
                    <a:pt x="2660" y="793"/>
                    <a:pt x="2668" y="786"/>
                  </a:cubicBezTo>
                  <a:cubicBezTo>
                    <a:pt x="2675" y="778"/>
                    <a:pt x="2693" y="764"/>
                    <a:pt x="2674" y="751"/>
                  </a:cubicBezTo>
                  <a:cubicBezTo>
                    <a:pt x="2655" y="737"/>
                    <a:pt x="2659" y="731"/>
                    <a:pt x="2647" y="726"/>
                  </a:cubicBezTo>
                  <a:cubicBezTo>
                    <a:pt x="2635" y="721"/>
                    <a:pt x="2630" y="720"/>
                    <a:pt x="2630" y="711"/>
                  </a:cubicBezTo>
                  <a:cubicBezTo>
                    <a:pt x="2630" y="702"/>
                    <a:pt x="2633" y="700"/>
                    <a:pt x="2641" y="697"/>
                  </a:cubicBezTo>
                  <a:cubicBezTo>
                    <a:pt x="2649" y="695"/>
                    <a:pt x="2653" y="692"/>
                    <a:pt x="2648" y="683"/>
                  </a:cubicBezTo>
                  <a:cubicBezTo>
                    <a:pt x="2642" y="675"/>
                    <a:pt x="2622" y="683"/>
                    <a:pt x="2619" y="668"/>
                  </a:cubicBezTo>
                  <a:cubicBezTo>
                    <a:pt x="2616" y="653"/>
                    <a:pt x="2610" y="655"/>
                    <a:pt x="2605" y="654"/>
                  </a:cubicBezTo>
                  <a:cubicBezTo>
                    <a:pt x="2599" y="652"/>
                    <a:pt x="2596" y="642"/>
                    <a:pt x="2582" y="643"/>
                  </a:cubicBezTo>
                  <a:cubicBezTo>
                    <a:pt x="2567" y="644"/>
                    <a:pt x="2577" y="663"/>
                    <a:pt x="2558" y="654"/>
                  </a:cubicBezTo>
                  <a:cubicBezTo>
                    <a:pt x="2539" y="644"/>
                    <a:pt x="2544" y="626"/>
                    <a:pt x="2527" y="619"/>
                  </a:cubicBezTo>
                  <a:cubicBezTo>
                    <a:pt x="2511" y="613"/>
                    <a:pt x="2494" y="607"/>
                    <a:pt x="2487" y="608"/>
                  </a:cubicBezTo>
                  <a:cubicBezTo>
                    <a:pt x="2480" y="609"/>
                    <a:pt x="2466" y="616"/>
                    <a:pt x="2465" y="623"/>
                  </a:cubicBezTo>
                  <a:cubicBezTo>
                    <a:pt x="2463" y="629"/>
                    <a:pt x="2461" y="641"/>
                    <a:pt x="2448" y="639"/>
                  </a:cubicBezTo>
                  <a:cubicBezTo>
                    <a:pt x="2435" y="637"/>
                    <a:pt x="2434" y="628"/>
                    <a:pt x="2444" y="624"/>
                  </a:cubicBezTo>
                  <a:cubicBezTo>
                    <a:pt x="2454" y="619"/>
                    <a:pt x="2455" y="610"/>
                    <a:pt x="2444" y="604"/>
                  </a:cubicBezTo>
                  <a:cubicBezTo>
                    <a:pt x="2433" y="597"/>
                    <a:pt x="2421" y="579"/>
                    <a:pt x="2405" y="579"/>
                  </a:cubicBezTo>
                  <a:cubicBezTo>
                    <a:pt x="2390" y="579"/>
                    <a:pt x="2395" y="572"/>
                    <a:pt x="2376" y="570"/>
                  </a:cubicBezTo>
                  <a:cubicBezTo>
                    <a:pt x="2357" y="568"/>
                    <a:pt x="2336" y="568"/>
                    <a:pt x="2331" y="574"/>
                  </a:cubicBezTo>
                  <a:cubicBezTo>
                    <a:pt x="2327" y="580"/>
                    <a:pt x="2331" y="579"/>
                    <a:pt x="2307" y="581"/>
                  </a:cubicBezTo>
                  <a:cubicBezTo>
                    <a:pt x="2307" y="581"/>
                    <a:pt x="2272" y="576"/>
                    <a:pt x="2263" y="585"/>
                  </a:cubicBezTo>
                  <a:cubicBezTo>
                    <a:pt x="2253" y="594"/>
                    <a:pt x="2248" y="618"/>
                    <a:pt x="2262" y="619"/>
                  </a:cubicBezTo>
                  <a:close/>
                  <a:moveTo>
                    <a:pt x="2504" y="811"/>
                  </a:moveTo>
                  <a:cubicBezTo>
                    <a:pt x="2516" y="809"/>
                    <a:pt x="2513" y="796"/>
                    <a:pt x="2531" y="799"/>
                  </a:cubicBezTo>
                  <a:cubicBezTo>
                    <a:pt x="2549" y="802"/>
                    <a:pt x="2565" y="792"/>
                    <a:pt x="2546" y="788"/>
                  </a:cubicBezTo>
                  <a:cubicBezTo>
                    <a:pt x="2528" y="783"/>
                    <a:pt x="2532" y="776"/>
                    <a:pt x="2515" y="776"/>
                  </a:cubicBezTo>
                  <a:cubicBezTo>
                    <a:pt x="2498" y="776"/>
                    <a:pt x="2506" y="780"/>
                    <a:pt x="2486" y="777"/>
                  </a:cubicBezTo>
                  <a:cubicBezTo>
                    <a:pt x="2486" y="777"/>
                    <a:pt x="2455" y="768"/>
                    <a:pt x="2455" y="780"/>
                  </a:cubicBezTo>
                  <a:cubicBezTo>
                    <a:pt x="2455" y="792"/>
                    <a:pt x="2460" y="795"/>
                    <a:pt x="2470" y="803"/>
                  </a:cubicBezTo>
                  <a:cubicBezTo>
                    <a:pt x="2480" y="811"/>
                    <a:pt x="2493" y="813"/>
                    <a:pt x="2504" y="811"/>
                  </a:cubicBezTo>
                  <a:close/>
                  <a:moveTo>
                    <a:pt x="2729" y="675"/>
                  </a:moveTo>
                  <a:cubicBezTo>
                    <a:pt x="2737" y="678"/>
                    <a:pt x="2734" y="685"/>
                    <a:pt x="2727" y="688"/>
                  </a:cubicBezTo>
                  <a:cubicBezTo>
                    <a:pt x="2720" y="692"/>
                    <a:pt x="2719" y="703"/>
                    <a:pt x="2730" y="708"/>
                  </a:cubicBezTo>
                  <a:cubicBezTo>
                    <a:pt x="2741" y="713"/>
                    <a:pt x="2747" y="718"/>
                    <a:pt x="2750" y="724"/>
                  </a:cubicBezTo>
                  <a:cubicBezTo>
                    <a:pt x="2753" y="730"/>
                    <a:pt x="2761" y="733"/>
                    <a:pt x="2772" y="734"/>
                  </a:cubicBezTo>
                  <a:cubicBezTo>
                    <a:pt x="2784" y="735"/>
                    <a:pt x="2785" y="733"/>
                    <a:pt x="2789" y="740"/>
                  </a:cubicBezTo>
                  <a:cubicBezTo>
                    <a:pt x="2794" y="746"/>
                    <a:pt x="2802" y="741"/>
                    <a:pt x="2803" y="749"/>
                  </a:cubicBezTo>
                  <a:cubicBezTo>
                    <a:pt x="2804" y="757"/>
                    <a:pt x="2794" y="755"/>
                    <a:pt x="2783" y="753"/>
                  </a:cubicBezTo>
                  <a:cubicBezTo>
                    <a:pt x="2772" y="751"/>
                    <a:pt x="2749" y="753"/>
                    <a:pt x="2763" y="762"/>
                  </a:cubicBezTo>
                  <a:cubicBezTo>
                    <a:pt x="2777" y="771"/>
                    <a:pt x="2784" y="767"/>
                    <a:pt x="2790" y="776"/>
                  </a:cubicBezTo>
                  <a:cubicBezTo>
                    <a:pt x="2796" y="784"/>
                    <a:pt x="2805" y="791"/>
                    <a:pt x="2812" y="792"/>
                  </a:cubicBezTo>
                  <a:cubicBezTo>
                    <a:pt x="2820" y="794"/>
                    <a:pt x="2825" y="795"/>
                    <a:pt x="2827" y="788"/>
                  </a:cubicBezTo>
                  <a:cubicBezTo>
                    <a:pt x="2828" y="781"/>
                    <a:pt x="2854" y="783"/>
                    <a:pt x="2863" y="783"/>
                  </a:cubicBezTo>
                  <a:cubicBezTo>
                    <a:pt x="2873" y="782"/>
                    <a:pt x="2868" y="773"/>
                    <a:pt x="2892" y="776"/>
                  </a:cubicBezTo>
                  <a:cubicBezTo>
                    <a:pt x="2916" y="778"/>
                    <a:pt x="2921" y="780"/>
                    <a:pt x="2923" y="771"/>
                  </a:cubicBezTo>
                  <a:cubicBezTo>
                    <a:pt x="2926" y="763"/>
                    <a:pt x="2936" y="771"/>
                    <a:pt x="2937" y="758"/>
                  </a:cubicBezTo>
                  <a:cubicBezTo>
                    <a:pt x="2938" y="746"/>
                    <a:pt x="2933" y="738"/>
                    <a:pt x="2926" y="737"/>
                  </a:cubicBezTo>
                  <a:cubicBezTo>
                    <a:pt x="2919" y="736"/>
                    <a:pt x="2918" y="728"/>
                    <a:pt x="2927" y="725"/>
                  </a:cubicBezTo>
                  <a:cubicBezTo>
                    <a:pt x="2936" y="722"/>
                    <a:pt x="2941" y="724"/>
                    <a:pt x="2941" y="715"/>
                  </a:cubicBezTo>
                  <a:cubicBezTo>
                    <a:pt x="2941" y="707"/>
                    <a:pt x="2938" y="703"/>
                    <a:pt x="2926" y="700"/>
                  </a:cubicBezTo>
                  <a:cubicBezTo>
                    <a:pt x="2913" y="696"/>
                    <a:pt x="2901" y="683"/>
                    <a:pt x="2892" y="687"/>
                  </a:cubicBezTo>
                  <a:cubicBezTo>
                    <a:pt x="2883" y="692"/>
                    <a:pt x="2873" y="699"/>
                    <a:pt x="2868" y="692"/>
                  </a:cubicBezTo>
                  <a:cubicBezTo>
                    <a:pt x="2863" y="685"/>
                    <a:pt x="2862" y="674"/>
                    <a:pt x="2852" y="673"/>
                  </a:cubicBezTo>
                  <a:cubicBezTo>
                    <a:pt x="2842" y="672"/>
                    <a:pt x="2834" y="662"/>
                    <a:pt x="2822" y="661"/>
                  </a:cubicBezTo>
                  <a:cubicBezTo>
                    <a:pt x="2811" y="659"/>
                    <a:pt x="2794" y="649"/>
                    <a:pt x="2777" y="650"/>
                  </a:cubicBezTo>
                  <a:cubicBezTo>
                    <a:pt x="2777" y="650"/>
                    <a:pt x="2764" y="650"/>
                    <a:pt x="2754" y="647"/>
                  </a:cubicBezTo>
                  <a:cubicBezTo>
                    <a:pt x="2743" y="644"/>
                    <a:pt x="2733" y="644"/>
                    <a:pt x="2726" y="649"/>
                  </a:cubicBezTo>
                  <a:cubicBezTo>
                    <a:pt x="2720" y="654"/>
                    <a:pt x="2720" y="671"/>
                    <a:pt x="2729" y="675"/>
                  </a:cubicBezTo>
                  <a:close/>
                  <a:moveTo>
                    <a:pt x="2941" y="789"/>
                  </a:moveTo>
                  <a:cubicBezTo>
                    <a:pt x="2933" y="794"/>
                    <a:pt x="2916" y="791"/>
                    <a:pt x="2904" y="787"/>
                  </a:cubicBezTo>
                  <a:cubicBezTo>
                    <a:pt x="2892" y="783"/>
                    <a:pt x="2888" y="794"/>
                    <a:pt x="2875" y="796"/>
                  </a:cubicBezTo>
                  <a:cubicBezTo>
                    <a:pt x="2863" y="797"/>
                    <a:pt x="2855" y="796"/>
                    <a:pt x="2852" y="804"/>
                  </a:cubicBezTo>
                  <a:cubicBezTo>
                    <a:pt x="2850" y="812"/>
                    <a:pt x="2850" y="824"/>
                    <a:pt x="2860" y="826"/>
                  </a:cubicBezTo>
                  <a:cubicBezTo>
                    <a:pt x="2870" y="829"/>
                    <a:pt x="2868" y="843"/>
                    <a:pt x="2883" y="842"/>
                  </a:cubicBezTo>
                  <a:cubicBezTo>
                    <a:pt x="2897" y="840"/>
                    <a:pt x="2931" y="842"/>
                    <a:pt x="2941" y="839"/>
                  </a:cubicBezTo>
                  <a:cubicBezTo>
                    <a:pt x="2950" y="837"/>
                    <a:pt x="2971" y="833"/>
                    <a:pt x="2982" y="839"/>
                  </a:cubicBezTo>
                  <a:cubicBezTo>
                    <a:pt x="2993" y="846"/>
                    <a:pt x="3022" y="848"/>
                    <a:pt x="3024" y="838"/>
                  </a:cubicBezTo>
                  <a:cubicBezTo>
                    <a:pt x="3027" y="828"/>
                    <a:pt x="3031" y="819"/>
                    <a:pt x="3041" y="814"/>
                  </a:cubicBezTo>
                  <a:cubicBezTo>
                    <a:pt x="3051" y="810"/>
                    <a:pt x="3063" y="805"/>
                    <a:pt x="3052" y="800"/>
                  </a:cubicBezTo>
                  <a:cubicBezTo>
                    <a:pt x="3042" y="795"/>
                    <a:pt x="3041" y="793"/>
                    <a:pt x="3028" y="794"/>
                  </a:cubicBezTo>
                  <a:cubicBezTo>
                    <a:pt x="3015" y="794"/>
                    <a:pt x="2992" y="796"/>
                    <a:pt x="2977" y="794"/>
                  </a:cubicBezTo>
                  <a:cubicBezTo>
                    <a:pt x="2977" y="794"/>
                    <a:pt x="2950" y="784"/>
                    <a:pt x="2941" y="789"/>
                  </a:cubicBezTo>
                  <a:close/>
                  <a:moveTo>
                    <a:pt x="3184" y="1192"/>
                  </a:moveTo>
                  <a:cubicBezTo>
                    <a:pt x="3192" y="1191"/>
                    <a:pt x="3194" y="1188"/>
                    <a:pt x="3194" y="1196"/>
                  </a:cubicBezTo>
                  <a:cubicBezTo>
                    <a:pt x="3195" y="1204"/>
                    <a:pt x="3199" y="1206"/>
                    <a:pt x="3203" y="1206"/>
                  </a:cubicBezTo>
                  <a:cubicBezTo>
                    <a:pt x="3207" y="1206"/>
                    <a:pt x="3206" y="1212"/>
                    <a:pt x="3214" y="1213"/>
                  </a:cubicBezTo>
                  <a:cubicBezTo>
                    <a:pt x="3222" y="1213"/>
                    <a:pt x="3228" y="1210"/>
                    <a:pt x="3239" y="1216"/>
                  </a:cubicBezTo>
                  <a:cubicBezTo>
                    <a:pt x="3250" y="1223"/>
                    <a:pt x="3258" y="1224"/>
                    <a:pt x="3272" y="1222"/>
                  </a:cubicBezTo>
                  <a:cubicBezTo>
                    <a:pt x="3285" y="1221"/>
                    <a:pt x="3291" y="1223"/>
                    <a:pt x="3295" y="1218"/>
                  </a:cubicBezTo>
                  <a:cubicBezTo>
                    <a:pt x="3298" y="1214"/>
                    <a:pt x="3308" y="1216"/>
                    <a:pt x="3310" y="1211"/>
                  </a:cubicBezTo>
                  <a:cubicBezTo>
                    <a:pt x="3313" y="1205"/>
                    <a:pt x="3313" y="1199"/>
                    <a:pt x="3323" y="1198"/>
                  </a:cubicBezTo>
                  <a:cubicBezTo>
                    <a:pt x="3332" y="1198"/>
                    <a:pt x="3331" y="1188"/>
                    <a:pt x="3338" y="1188"/>
                  </a:cubicBezTo>
                  <a:cubicBezTo>
                    <a:pt x="3346" y="1188"/>
                    <a:pt x="3353" y="1188"/>
                    <a:pt x="3352" y="1197"/>
                  </a:cubicBezTo>
                  <a:cubicBezTo>
                    <a:pt x="3351" y="1206"/>
                    <a:pt x="3341" y="1206"/>
                    <a:pt x="3342" y="1211"/>
                  </a:cubicBezTo>
                  <a:cubicBezTo>
                    <a:pt x="3343" y="1217"/>
                    <a:pt x="3348" y="1216"/>
                    <a:pt x="3350" y="1222"/>
                  </a:cubicBezTo>
                  <a:cubicBezTo>
                    <a:pt x="3351" y="1229"/>
                    <a:pt x="3360" y="1229"/>
                    <a:pt x="3367" y="1229"/>
                  </a:cubicBezTo>
                  <a:cubicBezTo>
                    <a:pt x="3374" y="1229"/>
                    <a:pt x="3391" y="1234"/>
                    <a:pt x="3396" y="1229"/>
                  </a:cubicBezTo>
                  <a:cubicBezTo>
                    <a:pt x="3401" y="1223"/>
                    <a:pt x="3412" y="1224"/>
                    <a:pt x="3422" y="1224"/>
                  </a:cubicBezTo>
                  <a:cubicBezTo>
                    <a:pt x="3431" y="1224"/>
                    <a:pt x="3423" y="1231"/>
                    <a:pt x="3439" y="1230"/>
                  </a:cubicBezTo>
                  <a:cubicBezTo>
                    <a:pt x="3456" y="1229"/>
                    <a:pt x="3460" y="1232"/>
                    <a:pt x="3462" y="1226"/>
                  </a:cubicBezTo>
                  <a:cubicBezTo>
                    <a:pt x="3465" y="1221"/>
                    <a:pt x="3475" y="1217"/>
                    <a:pt x="3478" y="1224"/>
                  </a:cubicBezTo>
                  <a:cubicBezTo>
                    <a:pt x="3482" y="1231"/>
                    <a:pt x="3487" y="1229"/>
                    <a:pt x="3497" y="1223"/>
                  </a:cubicBezTo>
                  <a:cubicBezTo>
                    <a:pt x="3507" y="1217"/>
                    <a:pt x="3510" y="1230"/>
                    <a:pt x="3521" y="1230"/>
                  </a:cubicBezTo>
                  <a:cubicBezTo>
                    <a:pt x="3533" y="1230"/>
                    <a:pt x="3531" y="1214"/>
                    <a:pt x="3546" y="1221"/>
                  </a:cubicBezTo>
                  <a:cubicBezTo>
                    <a:pt x="3560" y="1227"/>
                    <a:pt x="3561" y="1232"/>
                    <a:pt x="3571" y="1227"/>
                  </a:cubicBezTo>
                  <a:cubicBezTo>
                    <a:pt x="3582" y="1222"/>
                    <a:pt x="3566" y="1221"/>
                    <a:pt x="3595" y="1227"/>
                  </a:cubicBezTo>
                  <a:cubicBezTo>
                    <a:pt x="3624" y="1234"/>
                    <a:pt x="3632" y="1226"/>
                    <a:pt x="3651" y="1221"/>
                  </a:cubicBezTo>
                  <a:cubicBezTo>
                    <a:pt x="3669" y="1217"/>
                    <a:pt x="3669" y="1216"/>
                    <a:pt x="3672" y="1207"/>
                  </a:cubicBezTo>
                  <a:cubicBezTo>
                    <a:pt x="3676" y="1198"/>
                    <a:pt x="3682" y="1196"/>
                    <a:pt x="3677" y="1191"/>
                  </a:cubicBezTo>
                  <a:cubicBezTo>
                    <a:pt x="3673" y="1186"/>
                    <a:pt x="3665" y="1183"/>
                    <a:pt x="3678" y="1182"/>
                  </a:cubicBezTo>
                  <a:cubicBezTo>
                    <a:pt x="3691" y="1181"/>
                    <a:pt x="3691" y="1175"/>
                    <a:pt x="3692" y="1190"/>
                  </a:cubicBezTo>
                  <a:cubicBezTo>
                    <a:pt x="3692" y="1204"/>
                    <a:pt x="3692" y="1210"/>
                    <a:pt x="3698" y="1211"/>
                  </a:cubicBezTo>
                  <a:cubicBezTo>
                    <a:pt x="3705" y="1213"/>
                    <a:pt x="3707" y="1222"/>
                    <a:pt x="3718" y="1220"/>
                  </a:cubicBezTo>
                  <a:cubicBezTo>
                    <a:pt x="3729" y="1218"/>
                    <a:pt x="3744" y="1215"/>
                    <a:pt x="3747" y="1223"/>
                  </a:cubicBezTo>
                  <a:cubicBezTo>
                    <a:pt x="3750" y="1231"/>
                    <a:pt x="3756" y="1231"/>
                    <a:pt x="3763" y="1230"/>
                  </a:cubicBezTo>
                  <a:cubicBezTo>
                    <a:pt x="3771" y="1229"/>
                    <a:pt x="3795" y="1234"/>
                    <a:pt x="3796" y="1225"/>
                  </a:cubicBezTo>
                  <a:cubicBezTo>
                    <a:pt x="3796" y="1216"/>
                    <a:pt x="3805" y="1216"/>
                    <a:pt x="3816" y="1215"/>
                  </a:cubicBezTo>
                  <a:cubicBezTo>
                    <a:pt x="3826" y="1214"/>
                    <a:pt x="3826" y="1211"/>
                    <a:pt x="3835" y="1216"/>
                  </a:cubicBezTo>
                  <a:cubicBezTo>
                    <a:pt x="3844" y="1221"/>
                    <a:pt x="3852" y="1224"/>
                    <a:pt x="3859" y="1218"/>
                  </a:cubicBezTo>
                  <a:cubicBezTo>
                    <a:pt x="3865" y="1213"/>
                    <a:pt x="3877" y="1214"/>
                    <a:pt x="3878" y="1207"/>
                  </a:cubicBezTo>
                  <a:cubicBezTo>
                    <a:pt x="3879" y="1200"/>
                    <a:pt x="3877" y="1195"/>
                    <a:pt x="3887" y="1194"/>
                  </a:cubicBezTo>
                  <a:cubicBezTo>
                    <a:pt x="3897" y="1193"/>
                    <a:pt x="3896" y="1186"/>
                    <a:pt x="3891" y="1181"/>
                  </a:cubicBezTo>
                  <a:cubicBezTo>
                    <a:pt x="3886" y="1177"/>
                    <a:pt x="3871" y="1175"/>
                    <a:pt x="3879" y="1168"/>
                  </a:cubicBezTo>
                  <a:cubicBezTo>
                    <a:pt x="3887" y="1161"/>
                    <a:pt x="3893" y="1166"/>
                    <a:pt x="3893" y="1156"/>
                  </a:cubicBezTo>
                  <a:cubicBezTo>
                    <a:pt x="3893" y="1146"/>
                    <a:pt x="3897" y="1141"/>
                    <a:pt x="3905" y="1139"/>
                  </a:cubicBezTo>
                  <a:cubicBezTo>
                    <a:pt x="3912" y="1137"/>
                    <a:pt x="3915" y="1136"/>
                    <a:pt x="3917" y="1127"/>
                  </a:cubicBezTo>
                  <a:cubicBezTo>
                    <a:pt x="3918" y="1119"/>
                    <a:pt x="3930" y="1117"/>
                    <a:pt x="3925" y="1108"/>
                  </a:cubicBezTo>
                  <a:cubicBezTo>
                    <a:pt x="3920" y="1100"/>
                    <a:pt x="3916" y="1097"/>
                    <a:pt x="3906" y="1100"/>
                  </a:cubicBezTo>
                  <a:cubicBezTo>
                    <a:pt x="3896" y="1102"/>
                    <a:pt x="3885" y="1107"/>
                    <a:pt x="3885" y="1097"/>
                  </a:cubicBezTo>
                  <a:cubicBezTo>
                    <a:pt x="3885" y="1087"/>
                    <a:pt x="3882" y="1089"/>
                    <a:pt x="3876" y="1084"/>
                  </a:cubicBezTo>
                  <a:cubicBezTo>
                    <a:pt x="3869" y="1079"/>
                    <a:pt x="3863" y="1073"/>
                    <a:pt x="3849" y="1075"/>
                  </a:cubicBezTo>
                  <a:cubicBezTo>
                    <a:pt x="3836" y="1077"/>
                    <a:pt x="3814" y="1087"/>
                    <a:pt x="3814" y="1075"/>
                  </a:cubicBezTo>
                  <a:cubicBezTo>
                    <a:pt x="3814" y="1064"/>
                    <a:pt x="3812" y="1062"/>
                    <a:pt x="3806" y="1059"/>
                  </a:cubicBezTo>
                  <a:cubicBezTo>
                    <a:pt x="3799" y="1056"/>
                    <a:pt x="3799" y="1049"/>
                    <a:pt x="3781" y="1052"/>
                  </a:cubicBezTo>
                  <a:cubicBezTo>
                    <a:pt x="3762" y="1054"/>
                    <a:pt x="3723" y="1048"/>
                    <a:pt x="3723" y="1053"/>
                  </a:cubicBezTo>
                  <a:cubicBezTo>
                    <a:pt x="3722" y="1058"/>
                    <a:pt x="3722" y="1059"/>
                    <a:pt x="3701" y="1059"/>
                  </a:cubicBezTo>
                  <a:cubicBezTo>
                    <a:pt x="3680" y="1059"/>
                    <a:pt x="3670" y="1064"/>
                    <a:pt x="3664" y="1057"/>
                  </a:cubicBezTo>
                  <a:cubicBezTo>
                    <a:pt x="3659" y="1049"/>
                    <a:pt x="3655" y="1049"/>
                    <a:pt x="3643" y="1050"/>
                  </a:cubicBezTo>
                  <a:cubicBezTo>
                    <a:pt x="3631" y="1052"/>
                    <a:pt x="3631" y="1064"/>
                    <a:pt x="3617" y="1064"/>
                  </a:cubicBezTo>
                  <a:cubicBezTo>
                    <a:pt x="3604" y="1065"/>
                    <a:pt x="3595" y="1072"/>
                    <a:pt x="3585" y="1074"/>
                  </a:cubicBezTo>
                  <a:cubicBezTo>
                    <a:pt x="3575" y="1075"/>
                    <a:pt x="3563" y="1077"/>
                    <a:pt x="3559" y="1081"/>
                  </a:cubicBezTo>
                  <a:cubicBezTo>
                    <a:pt x="3556" y="1085"/>
                    <a:pt x="3537" y="1079"/>
                    <a:pt x="3529" y="1085"/>
                  </a:cubicBezTo>
                  <a:cubicBezTo>
                    <a:pt x="3521" y="1091"/>
                    <a:pt x="3510" y="1093"/>
                    <a:pt x="3510" y="1100"/>
                  </a:cubicBezTo>
                  <a:cubicBezTo>
                    <a:pt x="3510" y="1106"/>
                    <a:pt x="3510" y="1105"/>
                    <a:pt x="3494" y="1105"/>
                  </a:cubicBezTo>
                  <a:cubicBezTo>
                    <a:pt x="3477" y="1105"/>
                    <a:pt x="3480" y="1102"/>
                    <a:pt x="3468" y="1102"/>
                  </a:cubicBezTo>
                  <a:cubicBezTo>
                    <a:pt x="3456" y="1101"/>
                    <a:pt x="3454" y="1100"/>
                    <a:pt x="3452" y="1094"/>
                  </a:cubicBezTo>
                  <a:cubicBezTo>
                    <a:pt x="3449" y="1088"/>
                    <a:pt x="3444" y="1087"/>
                    <a:pt x="3438" y="1083"/>
                  </a:cubicBezTo>
                  <a:cubicBezTo>
                    <a:pt x="3432" y="1079"/>
                    <a:pt x="3420" y="1078"/>
                    <a:pt x="3419" y="1084"/>
                  </a:cubicBezTo>
                  <a:cubicBezTo>
                    <a:pt x="3417" y="1089"/>
                    <a:pt x="3406" y="1096"/>
                    <a:pt x="3403" y="1091"/>
                  </a:cubicBezTo>
                  <a:cubicBezTo>
                    <a:pt x="3399" y="1086"/>
                    <a:pt x="3399" y="1081"/>
                    <a:pt x="3389" y="1085"/>
                  </a:cubicBezTo>
                  <a:cubicBezTo>
                    <a:pt x="3380" y="1089"/>
                    <a:pt x="3381" y="1093"/>
                    <a:pt x="3368" y="1090"/>
                  </a:cubicBezTo>
                  <a:cubicBezTo>
                    <a:pt x="3355" y="1087"/>
                    <a:pt x="3352" y="1082"/>
                    <a:pt x="3346" y="1079"/>
                  </a:cubicBezTo>
                  <a:cubicBezTo>
                    <a:pt x="3341" y="1076"/>
                    <a:pt x="3326" y="1073"/>
                    <a:pt x="3325" y="1082"/>
                  </a:cubicBezTo>
                  <a:cubicBezTo>
                    <a:pt x="3323" y="1090"/>
                    <a:pt x="3332" y="1103"/>
                    <a:pt x="3320" y="1102"/>
                  </a:cubicBezTo>
                  <a:cubicBezTo>
                    <a:pt x="3308" y="1102"/>
                    <a:pt x="3318" y="1096"/>
                    <a:pt x="3308" y="1095"/>
                  </a:cubicBezTo>
                  <a:cubicBezTo>
                    <a:pt x="3297" y="1095"/>
                    <a:pt x="3291" y="1085"/>
                    <a:pt x="3298" y="1079"/>
                  </a:cubicBezTo>
                  <a:cubicBezTo>
                    <a:pt x="3304" y="1074"/>
                    <a:pt x="3307" y="1069"/>
                    <a:pt x="3306" y="1064"/>
                  </a:cubicBezTo>
                  <a:cubicBezTo>
                    <a:pt x="3305" y="1059"/>
                    <a:pt x="3302" y="1057"/>
                    <a:pt x="3295" y="1054"/>
                  </a:cubicBezTo>
                  <a:cubicBezTo>
                    <a:pt x="3288" y="1052"/>
                    <a:pt x="3278" y="1052"/>
                    <a:pt x="3274" y="1043"/>
                  </a:cubicBezTo>
                  <a:cubicBezTo>
                    <a:pt x="3270" y="1034"/>
                    <a:pt x="3267" y="1031"/>
                    <a:pt x="3255" y="1033"/>
                  </a:cubicBezTo>
                  <a:cubicBezTo>
                    <a:pt x="3244" y="1034"/>
                    <a:pt x="3236" y="1037"/>
                    <a:pt x="3229" y="1039"/>
                  </a:cubicBezTo>
                  <a:cubicBezTo>
                    <a:pt x="3222" y="1041"/>
                    <a:pt x="3218" y="1040"/>
                    <a:pt x="3212" y="1035"/>
                  </a:cubicBezTo>
                  <a:cubicBezTo>
                    <a:pt x="3207" y="1030"/>
                    <a:pt x="3206" y="1021"/>
                    <a:pt x="3213" y="1016"/>
                  </a:cubicBezTo>
                  <a:cubicBezTo>
                    <a:pt x="3220" y="1012"/>
                    <a:pt x="3230" y="1017"/>
                    <a:pt x="3232" y="1011"/>
                  </a:cubicBezTo>
                  <a:cubicBezTo>
                    <a:pt x="3233" y="1006"/>
                    <a:pt x="3239" y="1005"/>
                    <a:pt x="3246" y="1011"/>
                  </a:cubicBezTo>
                  <a:cubicBezTo>
                    <a:pt x="3252" y="1018"/>
                    <a:pt x="3260" y="1019"/>
                    <a:pt x="3267" y="1015"/>
                  </a:cubicBezTo>
                  <a:cubicBezTo>
                    <a:pt x="3273" y="1011"/>
                    <a:pt x="3276" y="1007"/>
                    <a:pt x="3288" y="1007"/>
                  </a:cubicBezTo>
                  <a:cubicBezTo>
                    <a:pt x="3299" y="1007"/>
                    <a:pt x="3302" y="1011"/>
                    <a:pt x="3303" y="1003"/>
                  </a:cubicBezTo>
                  <a:cubicBezTo>
                    <a:pt x="3303" y="994"/>
                    <a:pt x="3293" y="988"/>
                    <a:pt x="3288" y="988"/>
                  </a:cubicBezTo>
                  <a:cubicBezTo>
                    <a:pt x="3282" y="988"/>
                    <a:pt x="3263" y="983"/>
                    <a:pt x="3254" y="983"/>
                  </a:cubicBezTo>
                  <a:cubicBezTo>
                    <a:pt x="3245" y="983"/>
                    <a:pt x="3247" y="974"/>
                    <a:pt x="3235" y="975"/>
                  </a:cubicBezTo>
                  <a:cubicBezTo>
                    <a:pt x="3223" y="976"/>
                    <a:pt x="3216" y="976"/>
                    <a:pt x="3216" y="967"/>
                  </a:cubicBezTo>
                  <a:cubicBezTo>
                    <a:pt x="3216" y="958"/>
                    <a:pt x="3219" y="958"/>
                    <a:pt x="3211" y="953"/>
                  </a:cubicBezTo>
                  <a:cubicBezTo>
                    <a:pt x="3203" y="947"/>
                    <a:pt x="3191" y="944"/>
                    <a:pt x="3182" y="942"/>
                  </a:cubicBezTo>
                  <a:cubicBezTo>
                    <a:pt x="3173" y="940"/>
                    <a:pt x="3173" y="933"/>
                    <a:pt x="3162" y="935"/>
                  </a:cubicBezTo>
                  <a:cubicBezTo>
                    <a:pt x="3151" y="936"/>
                    <a:pt x="3151" y="943"/>
                    <a:pt x="3136" y="942"/>
                  </a:cubicBezTo>
                  <a:cubicBezTo>
                    <a:pt x="3121" y="940"/>
                    <a:pt x="3120" y="943"/>
                    <a:pt x="3110" y="948"/>
                  </a:cubicBezTo>
                  <a:cubicBezTo>
                    <a:pt x="3100" y="953"/>
                    <a:pt x="3102" y="953"/>
                    <a:pt x="3083" y="951"/>
                  </a:cubicBezTo>
                  <a:cubicBezTo>
                    <a:pt x="3063" y="950"/>
                    <a:pt x="3051" y="954"/>
                    <a:pt x="3049" y="942"/>
                  </a:cubicBezTo>
                  <a:cubicBezTo>
                    <a:pt x="3047" y="930"/>
                    <a:pt x="3040" y="931"/>
                    <a:pt x="3031" y="925"/>
                  </a:cubicBezTo>
                  <a:cubicBezTo>
                    <a:pt x="3022" y="918"/>
                    <a:pt x="3029" y="908"/>
                    <a:pt x="3012" y="907"/>
                  </a:cubicBezTo>
                  <a:cubicBezTo>
                    <a:pt x="2996" y="907"/>
                    <a:pt x="2978" y="916"/>
                    <a:pt x="2969" y="905"/>
                  </a:cubicBezTo>
                  <a:cubicBezTo>
                    <a:pt x="2959" y="893"/>
                    <a:pt x="2928" y="901"/>
                    <a:pt x="2926" y="896"/>
                  </a:cubicBezTo>
                  <a:cubicBezTo>
                    <a:pt x="2924" y="891"/>
                    <a:pt x="2908" y="888"/>
                    <a:pt x="2898" y="888"/>
                  </a:cubicBezTo>
                  <a:cubicBezTo>
                    <a:pt x="2887" y="888"/>
                    <a:pt x="2892" y="892"/>
                    <a:pt x="2869" y="892"/>
                  </a:cubicBezTo>
                  <a:cubicBezTo>
                    <a:pt x="2869" y="892"/>
                    <a:pt x="2857" y="889"/>
                    <a:pt x="2848" y="897"/>
                  </a:cubicBezTo>
                  <a:cubicBezTo>
                    <a:pt x="2840" y="905"/>
                    <a:pt x="2832" y="900"/>
                    <a:pt x="2822" y="902"/>
                  </a:cubicBezTo>
                  <a:cubicBezTo>
                    <a:pt x="2813" y="904"/>
                    <a:pt x="2809" y="912"/>
                    <a:pt x="2820" y="917"/>
                  </a:cubicBezTo>
                  <a:cubicBezTo>
                    <a:pt x="2831" y="922"/>
                    <a:pt x="2833" y="925"/>
                    <a:pt x="2827" y="926"/>
                  </a:cubicBezTo>
                  <a:cubicBezTo>
                    <a:pt x="2822" y="928"/>
                    <a:pt x="2806" y="938"/>
                    <a:pt x="2817" y="940"/>
                  </a:cubicBezTo>
                  <a:cubicBezTo>
                    <a:pt x="2829" y="942"/>
                    <a:pt x="2832" y="937"/>
                    <a:pt x="2840" y="946"/>
                  </a:cubicBezTo>
                  <a:cubicBezTo>
                    <a:pt x="2848" y="955"/>
                    <a:pt x="2869" y="952"/>
                    <a:pt x="2871" y="966"/>
                  </a:cubicBezTo>
                  <a:cubicBezTo>
                    <a:pt x="2873" y="979"/>
                    <a:pt x="2879" y="983"/>
                    <a:pt x="2889" y="983"/>
                  </a:cubicBezTo>
                  <a:cubicBezTo>
                    <a:pt x="2899" y="983"/>
                    <a:pt x="2906" y="980"/>
                    <a:pt x="2911" y="988"/>
                  </a:cubicBezTo>
                  <a:cubicBezTo>
                    <a:pt x="2916" y="996"/>
                    <a:pt x="2911" y="1001"/>
                    <a:pt x="2927" y="1001"/>
                  </a:cubicBezTo>
                  <a:cubicBezTo>
                    <a:pt x="2943" y="1001"/>
                    <a:pt x="2948" y="996"/>
                    <a:pt x="2966" y="1000"/>
                  </a:cubicBezTo>
                  <a:cubicBezTo>
                    <a:pt x="2985" y="1003"/>
                    <a:pt x="3025" y="1001"/>
                    <a:pt x="3027" y="997"/>
                  </a:cubicBezTo>
                  <a:cubicBezTo>
                    <a:pt x="3028" y="993"/>
                    <a:pt x="3032" y="990"/>
                    <a:pt x="3045" y="990"/>
                  </a:cubicBezTo>
                  <a:cubicBezTo>
                    <a:pt x="3057" y="990"/>
                    <a:pt x="3054" y="994"/>
                    <a:pt x="3060" y="999"/>
                  </a:cubicBezTo>
                  <a:cubicBezTo>
                    <a:pt x="3067" y="1004"/>
                    <a:pt x="3077" y="1007"/>
                    <a:pt x="3079" y="1017"/>
                  </a:cubicBezTo>
                  <a:cubicBezTo>
                    <a:pt x="3081" y="1027"/>
                    <a:pt x="3082" y="1035"/>
                    <a:pt x="3097" y="1040"/>
                  </a:cubicBezTo>
                  <a:cubicBezTo>
                    <a:pt x="3112" y="1045"/>
                    <a:pt x="3119" y="1058"/>
                    <a:pt x="3120" y="1069"/>
                  </a:cubicBezTo>
                  <a:cubicBezTo>
                    <a:pt x="3121" y="1081"/>
                    <a:pt x="3108" y="1088"/>
                    <a:pt x="3106" y="1095"/>
                  </a:cubicBezTo>
                  <a:cubicBezTo>
                    <a:pt x="3105" y="1101"/>
                    <a:pt x="3103" y="1114"/>
                    <a:pt x="3098" y="1116"/>
                  </a:cubicBezTo>
                  <a:cubicBezTo>
                    <a:pt x="3094" y="1118"/>
                    <a:pt x="3093" y="1124"/>
                    <a:pt x="3095" y="1129"/>
                  </a:cubicBezTo>
                  <a:cubicBezTo>
                    <a:pt x="3096" y="1134"/>
                    <a:pt x="3102" y="1132"/>
                    <a:pt x="3104" y="1138"/>
                  </a:cubicBezTo>
                  <a:cubicBezTo>
                    <a:pt x="3106" y="1144"/>
                    <a:pt x="3110" y="1145"/>
                    <a:pt x="3110" y="1156"/>
                  </a:cubicBezTo>
                  <a:cubicBezTo>
                    <a:pt x="3110" y="1167"/>
                    <a:pt x="3121" y="1164"/>
                    <a:pt x="3121" y="1175"/>
                  </a:cubicBezTo>
                  <a:cubicBezTo>
                    <a:pt x="3122" y="1187"/>
                    <a:pt x="3123" y="1195"/>
                    <a:pt x="3133" y="1196"/>
                  </a:cubicBezTo>
                  <a:cubicBezTo>
                    <a:pt x="3144" y="1198"/>
                    <a:pt x="3148" y="1194"/>
                    <a:pt x="3153" y="1202"/>
                  </a:cubicBezTo>
                  <a:cubicBezTo>
                    <a:pt x="3157" y="1210"/>
                    <a:pt x="3165" y="1207"/>
                    <a:pt x="3171" y="1207"/>
                  </a:cubicBezTo>
                  <a:cubicBezTo>
                    <a:pt x="3176" y="1207"/>
                    <a:pt x="3181" y="1209"/>
                    <a:pt x="3181" y="1203"/>
                  </a:cubicBezTo>
                  <a:cubicBezTo>
                    <a:pt x="3181" y="1196"/>
                    <a:pt x="3176" y="1193"/>
                    <a:pt x="3184" y="1192"/>
                  </a:cubicBezTo>
                  <a:close/>
                  <a:moveTo>
                    <a:pt x="3662" y="2550"/>
                  </a:moveTo>
                  <a:cubicBezTo>
                    <a:pt x="3652" y="2553"/>
                    <a:pt x="3640" y="2555"/>
                    <a:pt x="3645" y="2565"/>
                  </a:cubicBezTo>
                  <a:cubicBezTo>
                    <a:pt x="3650" y="2575"/>
                    <a:pt x="3654" y="2576"/>
                    <a:pt x="3654" y="2583"/>
                  </a:cubicBezTo>
                  <a:cubicBezTo>
                    <a:pt x="3655" y="2590"/>
                    <a:pt x="3666" y="2594"/>
                    <a:pt x="3674" y="2594"/>
                  </a:cubicBezTo>
                  <a:cubicBezTo>
                    <a:pt x="3682" y="2594"/>
                    <a:pt x="3710" y="2597"/>
                    <a:pt x="3713" y="2589"/>
                  </a:cubicBezTo>
                  <a:cubicBezTo>
                    <a:pt x="3715" y="2581"/>
                    <a:pt x="3719" y="2578"/>
                    <a:pt x="3731" y="2570"/>
                  </a:cubicBezTo>
                  <a:cubicBezTo>
                    <a:pt x="3742" y="2563"/>
                    <a:pt x="3738" y="2556"/>
                    <a:pt x="3751" y="2554"/>
                  </a:cubicBezTo>
                  <a:cubicBezTo>
                    <a:pt x="3763" y="2552"/>
                    <a:pt x="3771" y="2546"/>
                    <a:pt x="3772" y="2536"/>
                  </a:cubicBezTo>
                  <a:cubicBezTo>
                    <a:pt x="3773" y="2526"/>
                    <a:pt x="3776" y="2516"/>
                    <a:pt x="3765" y="2514"/>
                  </a:cubicBezTo>
                  <a:cubicBezTo>
                    <a:pt x="3754" y="2512"/>
                    <a:pt x="3751" y="2512"/>
                    <a:pt x="3739" y="2513"/>
                  </a:cubicBezTo>
                  <a:cubicBezTo>
                    <a:pt x="3739" y="2513"/>
                    <a:pt x="3720" y="2511"/>
                    <a:pt x="3718" y="2516"/>
                  </a:cubicBezTo>
                  <a:cubicBezTo>
                    <a:pt x="3716" y="2522"/>
                    <a:pt x="3724" y="2525"/>
                    <a:pt x="3703" y="2523"/>
                  </a:cubicBezTo>
                  <a:cubicBezTo>
                    <a:pt x="3683" y="2521"/>
                    <a:pt x="3669" y="2523"/>
                    <a:pt x="3668" y="2531"/>
                  </a:cubicBezTo>
                  <a:cubicBezTo>
                    <a:pt x="3666" y="2540"/>
                    <a:pt x="3673" y="2548"/>
                    <a:pt x="3662" y="2550"/>
                  </a:cubicBezTo>
                  <a:close/>
                  <a:moveTo>
                    <a:pt x="2615" y="498"/>
                  </a:moveTo>
                  <a:cubicBezTo>
                    <a:pt x="2623" y="501"/>
                    <a:pt x="2625" y="502"/>
                    <a:pt x="2635" y="500"/>
                  </a:cubicBezTo>
                  <a:cubicBezTo>
                    <a:pt x="2645" y="499"/>
                    <a:pt x="2655" y="495"/>
                    <a:pt x="2658" y="506"/>
                  </a:cubicBezTo>
                  <a:cubicBezTo>
                    <a:pt x="2660" y="517"/>
                    <a:pt x="2660" y="523"/>
                    <a:pt x="2670" y="523"/>
                  </a:cubicBezTo>
                  <a:cubicBezTo>
                    <a:pt x="2680" y="523"/>
                    <a:pt x="2696" y="525"/>
                    <a:pt x="2696" y="515"/>
                  </a:cubicBezTo>
                  <a:cubicBezTo>
                    <a:pt x="2696" y="505"/>
                    <a:pt x="2707" y="509"/>
                    <a:pt x="2701" y="500"/>
                  </a:cubicBezTo>
                  <a:cubicBezTo>
                    <a:pt x="2694" y="490"/>
                    <a:pt x="2698" y="484"/>
                    <a:pt x="2692" y="476"/>
                  </a:cubicBezTo>
                  <a:cubicBezTo>
                    <a:pt x="2686" y="468"/>
                    <a:pt x="2680" y="462"/>
                    <a:pt x="2673" y="464"/>
                  </a:cubicBezTo>
                  <a:cubicBezTo>
                    <a:pt x="2666" y="465"/>
                    <a:pt x="2672" y="472"/>
                    <a:pt x="2658" y="466"/>
                  </a:cubicBezTo>
                  <a:cubicBezTo>
                    <a:pt x="2658" y="466"/>
                    <a:pt x="2642" y="458"/>
                    <a:pt x="2634" y="456"/>
                  </a:cubicBezTo>
                  <a:cubicBezTo>
                    <a:pt x="2626" y="454"/>
                    <a:pt x="2623" y="460"/>
                    <a:pt x="2619" y="464"/>
                  </a:cubicBezTo>
                  <a:cubicBezTo>
                    <a:pt x="2615" y="468"/>
                    <a:pt x="2608" y="470"/>
                    <a:pt x="2607" y="479"/>
                  </a:cubicBezTo>
                  <a:cubicBezTo>
                    <a:pt x="2605" y="488"/>
                    <a:pt x="2606" y="494"/>
                    <a:pt x="2615" y="498"/>
                  </a:cubicBezTo>
                  <a:close/>
                  <a:moveTo>
                    <a:pt x="2842" y="493"/>
                  </a:moveTo>
                  <a:cubicBezTo>
                    <a:pt x="2845" y="502"/>
                    <a:pt x="2842" y="505"/>
                    <a:pt x="2853" y="513"/>
                  </a:cubicBezTo>
                  <a:cubicBezTo>
                    <a:pt x="2865" y="520"/>
                    <a:pt x="2870" y="533"/>
                    <a:pt x="2881" y="533"/>
                  </a:cubicBezTo>
                  <a:cubicBezTo>
                    <a:pt x="2892" y="533"/>
                    <a:pt x="2906" y="534"/>
                    <a:pt x="2915" y="533"/>
                  </a:cubicBezTo>
                  <a:cubicBezTo>
                    <a:pt x="2924" y="531"/>
                    <a:pt x="2938" y="534"/>
                    <a:pt x="2944" y="529"/>
                  </a:cubicBezTo>
                  <a:cubicBezTo>
                    <a:pt x="2949" y="524"/>
                    <a:pt x="2965" y="529"/>
                    <a:pt x="2956" y="536"/>
                  </a:cubicBezTo>
                  <a:cubicBezTo>
                    <a:pt x="2948" y="542"/>
                    <a:pt x="2939" y="542"/>
                    <a:pt x="2922" y="542"/>
                  </a:cubicBezTo>
                  <a:cubicBezTo>
                    <a:pt x="2905" y="542"/>
                    <a:pt x="2893" y="543"/>
                    <a:pt x="2890" y="551"/>
                  </a:cubicBezTo>
                  <a:cubicBezTo>
                    <a:pt x="2887" y="558"/>
                    <a:pt x="2898" y="560"/>
                    <a:pt x="2911" y="570"/>
                  </a:cubicBezTo>
                  <a:cubicBezTo>
                    <a:pt x="2924" y="580"/>
                    <a:pt x="2938" y="591"/>
                    <a:pt x="2942" y="584"/>
                  </a:cubicBezTo>
                  <a:cubicBezTo>
                    <a:pt x="2946" y="576"/>
                    <a:pt x="2955" y="575"/>
                    <a:pt x="2960" y="576"/>
                  </a:cubicBezTo>
                  <a:cubicBezTo>
                    <a:pt x="2965" y="576"/>
                    <a:pt x="2981" y="561"/>
                    <a:pt x="2987" y="573"/>
                  </a:cubicBezTo>
                  <a:cubicBezTo>
                    <a:pt x="2993" y="584"/>
                    <a:pt x="3004" y="591"/>
                    <a:pt x="3013" y="584"/>
                  </a:cubicBezTo>
                  <a:cubicBezTo>
                    <a:pt x="3022" y="576"/>
                    <a:pt x="3030" y="574"/>
                    <a:pt x="3037" y="574"/>
                  </a:cubicBezTo>
                  <a:cubicBezTo>
                    <a:pt x="3045" y="574"/>
                    <a:pt x="3050" y="561"/>
                    <a:pt x="3063" y="561"/>
                  </a:cubicBezTo>
                  <a:cubicBezTo>
                    <a:pt x="3077" y="562"/>
                    <a:pt x="3099" y="559"/>
                    <a:pt x="3099" y="568"/>
                  </a:cubicBezTo>
                  <a:cubicBezTo>
                    <a:pt x="3099" y="578"/>
                    <a:pt x="3074" y="574"/>
                    <a:pt x="3085" y="581"/>
                  </a:cubicBezTo>
                  <a:cubicBezTo>
                    <a:pt x="3097" y="587"/>
                    <a:pt x="3104" y="596"/>
                    <a:pt x="3085" y="596"/>
                  </a:cubicBezTo>
                  <a:cubicBezTo>
                    <a:pt x="3067" y="596"/>
                    <a:pt x="3054" y="598"/>
                    <a:pt x="3042" y="599"/>
                  </a:cubicBezTo>
                  <a:cubicBezTo>
                    <a:pt x="3030" y="599"/>
                    <a:pt x="3035" y="605"/>
                    <a:pt x="3022" y="612"/>
                  </a:cubicBezTo>
                  <a:cubicBezTo>
                    <a:pt x="3009" y="619"/>
                    <a:pt x="3001" y="619"/>
                    <a:pt x="2990" y="621"/>
                  </a:cubicBezTo>
                  <a:cubicBezTo>
                    <a:pt x="2979" y="622"/>
                    <a:pt x="2979" y="632"/>
                    <a:pt x="2992" y="640"/>
                  </a:cubicBezTo>
                  <a:cubicBezTo>
                    <a:pt x="3006" y="649"/>
                    <a:pt x="3014" y="657"/>
                    <a:pt x="3027" y="668"/>
                  </a:cubicBezTo>
                  <a:cubicBezTo>
                    <a:pt x="3040" y="679"/>
                    <a:pt x="3047" y="685"/>
                    <a:pt x="3055" y="684"/>
                  </a:cubicBezTo>
                  <a:cubicBezTo>
                    <a:pt x="3062" y="683"/>
                    <a:pt x="3066" y="672"/>
                    <a:pt x="3080" y="678"/>
                  </a:cubicBezTo>
                  <a:cubicBezTo>
                    <a:pt x="3095" y="685"/>
                    <a:pt x="3119" y="683"/>
                    <a:pt x="3128" y="683"/>
                  </a:cubicBezTo>
                  <a:cubicBezTo>
                    <a:pt x="3136" y="683"/>
                    <a:pt x="3143" y="687"/>
                    <a:pt x="3125" y="690"/>
                  </a:cubicBezTo>
                  <a:cubicBezTo>
                    <a:pt x="3107" y="694"/>
                    <a:pt x="3080" y="692"/>
                    <a:pt x="3069" y="697"/>
                  </a:cubicBezTo>
                  <a:cubicBezTo>
                    <a:pt x="3057" y="701"/>
                    <a:pt x="3057" y="709"/>
                    <a:pt x="3080" y="715"/>
                  </a:cubicBezTo>
                  <a:cubicBezTo>
                    <a:pt x="3104" y="722"/>
                    <a:pt x="3115" y="728"/>
                    <a:pt x="3123" y="734"/>
                  </a:cubicBezTo>
                  <a:cubicBezTo>
                    <a:pt x="3132" y="740"/>
                    <a:pt x="3141" y="730"/>
                    <a:pt x="3155" y="740"/>
                  </a:cubicBezTo>
                  <a:cubicBezTo>
                    <a:pt x="3169" y="750"/>
                    <a:pt x="3185" y="748"/>
                    <a:pt x="3197" y="747"/>
                  </a:cubicBezTo>
                  <a:cubicBezTo>
                    <a:pt x="3209" y="746"/>
                    <a:pt x="3226" y="748"/>
                    <a:pt x="3228" y="735"/>
                  </a:cubicBezTo>
                  <a:cubicBezTo>
                    <a:pt x="3230" y="722"/>
                    <a:pt x="3236" y="709"/>
                    <a:pt x="3247" y="721"/>
                  </a:cubicBezTo>
                  <a:cubicBezTo>
                    <a:pt x="3257" y="733"/>
                    <a:pt x="3260" y="738"/>
                    <a:pt x="3269" y="738"/>
                  </a:cubicBezTo>
                  <a:cubicBezTo>
                    <a:pt x="3277" y="739"/>
                    <a:pt x="3289" y="742"/>
                    <a:pt x="3285" y="733"/>
                  </a:cubicBezTo>
                  <a:cubicBezTo>
                    <a:pt x="3282" y="725"/>
                    <a:pt x="3272" y="724"/>
                    <a:pt x="3272" y="717"/>
                  </a:cubicBezTo>
                  <a:cubicBezTo>
                    <a:pt x="3272" y="710"/>
                    <a:pt x="3282" y="697"/>
                    <a:pt x="3292" y="715"/>
                  </a:cubicBezTo>
                  <a:cubicBezTo>
                    <a:pt x="3301" y="733"/>
                    <a:pt x="3300" y="738"/>
                    <a:pt x="3312" y="740"/>
                  </a:cubicBezTo>
                  <a:cubicBezTo>
                    <a:pt x="3323" y="743"/>
                    <a:pt x="3333" y="740"/>
                    <a:pt x="3333" y="730"/>
                  </a:cubicBezTo>
                  <a:cubicBezTo>
                    <a:pt x="3334" y="720"/>
                    <a:pt x="3353" y="720"/>
                    <a:pt x="3346" y="709"/>
                  </a:cubicBezTo>
                  <a:cubicBezTo>
                    <a:pt x="3338" y="698"/>
                    <a:pt x="3337" y="685"/>
                    <a:pt x="3347" y="687"/>
                  </a:cubicBezTo>
                  <a:cubicBezTo>
                    <a:pt x="3357" y="689"/>
                    <a:pt x="3362" y="699"/>
                    <a:pt x="3370" y="700"/>
                  </a:cubicBezTo>
                  <a:cubicBezTo>
                    <a:pt x="3378" y="700"/>
                    <a:pt x="3382" y="699"/>
                    <a:pt x="3382" y="690"/>
                  </a:cubicBezTo>
                  <a:cubicBezTo>
                    <a:pt x="3382" y="680"/>
                    <a:pt x="3386" y="676"/>
                    <a:pt x="3375" y="670"/>
                  </a:cubicBezTo>
                  <a:cubicBezTo>
                    <a:pt x="3364" y="663"/>
                    <a:pt x="3360" y="655"/>
                    <a:pt x="3365" y="646"/>
                  </a:cubicBezTo>
                  <a:cubicBezTo>
                    <a:pt x="3370" y="637"/>
                    <a:pt x="3384" y="622"/>
                    <a:pt x="3383" y="637"/>
                  </a:cubicBezTo>
                  <a:cubicBezTo>
                    <a:pt x="3382" y="652"/>
                    <a:pt x="3381" y="661"/>
                    <a:pt x="3388" y="665"/>
                  </a:cubicBezTo>
                  <a:cubicBezTo>
                    <a:pt x="3395" y="668"/>
                    <a:pt x="3401" y="685"/>
                    <a:pt x="3411" y="670"/>
                  </a:cubicBezTo>
                  <a:cubicBezTo>
                    <a:pt x="3420" y="656"/>
                    <a:pt x="3417" y="659"/>
                    <a:pt x="3433" y="651"/>
                  </a:cubicBezTo>
                  <a:cubicBezTo>
                    <a:pt x="3449" y="643"/>
                    <a:pt x="3431" y="625"/>
                    <a:pt x="3454" y="625"/>
                  </a:cubicBezTo>
                  <a:cubicBezTo>
                    <a:pt x="3477" y="625"/>
                    <a:pt x="3483" y="614"/>
                    <a:pt x="3493" y="612"/>
                  </a:cubicBezTo>
                  <a:cubicBezTo>
                    <a:pt x="3503" y="611"/>
                    <a:pt x="3514" y="610"/>
                    <a:pt x="3502" y="619"/>
                  </a:cubicBezTo>
                  <a:cubicBezTo>
                    <a:pt x="3490" y="629"/>
                    <a:pt x="3484" y="623"/>
                    <a:pt x="3483" y="634"/>
                  </a:cubicBezTo>
                  <a:cubicBezTo>
                    <a:pt x="3482" y="644"/>
                    <a:pt x="3483" y="649"/>
                    <a:pt x="3470" y="651"/>
                  </a:cubicBezTo>
                  <a:cubicBezTo>
                    <a:pt x="3457" y="653"/>
                    <a:pt x="3449" y="652"/>
                    <a:pt x="3446" y="664"/>
                  </a:cubicBezTo>
                  <a:cubicBezTo>
                    <a:pt x="3443" y="675"/>
                    <a:pt x="3449" y="685"/>
                    <a:pt x="3436" y="686"/>
                  </a:cubicBezTo>
                  <a:cubicBezTo>
                    <a:pt x="3423" y="687"/>
                    <a:pt x="3427" y="695"/>
                    <a:pt x="3415" y="702"/>
                  </a:cubicBezTo>
                  <a:cubicBezTo>
                    <a:pt x="3404" y="709"/>
                    <a:pt x="3405" y="707"/>
                    <a:pt x="3406" y="715"/>
                  </a:cubicBezTo>
                  <a:cubicBezTo>
                    <a:pt x="3406" y="724"/>
                    <a:pt x="3414" y="713"/>
                    <a:pt x="3418" y="726"/>
                  </a:cubicBezTo>
                  <a:cubicBezTo>
                    <a:pt x="3422" y="740"/>
                    <a:pt x="3426" y="751"/>
                    <a:pt x="3439" y="751"/>
                  </a:cubicBezTo>
                  <a:cubicBezTo>
                    <a:pt x="3453" y="751"/>
                    <a:pt x="3460" y="755"/>
                    <a:pt x="3465" y="745"/>
                  </a:cubicBezTo>
                  <a:cubicBezTo>
                    <a:pt x="3471" y="735"/>
                    <a:pt x="3475" y="733"/>
                    <a:pt x="3482" y="733"/>
                  </a:cubicBezTo>
                  <a:cubicBezTo>
                    <a:pt x="3490" y="733"/>
                    <a:pt x="3492" y="734"/>
                    <a:pt x="3492" y="741"/>
                  </a:cubicBezTo>
                  <a:cubicBezTo>
                    <a:pt x="3492" y="748"/>
                    <a:pt x="3502" y="754"/>
                    <a:pt x="3510" y="756"/>
                  </a:cubicBezTo>
                  <a:cubicBezTo>
                    <a:pt x="3518" y="757"/>
                    <a:pt x="3520" y="748"/>
                    <a:pt x="3528" y="748"/>
                  </a:cubicBezTo>
                  <a:cubicBezTo>
                    <a:pt x="3536" y="748"/>
                    <a:pt x="3553" y="746"/>
                    <a:pt x="3553" y="738"/>
                  </a:cubicBezTo>
                  <a:cubicBezTo>
                    <a:pt x="3553" y="730"/>
                    <a:pt x="3560" y="728"/>
                    <a:pt x="3568" y="728"/>
                  </a:cubicBezTo>
                  <a:cubicBezTo>
                    <a:pt x="3576" y="728"/>
                    <a:pt x="3575" y="733"/>
                    <a:pt x="3575" y="740"/>
                  </a:cubicBezTo>
                  <a:cubicBezTo>
                    <a:pt x="3575" y="746"/>
                    <a:pt x="3581" y="753"/>
                    <a:pt x="3563" y="754"/>
                  </a:cubicBezTo>
                  <a:cubicBezTo>
                    <a:pt x="3544" y="756"/>
                    <a:pt x="3561" y="757"/>
                    <a:pt x="3548" y="760"/>
                  </a:cubicBezTo>
                  <a:cubicBezTo>
                    <a:pt x="3536" y="763"/>
                    <a:pt x="3529" y="771"/>
                    <a:pt x="3535" y="775"/>
                  </a:cubicBezTo>
                  <a:cubicBezTo>
                    <a:pt x="3542" y="779"/>
                    <a:pt x="3552" y="779"/>
                    <a:pt x="3553" y="788"/>
                  </a:cubicBezTo>
                  <a:cubicBezTo>
                    <a:pt x="3553" y="796"/>
                    <a:pt x="3548" y="809"/>
                    <a:pt x="3555" y="811"/>
                  </a:cubicBezTo>
                  <a:cubicBezTo>
                    <a:pt x="3562" y="813"/>
                    <a:pt x="3569" y="819"/>
                    <a:pt x="3556" y="819"/>
                  </a:cubicBezTo>
                  <a:cubicBezTo>
                    <a:pt x="3543" y="819"/>
                    <a:pt x="3546" y="826"/>
                    <a:pt x="3555" y="829"/>
                  </a:cubicBezTo>
                  <a:cubicBezTo>
                    <a:pt x="3564" y="833"/>
                    <a:pt x="3565" y="839"/>
                    <a:pt x="3577" y="836"/>
                  </a:cubicBezTo>
                  <a:cubicBezTo>
                    <a:pt x="3589" y="833"/>
                    <a:pt x="3600" y="829"/>
                    <a:pt x="3611" y="831"/>
                  </a:cubicBezTo>
                  <a:cubicBezTo>
                    <a:pt x="3621" y="832"/>
                    <a:pt x="3642" y="827"/>
                    <a:pt x="3639" y="838"/>
                  </a:cubicBezTo>
                  <a:cubicBezTo>
                    <a:pt x="3636" y="849"/>
                    <a:pt x="3629" y="852"/>
                    <a:pt x="3607" y="849"/>
                  </a:cubicBezTo>
                  <a:cubicBezTo>
                    <a:pt x="3586" y="847"/>
                    <a:pt x="3566" y="847"/>
                    <a:pt x="3555" y="847"/>
                  </a:cubicBezTo>
                  <a:cubicBezTo>
                    <a:pt x="3543" y="847"/>
                    <a:pt x="3543" y="834"/>
                    <a:pt x="3531" y="834"/>
                  </a:cubicBezTo>
                  <a:cubicBezTo>
                    <a:pt x="3519" y="834"/>
                    <a:pt x="3520" y="833"/>
                    <a:pt x="3518" y="824"/>
                  </a:cubicBezTo>
                  <a:cubicBezTo>
                    <a:pt x="3517" y="814"/>
                    <a:pt x="3515" y="814"/>
                    <a:pt x="3503" y="804"/>
                  </a:cubicBezTo>
                  <a:cubicBezTo>
                    <a:pt x="3490" y="793"/>
                    <a:pt x="3477" y="778"/>
                    <a:pt x="3466" y="777"/>
                  </a:cubicBezTo>
                  <a:cubicBezTo>
                    <a:pt x="3454" y="776"/>
                    <a:pt x="3438" y="776"/>
                    <a:pt x="3422" y="776"/>
                  </a:cubicBezTo>
                  <a:cubicBezTo>
                    <a:pt x="3406" y="776"/>
                    <a:pt x="3404" y="776"/>
                    <a:pt x="3395" y="781"/>
                  </a:cubicBezTo>
                  <a:cubicBezTo>
                    <a:pt x="3386" y="785"/>
                    <a:pt x="3366" y="782"/>
                    <a:pt x="3366" y="792"/>
                  </a:cubicBezTo>
                  <a:cubicBezTo>
                    <a:pt x="3366" y="802"/>
                    <a:pt x="3366" y="816"/>
                    <a:pt x="3382" y="816"/>
                  </a:cubicBezTo>
                  <a:cubicBezTo>
                    <a:pt x="3398" y="816"/>
                    <a:pt x="3379" y="829"/>
                    <a:pt x="3391" y="840"/>
                  </a:cubicBezTo>
                  <a:cubicBezTo>
                    <a:pt x="3404" y="852"/>
                    <a:pt x="3407" y="856"/>
                    <a:pt x="3417" y="856"/>
                  </a:cubicBezTo>
                  <a:cubicBezTo>
                    <a:pt x="3427" y="856"/>
                    <a:pt x="3432" y="858"/>
                    <a:pt x="3432" y="863"/>
                  </a:cubicBezTo>
                  <a:cubicBezTo>
                    <a:pt x="3432" y="868"/>
                    <a:pt x="3434" y="881"/>
                    <a:pt x="3422" y="881"/>
                  </a:cubicBezTo>
                  <a:cubicBezTo>
                    <a:pt x="3409" y="881"/>
                    <a:pt x="3361" y="882"/>
                    <a:pt x="3352" y="882"/>
                  </a:cubicBezTo>
                  <a:cubicBezTo>
                    <a:pt x="3343" y="882"/>
                    <a:pt x="3342" y="896"/>
                    <a:pt x="3329" y="899"/>
                  </a:cubicBezTo>
                  <a:cubicBezTo>
                    <a:pt x="3316" y="902"/>
                    <a:pt x="3322" y="908"/>
                    <a:pt x="3308" y="909"/>
                  </a:cubicBezTo>
                  <a:cubicBezTo>
                    <a:pt x="3295" y="910"/>
                    <a:pt x="3280" y="914"/>
                    <a:pt x="3277" y="920"/>
                  </a:cubicBezTo>
                  <a:cubicBezTo>
                    <a:pt x="3275" y="927"/>
                    <a:pt x="3290" y="929"/>
                    <a:pt x="3288" y="942"/>
                  </a:cubicBezTo>
                  <a:cubicBezTo>
                    <a:pt x="3285" y="955"/>
                    <a:pt x="3282" y="960"/>
                    <a:pt x="3298" y="968"/>
                  </a:cubicBezTo>
                  <a:cubicBezTo>
                    <a:pt x="3313" y="977"/>
                    <a:pt x="3321" y="984"/>
                    <a:pt x="3330" y="976"/>
                  </a:cubicBezTo>
                  <a:cubicBezTo>
                    <a:pt x="3338" y="967"/>
                    <a:pt x="3348" y="965"/>
                    <a:pt x="3351" y="972"/>
                  </a:cubicBezTo>
                  <a:cubicBezTo>
                    <a:pt x="3353" y="979"/>
                    <a:pt x="3361" y="983"/>
                    <a:pt x="3368" y="983"/>
                  </a:cubicBezTo>
                  <a:cubicBezTo>
                    <a:pt x="3376" y="983"/>
                    <a:pt x="3387" y="978"/>
                    <a:pt x="3394" y="985"/>
                  </a:cubicBezTo>
                  <a:cubicBezTo>
                    <a:pt x="3400" y="992"/>
                    <a:pt x="3414" y="986"/>
                    <a:pt x="3415" y="978"/>
                  </a:cubicBezTo>
                  <a:cubicBezTo>
                    <a:pt x="3416" y="970"/>
                    <a:pt x="3427" y="971"/>
                    <a:pt x="3429" y="976"/>
                  </a:cubicBezTo>
                  <a:cubicBezTo>
                    <a:pt x="3432" y="982"/>
                    <a:pt x="3431" y="984"/>
                    <a:pt x="3442" y="984"/>
                  </a:cubicBezTo>
                  <a:cubicBezTo>
                    <a:pt x="3454" y="984"/>
                    <a:pt x="3459" y="991"/>
                    <a:pt x="3462" y="980"/>
                  </a:cubicBezTo>
                  <a:cubicBezTo>
                    <a:pt x="3465" y="969"/>
                    <a:pt x="3478" y="956"/>
                    <a:pt x="3482" y="966"/>
                  </a:cubicBezTo>
                  <a:cubicBezTo>
                    <a:pt x="3487" y="976"/>
                    <a:pt x="3487" y="979"/>
                    <a:pt x="3496" y="981"/>
                  </a:cubicBezTo>
                  <a:cubicBezTo>
                    <a:pt x="3505" y="983"/>
                    <a:pt x="3508" y="992"/>
                    <a:pt x="3515" y="992"/>
                  </a:cubicBezTo>
                  <a:cubicBezTo>
                    <a:pt x="3523" y="992"/>
                    <a:pt x="3537" y="987"/>
                    <a:pt x="3548" y="991"/>
                  </a:cubicBezTo>
                  <a:cubicBezTo>
                    <a:pt x="3558" y="994"/>
                    <a:pt x="3610" y="996"/>
                    <a:pt x="3612" y="991"/>
                  </a:cubicBezTo>
                  <a:cubicBezTo>
                    <a:pt x="3614" y="986"/>
                    <a:pt x="3599" y="986"/>
                    <a:pt x="3600" y="981"/>
                  </a:cubicBezTo>
                  <a:cubicBezTo>
                    <a:pt x="3601" y="976"/>
                    <a:pt x="3599" y="973"/>
                    <a:pt x="3612" y="974"/>
                  </a:cubicBezTo>
                  <a:cubicBezTo>
                    <a:pt x="3625" y="975"/>
                    <a:pt x="3629" y="974"/>
                    <a:pt x="3631" y="966"/>
                  </a:cubicBezTo>
                  <a:cubicBezTo>
                    <a:pt x="3633" y="957"/>
                    <a:pt x="3646" y="958"/>
                    <a:pt x="3650" y="968"/>
                  </a:cubicBezTo>
                  <a:cubicBezTo>
                    <a:pt x="3654" y="978"/>
                    <a:pt x="3668" y="983"/>
                    <a:pt x="3676" y="979"/>
                  </a:cubicBezTo>
                  <a:cubicBezTo>
                    <a:pt x="3684" y="976"/>
                    <a:pt x="3698" y="960"/>
                    <a:pt x="3707" y="975"/>
                  </a:cubicBezTo>
                  <a:cubicBezTo>
                    <a:pt x="3715" y="989"/>
                    <a:pt x="3707" y="995"/>
                    <a:pt x="3724" y="995"/>
                  </a:cubicBezTo>
                  <a:cubicBezTo>
                    <a:pt x="3740" y="995"/>
                    <a:pt x="3746" y="994"/>
                    <a:pt x="3751" y="986"/>
                  </a:cubicBezTo>
                  <a:cubicBezTo>
                    <a:pt x="3756" y="977"/>
                    <a:pt x="3757" y="970"/>
                    <a:pt x="3778" y="970"/>
                  </a:cubicBezTo>
                  <a:cubicBezTo>
                    <a:pt x="3798" y="970"/>
                    <a:pt x="3804" y="973"/>
                    <a:pt x="3804" y="967"/>
                  </a:cubicBezTo>
                  <a:cubicBezTo>
                    <a:pt x="3804" y="961"/>
                    <a:pt x="3813" y="963"/>
                    <a:pt x="3819" y="966"/>
                  </a:cubicBezTo>
                  <a:cubicBezTo>
                    <a:pt x="3824" y="968"/>
                    <a:pt x="3839" y="970"/>
                    <a:pt x="3838" y="978"/>
                  </a:cubicBezTo>
                  <a:cubicBezTo>
                    <a:pt x="3836" y="987"/>
                    <a:pt x="3840" y="995"/>
                    <a:pt x="3823" y="998"/>
                  </a:cubicBezTo>
                  <a:cubicBezTo>
                    <a:pt x="3806" y="1002"/>
                    <a:pt x="3793" y="1018"/>
                    <a:pt x="3809" y="1016"/>
                  </a:cubicBezTo>
                  <a:cubicBezTo>
                    <a:pt x="3826" y="1015"/>
                    <a:pt x="3848" y="1021"/>
                    <a:pt x="3849" y="1012"/>
                  </a:cubicBezTo>
                  <a:cubicBezTo>
                    <a:pt x="3849" y="1004"/>
                    <a:pt x="3860" y="1004"/>
                    <a:pt x="3868" y="1004"/>
                  </a:cubicBezTo>
                  <a:cubicBezTo>
                    <a:pt x="3876" y="1003"/>
                    <a:pt x="3912" y="999"/>
                    <a:pt x="3916" y="988"/>
                  </a:cubicBezTo>
                  <a:cubicBezTo>
                    <a:pt x="3920" y="978"/>
                    <a:pt x="3943" y="990"/>
                    <a:pt x="3950" y="976"/>
                  </a:cubicBezTo>
                  <a:cubicBezTo>
                    <a:pt x="3958" y="961"/>
                    <a:pt x="3966" y="956"/>
                    <a:pt x="3973" y="958"/>
                  </a:cubicBezTo>
                  <a:cubicBezTo>
                    <a:pt x="3981" y="961"/>
                    <a:pt x="3983" y="971"/>
                    <a:pt x="3991" y="971"/>
                  </a:cubicBezTo>
                  <a:cubicBezTo>
                    <a:pt x="4000" y="971"/>
                    <a:pt x="3998" y="965"/>
                    <a:pt x="4011" y="956"/>
                  </a:cubicBezTo>
                  <a:cubicBezTo>
                    <a:pt x="4023" y="948"/>
                    <a:pt x="4033" y="950"/>
                    <a:pt x="4034" y="934"/>
                  </a:cubicBezTo>
                  <a:cubicBezTo>
                    <a:pt x="4034" y="918"/>
                    <a:pt x="4033" y="918"/>
                    <a:pt x="4024" y="909"/>
                  </a:cubicBezTo>
                  <a:cubicBezTo>
                    <a:pt x="4016" y="900"/>
                    <a:pt x="4013" y="895"/>
                    <a:pt x="4004" y="895"/>
                  </a:cubicBezTo>
                  <a:cubicBezTo>
                    <a:pt x="3995" y="895"/>
                    <a:pt x="3991" y="896"/>
                    <a:pt x="3988" y="906"/>
                  </a:cubicBezTo>
                  <a:cubicBezTo>
                    <a:pt x="3986" y="916"/>
                    <a:pt x="3985" y="912"/>
                    <a:pt x="3972" y="919"/>
                  </a:cubicBezTo>
                  <a:cubicBezTo>
                    <a:pt x="3959" y="925"/>
                    <a:pt x="3960" y="925"/>
                    <a:pt x="3960" y="918"/>
                  </a:cubicBezTo>
                  <a:cubicBezTo>
                    <a:pt x="3959" y="910"/>
                    <a:pt x="3955" y="904"/>
                    <a:pt x="3950" y="904"/>
                  </a:cubicBezTo>
                  <a:cubicBezTo>
                    <a:pt x="3944" y="904"/>
                    <a:pt x="3929" y="900"/>
                    <a:pt x="3936" y="892"/>
                  </a:cubicBezTo>
                  <a:cubicBezTo>
                    <a:pt x="3943" y="885"/>
                    <a:pt x="3963" y="888"/>
                    <a:pt x="3947" y="877"/>
                  </a:cubicBezTo>
                  <a:cubicBezTo>
                    <a:pt x="3931" y="867"/>
                    <a:pt x="3918" y="870"/>
                    <a:pt x="3907" y="871"/>
                  </a:cubicBezTo>
                  <a:cubicBezTo>
                    <a:pt x="3897" y="872"/>
                    <a:pt x="3890" y="867"/>
                    <a:pt x="3885" y="876"/>
                  </a:cubicBezTo>
                  <a:cubicBezTo>
                    <a:pt x="3880" y="885"/>
                    <a:pt x="3867" y="885"/>
                    <a:pt x="3867" y="879"/>
                  </a:cubicBezTo>
                  <a:cubicBezTo>
                    <a:pt x="3867" y="872"/>
                    <a:pt x="3870" y="870"/>
                    <a:pt x="3857" y="869"/>
                  </a:cubicBezTo>
                  <a:cubicBezTo>
                    <a:pt x="3843" y="867"/>
                    <a:pt x="3821" y="864"/>
                    <a:pt x="3810" y="870"/>
                  </a:cubicBezTo>
                  <a:cubicBezTo>
                    <a:pt x="3798" y="876"/>
                    <a:pt x="3776" y="877"/>
                    <a:pt x="3776" y="867"/>
                  </a:cubicBezTo>
                  <a:cubicBezTo>
                    <a:pt x="3775" y="857"/>
                    <a:pt x="3793" y="864"/>
                    <a:pt x="3788" y="852"/>
                  </a:cubicBezTo>
                  <a:cubicBezTo>
                    <a:pt x="3784" y="841"/>
                    <a:pt x="3781" y="836"/>
                    <a:pt x="3787" y="832"/>
                  </a:cubicBezTo>
                  <a:cubicBezTo>
                    <a:pt x="3793" y="829"/>
                    <a:pt x="3804" y="832"/>
                    <a:pt x="3809" y="839"/>
                  </a:cubicBezTo>
                  <a:cubicBezTo>
                    <a:pt x="3814" y="847"/>
                    <a:pt x="3828" y="858"/>
                    <a:pt x="3844" y="858"/>
                  </a:cubicBezTo>
                  <a:cubicBezTo>
                    <a:pt x="3859" y="858"/>
                    <a:pt x="3884" y="857"/>
                    <a:pt x="3900" y="859"/>
                  </a:cubicBezTo>
                  <a:cubicBezTo>
                    <a:pt x="3917" y="860"/>
                    <a:pt x="3939" y="862"/>
                    <a:pt x="3953" y="857"/>
                  </a:cubicBezTo>
                  <a:cubicBezTo>
                    <a:pt x="3966" y="853"/>
                    <a:pt x="3994" y="853"/>
                    <a:pt x="4001" y="844"/>
                  </a:cubicBezTo>
                  <a:cubicBezTo>
                    <a:pt x="4008" y="836"/>
                    <a:pt x="4015" y="836"/>
                    <a:pt x="4019" y="827"/>
                  </a:cubicBezTo>
                  <a:cubicBezTo>
                    <a:pt x="4022" y="819"/>
                    <a:pt x="4038" y="824"/>
                    <a:pt x="4029" y="811"/>
                  </a:cubicBezTo>
                  <a:cubicBezTo>
                    <a:pt x="4021" y="797"/>
                    <a:pt x="4019" y="789"/>
                    <a:pt x="4011" y="784"/>
                  </a:cubicBezTo>
                  <a:cubicBezTo>
                    <a:pt x="4004" y="780"/>
                    <a:pt x="3997" y="776"/>
                    <a:pt x="3997" y="771"/>
                  </a:cubicBezTo>
                  <a:cubicBezTo>
                    <a:pt x="3997" y="765"/>
                    <a:pt x="4016" y="759"/>
                    <a:pt x="4022" y="770"/>
                  </a:cubicBezTo>
                  <a:cubicBezTo>
                    <a:pt x="4028" y="781"/>
                    <a:pt x="4041" y="777"/>
                    <a:pt x="4059" y="776"/>
                  </a:cubicBezTo>
                  <a:cubicBezTo>
                    <a:pt x="4077" y="774"/>
                    <a:pt x="4108" y="782"/>
                    <a:pt x="4112" y="770"/>
                  </a:cubicBezTo>
                  <a:cubicBezTo>
                    <a:pt x="4115" y="758"/>
                    <a:pt x="4162" y="773"/>
                    <a:pt x="4163" y="759"/>
                  </a:cubicBezTo>
                  <a:cubicBezTo>
                    <a:pt x="4163" y="746"/>
                    <a:pt x="4160" y="740"/>
                    <a:pt x="4142" y="740"/>
                  </a:cubicBezTo>
                  <a:cubicBezTo>
                    <a:pt x="4125" y="741"/>
                    <a:pt x="4107" y="745"/>
                    <a:pt x="4103" y="738"/>
                  </a:cubicBezTo>
                  <a:cubicBezTo>
                    <a:pt x="4099" y="732"/>
                    <a:pt x="4087" y="728"/>
                    <a:pt x="4112" y="728"/>
                  </a:cubicBezTo>
                  <a:cubicBezTo>
                    <a:pt x="4136" y="728"/>
                    <a:pt x="4177" y="738"/>
                    <a:pt x="4180" y="728"/>
                  </a:cubicBezTo>
                  <a:cubicBezTo>
                    <a:pt x="4184" y="718"/>
                    <a:pt x="4192" y="722"/>
                    <a:pt x="4193" y="716"/>
                  </a:cubicBezTo>
                  <a:cubicBezTo>
                    <a:pt x="4195" y="710"/>
                    <a:pt x="4186" y="705"/>
                    <a:pt x="4177" y="706"/>
                  </a:cubicBezTo>
                  <a:cubicBezTo>
                    <a:pt x="4168" y="707"/>
                    <a:pt x="4155" y="704"/>
                    <a:pt x="4145" y="701"/>
                  </a:cubicBezTo>
                  <a:cubicBezTo>
                    <a:pt x="4134" y="698"/>
                    <a:pt x="4135" y="692"/>
                    <a:pt x="4125" y="694"/>
                  </a:cubicBezTo>
                  <a:cubicBezTo>
                    <a:pt x="4114" y="696"/>
                    <a:pt x="4106" y="699"/>
                    <a:pt x="4107" y="691"/>
                  </a:cubicBezTo>
                  <a:cubicBezTo>
                    <a:pt x="4109" y="683"/>
                    <a:pt x="4125" y="683"/>
                    <a:pt x="4138" y="685"/>
                  </a:cubicBezTo>
                  <a:cubicBezTo>
                    <a:pt x="4151" y="686"/>
                    <a:pt x="4198" y="694"/>
                    <a:pt x="4208" y="688"/>
                  </a:cubicBezTo>
                  <a:cubicBezTo>
                    <a:pt x="4217" y="682"/>
                    <a:pt x="4222" y="671"/>
                    <a:pt x="4218" y="666"/>
                  </a:cubicBezTo>
                  <a:cubicBezTo>
                    <a:pt x="4213" y="661"/>
                    <a:pt x="4226" y="654"/>
                    <a:pt x="4217" y="647"/>
                  </a:cubicBezTo>
                  <a:cubicBezTo>
                    <a:pt x="4208" y="640"/>
                    <a:pt x="4208" y="637"/>
                    <a:pt x="4196" y="639"/>
                  </a:cubicBezTo>
                  <a:cubicBezTo>
                    <a:pt x="4183" y="642"/>
                    <a:pt x="4175" y="639"/>
                    <a:pt x="4160" y="641"/>
                  </a:cubicBezTo>
                  <a:cubicBezTo>
                    <a:pt x="4145" y="642"/>
                    <a:pt x="4122" y="645"/>
                    <a:pt x="4121" y="642"/>
                  </a:cubicBezTo>
                  <a:cubicBezTo>
                    <a:pt x="4120" y="639"/>
                    <a:pt x="4147" y="636"/>
                    <a:pt x="4148" y="631"/>
                  </a:cubicBezTo>
                  <a:cubicBezTo>
                    <a:pt x="4148" y="626"/>
                    <a:pt x="4148" y="622"/>
                    <a:pt x="4125" y="619"/>
                  </a:cubicBezTo>
                  <a:cubicBezTo>
                    <a:pt x="4103" y="617"/>
                    <a:pt x="4093" y="606"/>
                    <a:pt x="4081" y="613"/>
                  </a:cubicBezTo>
                  <a:cubicBezTo>
                    <a:pt x="4069" y="619"/>
                    <a:pt x="4056" y="624"/>
                    <a:pt x="4047" y="625"/>
                  </a:cubicBezTo>
                  <a:cubicBezTo>
                    <a:pt x="4039" y="627"/>
                    <a:pt x="4039" y="629"/>
                    <a:pt x="4030" y="635"/>
                  </a:cubicBezTo>
                  <a:cubicBezTo>
                    <a:pt x="4021" y="642"/>
                    <a:pt x="3999" y="669"/>
                    <a:pt x="3994" y="659"/>
                  </a:cubicBezTo>
                  <a:cubicBezTo>
                    <a:pt x="3989" y="649"/>
                    <a:pt x="4000" y="644"/>
                    <a:pt x="4009" y="637"/>
                  </a:cubicBezTo>
                  <a:cubicBezTo>
                    <a:pt x="4019" y="631"/>
                    <a:pt x="4036" y="631"/>
                    <a:pt x="4026" y="622"/>
                  </a:cubicBezTo>
                  <a:cubicBezTo>
                    <a:pt x="4015" y="612"/>
                    <a:pt x="4006" y="622"/>
                    <a:pt x="3990" y="623"/>
                  </a:cubicBezTo>
                  <a:cubicBezTo>
                    <a:pt x="3974" y="624"/>
                    <a:pt x="3935" y="627"/>
                    <a:pt x="3941" y="617"/>
                  </a:cubicBezTo>
                  <a:cubicBezTo>
                    <a:pt x="3947" y="606"/>
                    <a:pt x="3959" y="607"/>
                    <a:pt x="3978" y="609"/>
                  </a:cubicBezTo>
                  <a:cubicBezTo>
                    <a:pt x="3996" y="610"/>
                    <a:pt x="4045" y="621"/>
                    <a:pt x="4054" y="614"/>
                  </a:cubicBezTo>
                  <a:cubicBezTo>
                    <a:pt x="4064" y="606"/>
                    <a:pt x="4092" y="609"/>
                    <a:pt x="4076" y="604"/>
                  </a:cubicBezTo>
                  <a:cubicBezTo>
                    <a:pt x="4059" y="598"/>
                    <a:pt x="4045" y="611"/>
                    <a:pt x="4047" y="598"/>
                  </a:cubicBezTo>
                  <a:cubicBezTo>
                    <a:pt x="4049" y="584"/>
                    <a:pt x="4061" y="586"/>
                    <a:pt x="4054" y="581"/>
                  </a:cubicBezTo>
                  <a:cubicBezTo>
                    <a:pt x="4048" y="577"/>
                    <a:pt x="4048" y="573"/>
                    <a:pt x="4058" y="569"/>
                  </a:cubicBezTo>
                  <a:cubicBezTo>
                    <a:pt x="4068" y="566"/>
                    <a:pt x="4085" y="578"/>
                    <a:pt x="4094" y="584"/>
                  </a:cubicBezTo>
                  <a:cubicBezTo>
                    <a:pt x="4104" y="589"/>
                    <a:pt x="4115" y="586"/>
                    <a:pt x="4127" y="590"/>
                  </a:cubicBezTo>
                  <a:cubicBezTo>
                    <a:pt x="4138" y="594"/>
                    <a:pt x="4149" y="609"/>
                    <a:pt x="4165" y="615"/>
                  </a:cubicBezTo>
                  <a:cubicBezTo>
                    <a:pt x="4180" y="622"/>
                    <a:pt x="4202" y="621"/>
                    <a:pt x="4216" y="619"/>
                  </a:cubicBezTo>
                  <a:cubicBezTo>
                    <a:pt x="4229" y="618"/>
                    <a:pt x="4236" y="624"/>
                    <a:pt x="4237" y="614"/>
                  </a:cubicBezTo>
                  <a:cubicBezTo>
                    <a:pt x="4238" y="605"/>
                    <a:pt x="4230" y="610"/>
                    <a:pt x="4230" y="599"/>
                  </a:cubicBezTo>
                  <a:cubicBezTo>
                    <a:pt x="4230" y="589"/>
                    <a:pt x="4210" y="587"/>
                    <a:pt x="4203" y="587"/>
                  </a:cubicBezTo>
                  <a:cubicBezTo>
                    <a:pt x="4197" y="587"/>
                    <a:pt x="4145" y="594"/>
                    <a:pt x="4137" y="584"/>
                  </a:cubicBezTo>
                  <a:cubicBezTo>
                    <a:pt x="4128" y="573"/>
                    <a:pt x="4118" y="572"/>
                    <a:pt x="4110" y="572"/>
                  </a:cubicBezTo>
                  <a:cubicBezTo>
                    <a:pt x="4102" y="572"/>
                    <a:pt x="4091" y="568"/>
                    <a:pt x="4084" y="564"/>
                  </a:cubicBezTo>
                  <a:cubicBezTo>
                    <a:pt x="4077" y="561"/>
                    <a:pt x="4070" y="554"/>
                    <a:pt x="4084" y="552"/>
                  </a:cubicBezTo>
                  <a:cubicBezTo>
                    <a:pt x="4099" y="550"/>
                    <a:pt x="4130" y="552"/>
                    <a:pt x="4135" y="559"/>
                  </a:cubicBezTo>
                  <a:cubicBezTo>
                    <a:pt x="4139" y="566"/>
                    <a:pt x="4149" y="571"/>
                    <a:pt x="4152" y="567"/>
                  </a:cubicBezTo>
                  <a:cubicBezTo>
                    <a:pt x="4155" y="563"/>
                    <a:pt x="4168" y="563"/>
                    <a:pt x="4173" y="568"/>
                  </a:cubicBezTo>
                  <a:cubicBezTo>
                    <a:pt x="4179" y="573"/>
                    <a:pt x="4208" y="572"/>
                    <a:pt x="4213" y="567"/>
                  </a:cubicBezTo>
                  <a:cubicBezTo>
                    <a:pt x="4217" y="562"/>
                    <a:pt x="4220" y="561"/>
                    <a:pt x="4235" y="561"/>
                  </a:cubicBezTo>
                  <a:cubicBezTo>
                    <a:pt x="4250" y="561"/>
                    <a:pt x="4267" y="562"/>
                    <a:pt x="4270" y="555"/>
                  </a:cubicBezTo>
                  <a:cubicBezTo>
                    <a:pt x="4273" y="548"/>
                    <a:pt x="4279" y="547"/>
                    <a:pt x="4295" y="548"/>
                  </a:cubicBezTo>
                  <a:cubicBezTo>
                    <a:pt x="4311" y="550"/>
                    <a:pt x="4324" y="551"/>
                    <a:pt x="4325" y="546"/>
                  </a:cubicBezTo>
                  <a:cubicBezTo>
                    <a:pt x="4325" y="541"/>
                    <a:pt x="4339" y="534"/>
                    <a:pt x="4322" y="527"/>
                  </a:cubicBezTo>
                  <a:cubicBezTo>
                    <a:pt x="4306" y="520"/>
                    <a:pt x="4291" y="513"/>
                    <a:pt x="4264" y="512"/>
                  </a:cubicBezTo>
                  <a:cubicBezTo>
                    <a:pt x="4236" y="511"/>
                    <a:pt x="4223" y="520"/>
                    <a:pt x="4221" y="510"/>
                  </a:cubicBezTo>
                  <a:cubicBezTo>
                    <a:pt x="4219" y="501"/>
                    <a:pt x="4213" y="498"/>
                    <a:pt x="4236" y="499"/>
                  </a:cubicBezTo>
                  <a:cubicBezTo>
                    <a:pt x="4260" y="500"/>
                    <a:pt x="4291" y="501"/>
                    <a:pt x="4305" y="501"/>
                  </a:cubicBezTo>
                  <a:cubicBezTo>
                    <a:pt x="4320" y="501"/>
                    <a:pt x="4332" y="500"/>
                    <a:pt x="4337" y="511"/>
                  </a:cubicBezTo>
                  <a:cubicBezTo>
                    <a:pt x="4343" y="522"/>
                    <a:pt x="4337" y="525"/>
                    <a:pt x="4368" y="526"/>
                  </a:cubicBezTo>
                  <a:cubicBezTo>
                    <a:pt x="4398" y="527"/>
                    <a:pt x="4414" y="535"/>
                    <a:pt x="4428" y="523"/>
                  </a:cubicBezTo>
                  <a:cubicBezTo>
                    <a:pt x="4441" y="510"/>
                    <a:pt x="4438" y="507"/>
                    <a:pt x="4454" y="506"/>
                  </a:cubicBezTo>
                  <a:cubicBezTo>
                    <a:pt x="4470" y="505"/>
                    <a:pt x="4469" y="488"/>
                    <a:pt x="4459" y="490"/>
                  </a:cubicBezTo>
                  <a:cubicBezTo>
                    <a:pt x="4450" y="493"/>
                    <a:pt x="4427" y="508"/>
                    <a:pt x="4428" y="497"/>
                  </a:cubicBezTo>
                  <a:cubicBezTo>
                    <a:pt x="4430" y="485"/>
                    <a:pt x="4441" y="485"/>
                    <a:pt x="4450" y="483"/>
                  </a:cubicBezTo>
                  <a:cubicBezTo>
                    <a:pt x="4459" y="481"/>
                    <a:pt x="4479" y="485"/>
                    <a:pt x="4481" y="477"/>
                  </a:cubicBezTo>
                  <a:cubicBezTo>
                    <a:pt x="4483" y="470"/>
                    <a:pt x="4475" y="460"/>
                    <a:pt x="4466" y="460"/>
                  </a:cubicBezTo>
                  <a:cubicBezTo>
                    <a:pt x="4458" y="460"/>
                    <a:pt x="4444" y="470"/>
                    <a:pt x="4431" y="470"/>
                  </a:cubicBezTo>
                  <a:cubicBezTo>
                    <a:pt x="4418" y="470"/>
                    <a:pt x="4388" y="480"/>
                    <a:pt x="4382" y="472"/>
                  </a:cubicBezTo>
                  <a:cubicBezTo>
                    <a:pt x="4375" y="465"/>
                    <a:pt x="4376" y="462"/>
                    <a:pt x="4365" y="457"/>
                  </a:cubicBezTo>
                  <a:cubicBezTo>
                    <a:pt x="4355" y="453"/>
                    <a:pt x="4349" y="444"/>
                    <a:pt x="4365" y="444"/>
                  </a:cubicBezTo>
                  <a:cubicBezTo>
                    <a:pt x="4380" y="444"/>
                    <a:pt x="4391" y="451"/>
                    <a:pt x="4397" y="458"/>
                  </a:cubicBezTo>
                  <a:cubicBezTo>
                    <a:pt x="4403" y="465"/>
                    <a:pt x="4426" y="463"/>
                    <a:pt x="4434" y="459"/>
                  </a:cubicBezTo>
                  <a:cubicBezTo>
                    <a:pt x="4442" y="455"/>
                    <a:pt x="4453" y="446"/>
                    <a:pt x="4469" y="447"/>
                  </a:cubicBezTo>
                  <a:cubicBezTo>
                    <a:pt x="4486" y="447"/>
                    <a:pt x="4514" y="457"/>
                    <a:pt x="4517" y="447"/>
                  </a:cubicBezTo>
                  <a:cubicBezTo>
                    <a:pt x="4520" y="437"/>
                    <a:pt x="4517" y="439"/>
                    <a:pt x="4504" y="433"/>
                  </a:cubicBezTo>
                  <a:cubicBezTo>
                    <a:pt x="4492" y="427"/>
                    <a:pt x="4500" y="421"/>
                    <a:pt x="4488" y="417"/>
                  </a:cubicBezTo>
                  <a:cubicBezTo>
                    <a:pt x="4476" y="412"/>
                    <a:pt x="4481" y="398"/>
                    <a:pt x="4494" y="402"/>
                  </a:cubicBezTo>
                  <a:cubicBezTo>
                    <a:pt x="4506" y="407"/>
                    <a:pt x="4502" y="423"/>
                    <a:pt x="4512" y="425"/>
                  </a:cubicBezTo>
                  <a:cubicBezTo>
                    <a:pt x="4523" y="427"/>
                    <a:pt x="4554" y="439"/>
                    <a:pt x="4564" y="423"/>
                  </a:cubicBezTo>
                  <a:cubicBezTo>
                    <a:pt x="4574" y="407"/>
                    <a:pt x="4600" y="389"/>
                    <a:pt x="4621" y="379"/>
                  </a:cubicBezTo>
                  <a:cubicBezTo>
                    <a:pt x="4643" y="368"/>
                    <a:pt x="4669" y="361"/>
                    <a:pt x="4694" y="346"/>
                  </a:cubicBezTo>
                  <a:cubicBezTo>
                    <a:pt x="4719" y="331"/>
                    <a:pt x="4742" y="321"/>
                    <a:pt x="4765" y="311"/>
                  </a:cubicBezTo>
                  <a:cubicBezTo>
                    <a:pt x="4787" y="301"/>
                    <a:pt x="4794" y="300"/>
                    <a:pt x="4820" y="294"/>
                  </a:cubicBezTo>
                  <a:cubicBezTo>
                    <a:pt x="4847" y="288"/>
                    <a:pt x="4841" y="283"/>
                    <a:pt x="4863" y="275"/>
                  </a:cubicBezTo>
                  <a:cubicBezTo>
                    <a:pt x="4884" y="266"/>
                    <a:pt x="4877" y="265"/>
                    <a:pt x="4874" y="256"/>
                  </a:cubicBezTo>
                  <a:cubicBezTo>
                    <a:pt x="4871" y="247"/>
                    <a:pt x="4863" y="252"/>
                    <a:pt x="4840" y="252"/>
                  </a:cubicBezTo>
                  <a:cubicBezTo>
                    <a:pt x="4816" y="253"/>
                    <a:pt x="4805" y="253"/>
                    <a:pt x="4793" y="259"/>
                  </a:cubicBezTo>
                  <a:cubicBezTo>
                    <a:pt x="4782" y="265"/>
                    <a:pt x="4760" y="268"/>
                    <a:pt x="4742" y="270"/>
                  </a:cubicBezTo>
                  <a:cubicBezTo>
                    <a:pt x="4724" y="273"/>
                    <a:pt x="4704" y="275"/>
                    <a:pt x="4689" y="281"/>
                  </a:cubicBezTo>
                  <a:cubicBezTo>
                    <a:pt x="4674" y="288"/>
                    <a:pt x="4669" y="291"/>
                    <a:pt x="4647" y="293"/>
                  </a:cubicBezTo>
                  <a:cubicBezTo>
                    <a:pt x="4626" y="295"/>
                    <a:pt x="4593" y="303"/>
                    <a:pt x="4575" y="310"/>
                  </a:cubicBezTo>
                  <a:cubicBezTo>
                    <a:pt x="4556" y="317"/>
                    <a:pt x="4555" y="317"/>
                    <a:pt x="4540" y="319"/>
                  </a:cubicBezTo>
                  <a:cubicBezTo>
                    <a:pt x="4524" y="321"/>
                    <a:pt x="4508" y="328"/>
                    <a:pt x="4514" y="314"/>
                  </a:cubicBezTo>
                  <a:cubicBezTo>
                    <a:pt x="4521" y="300"/>
                    <a:pt x="4535" y="301"/>
                    <a:pt x="4555" y="297"/>
                  </a:cubicBezTo>
                  <a:cubicBezTo>
                    <a:pt x="4576" y="293"/>
                    <a:pt x="4579" y="293"/>
                    <a:pt x="4604" y="289"/>
                  </a:cubicBezTo>
                  <a:cubicBezTo>
                    <a:pt x="4629" y="285"/>
                    <a:pt x="4636" y="287"/>
                    <a:pt x="4653" y="279"/>
                  </a:cubicBezTo>
                  <a:cubicBezTo>
                    <a:pt x="4669" y="271"/>
                    <a:pt x="4675" y="269"/>
                    <a:pt x="4692" y="267"/>
                  </a:cubicBezTo>
                  <a:cubicBezTo>
                    <a:pt x="4709" y="265"/>
                    <a:pt x="4722" y="263"/>
                    <a:pt x="4727" y="257"/>
                  </a:cubicBezTo>
                  <a:cubicBezTo>
                    <a:pt x="4732" y="252"/>
                    <a:pt x="4717" y="245"/>
                    <a:pt x="4696" y="247"/>
                  </a:cubicBezTo>
                  <a:cubicBezTo>
                    <a:pt x="4675" y="250"/>
                    <a:pt x="4662" y="254"/>
                    <a:pt x="4644" y="255"/>
                  </a:cubicBezTo>
                  <a:cubicBezTo>
                    <a:pt x="4626" y="257"/>
                    <a:pt x="4622" y="264"/>
                    <a:pt x="4605" y="252"/>
                  </a:cubicBezTo>
                  <a:cubicBezTo>
                    <a:pt x="4589" y="240"/>
                    <a:pt x="4591" y="237"/>
                    <a:pt x="4578" y="233"/>
                  </a:cubicBezTo>
                  <a:cubicBezTo>
                    <a:pt x="4565" y="230"/>
                    <a:pt x="4569" y="219"/>
                    <a:pt x="4586" y="223"/>
                  </a:cubicBezTo>
                  <a:cubicBezTo>
                    <a:pt x="4603" y="227"/>
                    <a:pt x="4600" y="242"/>
                    <a:pt x="4618" y="243"/>
                  </a:cubicBezTo>
                  <a:cubicBezTo>
                    <a:pt x="4636" y="244"/>
                    <a:pt x="4643" y="241"/>
                    <a:pt x="4665" y="239"/>
                  </a:cubicBezTo>
                  <a:cubicBezTo>
                    <a:pt x="4686" y="237"/>
                    <a:pt x="4709" y="232"/>
                    <a:pt x="4721" y="235"/>
                  </a:cubicBezTo>
                  <a:cubicBezTo>
                    <a:pt x="4733" y="237"/>
                    <a:pt x="4780" y="240"/>
                    <a:pt x="4793" y="233"/>
                  </a:cubicBezTo>
                  <a:cubicBezTo>
                    <a:pt x="4807" y="227"/>
                    <a:pt x="4815" y="222"/>
                    <a:pt x="4834" y="222"/>
                  </a:cubicBezTo>
                  <a:cubicBezTo>
                    <a:pt x="4853" y="223"/>
                    <a:pt x="4865" y="218"/>
                    <a:pt x="4881" y="222"/>
                  </a:cubicBezTo>
                  <a:cubicBezTo>
                    <a:pt x="4898" y="225"/>
                    <a:pt x="4908" y="217"/>
                    <a:pt x="4922" y="211"/>
                  </a:cubicBezTo>
                  <a:cubicBezTo>
                    <a:pt x="4935" y="204"/>
                    <a:pt x="4950" y="203"/>
                    <a:pt x="4989" y="190"/>
                  </a:cubicBezTo>
                  <a:cubicBezTo>
                    <a:pt x="5028" y="177"/>
                    <a:pt x="5024" y="176"/>
                    <a:pt x="5045" y="164"/>
                  </a:cubicBezTo>
                  <a:cubicBezTo>
                    <a:pt x="5067" y="153"/>
                    <a:pt x="5085" y="152"/>
                    <a:pt x="5087" y="136"/>
                  </a:cubicBezTo>
                  <a:cubicBezTo>
                    <a:pt x="5089" y="119"/>
                    <a:pt x="5082" y="114"/>
                    <a:pt x="5073" y="109"/>
                  </a:cubicBezTo>
                  <a:cubicBezTo>
                    <a:pt x="5063" y="104"/>
                    <a:pt x="5060" y="98"/>
                    <a:pt x="5042" y="101"/>
                  </a:cubicBezTo>
                  <a:cubicBezTo>
                    <a:pt x="5024" y="104"/>
                    <a:pt x="5012" y="107"/>
                    <a:pt x="5007" y="99"/>
                  </a:cubicBezTo>
                  <a:cubicBezTo>
                    <a:pt x="5002" y="91"/>
                    <a:pt x="4992" y="89"/>
                    <a:pt x="4987" y="94"/>
                  </a:cubicBezTo>
                  <a:cubicBezTo>
                    <a:pt x="4983" y="99"/>
                    <a:pt x="4977" y="104"/>
                    <a:pt x="4969" y="104"/>
                  </a:cubicBezTo>
                  <a:cubicBezTo>
                    <a:pt x="4961" y="104"/>
                    <a:pt x="4951" y="123"/>
                    <a:pt x="4951" y="110"/>
                  </a:cubicBezTo>
                  <a:cubicBezTo>
                    <a:pt x="4951" y="97"/>
                    <a:pt x="4967" y="98"/>
                    <a:pt x="4957" y="93"/>
                  </a:cubicBezTo>
                  <a:cubicBezTo>
                    <a:pt x="4946" y="87"/>
                    <a:pt x="4936" y="84"/>
                    <a:pt x="4935" y="77"/>
                  </a:cubicBezTo>
                  <a:cubicBezTo>
                    <a:pt x="4934" y="70"/>
                    <a:pt x="4943" y="54"/>
                    <a:pt x="4938" y="50"/>
                  </a:cubicBezTo>
                  <a:cubicBezTo>
                    <a:pt x="4933" y="45"/>
                    <a:pt x="4915" y="40"/>
                    <a:pt x="4909" y="46"/>
                  </a:cubicBezTo>
                  <a:cubicBezTo>
                    <a:pt x="4902" y="52"/>
                    <a:pt x="4894" y="58"/>
                    <a:pt x="4880" y="54"/>
                  </a:cubicBezTo>
                  <a:cubicBezTo>
                    <a:pt x="4866" y="50"/>
                    <a:pt x="4863" y="51"/>
                    <a:pt x="4857" y="44"/>
                  </a:cubicBezTo>
                  <a:cubicBezTo>
                    <a:pt x="4851" y="37"/>
                    <a:pt x="4848" y="33"/>
                    <a:pt x="4839" y="37"/>
                  </a:cubicBezTo>
                  <a:cubicBezTo>
                    <a:pt x="4830" y="40"/>
                    <a:pt x="4822" y="40"/>
                    <a:pt x="4819" y="47"/>
                  </a:cubicBezTo>
                  <a:cubicBezTo>
                    <a:pt x="4816" y="55"/>
                    <a:pt x="4815" y="58"/>
                    <a:pt x="4808" y="55"/>
                  </a:cubicBezTo>
                  <a:cubicBezTo>
                    <a:pt x="4800" y="52"/>
                    <a:pt x="4795" y="45"/>
                    <a:pt x="4787" y="47"/>
                  </a:cubicBezTo>
                  <a:cubicBezTo>
                    <a:pt x="4778" y="48"/>
                    <a:pt x="4747" y="56"/>
                    <a:pt x="4741" y="60"/>
                  </a:cubicBezTo>
                  <a:cubicBezTo>
                    <a:pt x="4735" y="65"/>
                    <a:pt x="4734" y="70"/>
                    <a:pt x="4716" y="73"/>
                  </a:cubicBezTo>
                  <a:cubicBezTo>
                    <a:pt x="4698" y="75"/>
                    <a:pt x="4691" y="85"/>
                    <a:pt x="4672" y="83"/>
                  </a:cubicBezTo>
                  <a:cubicBezTo>
                    <a:pt x="4653" y="80"/>
                    <a:pt x="4629" y="75"/>
                    <a:pt x="4618" y="80"/>
                  </a:cubicBezTo>
                  <a:cubicBezTo>
                    <a:pt x="4608" y="85"/>
                    <a:pt x="4599" y="85"/>
                    <a:pt x="4603" y="78"/>
                  </a:cubicBezTo>
                  <a:cubicBezTo>
                    <a:pt x="4608" y="70"/>
                    <a:pt x="4613" y="68"/>
                    <a:pt x="4630" y="67"/>
                  </a:cubicBezTo>
                  <a:cubicBezTo>
                    <a:pt x="4647" y="65"/>
                    <a:pt x="4658" y="72"/>
                    <a:pt x="4665" y="65"/>
                  </a:cubicBezTo>
                  <a:cubicBezTo>
                    <a:pt x="4672" y="58"/>
                    <a:pt x="4678" y="62"/>
                    <a:pt x="4693" y="59"/>
                  </a:cubicBezTo>
                  <a:cubicBezTo>
                    <a:pt x="4708" y="56"/>
                    <a:pt x="4698" y="57"/>
                    <a:pt x="4713" y="52"/>
                  </a:cubicBezTo>
                  <a:cubicBezTo>
                    <a:pt x="4728" y="47"/>
                    <a:pt x="4740" y="47"/>
                    <a:pt x="4748" y="43"/>
                  </a:cubicBezTo>
                  <a:cubicBezTo>
                    <a:pt x="4756" y="39"/>
                    <a:pt x="4756" y="30"/>
                    <a:pt x="4726" y="31"/>
                  </a:cubicBezTo>
                  <a:cubicBezTo>
                    <a:pt x="4696" y="32"/>
                    <a:pt x="4695" y="26"/>
                    <a:pt x="4676" y="27"/>
                  </a:cubicBezTo>
                  <a:cubicBezTo>
                    <a:pt x="4656" y="27"/>
                    <a:pt x="4648" y="32"/>
                    <a:pt x="4638" y="27"/>
                  </a:cubicBezTo>
                  <a:cubicBezTo>
                    <a:pt x="4628" y="22"/>
                    <a:pt x="4613" y="16"/>
                    <a:pt x="4607" y="22"/>
                  </a:cubicBezTo>
                  <a:cubicBezTo>
                    <a:pt x="4601" y="29"/>
                    <a:pt x="4600" y="32"/>
                    <a:pt x="4590" y="26"/>
                  </a:cubicBezTo>
                  <a:cubicBezTo>
                    <a:pt x="4580" y="20"/>
                    <a:pt x="4588" y="18"/>
                    <a:pt x="4566" y="20"/>
                  </a:cubicBezTo>
                  <a:cubicBezTo>
                    <a:pt x="4544" y="22"/>
                    <a:pt x="4546" y="22"/>
                    <a:pt x="4537" y="15"/>
                  </a:cubicBezTo>
                  <a:cubicBezTo>
                    <a:pt x="4529" y="8"/>
                    <a:pt x="4532" y="3"/>
                    <a:pt x="4512" y="3"/>
                  </a:cubicBezTo>
                  <a:cubicBezTo>
                    <a:pt x="4492" y="3"/>
                    <a:pt x="4479" y="3"/>
                    <a:pt x="4459" y="4"/>
                  </a:cubicBezTo>
                  <a:cubicBezTo>
                    <a:pt x="4438" y="6"/>
                    <a:pt x="4423" y="17"/>
                    <a:pt x="4438" y="23"/>
                  </a:cubicBezTo>
                  <a:cubicBezTo>
                    <a:pt x="4454" y="30"/>
                    <a:pt x="4478" y="33"/>
                    <a:pt x="4461" y="38"/>
                  </a:cubicBezTo>
                  <a:cubicBezTo>
                    <a:pt x="4445" y="43"/>
                    <a:pt x="4437" y="50"/>
                    <a:pt x="4428" y="37"/>
                  </a:cubicBezTo>
                  <a:cubicBezTo>
                    <a:pt x="4418" y="25"/>
                    <a:pt x="4425" y="6"/>
                    <a:pt x="4408" y="3"/>
                  </a:cubicBezTo>
                  <a:cubicBezTo>
                    <a:pt x="4392" y="0"/>
                    <a:pt x="4381" y="8"/>
                    <a:pt x="4356" y="11"/>
                  </a:cubicBezTo>
                  <a:cubicBezTo>
                    <a:pt x="4331" y="14"/>
                    <a:pt x="4338" y="18"/>
                    <a:pt x="4316" y="17"/>
                  </a:cubicBezTo>
                  <a:cubicBezTo>
                    <a:pt x="4294" y="17"/>
                    <a:pt x="4288" y="35"/>
                    <a:pt x="4299" y="42"/>
                  </a:cubicBezTo>
                  <a:cubicBezTo>
                    <a:pt x="4311" y="49"/>
                    <a:pt x="4343" y="52"/>
                    <a:pt x="4345" y="61"/>
                  </a:cubicBezTo>
                  <a:cubicBezTo>
                    <a:pt x="4346" y="70"/>
                    <a:pt x="4329" y="66"/>
                    <a:pt x="4309" y="61"/>
                  </a:cubicBezTo>
                  <a:cubicBezTo>
                    <a:pt x="4290" y="56"/>
                    <a:pt x="4283" y="58"/>
                    <a:pt x="4274" y="43"/>
                  </a:cubicBezTo>
                  <a:cubicBezTo>
                    <a:pt x="4266" y="28"/>
                    <a:pt x="4253" y="25"/>
                    <a:pt x="4238" y="22"/>
                  </a:cubicBezTo>
                  <a:cubicBezTo>
                    <a:pt x="4223" y="18"/>
                    <a:pt x="4188" y="16"/>
                    <a:pt x="4177" y="18"/>
                  </a:cubicBezTo>
                  <a:cubicBezTo>
                    <a:pt x="4166" y="20"/>
                    <a:pt x="4166" y="20"/>
                    <a:pt x="4148" y="15"/>
                  </a:cubicBezTo>
                  <a:cubicBezTo>
                    <a:pt x="4130" y="11"/>
                    <a:pt x="4131" y="7"/>
                    <a:pt x="4114" y="12"/>
                  </a:cubicBezTo>
                  <a:cubicBezTo>
                    <a:pt x="4097" y="18"/>
                    <a:pt x="4094" y="22"/>
                    <a:pt x="4076" y="20"/>
                  </a:cubicBezTo>
                  <a:cubicBezTo>
                    <a:pt x="4058" y="18"/>
                    <a:pt x="4041" y="32"/>
                    <a:pt x="4061" y="35"/>
                  </a:cubicBezTo>
                  <a:cubicBezTo>
                    <a:pt x="4081" y="38"/>
                    <a:pt x="4086" y="46"/>
                    <a:pt x="4093" y="51"/>
                  </a:cubicBezTo>
                  <a:cubicBezTo>
                    <a:pt x="4100" y="56"/>
                    <a:pt x="4115" y="50"/>
                    <a:pt x="4117" y="60"/>
                  </a:cubicBezTo>
                  <a:cubicBezTo>
                    <a:pt x="4119" y="70"/>
                    <a:pt x="4120" y="76"/>
                    <a:pt x="4129" y="76"/>
                  </a:cubicBezTo>
                  <a:cubicBezTo>
                    <a:pt x="4137" y="76"/>
                    <a:pt x="4156" y="70"/>
                    <a:pt x="4159" y="78"/>
                  </a:cubicBezTo>
                  <a:cubicBezTo>
                    <a:pt x="4162" y="85"/>
                    <a:pt x="4158" y="87"/>
                    <a:pt x="4148" y="88"/>
                  </a:cubicBezTo>
                  <a:cubicBezTo>
                    <a:pt x="4137" y="88"/>
                    <a:pt x="4136" y="100"/>
                    <a:pt x="4130" y="107"/>
                  </a:cubicBezTo>
                  <a:cubicBezTo>
                    <a:pt x="4123" y="114"/>
                    <a:pt x="4104" y="120"/>
                    <a:pt x="4112" y="110"/>
                  </a:cubicBezTo>
                  <a:cubicBezTo>
                    <a:pt x="4121" y="100"/>
                    <a:pt x="4134" y="97"/>
                    <a:pt x="4119" y="88"/>
                  </a:cubicBezTo>
                  <a:cubicBezTo>
                    <a:pt x="4104" y="78"/>
                    <a:pt x="4099" y="90"/>
                    <a:pt x="4091" y="78"/>
                  </a:cubicBezTo>
                  <a:cubicBezTo>
                    <a:pt x="4083" y="67"/>
                    <a:pt x="4093" y="57"/>
                    <a:pt x="4063" y="52"/>
                  </a:cubicBezTo>
                  <a:cubicBezTo>
                    <a:pt x="4033" y="47"/>
                    <a:pt x="4037" y="44"/>
                    <a:pt x="4029" y="40"/>
                  </a:cubicBezTo>
                  <a:cubicBezTo>
                    <a:pt x="4020" y="35"/>
                    <a:pt x="4019" y="32"/>
                    <a:pt x="4012" y="37"/>
                  </a:cubicBezTo>
                  <a:cubicBezTo>
                    <a:pt x="4005" y="43"/>
                    <a:pt x="3999" y="51"/>
                    <a:pt x="3991" y="42"/>
                  </a:cubicBezTo>
                  <a:cubicBezTo>
                    <a:pt x="3982" y="32"/>
                    <a:pt x="3981" y="41"/>
                    <a:pt x="3975" y="32"/>
                  </a:cubicBezTo>
                  <a:cubicBezTo>
                    <a:pt x="3969" y="24"/>
                    <a:pt x="3968" y="40"/>
                    <a:pt x="3948" y="37"/>
                  </a:cubicBezTo>
                  <a:cubicBezTo>
                    <a:pt x="3927" y="33"/>
                    <a:pt x="3946" y="25"/>
                    <a:pt x="3922" y="26"/>
                  </a:cubicBezTo>
                  <a:cubicBezTo>
                    <a:pt x="3899" y="27"/>
                    <a:pt x="3902" y="28"/>
                    <a:pt x="3889" y="32"/>
                  </a:cubicBezTo>
                  <a:cubicBezTo>
                    <a:pt x="3876" y="37"/>
                    <a:pt x="3874" y="37"/>
                    <a:pt x="3874" y="42"/>
                  </a:cubicBezTo>
                  <a:cubicBezTo>
                    <a:pt x="3874" y="47"/>
                    <a:pt x="3878" y="44"/>
                    <a:pt x="3886" y="51"/>
                  </a:cubicBezTo>
                  <a:cubicBezTo>
                    <a:pt x="3894" y="58"/>
                    <a:pt x="3907" y="63"/>
                    <a:pt x="3912" y="63"/>
                  </a:cubicBezTo>
                  <a:cubicBezTo>
                    <a:pt x="3918" y="63"/>
                    <a:pt x="3912" y="73"/>
                    <a:pt x="3932" y="69"/>
                  </a:cubicBezTo>
                  <a:cubicBezTo>
                    <a:pt x="3951" y="65"/>
                    <a:pt x="3988" y="65"/>
                    <a:pt x="3987" y="71"/>
                  </a:cubicBezTo>
                  <a:cubicBezTo>
                    <a:pt x="3986" y="77"/>
                    <a:pt x="3972" y="81"/>
                    <a:pt x="3955" y="79"/>
                  </a:cubicBezTo>
                  <a:cubicBezTo>
                    <a:pt x="3938" y="77"/>
                    <a:pt x="3926" y="78"/>
                    <a:pt x="3913" y="78"/>
                  </a:cubicBezTo>
                  <a:cubicBezTo>
                    <a:pt x="3900" y="78"/>
                    <a:pt x="3885" y="78"/>
                    <a:pt x="3873" y="68"/>
                  </a:cubicBezTo>
                  <a:cubicBezTo>
                    <a:pt x="3861" y="59"/>
                    <a:pt x="3865" y="52"/>
                    <a:pt x="3849" y="52"/>
                  </a:cubicBezTo>
                  <a:cubicBezTo>
                    <a:pt x="3834" y="52"/>
                    <a:pt x="3809" y="48"/>
                    <a:pt x="3803" y="53"/>
                  </a:cubicBezTo>
                  <a:cubicBezTo>
                    <a:pt x="3797" y="58"/>
                    <a:pt x="3792" y="65"/>
                    <a:pt x="3807" y="70"/>
                  </a:cubicBezTo>
                  <a:cubicBezTo>
                    <a:pt x="3822" y="75"/>
                    <a:pt x="3845" y="85"/>
                    <a:pt x="3836" y="90"/>
                  </a:cubicBezTo>
                  <a:cubicBezTo>
                    <a:pt x="3826" y="95"/>
                    <a:pt x="3828" y="95"/>
                    <a:pt x="3805" y="86"/>
                  </a:cubicBezTo>
                  <a:cubicBezTo>
                    <a:pt x="3782" y="78"/>
                    <a:pt x="3776" y="78"/>
                    <a:pt x="3763" y="77"/>
                  </a:cubicBezTo>
                  <a:cubicBezTo>
                    <a:pt x="3749" y="76"/>
                    <a:pt x="3736" y="81"/>
                    <a:pt x="3744" y="87"/>
                  </a:cubicBezTo>
                  <a:cubicBezTo>
                    <a:pt x="3752" y="93"/>
                    <a:pt x="3767" y="100"/>
                    <a:pt x="3753" y="101"/>
                  </a:cubicBezTo>
                  <a:cubicBezTo>
                    <a:pt x="3738" y="101"/>
                    <a:pt x="3725" y="106"/>
                    <a:pt x="3720" y="113"/>
                  </a:cubicBezTo>
                  <a:cubicBezTo>
                    <a:pt x="3716" y="121"/>
                    <a:pt x="3719" y="133"/>
                    <a:pt x="3743" y="136"/>
                  </a:cubicBezTo>
                  <a:cubicBezTo>
                    <a:pt x="3766" y="138"/>
                    <a:pt x="3789" y="153"/>
                    <a:pt x="3809" y="154"/>
                  </a:cubicBezTo>
                  <a:cubicBezTo>
                    <a:pt x="3829" y="156"/>
                    <a:pt x="3845" y="169"/>
                    <a:pt x="3861" y="172"/>
                  </a:cubicBezTo>
                  <a:cubicBezTo>
                    <a:pt x="3877" y="175"/>
                    <a:pt x="3905" y="181"/>
                    <a:pt x="3914" y="190"/>
                  </a:cubicBezTo>
                  <a:cubicBezTo>
                    <a:pt x="3922" y="199"/>
                    <a:pt x="3945" y="221"/>
                    <a:pt x="3922" y="210"/>
                  </a:cubicBezTo>
                  <a:cubicBezTo>
                    <a:pt x="3899" y="199"/>
                    <a:pt x="3865" y="181"/>
                    <a:pt x="3850" y="179"/>
                  </a:cubicBezTo>
                  <a:cubicBezTo>
                    <a:pt x="3835" y="176"/>
                    <a:pt x="3816" y="172"/>
                    <a:pt x="3799" y="168"/>
                  </a:cubicBezTo>
                  <a:cubicBezTo>
                    <a:pt x="3782" y="164"/>
                    <a:pt x="3767" y="155"/>
                    <a:pt x="3752" y="152"/>
                  </a:cubicBezTo>
                  <a:cubicBezTo>
                    <a:pt x="3737" y="149"/>
                    <a:pt x="3718" y="149"/>
                    <a:pt x="3718" y="159"/>
                  </a:cubicBezTo>
                  <a:cubicBezTo>
                    <a:pt x="3718" y="169"/>
                    <a:pt x="3722" y="174"/>
                    <a:pt x="3707" y="170"/>
                  </a:cubicBezTo>
                  <a:cubicBezTo>
                    <a:pt x="3692" y="166"/>
                    <a:pt x="3679" y="152"/>
                    <a:pt x="3671" y="143"/>
                  </a:cubicBezTo>
                  <a:cubicBezTo>
                    <a:pt x="3663" y="133"/>
                    <a:pt x="3657" y="126"/>
                    <a:pt x="3646" y="124"/>
                  </a:cubicBezTo>
                  <a:cubicBezTo>
                    <a:pt x="3634" y="122"/>
                    <a:pt x="3626" y="117"/>
                    <a:pt x="3614" y="118"/>
                  </a:cubicBezTo>
                  <a:cubicBezTo>
                    <a:pt x="3602" y="118"/>
                    <a:pt x="3594" y="125"/>
                    <a:pt x="3591" y="116"/>
                  </a:cubicBezTo>
                  <a:cubicBezTo>
                    <a:pt x="3587" y="108"/>
                    <a:pt x="3594" y="106"/>
                    <a:pt x="3576" y="105"/>
                  </a:cubicBezTo>
                  <a:cubicBezTo>
                    <a:pt x="3558" y="104"/>
                    <a:pt x="3564" y="106"/>
                    <a:pt x="3547" y="106"/>
                  </a:cubicBezTo>
                  <a:cubicBezTo>
                    <a:pt x="3530" y="106"/>
                    <a:pt x="3520" y="103"/>
                    <a:pt x="3520" y="114"/>
                  </a:cubicBezTo>
                  <a:cubicBezTo>
                    <a:pt x="3521" y="125"/>
                    <a:pt x="3525" y="125"/>
                    <a:pt x="3533" y="125"/>
                  </a:cubicBezTo>
                  <a:cubicBezTo>
                    <a:pt x="3540" y="125"/>
                    <a:pt x="3550" y="131"/>
                    <a:pt x="3535" y="136"/>
                  </a:cubicBezTo>
                  <a:cubicBezTo>
                    <a:pt x="3521" y="141"/>
                    <a:pt x="3509" y="143"/>
                    <a:pt x="3495" y="143"/>
                  </a:cubicBezTo>
                  <a:cubicBezTo>
                    <a:pt x="3482" y="143"/>
                    <a:pt x="3469" y="143"/>
                    <a:pt x="3463" y="147"/>
                  </a:cubicBezTo>
                  <a:cubicBezTo>
                    <a:pt x="3457" y="151"/>
                    <a:pt x="3440" y="151"/>
                    <a:pt x="3452" y="156"/>
                  </a:cubicBezTo>
                  <a:cubicBezTo>
                    <a:pt x="3465" y="160"/>
                    <a:pt x="3462" y="170"/>
                    <a:pt x="3479" y="169"/>
                  </a:cubicBezTo>
                  <a:cubicBezTo>
                    <a:pt x="3495" y="167"/>
                    <a:pt x="3515" y="166"/>
                    <a:pt x="3528" y="170"/>
                  </a:cubicBezTo>
                  <a:cubicBezTo>
                    <a:pt x="3541" y="174"/>
                    <a:pt x="3547" y="176"/>
                    <a:pt x="3542" y="183"/>
                  </a:cubicBezTo>
                  <a:cubicBezTo>
                    <a:pt x="3537" y="190"/>
                    <a:pt x="3538" y="196"/>
                    <a:pt x="3523" y="190"/>
                  </a:cubicBezTo>
                  <a:cubicBezTo>
                    <a:pt x="3508" y="184"/>
                    <a:pt x="3492" y="176"/>
                    <a:pt x="3483" y="178"/>
                  </a:cubicBezTo>
                  <a:cubicBezTo>
                    <a:pt x="3474" y="179"/>
                    <a:pt x="3463" y="174"/>
                    <a:pt x="3457" y="180"/>
                  </a:cubicBezTo>
                  <a:cubicBezTo>
                    <a:pt x="3452" y="187"/>
                    <a:pt x="3452" y="187"/>
                    <a:pt x="3439" y="184"/>
                  </a:cubicBezTo>
                  <a:cubicBezTo>
                    <a:pt x="3427" y="181"/>
                    <a:pt x="3419" y="184"/>
                    <a:pt x="3417" y="177"/>
                  </a:cubicBezTo>
                  <a:cubicBezTo>
                    <a:pt x="3415" y="171"/>
                    <a:pt x="3406" y="164"/>
                    <a:pt x="3393" y="164"/>
                  </a:cubicBezTo>
                  <a:cubicBezTo>
                    <a:pt x="3380" y="164"/>
                    <a:pt x="3349" y="168"/>
                    <a:pt x="3340" y="171"/>
                  </a:cubicBezTo>
                  <a:cubicBezTo>
                    <a:pt x="3331" y="175"/>
                    <a:pt x="3313" y="173"/>
                    <a:pt x="3309" y="181"/>
                  </a:cubicBezTo>
                  <a:cubicBezTo>
                    <a:pt x="3305" y="189"/>
                    <a:pt x="3298" y="192"/>
                    <a:pt x="3290" y="194"/>
                  </a:cubicBezTo>
                  <a:cubicBezTo>
                    <a:pt x="3282" y="195"/>
                    <a:pt x="3278" y="203"/>
                    <a:pt x="3269" y="197"/>
                  </a:cubicBezTo>
                  <a:cubicBezTo>
                    <a:pt x="3260" y="190"/>
                    <a:pt x="3246" y="194"/>
                    <a:pt x="3237" y="194"/>
                  </a:cubicBezTo>
                  <a:cubicBezTo>
                    <a:pt x="3229" y="194"/>
                    <a:pt x="3209" y="193"/>
                    <a:pt x="3201" y="201"/>
                  </a:cubicBezTo>
                  <a:cubicBezTo>
                    <a:pt x="3192" y="209"/>
                    <a:pt x="3183" y="214"/>
                    <a:pt x="3169" y="215"/>
                  </a:cubicBezTo>
                  <a:cubicBezTo>
                    <a:pt x="3156" y="216"/>
                    <a:pt x="3147" y="219"/>
                    <a:pt x="3136" y="225"/>
                  </a:cubicBezTo>
                  <a:cubicBezTo>
                    <a:pt x="3124" y="232"/>
                    <a:pt x="3117" y="238"/>
                    <a:pt x="3128" y="240"/>
                  </a:cubicBezTo>
                  <a:cubicBezTo>
                    <a:pt x="3140" y="241"/>
                    <a:pt x="3142" y="247"/>
                    <a:pt x="3147" y="251"/>
                  </a:cubicBezTo>
                  <a:cubicBezTo>
                    <a:pt x="3152" y="255"/>
                    <a:pt x="3158" y="261"/>
                    <a:pt x="3170" y="255"/>
                  </a:cubicBezTo>
                  <a:cubicBezTo>
                    <a:pt x="3182" y="250"/>
                    <a:pt x="3194" y="254"/>
                    <a:pt x="3197" y="244"/>
                  </a:cubicBezTo>
                  <a:cubicBezTo>
                    <a:pt x="3201" y="234"/>
                    <a:pt x="3202" y="232"/>
                    <a:pt x="3219" y="232"/>
                  </a:cubicBezTo>
                  <a:cubicBezTo>
                    <a:pt x="3237" y="232"/>
                    <a:pt x="3255" y="232"/>
                    <a:pt x="3252" y="240"/>
                  </a:cubicBezTo>
                  <a:cubicBezTo>
                    <a:pt x="3248" y="249"/>
                    <a:pt x="3232" y="247"/>
                    <a:pt x="3223" y="252"/>
                  </a:cubicBezTo>
                  <a:cubicBezTo>
                    <a:pt x="3214" y="257"/>
                    <a:pt x="3199" y="253"/>
                    <a:pt x="3200" y="260"/>
                  </a:cubicBezTo>
                  <a:cubicBezTo>
                    <a:pt x="3202" y="267"/>
                    <a:pt x="3209" y="264"/>
                    <a:pt x="3215" y="272"/>
                  </a:cubicBezTo>
                  <a:cubicBezTo>
                    <a:pt x="3221" y="280"/>
                    <a:pt x="3237" y="283"/>
                    <a:pt x="3237" y="276"/>
                  </a:cubicBezTo>
                  <a:cubicBezTo>
                    <a:pt x="3238" y="270"/>
                    <a:pt x="3244" y="267"/>
                    <a:pt x="3252" y="267"/>
                  </a:cubicBezTo>
                  <a:cubicBezTo>
                    <a:pt x="3261" y="268"/>
                    <a:pt x="3265" y="263"/>
                    <a:pt x="3277" y="261"/>
                  </a:cubicBezTo>
                  <a:cubicBezTo>
                    <a:pt x="3289" y="259"/>
                    <a:pt x="3293" y="257"/>
                    <a:pt x="3308" y="254"/>
                  </a:cubicBezTo>
                  <a:cubicBezTo>
                    <a:pt x="3323" y="251"/>
                    <a:pt x="3338" y="245"/>
                    <a:pt x="3336" y="252"/>
                  </a:cubicBezTo>
                  <a:cubicBezTo>
                    <a:pt x="3335" y="260"/>
                    <a:pt x="3324" y="259"/>
                    <a:pt x="3308" y="263"/>
                  </a:cubicBezTo>
                  <a:cubicBezTo>
                    <a:pt x="3293" y="267"/>
                    <a:pt x="3294" y="277"/>
                    <a:pt x="3279" y="277"/>
                  </a:cubicBezTo>
                  <a:cubicBezTo>
                    <a:pt x="3264" y="277"/>
                    <a:pt x="3255" y="282"/>
                    <a:pt x="3260" y="285"/>
                  </a:cubicBezTo>
                  <a:cubicBezTo>
                    <a:pt x="3264" y="289"/>
                    <a:pt x="3250" y="295"/>
                    <a:pt x="3242" y="298"/>
                  </a:cubicBezTo>
                  <a:cubicBezTo>
                    <a:pt x="3233" y="300"/>
                    <a:pt x="3229" y="306"/>
                    <a:pt x="3232" y="313"/>
                  </a:cubicBezTo>
                  <a:cubicBezTo>
                    <a:pt x="3235" y="321"/>
                    <a:pt x="3240" y="330"/>
                    <a:pt x="3255" y="330"/>
                  </a:cubicBezTo>
                  <a:cubicBezTo>
                    <a:pt x="3270" y="330"/>
                    <a:pt x="3290" y="332"/>
                    <a:pt x="3309" y="333"/>
                  </a:cubicBezTo>
                  <a:cubicBezTo>
                    <a:pt x="3328" y="333"/>
                    <a:pt x="3318" y="334"/>
                    <a:pt x="3307" y="345"/>
                  </a:cubicBezTo>
                  <a:cubicBezTo>
                    <a:pt x="3296" y="356"/>
                    <a:pt x="3301" y="361"/>
                    <a:pt x="3320" y="366"/>
                  </a:cubicBezTo>
                  <a:cubicBezTo>
                    <a:pt x="3340" y="371"/>
                    <a:pt x="3338" y="376"/>
                    <a:pt x="3360" y="379"/>
                  </a:cubicBezTo>
                  <a:cubicBezTo>
                    <a:pt x="3382" y="381"/>
                    <a:pt x="3385" y="381"/>
                    <a:pt x="3391" y="385"/>
                  </a:cubicBezTo>
                  <a:cubicBezTo>
                    <a:pt x="3398" y="389"/>
                    <a:pt x="3416" y="395"/>
                    <a:pt x="3429" y="384"/>
                  </a:cubicBezTo>
                  <a:cubicBezTo>
                    <a:pt x="3442" y="372"/>
                    <a:pt x="3466" y="361"/>
                    <a:pt x="3475" y="353"/>
                  </a:cubicBezTo>
                  <a:cubicBezTo>
                    <a:pt x="3483" y="346"/>
                    <a:pt x="3508" y="330"/>
                    <a:pt x="3494" y="329"/>
                  </a:cubicBezTo>
                  <a:cubicBezTo>
                    <a:pt x="3480" y="328"/>
                    <a:pt x="3430" y="341"/>
                    <a:pt x="3425" y="333"/>
                  </a:cubicBezTo>
                  <a:cubicBezTo>
                    <a:pt x="3420" y="326"/>
                    <a:pt x="3429" y="321"/>
                    <a:pt x="3447" y="319"/>
                  </a:cubicBezTo>
                  <a:cubicBezTo>
                    <a:pt x="3466" y="317"/>
                    <a:pt x="3483" y="314"/>
                    <a:pt x="3496" y="307"/>
                  </a:cubicBezTo>
                  <a:cubicBezTo>
                    <a:pt x="3509" y="300"/>
                    <a:pt x="3518" y="301"/>
                    <a:pt x="3540" y="295"/>
                  </a:cubicBezTo>
                  <a:cubicBezTo>
                    <a:pt x="3561" y="288"/>
                    <a:pt x="3579" y="291"/>
                    <a:pt x="3554" y="301"/>
                  </a:cubicBezTo>
                  <a:cubicBezTo>
                    <a:pt x="3529" y="311"/>
                    <a:pt x="3498" y="337"/>
                    <a:pt x="3523" y="331"/>
                  </a:cubicBezTo>
                  <a:cubicBezTo>
                    <a:pt x="3548" y="324"/>
                    <a:pt x="3573" y="314"/>
                    <a:pt x="3590" y="314"/>
                  </a:cubicBezTo>
                  <a:cubicBezTo>
                    <a:pt x="3606" y="314"/>
                    <a:pt x="3637" y="318"/>
                    <a:pt x="3663" y="312"/>
                  </a:cubicBezTo>
                  <a:cubicBezTo>
                    <a:pt x="3689" y="306"/>
                    <a:pt x="3734" y="303"/>
                    <a:pt x="3722" y="308"/>
                  </a:cubicBezTo>
                  <a:cubicBezTo>
                    <a:pt x="3710" y="313"/>
                    <a:pt x="3694" y="321"/>
                    <a:pt x="3662" y="323"/>
                  </a:cubicBezTo>
                  <a:cubicBezTo>
                    <a:pt x="3631" y="326"/>
                    <a:pt x="3594" y="328"/>
                    <a:pt x="3566" y="334"/>
                  </a:cubicBezTo>
                  <a:cubicBezTo>
                    <a:pt x="3538" y="340"/>
                    <a:pt x="3520" y="336"/>
                    <a:pt x="3502" y="347"/>
                  </a:cubicBezTo>
                  <a:cubicBezTo>
                    <a:pt x="3484" y="359"/>
                    <a:pt x="3491" y="359"/>
                    <a:pt x="3479" y="368"/>
                  </a:cubicBezTo>
                  <a:cubicBezTo>
                    <a:pt x="3467" y="376"/>
                    <a:pt x="3460" y="396"/>
                    <a:pt x="3475" y="399"/>
                  </a:cubicBezTo>
                  <a:cubicBezTo>
                    <a:pt x="3490" y="402"/>
                    <a:pt x="3512" y="402"/>
                    <a:pt x="3526" y="401"/>
                  </a:cubicBezTo>
                  <a:cubicBezTo>
                    <a:pt x="3540" y="399"/>
                    <a:pt x="3649" y="402"/>
                    <a:pt x="3649" y="394"/>
                  </a:cubicBezTo>
                  <a:cubicBezTo>
                    <a:pt x="3649" y="385"/>
                    <a:pt x="3647" y="367"/>
                    <a:pt x="3659" y="367"/>
                  </a:cubicBezTo>
                  <a:cubicBezTo>
                    <a:pt x="3672" y="367"/>
                    <a:pt x="3668" y="379"/>
                    <a:pt x="3679" y="376"/>
                  </a:cubicBezTo>
                  <a:cubicBezTo>
                    <a:pt x="3690" y="373"/>
                    <a:pt x="3700" y="371"/>
                    <a:pt x="3712" y="371"/>
                  </a:cubicBezTo>
                  <a:cubicBezTo>
                    <a:pt x="3725" y="371"/>
                    <a:pt x="3757" y="357"/>
                    <a:pt x="3766" y="359"/>
                  </a:cubicBezTo>
                  <a:cubicBezTo>
                    <a:pt x="3774" y="360"/>
                    <a:pt x="3776" y="371"/>
                    <a:pt x="3758" y="373"/>
                  </a:cubicBezTo>
                  <a:cubicBezTo>
                    <a:pt x="3740" y="375"/>
                    <a:pt x="3727" y="380"/>
                    <a:pt x="3715" y="382"/>
                  </a:cubicBezTo>
                  <a:cubicBezTo>
                    <a:pt x="3702" y="384"/>
                    <a:pt x="3687" y="388"/>
                    <a:pt x="3687" y="394"/>
                  </a:cubicBezTo>
                  <a:cubicBezTo>
                    <a:pt x="3687" y="399"/>
                    <a:pt x="3693" y="404"/>
                    <a:pt x="3712" y="403"/>
                  </a:cubicBezTo>
                  <a:cubicBezTo>
                    <a:pt x="3732" y="402"/>
                    <a:pt x="3742" y="394"/>
                    <a:pt x="3763" y="394"/>
                  </a:cubicBezTo>
                  <a:cubicBezTo>
                    <a:pt x="3785" y="394"/>
                    <a:pt x="3792" y="381"/>
                    <a:pt x="3816" y="384"/>
                  </a:cubicBezTo>
                  <a:cubicBezTo>
                    <a:pt x="3841" y="388"/>
                    <a:pt x="3838" y="376"/>
                    <a:pt x="3854" y="376"/>
                  </a:cubicBezTo>
                  <a:cubicBezTo>
                    <a:pt x="3869" y="376"/>
                    <a:pt x="3871" y="369"/>
                    <a:pt x="3884" y="369"/>
                  </a:cubicBezTo>
                  <a:cubicBezTo>
                    <a:pt x="3897" y="369"/>
                    <a:pt x="3915" y="361"/>
                    <a:pt x="3922" y="351"/>
                  </a:cubicBezTo>
                  <a:cubicBezTo>
                    <a:pt x="3930" y="341"/>
                    <a:pt x="3936" y="333"/>
                    <a:pt x="3934" y="325"/>
                  </a:cubicBezTo>
                  <a:cubicBezTo>
                    <a:pt x="3932" y="316"/>
                    <a:pt x="3919" y="305"/>
                    <a:pt x="3928" y="308"/>
                  </a:cubicBezTo>
                  <a:cubicBezTo>
                    <a:pt x="3938" y="310"/>
                    <a:pt x="3943" y="320"/>
                    <a:pt x="3952" y="316"/>
                  </a:cubicBezTo>
                  <a:cubicBezTo>
                    <a:pt x="3961" y="311"/>
                    <a:pt x="3970" y="319"/>
                    <a:pt x="3974" y="310"/>
                  </a:cubicBezTo>
                  <a:cubicBezTo>
                    <a:pt x="3978" y="300"/>
                    <a:pt x="3982" y="301"/>
                    <a:pt x="3993" y="293"/>
                  </a:cubicBezTo>
                  <a:cubicBezTo>
                    <a:pt x="4003" y="285"/>
                    <a:pt x="3999" y="284"/>
                    <a:pt x="4020" y="280"/>
                  </a:cubicBezTo>
                  <a:cubicBezTo>
                    <a:pt x="4041" y="277"/>
                    <a:pt x="4048" y="268"/>
                    <a:pt x="4056" y="266"/>
                  </a:cubicBezTo>
                  <a:cubicBezTo>
                    <a:pt x="4065" y="264"/>
                    <a:pt x="4089" y="265"/>
                    <a:pt x="4077" y="270"/>
                  </a:cubicBezTo>
                  <a:cubicBezTo>
                    <a:pt x="4064" y="274"/>
                    <a:pt x="4040" y="284"/>
                    <a:pt x="4027" y="289"/>
                  </a:cubicBezTo>
                  <a:cubicBezTo>
                    <a:pt x="4014" y="294"/>
                    <a:pt x="4009" y="298"/>
                    <a:pt x="4001" y="305"/>
                  </a:cubicBezTo>
                  <a:cubicBezTo>
                    <a:pt x="3993" y="313"/>
                    <a:pt x="3986" y="315"/>
                    <a:pt x="3976" y="321"/>
                  </a:cubicBezTo>
                  <a:cubicBezTo>
                    <a:pt x="3965" y="326"/>
                    <a:pt x="3963" y="333"/>
                    <a:pt x="3963" y="343"/>
                  </a:cubicBezTo>
                  <a:cubicBezTo>
                    <a:pt x="3963" y="353"/>
                    <a:pt x="3973" y="353"/>
                    <a:pt x="3988" y="351"/>
                  </a:cubicBezTo>
                  <a:cubicBezTo>
                    <a:pt x="4002" y="350"/>
                    <a:pt x="3996" y="341"/>
                    <a:pt x="4013" y="342"/>
                  </a:cubicBezTo>
                  <a:cubicBezTo>
                    <a:pt x="4031" y="343"/>
                    <a:pt x="4044" y="343"/>
                    <a:pt x="4049" y="347"/>
                  </a:cubicBezTo>
                  <a:cubicBezTo>
                    <a:pt x="4054" y="351"/>
                    <a:pt x="4069" y="348"/>
                    <a:pt x="4082" y="348"/>
                  </a:cubicBezTo>
                  <a:cubicBezTo>
                    <a:pt x="4095" y="348"/>
                    <a:pt x="4111" y="352"/>
                    <a:pt x="4108" y="356"/>
                  </a:cubicBezTo>
                  <a:cubicBezTo>
                    <a:pt x="4105" y="361"/>
                    <a:pt x="4079" y="360"/>
                    <a:pt x="4062" y="360"/>
                  </a:cubicBezTo>
                  <a:cubicBezTo>
                    <a:pt x="4044" y="360"/>
                    <a:pt x="4008" y="358"/>
                    <a:pt x="3991" y="366"/>
                  </a:cubicBezTo>
                  <a:cubicBezTo>
                    <a:pt x="3974" y="374"/>
                    <a:pt x="3965" y="369"/>
                    <a:pt x="3948" y="373"/>
                  </a:cubicBezTo>
                  <a:cubicBezTo>
                    <a:pt x="3930" y="376"/>
                    <a:pt x="3917" y="376"/>
                    <a:pt x="3907" y="384"/>
                  </a:cubicBezTo>
                  <a:cubicBezTo>
                    <a:pt x="3896" y="391"/>
                    <a:pt x="3910" y="390"/>
                    <a:pt x="3939" y="389"/>
                  </a:cubicBezTo>
                  <a:cubicBezTo>
                    <a:pt x="3968" y="387"/>
                    <a:pt x="4010" y="386"/>
                    <a:pt x="4010" y="394"/>
                  </a:cubicBezTo>
                  <a:cubicBezTo>
                    <a:pt x="4010" y="401"/>
                    <a:pt x="4001" y="404"/>
                    <a:pt x="3973" y="404"/>
                  </a:cubicBezTo>
                  <a:cubicBezTo>
                    <a:pt x="3946" y="404"/>
                    <a:pt x="3913" y="399"/>
                    <a:pt x="3896" y="402"/>
                  </a:cubicBezTo>
                  <a:cubicBezTo>
                    <a:pt x="3879" y="404"/>
                    <a:pt x="3869" y="409"/>
                    <a:pt x="3857" y="412"/>
                  </a:cubicBezTo>
                  <a:cubicBezTo>
                    <a:pt x="3844" y="415"/>
                    <a:pt x="3795" y="422"/>
                    <a:pt x="3783" y="422"/>
                  </a:cubicBezTo>
                  <a:cubicBezTo>
                    <a:pt x="3771" y="422"/>
                    <a:pt x="3758" y="426"/>
                    <a:pt x="3740" y="427"/>
                  </a:cubicBezTo>
                  <a:cubicBezTo>
                    <a:pt x="3722" y="427"/>
                    <a:pt x="3687" y="434"/>
                    <a:pt x="3695" y="441"/>
                  </a:cubicBezTo>
                  <a:cubicBezTo>
                    <a:pt x="3703" y="447"/>
                    <a:pt x="3717" y="455"/>
                    <a:pt x="3725" y="462"/>
                  </a:cubicBezTo>
                  <a:cubicBezTo>
                    <a:pt x="3733" y="469"/>
                    <a:pt x="3748" y="483"/>
                    <a:pt x="3762" y="483"/>
                  </a:cubicBezTo>
                  <a:cubicBezTo>
                    <a:pt x="3776" y="483"/>
                    <a:pt x="3793" y="483"/>
                    <a:pt x="3793" y="491"/>
                  </a:cubicBezTo>
                  <a:cubicBezTo>
                    <a:pt x="3793" y="499"/>
                    <a:pt x="3781" y="510"/>
                    <a:pt x="3792" y="517"/>
                  </a:cubicBezTo>
                  <a:cubicBezTo>
                    <a:pt x="3803" y="524"/>
                    <a:pt x="3803" y="528"/>
                    <a:pt x="3815" y="527"/>
                  </a:cubicBezTo>
                  <a:cubicBezTo>
                    <a:pt x="3827" y="526"/>
                    <a:pt x="3845" y="531"/>
                    <a:pt x="3852" y="526"/>
                  </a:cubicBezTo>
                  <a:cubicBezTo>
                    <a:pt x="3858" y="521"/>
                    <a:pt x="3866" y="520"/>
                    <a:pt x="3877" y="520"/>
                  </a:cubicBezTo>
                  <a:cubicBezTo>
                    <a:pt x="3887" y="520"/>
                    <a:pt x="3901" y="520"/>
                    <a:pt x="3897" y="525"/>
                  </a:cubicBezTo>
                  <a:cubicBezTo>
                    <a:pt x="3892" y="531"/>
                    <a:pt x="3879" y="533"/>
                    <a:pt x="3864" y="536"/>
                  </a:cubicBezTo>
                  <a:cubicBezTo>
                    <a:pt x="3850" y="540"/>
                    <a:pt x="3829" y="541"/>
                    <a:pt x="3816" y="541"/>
                  </a:cubicBezTo>
                  <a:cubicBezTo>
                    <a:pt x="3804" y="541"/>
                    <a:pt x="3788" y="533"/>
                    <a:pt x="3778" y="527"/>
                  </a:cubicBezTo>
                  <a:cubicBezTo>
                    <a:pt x="3768" y="520"/>
                    <a:pt x="3750" y="491"/>
                    <a:pt x="3733" y="488"/>
                  </a:cubicBezTo>
                  <a:cubicBezTo>
                    <a:pt x="3717" y="485"/>
                    <a:pt x="3704" y="476"/>
                    <a:pt x="3691" y="470"/>
                  </a:cubicBezTo>
                  <a:cubicBezTo>
                    <a:pt x="3678" y="465"/>
                    <a:pt x="3662" y="447"/>
                    <a:pt x="3651" y="442"/>
                  </a:cubicBezTo>
                  <a:cubicBezTo>
                    <a:pt x="3640" y="436"/>
                    <a:pt x="3631" y="437"/>
                    <a:pt x="3615" y="439"/>
                  </a:cubicBezTo>
                  <a:cubicBezTo>
                    <a:pt x="3599" y="441"/>
                    <a:pt x="3550" y="448"/>
                    <a:pt x="3541" y="441"/>
                  </a:cubicBezTo>
                  <a:cubicBezTo>
                    <a:pt x="3533" y="434"/>
                    <a:pt x="3510" y="427"/>
                    <a:pt x="3503" y="428"/>
                  </a:cubicBezTo>
                  <a:cubicBezTo>
                    <a:pt x="3495" y="429"/>
                    <a:pt x="3477" y="444"/>
                    <a:pt x="3472" y="447"/>
                  </a:cubicBezTo>
                  <a:cubicBezTo>
                    <a:pt x="3467" y="451"/>
                    <a:pt x="3465" y="461"/>
                    <a:pt x="3465" y="464"/>
                  </a:cubicBezTo>
                  <a:cubicBezTo>
                    <a:pt x="3466" y="467"/>
                    <a:pt x="3464" y="469"/>
                    <a:pt x="3470" y="477"/>
                  </a:cubicBezTo>
                  <a:cubicBezTo>
                    <a:pt x="3477" y="485"/>
                    <a:pt x="3475" y="492"/>
                    <a:pt x="3475" y="499"/>
                  </a:cubicBezTo>
                  <a:cubicBezTo>
                    <a:pt x="3475" y="506"/>
                    <a:pt x="3480" y="520"/>
                    <a:pt x="3492" y="520"/>
                  </a:cubicBezTo>
                  <a:cubicBezTo>
                    <a:pt x="3503" y="521"/>
                    <a:pt x="3512" y="518"/>
                    <a:pt x="3513" y="523"/>
                  </a:cubicBezTo>
                  <a:cubicBezTo>
                    <a:pt x="3515" y="528"/>
                    <a:pt x="3530" y="530"/>
                    <a:pt x="3536" y="528"/>
                  </a:cubicBezTo>
                  <a:cubicBezTo>
                    <a:pt x="3543" y="525"/>
                    <a:pt x="3556" y="528"/>
                    <a:pt x="3561" y="538"/>
                  </a:cubicBezTo>
                  <a:cubicBezTo>
                    <a:pt x="3567" y="548"/>
                    <a:pt x="3571" y="561"/>
                    <a:pt x="3583" y="562"/>
                  </a:cubicBezTo>
                  <a:cubicBezTo>
                    <a:pt x="3595" y="563"/>
                    <a:pt x="3606" y="571"/>
                    <a:pt x="3610" y="577"/>
                  </a:cubicBezTo>
                  <a:cubicBezTo>
                    <a:pt x="3614" y="584"/>
                    <a:pt x="3634" y="611"/>
                    <a:pt x="3618" y="609"/>
                  </a:cubicBezTo>
                  <a:cubicBezTo>
                    <a:pt x="3601" y="606"/>
                    <a:pt x="3595" y="601"/>
                    <a:pt x="3595" y="611"/>
                  </a:cubicBezTo>
                  <a:cubicBezTo>
                    <a:pt x="3595" y="620"/>
                    <a:pt x="3591" y="627"/>
                    <a:pt x="3609" y="627"/>
                  </a:cubicBezTo>
                  <a:cubicBezTo>
                    <a:pt x="3626" y="627"/>
                    <a:pt x="3640" y="626"/>
                    <a:pt x="3652" y="629"/>
                  </a:cubicBezTo>
                  <a:cubicBezTo>
                    <a:pt x="3663" y="632"/>
                    <a:pt x="3691" y="630"/>
                    <a:pt x="3697" y="634"/>
                  </a:cubicBezTo>
                  <a:cubicBezTo>
                    <a:pt x="3704" y="639"/>
                    <a:pt x="3709" y="644"/>
                    <a:pt x="3723" y="639"/>
                  </a:cubicBezTo>
                  <a:cubicBezTo>
                    <a:pt x="3738" y="634"/>
                    <a:pt x="3750" y="636"/>
                    <a:pt x="3753" y="629"/>
                  </a:cubicBezTo>
                  <a:cubicBezTo>
                    <a:pt x="3756" y="622"/>
                    <a:pt x="3762" y="618"/>
                    <a:pt x="3776" y="617"/>
                  </a:cubicBezTo>
                  <a:cubicBezTo>
                    <a:pt x="3789" y="615"/>
                    <a:pt x="3791" y="616"/>
                    <a:pt x="3786" y="625"/>
                  </a:cubicBezTo>
                  <a:cubicBezTo>
                    <a:pt x="3781" y="634"/>
                    <a:pt x="3764" y="639"/>
                    <a:pt x="3753" y="640"/>
                  </a:cubicBezTo>
                  <a:cubicBezTo>
                    <a:pt x="3741" y="642"/>
                    <a:pt x="3735" y="646"/>
                    <a:pt x="3735" y="654"/>
                  </a:cubicBezTo>
                  <a:cubicBezTo>
                    <a:pt x="3735" y="662"/>
                    <a:pt x="3751" y="679"/>
                    <a:pt x="3732" y="676"/>
                  </a:cubicBezTo>
                  <a:cubicBezTo>
                    <a:pt x="3712" y="673"/>
                    <a:pt x="3700" y="659"/>
                    <a:pt x="3683" y="654"/>
                  </a:cubicBezTo>
                  <a:cubicBezTo>
                    <a:pt x="3667" y="649"/>
                    <a:pt x="3661" y="644"/>
                    <a:pt x="3642" y="644"/>
                  </a:cubicBezTo>
                  <a:cubicBezTo>
                    <a:pt x="3624" y="644"/>
                    <a:pt x="3609" y="637"/>
                    <a:pt x="3590" y="637"/>
                  </a:cubicBezTo>
                  <a:cubicBezTo>
                    <a:pt x="3571" y="636"/>
                    <a:pt x="3539" y="638"/>
                    <a:pt x="3529" y="642"/>
                  </a:cubicBezTo>
                  <a:cubicBezTo>
                    <a:pt x="3519" y="645"/>
                    <a:pt x="3498" y="648"/>
                    <a:pt x="3502" y="641"/>
                  </a:cubicBezTo>
                  <a:cubicBezTo>
                    <a:pt x="3505" y="634"/>
                    <a:pt x="3532" y="632"/>
                    <a:pt x="3532" y="629"/>
                  </a:cubicBezTo>
                  <a:cubicBezTo>
                    <a:pt x="3532" y="625"/>
                    <a:pt x="3571" y="628"/>
                    <a:pt x="3553" y="617"/>
                  </a:cubicBezTo>
                  <a:cubicBezTo>
                    <a:pt x="3535" y="605"/>
                    <a:pt x="3523" y="616"/>
                    <a:pt x="3525" y="609"/>
                  </a:cubicBezTo>
                  <a:cubicBezTo>
                    <a:pt x="3527" y="602"/>
                    <a:pt x="3551" y="606"/>
                    <a:pt x="3553" y="599"/>
                  </a:cubicBezTo>
                  <a:cubicBezTo>
                    <a:pt x="3556" y="591"/>
                    <a:pt x="3573" y="594"/>
                    <a:pt x="3571" y="581"/>
                  </a:cubicBezTo>
                  <a:cubicBezTo>
                    <a:pt x="3570" y="569"/>
                    <a:pt x="3568" y="576"/>
                    <a:pt x="3556" y="565"/>
                  </a:cubicBezTo>
                  <a:cubicBezTo>
                    <a:pt x="3545" y="554"/>
                    <a:pt x="3535" y="538"/>
                    <a:pt x="3521" y="538"/>
                  </a:cubicBezTo>
                  <a:cubicBezTo>
                    <a:pt x="3508" y="538"/>
                    <a:pt x="3515" y="553"/>
                    <a:pt x="3504" y="549"/>
                  </a:cubicBezTo>
                  <a:cubicBezTo>
                    <a:pt x="3493" y="545"/>
                    <a:pt x="3497" y="531"/>
                    <a:pt x="3479" y="529"/>
                  </a:cubicBezTo>
                  <a:cubicBezTo>
                    <a:pt x="3460" y="527"/>
                    <a:pt x="3467" y="529"/>
                    <a:pt x="3461" y="536"/>
                  </a:cubicBezTo>
                  <a:cubicBezTo>
                    <a:pt x="3454" y="543"/>
                    <a:pt x="3440" y="543"/>
                    <a:pt x="3437" y="539"/>
                  </a:cubicBezTo>
                  <a:cubicBezTo>
                    <a:pt x="3433" y="535"/>
                    <a:pt x="3432" y="523"/>
                    <a:pt x="3439" y="519"/>
                  </a:cubicBezTo>
                  <a:cubicBezTo>
                    <a:pt x="3446" y="515"/>
                    <a:pt x="3450" y="510"/>
                    <a:pt x="3445" y="501"/>
                  </a:cubicBezTo>
                  <a:cubicBezTo>
                    <a:pt x="3440" y="493"/>
                    <a:pt x="3441" y="486"/>
                    <a:pt x="3437" y="481"/>
                  </a:cubicBezTo>
                  <a:cubicBezTo>
                    <a:pt x="3432" y="476"/>
                    <a:pt x="3434" y="470"/>
                    <a:pt x="3424" y="468"/>
                  </a:cubicBezTo>
                  <a:cubicBezTo>
                    <a:pt x="3414" y="467"/>
                    <a:pt x="3395" y="468"/>
                    <a:pt x="3395" y="462"/>
                  </a:cubicBezTo>
                  <a:cubicBezTo>
                    <a:pt x="3395" y="457"/>
                    <a:pt x="3408" y="451"/>
                    <a:pt x="3407" y="438"/>
                  </a:cubicBezTo>
                  <a:cubicBezTo>
                    <a:pt x="3406" y="425"/>
                    <a:pt x="3395" y="425"/>
                    <a:pt x="3387" y="420"/>
                  </a:cubicBezTo>
                  <a:cubicBezTo>
                    <a:pt x="3379" y="415"/>
                    <a:pt x="3367" y="416"/>
                    <a:pt x="3359" y="416"/>
                  </a:cubicBezTo>
                  <a:cubicBezTo>
                    <a:pt x="3351" y="416"/>
                    <a:pt x="3333" y="417"/>
                    <a:pt x="3333" y="426"/>
                  </a:cubicBezTo>
                  <a:cubicBezTo>
                    <a:pt x="3334" y="435"/>
                    <a:pt x="3349" y="447"/>
                    <a:pt x="3352" y="451"/>
                  </a:cubicBezTo>
                  <a:cubicBezTo>
                    <a:pt x="3355" y="455"/>
                    <a:pt x="3352" y="462"/>
                    <a:pt x="3338" y="458"/>
                  </a:cubicBezTo>
                  <a:cubicBezTo>
                    <a:pt x="3323" y="455"/>
                    <a:pt x="3322" y="446"/>
                    <a:pt x="3313" y="445"/>
                  </a:cubicBezTo>
                  <a:cubicBezTo>
                    <a:pt x="3305" y="443"/>
                    <a:pt x="3305" y="434"/>
                    <a:pt x="3305" y="424"/>
                  </a:cubicBezTo>
                  <a:cubicBezTo>
                    <a:pt x="3306" y="414"/>
                    <a:pt x="3295" y="401"/>
                    <a:pt x="3290" y="399"/>
                  </a:cubicBezTo>
                  <a:cubicBezTo>
                    <a:pt x="3284" y="398"/>
                    <a:pt x="3224" y="407"/>
                    <a:pt x="3221" y="395"/>
                  </a:cubicBezTo>
                  <a:cubicBezTo>
                    <a:pt x="3218" y="384"/>
                    <a:pt x="3219" y="382"/>
                    <a:pt x="3206" y="379"/>
                  </a:cubicBezTo>
                  <a:cubicBezTo>
                    <a:pt x="3193" y="376"/>
                    <a:pt x="3184" y="369"/>
                    <a:pt x="3177" y="359"/>
                  </a:cubicBezTo>
                  <a:cubicBezTo>
                    <a:pt x="3170" y="348"/>
                    <a:pt x="3147" y="321"/>
                    <a:pt x="3134" y="312"/>
                  </a:cubicBezTo>
                  <a:cubicBezTo>
                    <a:pt x="3121" y="303"/>
                    <a:pt x="3110" y="292"/>
                    <a:pt x="3080" y="286"/>
                  </a:cubicBezTo>
                  <a:cubicBezTo>
                    <a:pt x="3050" y="280"/>
                    <a:pt x="3043" y="276"/>
                    <a:pt x="3027" y="276"/>
                  </a:cubicBezTo>
                  <a:cubicBezTo>
                    <a:pt x="3010" y="276"/>
                    <a:pt x="2987" y="276"/>
                    <a:pt x="2980" y="280"/>
                  </a:cubicBezTo>
                  <a:cubicBezTo>
                    <a:pt x="2973" y="283"/>
                    <a:pt x="2971" y="305"/>
                    <a:pt x="2986" y="305"/>
                  </a:cubicBezTo>
                  <a:cubicBezTo>
                    <a:pt x="3000" y="306"/>
                    <a:pt x="3045" y="301"/>
                    <a:pt x="3043" y="310"/>
                  </a:cubicBezTo>
                  <a:cubicBezTo>
                    <a:pt x="3042" y="320"/>
                    <a:pt x="3024" y="319"/>
                    <a:pt x="3012" y="318"/>
                  </a:cubicBezTo>
                  <a:cubicBezTo>
                    <a:pt x="2999" y="318"/>
                    <a:pt x="2974" y="313"/>
                    <a:pt x="2981" y="321"/>
                  </a:cubicBezTo>
                  <a:cubicBezTo>
                    <a:pt x="2987" y="328"/>
                    <a:pt x="3002" y="336"/>
                    <a:pt x="2976" y="331"/>
                  </a:cubicBezTo>
                  <a:cubicBezTo>
                    <a:pt x="2951" y="326"/>
                    <a:pt x="2949" y="323"/>
                    <a:pt x="2935" y="325"/>
                  </a:cubicBezTo>
                  <a:cubicBezTo>
                    <a:pt x="2921" y="327"/>
                    <a:pt x="2921" y="336"/>
                    <a:pt x="2914" y="339"/>
                  </a:cubicBezTo>
                  <a:cubicBezTo>
                    <a:pt x="2908" y="343"/>
                    <a:pt x="2901" y="356"/>
                    <a:pt x="2918" y="360"/>
                  </a:cubicBezTo>
                  <a:cubicBezTo>
                    <a:pt x="2936" y="364"/>
                    <a:pt x="2940" y="371"/>
                    <a:pt x="2949" y="376"/>
                  </a:cubicBezTo>
                  <a:cubicBezTo>
                    <a:pt x="2959" y="381"/>
                    <a:pt x="2969" y="392"/>
                    <a:pt x="2965" y="396"/>
                  </a:cubicBezTo>
                  <a:cubicBezTo>
                    <a:pt x="2961" y="399"/>
                    <a:pt x="2951" y="403"/>
                    <a:pt x="2942" y="396"/>
                  </a:cubicBezTo>
                  <a:cubicBezTo>
                    <a:pt x="2933" y="389"/>
                    <a:pt x="2917" y="377"/>
                    <a:pt x="2908" y="375"/>
                  </a:cubicBezTo>
                  <a:cubicBezTo>
                    <a:pt x="2900" y="373"/>
                    <a:pt x="2891" y="375"/>
                    <a:pt x="2883" y="377"/>
                  </a:cubicBezTo>
                  <a:cubicBezTo>
                    <a:pt x="2875" y="379"/>
                    <a:pt x="2875" y="383"/>
                    <a:pt x="2863" y="381"/>
                  </a:cubicBezTo>
                  <a:cubicBezTo>
                    <a:pt x="2851" y="380"/>
                    <a:pt x="2847" y="390"/>
                    <a:pt x="2860" y="390"/>
                  </a:cubicBezTo>
                  <a:cubicBezTo>
                    <a:pt x="2872" y="390"/>
                    <a:pt x="2884" y="391"/>
                    <a:pt x="2878" y="395"/>
                  </a:cubicBezTo>
                  <a:cubicBezTo>
                    <a:pt x="2871" y="399"/>
                    <a:pt x="2858" y="404"/>
                    <a:pt x="2869" y="409"/>
                  </a:cubicBezTo>
                  <a:cubicBezTo>
                    <a:pt x="2880" y="414"/>
                    <a:pt x="2888" y="425"/>
                    <a:pt x="2873" y="424"/>
                  </a:cubicBezTo>
                  <a:cubicBezTo>
                    <a:pt x="2859" y="422"/>
                    <a:pt x="2849" y="418"/>
                    <a:pt x="2847" y="422"/>
                  </a:cubicBezTo>
                  <a:cubicBezTo>
                    <a:pt x="2845" y="427"/>
                    <a:pt x="2847" y="427"/>
                    <a:pt x="2835" y="429"/>
                  </a:cubicBezTo>
                  <a:cubicBezTo>
                    <a:pt x="2823" y="430"/>
                    <a:pt x="2826" y="437"/>
                    <a:pt x="2842" y="441"/>
                  </a:cubicBezTo>
                  <a:cubicBezTo>
                    <a:pt x="2858" y="445"/>
                    <a:pt x="2860" y="453"/>
                    <a:pt x="2875" y="453"/>
                  </a:cubicBezTo>
                  <a:cubicBezTo>
                    <a:pt x="2891" y="453"/>
                    <a:pt x="2897" y="450"/>
                    <a:pt x="2906" y="460"/>
                  </a:cubicBezTo>
                  <a:cubicBezTo>
                    <a:pt x="2916" y="470"/>
                    <a:pt x="2929" y="467"/>
                    <a:pt x="2937" y="460"/>
                  </a:cubicBezTo>
                  <a:cubicBezTo>
                    <a:pt x="2945" y="452"/>
                    <a:pt x="2954" y="450"/>
                    <a:pt x="2961" y="452"/>
                  </a:cubicBezTo>
                  <a:cubicBezTo>
                    <a:pt x="2968" y="455"/>
                    <a:pt x="2974" y="465"/>
                    <a:pt x="2964" y="470"/>
                  </a:cubicBezTo>
                  <a:cubicBezTo>
                    <a:pt x="2953" y="476"/>
                    <a:pt x="2964" y="483"/>
                    <a:pt x="2925" y="475"/>
                  </a:cubicBezTo>
                  <a:cubicBezTo>
                    <a:pt x="2925" y="475"/>
                    <a:pt x="2895" y="480"/>
                    <a:pt x="2880" y="474"/>
                  </a:cubicBezTo>
                  <a:cubicBezTo>
                    <a:pt x="2864" y="467"/>
                    <a:pt x="2858" y="467"/>
                    <a:pt x="2845" y="462"/>
                  </a:cubicBezTo>
                  <a:cubicBezTo>
                    <a:pt x="2833" y="457"/>
                    <a:pt x="2812" y="461"/>
                    <a:pt x="2822" y="472"/>
                  </a:cubicBezTo>
                  <a:cubicBezTo>
                    <a:pt x="2832" y="484"/>
                    <a:pt x="2840" y="483"/>
                    <a:pt x="2842" y="493"/>
                  </a:cubicBezTo>
                  <a:close/>
                  <a:moveTo>
                    <a:pt x="2576" y="1895"/>
                  </a:moveTo>
                  <a:cubicBezTo>
                    <a:pt x="2580" y="1897"/>
                    <a:pt x="2580" y="1909"/>
                    <a:pt x="2587" y="1910"/>
                  </a:cubicBezTo>
                  <a:cubicBezTo>
                    <a:pt x="2593" y="1911"/>
                    <a:pt x="2601" y="1908"/>
                    <a:pt x="2602" y="1903"/>
                  </a:cubicBezTo>
                  <a:cubicBezTo>
                    <a:pt x="2603" y="1899"/>
                    <a:pt x="2605" y="1887"/>
                    <a:pt x="2614" y="1883"/>
                  </a:cubicBezTo>
                  <a:cubicBezTo>
                    <a:pt x="2623" y="1879"/>
                    <a:pt x="2627" y="1872"/>
                    <a:pt x="2623" y="1868"/>
                  </a:cubicBezTo>
                  <a:cubicBezTo>
                    <a:pt x="2619" y="1864"/>
                    <a:pt x="2617" y="1868"/>
                    <a:pt x="2614" y="1863"/>
                  </a:cubicBezTo>
                  <a:cubicBezTo>
                    <a:pt x="2610" y="1858"/>
                    <a:pt x="2598" y="1853"/>
                    <a:pt x="2597" y="1863"/>
                  </a:cubicBezTo>
                  <a:cubicBezTo>
                    <a:pt x="2597" y="1863"/>
                    <a:pt x="2596" y="1873"/>
                    <a:pt x="2590" y="1871"/>
                  </a:cubicBezTo>
                  <a:cubicBezTo>
                    <a:pt x="2584" y="1870"/>
                    <a:pt x="2576" y="1879"/>
                    <a:pt x="2575" y="1884"/>
                  </a:cubicBezTo>
                  <a:cubicBezTo>
                    <a:pt x="2574" y="1889"/>
                    <a:pt x="2572" y="1893"/>
                    <a:pt x="2576" y="1895"/>
                  </a:cubicBezTo>
                  <a:close/>
                  <a:moveTo>
                    <a:pt x="2536" y="1816"/>
                  </a:moveTo>
                  <a:cubicBezTo>
                    <a:pt x="2536" y="1816"/>
                    <a:pt x="2529" y="1815"/>
                    <a:pt x="2533" y="1822"/>
                  </a:cubicBezTo>
                  <a:cubicBezTo>
                    <a:pt x="2536" y="1829"/>
                    <a:pt x="2548" y="1835"/>
                    <a:pt x="2549" y="1830"/>
                  </a:cubicBezTo>
                  <a:cubicBezTo>
                    <a:pt x="2550" y="1825"/>
                    <a:pt x="2560" y="1820"/>
                    <a:pt x="2551" y="1817"/>
                  </a:cubicBezTo>
                  <a:cubicBezTo>
                    <a:pt x="2542" y="1815"/>
                    <a:pt x="2540" y="1815"/>
                    <a:pt x="2536" y="1816"/>
                  </a:cubicBezTo>
                  <a:close/>
                  <a:moveTo>
                    <a:pt x="2497" y="1891"/>
                  </a:moveTo>
                  <a:cubicBezTo>
                    <a:pt x="2496" y="1892"/>
                    <a:pt x="2494" y="1899"/>
                    <a:pt x="2484" y="1903"/>
                  </a:cubicBezTo>
                  <a:cubicBezTo>
                    <a:pt x="2473" y="1907"/>
                    <a:pt x="2469" y="1914"/>
                    <a:pt x="2476" y="1918"/>
                  </a:cubicBezTo>
                  <a:cubicBezTo>
                    <a:pt x="2483" y="1922"/>
                    <a:pt x="2500" y="1934"/>
                    <a:pt x="2505" y="1925"/>
                  </a:cubicBezTo>
                  <a:cubicBezTo>
                    <a:pt x="2509" y="1917"/>
                    <a:pt x="2528" y="1905"/>
                    <a:pt x="2516" y="1901"/>
                  </a:cubicBezTo>
                  <a:cubicBezTo>
                    <a:pt x="2503" y="1897"/>
                    <a:pt x="2502" y="1885"/>
                    <a:pt x="2497" y="1891"/>
                  </a:cubicBezTo>
                  <a:close/>
                  <a:moveTo>
                    <a:pt x="3177" y="884"/>
                  </a:moveTo>
                  <a:cubicBezTo>
                    <a:pt x="3192" y="888"/>
                    <a:pt x="3208" y="894"/>
                    <a:pt x="3205" y="880"/>
                  </a:cubicBezTo>
                  <a:cubicBezTo>
                    <a:pt x="3202" y="867"/>
                    <a:pt x="3204" y="860"/>
                    <a:pt x="3213" y="868"/>
                  </a:cubicBezTo>
                  <a:cubicBezTo>
                    <a:pt x="3222" y="875"/>
                    <a:pt x="3247" y="877"/>
                    <a:pt x="3254" y="872"/>
                  </a:cubicBezTo>
                  <a:cubicBezTo>
                    <a:pt x="3260" y="867"/>
                    <a:pt x="3276" y="867"/>
                    <a:pt x="3276" y="854"/>
                  </a:cubicBezTo>
                  <a:cubicBezTo>
                    <a:pt x="3275" y="841"/>
                    <a:pt x="3274" y="835"/>
                    <a:pt x="3263" y="830"/>
                  </a:cubicBezTo>
                  <a:cubicBezTo>
                    <a:pt x="3252" y="824"/>
                    <a:pt x="3237" y="812"/>
                    <a:pt x="3217" y="814"/>
                  </a:cubicBezTo>
                  <a:cubicBezTo>
                    <a:pt x="3217" y="814"/>
                    <a:pt x="3197" y="802"/>
                    <a:pt x="3192" y="810"/>
                  </a:cubicBezTo>
                  <a:cubicBezTo>
                    <a:pt x="3186" y="818"/>
                    <a:pt x="3166" y="824"/>
                    <a:pt x="3175" y="837"/>
                  </a:cubicBezTo>
                  <a:cubicBezTo>
                    <a:pt x="3183" y="850"/>
                    <a:pt x="3191" y="860"/>
                    <a:pt x="3187" y="865"/>
                  </a:cubicBezTo>
                  <a:cubicBezTo>
                    <a:pt x="3183" y="870"/>
                    <a:pt x="3162" y="880"/>
                    <a:pt x="3177" y="884"/>
                  </a:cubicBezTo>
                  <a:close/>
                  <a:moveTo>
                    <a:pt x="4993" y="4022"/>
                  </a:moveTo>
                  <a:cubicBezTo>
                    <a:pt x="4999" y="4022"/>
                    <a:pt x="5017" y="4025"/>
                    <a:pt x="5018" y="4018"/>
                  </a:cubicBezTo>
                  <a:cubicBezTo>
                    <a:pt x="5018" y="4010"/>
                    <a:pt x="5020" y="4005"/>
                    <a:pt x="5025" y="4003"/>
                  </a:cubicBezTo>
                  <a:cubicBezTo>
                    <a:pt x="5030" y="4001"/>
                    <a:pt x="5032" y="3989"/>
                    <a:pt x="5039" y="3989"/>
                  </a:cubicBezTo>
                  <a:cubicBezTo>
                    <a:pt x="5047" y="3989"/>
                    <a:pt x="5050" y="3987"/>
                    <a:pt x="5050" y="3981"/>
                  </a:cubicBezTo>
                  <a:cubicBezTo>
                    <a:pt x="5049" y="3975"/>
                    <a:pt x="5045" y="3979"/>
                    <a:pt x="5034" y="3978"/>
                  </a:cubicBezTo>
                  <a:cubicBezTo>
                    <a:pt x="5022" y="3977"/>
                    <a:pt x="5018" y="3982"/>
                    <a:pt x="5003" y="3979"/>
                  </a:cubicBezTo>
                  <a:cubicBezTo>
                    <a:pt x="4989" y="3977"/>
                    <a:pt x="4966" y="3984"/>
                    <a:pt x="4963" y="3979"/>
                  </a:cubicBezTo>
                  <a:cubicBezTo>
                    <a:pt x="4959" y="3973"/>
                    <a:pt x="4961" y="3972"/>
                    <a:pt x="4953" y="3972"/>
                  </a:cubicBezTo>
                  <a:cubicBezTo>
                    <a:pt x="4945" y="3971"/>
                    <a:pt x="4936" y="3967"/>
                    <a:pt x="4935" y="3975"/>
                  </a:cubicBezTo>
                  <a:cubicBezTo>
                    <a:pt x="4935" y="3982"/>
                    <a:pt x="4928" y="3984"/>
                    <a:pt x="4926" y="3979"/>
                  </a:cubicBezTo>
                  <a:cubicBezTo>
                    <a:pt x="4924" y="3974"/>
                    <a:pt x="4924" y="3965"/>
                    <a:pt x="4920" y="3963"/>
                  </a:cubicBezTo>
                  <a:cubicBezTo>
                    <a:pt x="4916" y="3961"/>
                    <a:pt x="4914" y="3953"/>
                    <a:pt x="4917" y="3949"/>
                  </a:cubicBezTo>
                  <a:cubicBezTo>
                    <a:pt x="4920" y="3944"/>
                    <a:pt x="4912" y="3932"/>
                    <a:pt x="4906" y="3941"/>
                  </a:cubicBezTo>
                  <a:cubicBezTo>
                    <a:pt x="4906" y="3941"/>
                    <a:pt x="4904" y="3956"/>
                    <a:pt x="4897" y="3956"/>
                  </a:cubicBezTo>
                  <a:cubicBezTo>
                    <a:pt x="4890" y="3955"/>
                    <a:pt x="4891" y="3969"/>
                    <a:pt x="4897" y="3972"/>
                  </a:cubicBezTo>
                  <a:cubicBezTo>
                    <a:pt x="4903" y="3975"/>
                    <a:pt x="4901" y="3983"/>
                    <a:pt x="4909" y="3985"/>
                  </a:cubicBezTo>
                  <a:cubicBezTo>
                    <a:pt x="4917" y="3987"/>
                    <a:pt x="4926" y="3991"/>
                    <a:pt x="4930" y="3996"/>
                  </a:cubicBezTo>
                  <a:cubicBezTo>
                    <a:pt x="4933" y="4001"/>
                    <a:pt x="4938" y="4007"/>
                    <a:pt x="4943" y="4007"/>
                  </a:cubicBezTo>
                  <a:cubicBezTo>
                    <a:pt x="4949" y="4007"/>
                    <a:pt x="4951" y="4008"/>
                    <a:pt x="4952" y="4011"/>
                  </a:cubicBezTo>
                  <a:cubicBezTo>
                    <a:pt x="4953" y="4013"/>
                    <a:pt x="4967" y="4018"/>
                    <a:pt x="4967" y="4012"/>
                  </a:cubicBezTo>
                  <a:cubicBezTo>
                    <a:pt x="4967" y="4006"/>
                    <a:pt x="4969" y="4005"/>
                    <a:pt x="4973" y="4005"/>
                  </a:cubicBezTo>
                  <a:cubicBezTo>
                    <a:pt x="4978" y="4005"/>
                    <a:pt x="4986" y="4005"/>
                    <a:pt x="4985" y="4013"/>
                  </a:cubicBezTo>
                  <a:cubicBezTo>
                    <a:pt x="4984" y="4021"/>
                    <a:pt x="4987" y="4021"/>
                    <a:pt x="4993" y="4022"/>
                  </a:cubicBezTo>
                  <a:close/>
                  <a:moveTo>
                    <a:pt x="5069" y="3905"/>
                  </a:moveTo>
                  <a:cubicBezTo>
                    <a:pt x="5074" y="3897"/>
                    <a:pt x="5082" y="3889"/>
                    <a:pt x="5088" y="3889"/>
                  </a:cubicBezTo>
                  <a:cubicBezTo>
                    <a:pt x="5094" y="3889"/>
                    <a:pt x="5096" y="3886"/>
                    <a:pt x="5096" y="3884"/>
                  </a:cubicBezTo>
                  <a:cubicBezTo>
                    <a:pt x="5096" y="3881"/>
                    <a:pt x="5093" y="3880"/>
                    <a:pt x="5087" y="3880"/>
                  </a:cubicBezTo>
                  <a:cubicBezTo>
                    <a:pt x="5081" y="3881"/>
                    <a:pt x="5076" y="3880"/>
                    <a:pt x="5068" y="3889"/>
                  </a:cubicBezTo>
                  <a:cubicBezTo>
                    <a:pt x="5068" y="3889"/>
                    <a:pt x="5057" y="3899"/>
                    <a:pt x="5049" y="3902"/>
                  </a:cubicBezTo>
                  <a:cubicBezTo>
                    <a:pt x="5041" y="3905"/>
                    <a:pt x="5038" y="3909"/>
                    <a:pt x="5047" y="3913"/>
                  </a:cubicBezTo>
                  <a:cubicBezTo>
                    <a:pt x="5056" y="3916"/>
                    <a:pt x="5064" y="3913"/>
                    <a:pt x="5069" y="3905"/>
                  </a:cubicBezTo>
                  <a:close/>
                  <a:moveTo>
                    <a:pt x="4960" y="3753"/>
                  </a:moveTo>
                  <a:cubicBezTo>
                    <a:pt x="4970" y="3757"/>
                    <a:pt x="4983" y="3763"/>
                    <a:pt x="4994" y="3765"/>
                  </a:cubicBezTo>
                  <a:cubicBezTo>
                    <a:pt x="5005" y="3768"/>
                    <a:pt x="5011" y="3765"/>
                    <a:pt x="5018" y="3770"/>
                  </a:cubicBezTo>
                  <a:cubicBezTo>
                    <a:pt x="5025" y="3775"/>
                    <a:pt x="5036" y="3775"/>
                    <a:pt x="5042" y="3775"/>
                  </a:cubicBezTo>
                  <a:cubicBezTo>
                    <a:pt x="5049" y="3775"/>
                    <a:pt x="5061" y="3777"/>
                    <a:pt x="5061" y="3770"/>
                  </a:cubicBezTo>
                  <a:cubicBezTo>
                    <a:pt x="5061" y="3763"/>
                    <a:pt x="5071" y="3754"/>
                    <a:pt x="5058" y="3750"/>
                  </a:cubicBezTo>
                  <a:cubicBezTo>
                    <a:pt x="5044" y="3746"/>
                    <a:pt x="5048" y="3743"/>
                    <a:pt x="5038" y="3740"/>
                  </a:cubicBezTo>
                  <a:cubicBezTo>
                    <a:pt x="5027" y="3736"/>
                    <a:pt x="5020" y="3726"/>
                    <a:pt x="5009" y="3725"/>
                  </a:cubicBezTo>
                  <a:cubicBezTo>
                    <a:pt x="4998" y="3723"/>
                    <a:pt x="5002" y="3717"/>
                    <a:pt x="4992" y="3714"/>
                  </a:cubicBezTo>
                  <a:cubicBezTo>
                    <a:pt x="4981" y="3711"/>
                    <a:pt x="4980" y="3708"/>
                    <a:pt x="4969" y="3707"/>
                  </a:cubicBezTo>
                  <a:cubicBezTo>
                    <a:pt x="4958" y="3705"/>
                    <a:pt x="4959" y="3700"/>
                    <a:pt x="4940" y="3699"/>
                  </a:cubicBezTo>
                  <a:cubicBezTo>
                    <a:pt x="4921" y="3699"/>
                    <a:pt x="4924" y="3700"/>
                    <a:pt x="4907" y="3693"/>
                  </a:cubicBezTo>
                  <a:cubicBezTo>
                    <a:pt x="4907" y="3693"/>
                    <a:pt x="4901" y="3689"/>
                    <a:pt x="4896" y="3695"/>
                  </a:cubicBezTo>
                  <a:cubicBezTo>
                    <a:pt x="4891" y="3701"/>
                    <a:pt x="4870" y="3700"/>
                    <a:pt x="4882" y="3707"/>
                  </a:cubicBezTo>
                  <a:cubicBezTo>
                    <a:pt x="4894" y="3713"/>
                    <a:pt x="4903" y="3720"/>
                    <a:pt x="4911" y="3720"/>
                  </a:cubicBezTo>
                  <a:cubicBezTo>
                    <a:pt x="4919" y="3720"/>
                    <a:pt x="4933" y="3733"/>
                    <a:pt x="4939" y="3737"/>
                  </a:cubicBezTo>
                  <a:cubicBezTo>
                    <a:pt x="4944" y="3742"/>
                    <a:pt x="4949" y="3749"/>
                    <a:pt x="4960" y="3753"/>
                  </a:cubicBezTo>
                  <a:close/>
                  <a:moveTo>
                    <a:pt x="2965" y="736"/>
                  </a:moveTo>
                  <a:cubicBezTo>
                    <a:pt x="2969" y="740"/>
                    <a:pt x="2974" y="746"/>
                    <a:pt x="2979" y="739"/>
                  </a:cubicBezTo>
                  <a:cubicBezTo>
                    <a:pt x="2984" y="732"/>
                    <a:pt x="2985" y="731"/>
                    <a:pt x="2974" y="724"/>
                  </a:cubicBezTo>
                  <a:cubicBezTo>
                    <a:pt x="2974" y="724"/>
                    <a:pt x="2962" y="718"/>
                    <a:pt x="2956" y="722"/>
                  </a:cubicBezTo>
                  <a:cubicBezTo>
                    <a:pt x="2950" y="726"/>
                    <a:pt x="2962" y="732"/>
                    <a:pt x="2965" y="736"/>
                  </a:cubicBezTo>
                  <a:close/>
                  <a:moveTo>
                    <a:pt x="3268" y="930"/>
                  </a:moveTo>
                  <a:cubicBezTo>
                    <a:pt x="3268" y="926"/>
                    <a:pt x="3265" y="925"/>
                    <a:pt x="3260" y="920"/>
                  </a:cubicBezTo>
                  <a:cubicBezTo>
                    <a:pt x="3260" y="920"/>
                    <a:pt x="3252" y="909"/>
                    <a:pt x="3246" y="914"/>
                  </a:cubicBezTo>
                  <a:cubicBezTo>
                    <a:pt x="3241" y="919"/>
                    <a:pt x="3236" y="923"/>
                    <a:pt x="3227" y="924"/>
                  </a:cubicBezTo>
                  <a:cubicBezTo>
                    <a:pt x="3219" y="925"/>
                    <a:pt x="3213" y="938"/>
                    <a:pt x="3218" y="945"/>
                  </a:cubicBezTo>
                  <a:cubicBezTo>
                    <a:pt x="3224" y="951"/>
                    <a:pt x="3230" y="954"/>
                    <a:pt x="3233" y="958"/>
                  </a:cubicBezTo>
                  <a:cubicBezTo>
                    <a:pt x="3236" y="961"/>
                    <a:pt x="3255" y="969"/>
                    <a:pt x="3258" y="968"/>
                  </a:cubicBezTo>
                  <a:cubicBezTo>
                    <a:pt x="3262" y="968"/>
                    <a:pt x="3266" y="971"/>
                    <a:pt x="3268" y="960"/>
                  </a:cubicBezTo>
                  <a:cubicBezTo>
                    <a:pt x="3269" y="949"/>
                    <a:pt x="3267" y="946"/>
                    <a:pt x="3272" y="944"/>
                  </a:cubicBezTo>
                  <a:cubicBezTo>
                    <a:pt x="3277" y="942"/>
                    <a:pt x="3277" y="941"/>
                    <a:pt x="3276" y="937"/>
                  </a:cubicBezTo>
                  <a:cubicBezTo>
                    <a:pt x="3276" y="934"/>
                    <a:pt x="3268" y="934"/>
                    <a:pt x="3268" y="930"/>
                  </a:cubicBezTo>
                  <a:close/>
                  <a:moveTo>
                    <a:pt x="618" y="3478"/>
                  </a:moveTo>
                  <a:cubicBezTo>
                    <a:pt x="618" y="3467"/>
                    <a:pt x="618" y="3466"/>
                    <a:pt x="615" y="3461"/>
                  </a:cubicBezTo>
                  <a:cubicBezTo>
                    <a:pt x="611" y="3457"/>
                    <a:pt x="608" y="3458"/>
                    <a:pt x="609" y="3448"/>
                  </a:cubicBezTo>
                  <a:cubicBezTo>
                    <a:pt x="609" y="3438"/>
                    <a:pt x="610" y="3437"/>
                    <a:pt x="604" y="3431"/>
                  </a:cubicBezTo>
                  <a:cubicBezTo>
                    <a:pt x="599" y="3425"/>
                    <a:pt x="599" y="3420"/>
                    <a:pt x="596" y="3416"/>
                  </a:cubicBezTo>
                  <a:cubicBezTo>
                    <a:pt x="593" y="3413"/>
                    <a:pt x="589" y="3389"/>
                    <a:pt x="594" y="3383"/>
                  </a:cubicBezTo>
                  <a:cubicBezTo>
                    <a:pt x="599" y="3376"/>
                    <a:pt x="599" y="3368"/>
                    <a:pt x="604" y="3363"/>
                  </a:cubicBezTo>
                  <a:cubicBezTo>
                    <a:pt x="610" y="3359"/>
                    <a:pt x="609" y="3359"/>
                    <a:pt x="609" y="3353"/>
                  </a:cubicBezTo>
                  <a:cubicBezTo>
                    <a:pt x="610" y="3347"/>
                    <a:pt x="602" y="3340"/>
                    <a:pt x="590" y="3345"/>
                  </a:cubicBezTo>
                  <a:cubicBezTo>
                    <a:pt x="577" y="3351"/>
                    <a:pt x="581" y="3355"/>
                    <a:pt x="573" y="3352"/>
                  </a:cubicBezTo>
                  <a:cubicBezTo>
                    <a:pt x="566" y="3350"/>
                    <a:pt x="569" y="3344"/>
                    <a:pt x="565" y="3344"/>
                  </a:cubicBezTo>
                  <a:cubicBezTo>
                    <a:pt x="560" y="3344"/>
                    <a:pt x="544" y="3343"/>
                    <a:pt x="532" y="3343"/>
                  </a:cubicBezTo>
                  <a:cubicBezTo>
                    <a:pt x="532" y="3343"/>
                    <a:pt x="519" y="3340"/>
                    <a:pt x="517" y="3346"/>
                  </a:cubicBezTo>
                  <a:cubicBezTo>
                    <a:pt x="515" y="3351"/>
                    <a:pt x="504" y="3355"/>
                    <a:pt x="505" y="3365"/>
                  </a:cubicBezTo>
                  <a:cubicBezTo>
                    <a:pt x="506" y="3375"/>
                    <a:pt x="517" y="3383"/>
                    <a:pt x="524" y="3394"/>
                  </a:cubicBezTo>
                  <a:cubicBezTo>
                    <a:pt x="530" y="3405"/>
                    <a:pt x="533" y="3403"/>
                    <a:pt x="539" y="3415"/>
                  </a:cubicBezTo>
                  <a:cubicBezTo>
                    <a:pt x="545" y="3428"/>
                    <a:pt x="551" y="3438"/>
                    <a:pt x="558" y="3448"/>
                  </a:cubicBezTo>
                  <a:cubicBezTo>
                    <a:pt x="566" y="3458"/>
                    <a:pt x="577" y="3469"/>
                    <a:pt x="586" y="3477"/>
                  </a:cubicBezTo>
                  <a:cubicBezTo>
                    <a:pt x="595" y="3484"/>
                    <a:pt x="599" y="3493"/>
                    <a:pt x="607" y="3499"/>
                  </a:cubicBezTo>
                  <a:cubicBezTo>
                    <a:pt x="614" y="3505"/>
                    <a:pt x="623" y="3513"/>
                    <a:pt x="628" y="3518"/>
                  </a:cubicBezTo>
                  <a:cubicBezTo>
                    <a:pt x="632" y="3522"/>
                    <a:pt x="647" y="3527"/>
                    <a:pt x="634" y="3505"/>
                  </a:cubicBezTo>
                  <a:cubicBezTo>
                    <a:pt x="621" y="3483"/>
                    <a:pt x="618" y="3489"/>
                    <a:pt x="618" y="3478"/>
                  </a:cubicBezTo>
                  <a:close/>
                  <a:moveTo>
                    <a:pt x="5435" y="3489"/>
                  </a:moveTo>
                  <a:cubicBezTo>
                    <a:pt x="5423" y="3483"/>
                    <a:pt x="5421" y="3472"/>
                    <a:pt x="5430" y="3465"/>
                  </a:cubicBezTo>
                  <a:cubicBezTo>
                    <a:pt x="5438" y="3458"/>
                    <a:pt x="5435" y="3450"/>
                    <a:pt x="5435" y="3438"/>
                  </a:cubicBezTo>
                  <a:cubicBezTo>
                    <a:pt x="5435" y="3426"/>
                    <a:pt x="5441" y="3407"/>
                    <a:pt x="5431" y="3401"/>
                  </a:cubicBezTo>
                  <a:cubicBezTo>
                    <a:pt x="5421" y="3394"/>
                    <a:pt x="5396" y="3395"/>
                    <a:pt x="5396" y="3384"/>
                  </a:cubicBezTo>
                  <a:cubicBezTo>
                    <a:pt x="5396" y="3372"/>
                    <a:pt x="5397" y="3371"/>
                    <a:pt x="5405" y="3367"/>
                  </a:cubicBezTo>
                  <a:cubicBezTo>
                    <a:pt x="5413" y="3363"/>
                    <a:pt x="5413" y="3359"/>
                    <a:pt x="5403" y="3361"/>
                  </a:cubicBezTo>
                  <a:cubicBezTo>
                    <a:pt x="5393" y="3362"/>
                    <a:pt x="5392" y="3371"/>
                    <a:pt x="5379" y="3370"/>
                  </a:cubicBezTo>
                  <a:cubicBezTo>
                    <a:pt x="5366" y="3369"/>
                    <a:pt x="5364" y="3371"/>
                    <a:pt x="5359" y="3379"/>
                  </a:cubicBezTo>
                  <a:cubicBezTo>
                    <a:pt x="5353" y="3387"/>
                    <a:pt x="5340" y="3403"/>
                    <a:pt x="5336" y="3393"/>
                  </a:cubicBezTo>
                  <a:cubicBezTo>
                    <a:pt x="5333" y="3383"/>
                    <a:pt x="5339" y="3376"/>
                    <a:pt x="5344" y="3371"/>
                  </a:cubicBezTo>
                  <a:cubicBezTo>
                    <a:pt x="5350" y="3365"/>
                    <a:pt x="5358" y="3366"/>
                    <a:pt x="5354" y="3360"/>
                  </a:cubicBezTo>
                  <a:cubicBezTo>
                    <a:pt x="5349" y="3353"/>
                    <a:pt x="5349" y="3359"/>
                    <a:pt x="5345" y="3348"/>
                  </a:cubicBezTo>
                  <a:cubicBezTo>
                    <a:pt x="5341" y="3336"/>
                    <a:pt x="5328" y="3333"/>
                    <a:pt x="5316" y="3333"/>
                  </a:cubicBezTo>
                  <a:cubicBezTo>
                    <a:pt x="5303" y="3333"/>
                    <a:pt x="5291" y="3338"/>
                    <a:pt x="5278" y="3346"/>
                  </a:cubicBezTo>
                  <a:cubicBezTo>
                    <a:pt x="5266" y="3354"/>
                    <a:pt x="5248" y="3356"/>
                    <a:pt x="5233" y="3366"/>
                  </a:cubicBezTo>
                  <a:cubicBezTo>
                    <a:pt x="5219" y="3376"/>
                    <a:pt x="5220" y="3389"/>
                    <a:pt x="5210" y="3389"/>
                  </a:cubicBezTo>
                  <a:cubicBezTo>
                    <a:pt x="5200" y="3389"/>
                    <a:pt x="5182" y="3396"/>
                    <a:pt x="5177" y="3399"/>
                  </a:cubicBezTo>
                  <a:cubicBezTo>
                    <a:pt x="5172" y="3403"/>
                    <a:pt x="5158" y="3409"/>
                    <a:pt x="5158" y="3398"/>
                  </a:cubicBezTo>
                  <a:cubicBezTo>
                    <a:pt x="5158" y="3387"/>
                    <a:pt x="5164" y="3381"/>
                    <a:pt x="5177" y="3376"/>
                  </a:cubicBezTo>
                  <a:cubicBezTo>
                    <a:pt x="5191" y="3372"/>
                    <a:pt x="5200" y="3369"/>
                    <a:pt x="5204" y="3363"/>
                  </a:cubicBezTo>
                  <a:cubicBezTo>
                    <a:pt x="5208" y="3358"/>
                    <a:pt x="5214" y="3355"/>
                    <a:pt x="5226" y="3354"/>
                  </a:cubicBezTo>
                  <a:cubicBezTo>
                    <a:pt x="5238" y="3353"/>
                    <a:pt x="5257" y="3351"/>
                    <a:pt x="5263" y="3341"/>
                  </a:cubicBezTo>
                  <a:cubicBezTo>
                    <a:pt x="5270" y="3332"/>
                    <a:pt x="5289" y="3329"/>
                    <a:pt x="5291" y="3324"/>
                  </a:cubicBezTo>
                  <a:cubicBezTo>
                    <a:pt x="5292" y="3319"/>
                    <a:pt x="5297" y="3320"/>
                    <a:pt x="5310" y="3319"/>
                  </a:cubicBezTo>
                  <a:cubicBezTo>
                    <a:pt x="5323" y="3318"/>
                    <a:pt x="5330" y="3318"/>
                    <a:pt x="5333" y="3310"/>
                  </a:cubicBezTo>
                  <a:cubicBezTo>
                    <a:pt x="5336" y="3303"/>
                    <a:pt x="5338" y="3299"/>
                    <a:pt x="5323" y="3293"/>
                  </a:cubicBezTo>
                  <a:cubicBezTo>
                    <a:pt x="5308" y="3288"/>
                    <a:pt x="5307" y="3285"/>
                    <a:pt x="5306" y="3277"/>
                  </a:cubicBezTo>
                  <a:cubicBezTo>
                    <a:pt x="5304" y="3268"/>
                    <a:pt x="5292" y="3271"/>
                    <a:pt x="5288" y="3275"/>
                  </a:cubicBezTo>
                  <a:cubicBezTo>
                    <a:pt x="5285" y="3278"/>
                    <a:pt x="5257" y="3283"/>
                    <a:pt x="5250" y="3278"/>
                  </a:cubicBezTo>
                  <a:cubicBezTo>
                    <a:pt x="5244" y="3273"/>
                    <a:pt x="5249" y="3264"/>
                    <a:pt x="5238" y="3260"/>
                  </a:cubicBezTo>
                  <a:cubicBezTo>
                    <a:pt x="5228" y="3255"/>
                    <a:pt x="5229" y="3247"/>
                    <a:pt x="5228" y="3239"/>
                  </a:cubicBezTo>
                  <a:cubicBezTo>
                    <a:pt x="5228" y="3232"/>
                    <a:pt x="5217" y="3240"/>
                    <a:pt x="5211" y="3247"/>
                  </a:cubicBezTo>
                  <a:cubicBezTo>
                    <a:pt x="5205" y="3253"/>
                    <a:pt x="5203" y="3258"/>
                    <a:pt x="5195" y="3248"/>
                  </a:cubicBezTo>
                  <a:cubicBezTo>
                    <a:pt x="5186" y="3238"/>
                    <a:pt x="5185" y="3227"/>
                    <a:pt x="5172" y="3233"/>
                  </a:cubicBezTo>
                  <a:cubicBezTo>
                    <a:pt x="5160" y="3239"/>
                    <a:pt x="5148" y="3257"/>
                    <a:pt x="5148" y="3242"/>
                  </a:cubicBezTo>
                  <a:cubicBezTo>
                    <a:pt x="5148" y="3227"/>
                    <a:pt x="5143" y="3225"/>
                    <a:pt x="5148" y="3220"/>
                  </a:cubicBezTo>
                  <a:cubicBezTo>
                    <a:pt x="5153" y="3215"/>
                    <a:pt x="5155" y="3213"/>
                    <a:pt x="5148" y="3211"/>
                  </a:cubicBezTo>
                  <a:cubicBezTo>
                    <a:pt x="5141" y="3209"/>
                    <a:pt x="5138" y="3204"/>
                    <a:pt x="5146" y="3198"/>
                  </a:cubicBezTo>
                  <a:cubicBezTo>
                    <a:pt x="5154" y="3192"/>
                    <a:pt x="5147" y="3184"/>
                    <a:pt x="5138" y="3189"/>
                  </a:cubicBezTo>
                  <a:cubicBezTo>
                    <a:pt x="5129" y="3195"/>
                    <a:pt x="5132" y="3205"/>
                    <a:pt x="5119" y="3193"/>
                  </a:cubicBezTo>
                  <a:cubicBezTo>
                    <a:pt x="5105" y="3181"/>
                    <a:pt x="5106" y="3177"/>
                    <a:pt x="5109" y="3170"/>
                  </a:cubicBezTo>
                  <a:cubicBezTo>
                    <a:pt x="5113" y="3163"/>
                    <a:pt x="5111" y="3156"/>
                    <a:pt x="5102" y="3156"/>
                  </a:cubicBezTo>
                  <a:cubicBezTo>
                    <a:pt x="5093" y="3156"/>
                    <a:pt x="5092" y="3179"/>
                    <a:pt x="5081" y="3163"/>
                  </a:cubicBezTo>
                  <a:cubicBezTo>
                    <a:pt x="5069" y="3147"/>
                    <a:pt x="5066" y="3142"/>
                    <a:pt x="5055" y="3138"/>
                  </a:cubicBezTo>
                  <a:cubicBezTo>
                    <a:pt x="5044" y="3133"/>
                    <a:pt x="5038" y="3126"/>
                    <a:pt x="5045" y="3121"/>
                  </a:cubicBezTo>
                  <a:cubicBezTo>
                    <a:pt x="5053" y="3116"/>
                    <a:pt x="5070" y="3110"/>
                    <a:pt x="5069" y="3119"/>
                  </a:cubicBezTo>
                  <a:cubicBezTo>
                    <a:pt x="5068" y="3128"/>
                    <a:pt x="5076" y="3133"/>
                    <a:pt x="5083" y="3133"/>
                  </a:cubicBezTo>
                  <a:cubicBezTo>
                    <a:pt x="5090" y="3133"/>
                    <a:pt x="5086" y="3133"/>
                    <a:pt x="5083" y="3119"/>
                  </a:cubicBezTo>
                  <a:cubicBezTo>
                    <a:pt x="5081" y="3105"/>
                    <a:pt x="5078" y="3091"/>
                    <a:pt x="5081" y="3085"/>
                  </a:cubicBezTo>
                  <a:cubicBezTo>
                    <a:pt x="5083" y="3080"/>
                    <a:pt x="5083" y="3072"/>
                    <a:pt x="5071" y="3065"/>
                  </a:cubicBezTo>
                  <a:cubicBezTo>
                    <a:pt x="5060" y="3059"/>
                    <a:pt x="5059" y="3060"/>
                    <a:pt x="5059" y="3050"/>
                  </a:cubicBezTo>
                  <a:cubicBezTo>
                    <a:pt x="5059" y="3040"/>
                    <a:pt x="5041" y="3040"/>
                    <a:pt x="5044" y="3025"/>
                  </a:cubicBezTo>
                  <a:cubicBezTo>
                    <a:pt x="5047" y="3010"/>
                    <a:pt x="5049" y="3008"/>
                    <a:pt x="5040" y="3005"/>
                  </a:cubicBezTo>
                  <a:cubicBezTo>
                    <a:pt x="5032" y="3002"/>
                    <a:pt x="5033" y="3000"/>
                    <a:pt x="5026" y="2987"/>
                  </a:cubicBezTo>
                  <a:cubicBezTo>
                    <a:pt x="5020" y="2974"/>
                    <a:pt x="5010" y="2983"/>
                    <a:pt x="5007" y="2966"/>
                  </a:cubicBezTo>
                  <a:cubicBezTo>
                    <a:pt x="5003" y="2949"/>
                    <a:pt x="5006" y="2946"/>
                    <a:pt x="4995" y="2945"/>
                  </a:cubicBezTo>
                  <a:cubicBezTo>
                    <a:pt x="4983" y="2944"/>
                    <a:pt x="4978" y="2938"/>
                    <a:pt x="4979" y="2926"/>
                  </a:cubicBezTo>
                  <a:cubicBezTo>
                    <a:pt x="4980" y="2913"/>
                    <a:pt x="4983" y="2913"/>
                    <a:pt x="4974" y="2906"/>
                  </a:cubicBezTo>
                  <a:cubicBezTo>
                    <a:pt x="4965" y="2900"/>
                    <a:pt x="4968" y="2895"/>
                    <a:pt x="4960" y="2883"/>
                  </a:cubicBezTo>
                  <a:cubicBezTo>
                    <a:pt x="4952" y="2870"/>
                    <a:pt x="4946" y="2870"/>
                    <a:pt x="4938" y="2860"/>
                  </a:cubicBezTo>
                  <a:cubicBezTo>
                    <a:pt x="4930" y="2849"/>
                    <a:pt x="4926" y="2840"/>
                    <a:pt x="4920" y="2831"/>
                  </a:cubicBezTo>
                  <a:cubicBezTo>
                    <a:pt x="4914" y="2822"/>
                    <a:pt x="4915" y="2802"/>
                    <a:pt x="4903" y="2802"/>
                  </a:cubicBezTo>
                  <a:cubicBezTo>
                    <a:pt x="4891" y="2801"/>
                    <a:pt x="4885" y="2790"/>
                    <a:pt x="4886" y="2782"/>
                  </a:cubicBezTo>
                  <a:cubicBezTo>
                    <a:pt x="4888" y="2774"/>
                    <a:pt x="4894" y="2763"/>
                    <a:pt x="4884" y="2758"/>
                  </a:cubicBezTo>
                  <a:cubicBezTo>
                    <a:pt x="4874" y="2753"/>
                    <a:pt x="4864" y="2756"/>
                    <a:pt x="4857" y="2770"/>
                  </a:cubicBezTo>
                  <a:cubicBezTo>
                    <a:pt x="4850" y="2784"/>
                    <a:pt x="4840" y="2792"/>
                    <a:pt x="4840" y="2804"/>
                  </a:cubicBezTo>
                  <a:cubicBezTo>
                    <a:pt x="4840" y="2815"/>
                    <a:pt x="4838" y="2815"/>
                    <a:pt x="4830" y="2816"/>
                  </a:cubicBezTo>
                  <a:cubicBezTo>
                    <a:pt x="4821" y="2817"/>
                    <a:pt x="4825" y="2826"/>
                    <a:pt x="4818" y="2830"/>
                  </a:cubicBezTo>
                  <a:cubicBezTo>
                    <a:pt x="4810" y="2835"/>
                    <a:pt x="4805" y="2837"/>
                    <a:pt x="4818" y="2844"/>
                  </a:cubicBezTo>
                  <a:cubicBezTo>
                    <a:pt x="4832" y="2850"/>
                    <a:pt x="4832" y="2855"/>
                    <a:pt x="4822" y="2860"/>
                  </a:cubicBezTo>
                  <a:cubicBezTo>
                    <a:pt x="4812" y="2866"/>
                    <a:pt x="4798" y="2878"/>
                    <a:pt x="4806" y="2883"/>
                  </a:cubicBezTo>
                  <a:cubicBezTo>
                    <a:pt x="4814" y="2887"/>
                    <a:pt x="4815" y="2895"/>
                    <a:pt x="4805" y="2898"/>
                  </a:cubicBezTo>
                  <a:cubicBezTo>
                    <a:pt x="4795" y="2900"/>
                    <a:pt x="4798" y="2903"/>
                    <a:pt x="4791" y="2910"/>
                  </a:cubicBezTo>
                  <a:cubicBezTo>
                    <a:pt x="4785" y="2917"/>
                    <a:pt x="4781" y="2914"/>
                    <a:pt x="4768" y="2914"/>
                  </a:cubicBezTo>
                  <a:cubicBezTo>
                    <a:pt x="4755" y="2914"/>
                    <a:pt x="4753" y="2920"/>
                    <a:pt x="4750" y="2931"/>
                  </a:cubicBezTo>
                  <a:cubicBezTo>
                    <a:pt x="4747" y="2943"/>
                    <a:pt x="4743" y="2949"/>
                    <a:pt x="4730" y="2951"/>
                  </a:cubicBezTo>
                  <a:cubicBezTo>
                    <a:pt x="4717" y="2954"/>
                    <a:pt x="4711" y="2954"/>
                    <a:pt x="4704" y="2960"/>
                  </a:cubicBezTo>
                  <a:cubicBezTo>
                    <a:pt x="4696" y="2966"/>
                    <a:pt x="4689" y="2974"/>
                    <a:pt x="4681" y="2969"/>
                  </a:cubicBezTo>
                  <a:cubicBezTo>
                    <a:pt x="4673" y="2965"/>
                    <a:pt x="4675" y="2959"/>
                    <a:pt x="4671" y="2953"/>
                  </a:cubicBezTo>
                  <a:cubicBezTo>
                    <a:pt x="4666" y="2947"/>
                    <a:pt x="4664" y="2959"/>
                    <a:pt x="4661" y="2967"/>
                  </a:cubicBezTo>
                  <a:cubicBezTo>
                    <a:pt x="4657" y="2976"/>
                    <a:pt x="4652" y="2980"/>
                    <a:pt x="4643" y="2981"/>
                  </a:cubicBezTo>
                  <a:cubicBezTo>
                    <a:pt x="4633" y="2983"/>
                    <a:pt x="4628" y="2976"/>
                    <a:pt x="4640" y="2966"/>
                  </a:cubicBezTo>
                  <a:cubicBezTo>
                    <a:pt x="4651" y="2956"/>
                    <a:pt x="4657" y="2956"/>
                    <a:pt x="4653" y="2947"/>
                  </a:cubicBezTo>
                  <a:cubicBezTo>
                    <a:pt x="4648" y="2938"/>
                    <a:pt x="4640" y="2948"/>
                    <a:pt x="4640" y="2931"/>
                  </a:cubicBezTo>
                  <a:cubicBezTo>
                    <a:pt x="4640" y="2913"/>
                    <a:pt x="4639" y="2909"/>
                    <a:pt x="4626" y="2909"/>
                  </a:cubicBezTo>
                  <a:cubicBezTo>
                    <a:pt x="4613" y="2909"/>
                    <a:pt x="4588" y="2906"/>
                    <a:pt x="4580" y="2908"/>
                  </a:cubicBezTo>
                  <a:cubicBezTo>
                    <a:pt x="4572" y="2909"/>
                    <a:pt x="4564" y="2908"/>
                    <a:pt x="4559" y="2919"/>
                  </a:cubicBezTo>
                  <a:cubicBezTo>
                    <a:pt x="4554" y="2931"/>
                    <a:pt x="4547" y="2931"/>
                    <a:pt x="4538" y="2927"/>
                  </a:cubicBezTo>
                  <a:cubicBezTo>
                    <a:pt x="4529" y="2923"/>
                    <a:pt x="4514" y="2921"/>
                    <a:pt x="4528" y="2914"/>
                  </a:cubicBezTo>
                  <a:cubicBezTo>
                    <a:pt x="4542" y="2908"/>
                    <a:pt x="4542" y="2903"/>
                    <a:pt x="4552" y="2902"/>
                  </a:cubicBezTo>
                  <a:cubicBezTo>
                    <a:pt x="4562" y="2901"/>
                    <a:pt x="4567" y="2904"/>
                    <a:pt x="4567" y="2896"/>
                  </a:cubicBezTo>
                  <a:cubicBezTo>
                    <a:pt x="4567" y="2888"/>
                    <a:pt x="4590" y="2894"/>
                    <a:pt x="4583" y="2885"/>
                  </a:cubicBezTo>
                  <a:cubicBezTo>
                    <a:pt x="4576" y="2875"/>
                    <a:pt x="4578" y="2858"/>
                    <a:pt x="4568" y="2858"/>
                  </a:cubicBezTo>
                  <a:cubicBezTo>
                    <a:pt x="4559" y="2858"/>
                    <a:pt x="4552" y="2855"/>
                    <a:pt x="4552" y="2850"/>
                  </a:cubicBezTo>
                  <a:cubicBezTo>
                    <a:pt x="4552" y="2845"/>
                    <a:pt x="4570" y="2850"/>
                    <a:pt x="4567" y="2834"/>
                  </a:cubicBezTo>
                  <a:cubicBezTo>
                    <a:pt x="4565" y="2818"/>
                    <a:pt x="4557" y="2821"/>
                    <a:pt x="4557" y="2809"/>
                  </a:cubicBezTo>
                  <a:cubicBezTo>
                    <a:pt x="4557" y="2798"/>
                    <a:pt x="4571" y="2790"/>
                    <a:pt x="4560" y="2779"/>
                  </a:cubicBezTo>
                  <a:cubicBezTo>
                    <a:pt x="4548" y="2769"/>
                    <a:pt x="4543" y="2761"/>
                    <a:pt x="4549" y="2749"/>
                  </a:cubicBezTo>
                  <a:cubicBezTo>
                    <a:pt x="4555" y="2738"/>
                    <a:pt x="4566" y="2732"/>
                    <a:pt x="4571" y="2726"/>
                  </a:cubicBezTo>
                  <a:cubicBezTo>
                    <a:pt x="4576" y="2719"/>
                    <a:pt x="4581" y="2716"/>
                    <a:pt x="4570" y="2709"/>
                  </a:cubicBezTo>
                  <a:cubicBezTo>
                    <a:pt x="4560" y="2703"/>
                    <a:pt x="4553" y="2694"/>
                    <a:pt x="4547" y="2706"/>
                  </a:cubicBezTo>
                  <a:cubicBezTo>
                    <a:pt x="4542" y="2718"/>
                    <a:pt x="4538" y="2726"/>
                    <a:pt x="4529" y="2715"/>
                  </a:cubicBezTo>
                  <a:cubicBezTo>
                    <a:pt x="4521" y="2703"/>
                    <a:pt x="4510" y="2698"/>
                    <a:pt x="4498" y="2699"/>
                  </a:cubicBezTo>
                  <a:cubicBezTo>
                    <a:pt x="4486" y="2701"/>
                    <a:pt x="4487" y="2694"/>
                    <a:pt x="4471" y="2693"/>
                  </a:cubicBezTo>
                  <a:cubicBezTo>
                    <a:pt x="4454" y="2691"/>
                    <a:pt x="4432" y="2678"/>
                    <a:pt x="4431" y="2672"/>
                  </a:cubicBezTo>
                  <a:cubicBezTo>
                    <a:pt x="4429" y="2665"/>
                    <a:pt x="4422" y="2658"/>
                    <a:pt x="4424" y="2653"/>
                  </a:cubicBezTo>
                  <a:cubicBezTo>
                    <a:pt x="4426" y="2647"/>
                    <a:pt x="4435" y="2642"/>
                    <a:pt x="4427" y="2640"/>
                  </a:cubicBezTo>
                  <a:cubicBezTo>
                    <a:pt x="4419" y="2637"/>
                    <a:pt x="4416" y="2641"/>
                    <a:pt x="4409" y="2643"/>
                  </a:cubicBezTo>
                  <a:cubicBezTo>
                    <a:pt x="4403" y="2644"/>
                    <a:pt x="4398" y="2642"/>
                    <a:pt x="4396" y="2632"/>
                  </a:cubicBezTo>
                  <a:cubicBezTo>
                    <a:pt x="4394" y="2622"/>
                    <a:pt x="4393" y="2620"/>
                    <a:pt x="4384" y="2620"/>
                  </a:cubicBezTo>
                  <a:cubicBezTo>
                    <a:pt x="4375" y="2620"/>
                    <a:pt x="4365" y="2617"/>
                    <a:pt x="4365" y="2609"/>
                  </a:cubicBezTo>
                  <a:cubicBezTo>
                    <a:pt x="4365" y="2600"/>
                    <a:pt x="4357" y="2593"/>
                    <a:pt x="4350" y="2593"/>
                  </a:cubicBezTo>
                  <a:cubicBezTo>
                    <a:pt x="4343" y="2593"/>
                    <a:pt x="4340" y="2582"/>
                    <a:pt x="4328" y="2579"/>
                  </a:cubicBezTo>
                  <a:cubicBezTo>
                    <a:pt x="4316" y="2576"/>
                    <a:pt x="4325" y="2569"/>
                    <a:pt x="4311" y="2567"/>
                  </a:cubicBezTo>
                  <a:cubicBezTo>
                    <a:pt x="4297" y="2565"/>
                    <a:pt x="4298" y="2558"/>
                    <a:pt x="4288" y="2560"/>
                  </a:cubicBezTo>
                  <a:cubicBezTo>
                    <a:pt x="4278" y="2562"/>
                    <a:pt x="4278" y="2569"/>
                    <a:pt x="4267" y="2569"/>
                  </a:cubicBezTo>
                  <a:cubicBezTo>
                    <a:pt x="4256" y="2569"/>
                    <a:pt x="4264" y="2579"/>
                    <a:pt x="4252" y="2579"/>
                  </a:cubicBezTo>
                  <a:cubicBezTo>
                    <a:pt x="4240" y="2579"/>
                    <a:pt x="4244" y="2587"/>
                    <a:pt x="4231" y="2586"/>
                  </a:cubicBezTo>
                  <a:cubicBezTo>
                    <a:pt x="4219" y="2585"/>
                    <a:pt x="4208" y="2574"/>
                    <a:pt x="4198" y="2574"/>
                  </a:cubicBezTo>
                  <a:cubicBezTo>
                    <a:pt x="4187" y="2575"/>
                    <a:pt x="4175" y="2584"/>
                    <a:pt x="4167" y="2578"/>
                  </a:cubicBezTo>
                  <a:cubicBezTo>
                    <a:pt x="4159" y="2572"/>
                    <a:pt x="4145" y="2566"/>
                    <a:pt x="4137" y="2566"/>
                  </a:cubicBezTo>
                  <a:cubicBezTo>
                    <a:pt x="4130" y="2566"/>
                    <a:pt x="4129" y="2558"/>
                    <a:pt x="4118" y="2559"/>
                  </a:cubicBezTo>
                  <a:cubicBezTo>
                    <a:pt x="4107" y="2559"/>
                    <a:pt x="4109" y="2552"/>
                    <a:pt x="4092" y="2552"/>
                  </a:cubicBezTo>
                  <a:cubicBezTo>
                    <a:pt x="4074" y="2552"/>
                    <a:pt x="4046" y="2545"/>
                    <a:pt x="4039" y="2554"/>
                  </a:cubicBezTo>
                  <a:cubicBezTo>
                    <a:pt x="4031" y="2564"/>
                    <a:pt x="4030" y="2567"/>
                    <a:pt x="4019" y="2569"/>
                  </a:cubicBezTo>
                  <a:cubicBezTo>
                    <a:pt x="4008" y="2572"/>
                    <a:pt x="4009" y="2584"/>
                    <a:pt x="4011" y="2597"/>
                  </a:cubicBezTo>
                  <a:cubicBezTo>
                    <a:pt x="4012" y="2609"/>
                    <a:pt x="4012" y="2625"/>
                    <a:pt x="4019" y="2630"/>
                  </a:cubicBezTo>
                  <a:cubicBezTo>
                    <a:pt x="4025" y="2635"/>
                    <a:pt x="4023" y="2644"/>
                    <a:pt x="4031" y="2645"/>
                  </a:cubicBezTo>
                  <a:cubicBezTo>
                    <a:pt x="4039" y="2645"/>
                    <a:pt x="4046" y="2647"/>
                    <a:pt x="4046" y="2655"/>
                  </a:cubicBezTo>
                  <a:cubicBezTo>
                    <a:pt x="4046" y="2663"/>
                    <a:pt x="4034" y="2658"/>
                    <a:pt x="4036" y="2670"/>
                  </a:cubicBezTo>
                  <a:cubicBezTo>
                    <a:pt x="4038" y="2682"/>
                    <a:pt x="4039" y="2691"/>
                    <a:pt x="4031" y="2698"/>
                  </a:cubicBezTo>
                  <a:cubicBezTo>
                    <a:pt x="4023" y="2705"/>
                    <a:pt x="4019" y="2708"/>
                    <a:pt x="4019" y="2716"/>
                  </a:cubicBezTo>
                  <a:cubicBezTo>
                    <a:pt x="4019" y="2723"/>
                    <a:pt x="4025" y="2726"/>
                    <a:pt x="4030" y="2731"/>
                  </a:cubicBezTo>
                  <a:cubicBezTo>
                    <a:pt x="4035" y="2736"/>
                    <a:pt x="4041" y="2741"/>
                    <a:pt x="4041" y="2749"/>
                  </a:cubicBezTo>
                  <a:cubicBezTo>
                    <a:pt x="4041" y="2758"/>
                    <a:pt x="4036" y="2771"/>
                    <a:pt x="4045" y="2775"/>
                  </a:cubicBezTo>
                  <a:cubicBezTo>
                    <a:pt x="4054" y="2779"/>
                    <a:pt x="4056" y="2782"/>
                    <a:pt x="4056" y="2790"/>
                  </a:cubicBezTo>
                  <a:cubicBezTo>
                    <a:pt x="4057" y="2799"/>
                    <a:pt x="4059" y="2802"/>
                    <a:pt x="4064" y="2807"/>
                  </a:cubicBezTo>
                  <a:cubicBezTo>
                    <a:pt x="4070" y="2813"/>
                    <a:pt x="4061" y="2829"/>
                    <a:pt x="4046" y="2829"/>
                  </a:cubicBezTo>
                  <a:cubicBezTo>
                    <a:pt x="4031" y="2829"/>
                    <a:pt x="4048" y="2837"/>
                    <a:pt x="4036" y="2844"/>
                  </a:cubicBezTo>
                  <a:cubicBezTo>
                    <a:pt x="4024" y="2850"/>
                    <a:pt x="4028" y="2856"/>
                    <a:pt x="4031" y="2861"/>
                  </a:cubicBezTo>
                  <a:cubicBezTo>
                    <a:pt x="4035" y="2866"/>
                    <a:pt x="4036" y="2869"/>
                    <a:pt x="4024" y="2877"/>
                  </a:cubicBezTo>
                  <a:cubicBezTo>
                    <a:pt x="4012" y="2885"/>
                    <a:pt x="4008" y="2891"/>
                    <a:pt x="4001" y="2898"/>
                  </a:cubicBezTo>
                  <a:cubicBezTo>
                    <a:pt x="3994" y="2904"/>
                    <a:pt x="3986" y="2902"/>
                    <a:pt x="3985" y="2915"/>
                  </a:cubicBezTo>
                  <a:cubicBezTo>
                    <a:pt x="3983" y="2928"/>
                    <a:pt x="3974" y="2935"/>
                    <a:pt x="3989" y="2939"/>
                  </a:cubicBezTo>
                  <a:cubicBezTo>
                    <a:pt x="4004" y="2944"/>
                    <a:pt x="4034" y="2966"/>
                    <a:pt x="4044" y="2969"/>
                  </a:cubicBezTo>
                  <a:cubicBezTo>
                    <a:pt x="4055" y="2971"/>
                    <a:pt x="4085" y="2992"/>
                    <a:pt x="4091" y="3009"/>
                  </a:cubicBezTo>
                  <a:cubicBezTo>
                    <a:pt x="4097" y="3027"/>
                    <a:pt x="4114" y="3045"/>
                    <a:pt x="4116" y="3065"/>
                  </a:cubicBezTo>
                  <a:cubicBezTo>
                    <a:pt x="4118" y="3084"/>
                    <a:pt x="4119" y="3111"/>
                    <a:pt x="4118" y="3127"/>
                  </a:cubicBezTo>
                  <a:cubicBezTo>
                    <a:pt x="4117" y="3143"/>
                    <a:pt x="4120" y="3163"/>
                    <a:pt x="4108" y="3170"/>
                  </a:cubicBezTo>
                  <a:cubicBezTo>
                    <a:pt x="4096" y="3177"/>
                    <a:pt x="4084" y="3191"/>
                    <a:pt x="4073" y="3202"/>
                  </a:cubicBezTo>
                  <a:cubicBezTo>
                    <a:pt x="4062" y="3213"/>
                    <a:pt x="4046" y="3226"/>
                    <a:pt x="4036" y="3235"/>
                  </a:cubicBezTo>
                  <a:cubicBezTo>
                    <a:pt x="4025" y="3245"/>
                    <a:pt x="4004" y="3260"/>
                    <a:pt x="3989" y="3262"/>
                  </a:cubicBezTo>
                  <a:cubicBezTo>
                    <a:pt x="3974" y="3265"/>
                    <a:pt x="3968" y="3275"/>
                    <a:pt x="3963" y="3270"/>
                  </a:cubicBezTo>
                  <a:cubicBezTo>
                    <a:pt x="3958" y="3265"/>
                    <a:pt x="3950" y="3263"/>
                    <a:pt x="3946" y="3265"/>
                  </a:cubicBezTo>
                  <a:cubicBezTo>
                    <a:pt x="3942" y="3267"/>
                    <a:pt x="3942" y="3271"/>
                    <a:pt x="3928" y="3271"/>
                  </a:cubicBezTo>
                  <a:cubicBezTo>
                    <a:pt x="3915" y="3271"/>
                    <a:pt x="3909" y="3275"/>
                    <a:pt x="3914" y="3285"/>
                  </a:cubicBezTo>
                  <a:cubicBezTo>
                    <a:pt x="3919" y="3296"/>
                    <a:pt x="3921" y="3299"/>
                    <a:pt x="3926" y="3310"/>
                  </a:cubicBezTo>
                  <a:cubicBezTo>
                    <a:pt x="3931" y="3322"/>
                    <a:pt x="3938" y="3333"/>
                    <a:pt x="3946" y="3340"/>
                  </a:cubicBezTo>
                  <a:cubicBezTo>
                    <a:pt x="3955" y="3346"/>
                    <a:pt x="3956" y="3353"/>
                    <a:pt x="3956" y="3363"/>
                  </a:cubicBezTo>
                  <a:cubicBezTo>
                    <a:pt x="3956" y="3374"/>
                    <a:pt x="3953" y="3389"/>
                    <a:pt x="3958" y="3395"/>
                  </a:cubicBezTo>
                  <a:cubicBezTo>
                    <a:pt x="3962" y="3401"/>
                    <a:pt x="3961" y="3412"/>
                    <a:pt x="3962" y="3419"/>
                  </a:cubicBezTo>
                  <a:cubicBezTo>
                    <a:pt x="3963" y="3426"/>
                    <a:pt x="3973" y="3436"/>
                    <a:pt x="3971" y="3449"/>
                  </a:cubicBezTo>
                  <a:cubicBezTo>
                    <a:pt x="3969" y="3462"/>
                    <a:pt x="3969" y="3467"/>
                    <a:pt x="3978" y="3472"/>
                  </a:cubicBezTo>
                  <a:cubicBezTo>
                    <a:pt x="3986" y="3477"/>
                    <a:pt x="3985" y="3492"/>
                    <a:pt x="3990" y="3495"/>
                  </a:cubicBezTo>
                  <a:cubicBezTo>
                    <a:pt x="3995" y="3497"/>
                    <a:pt x="4006" y="3504"/>
                    <a:pt x="3998" y="3508"/>
                  </a:cubicBezTo>
                  <a:cubicBezTo>
                    <a:pt x="3990" y="3513"/>
                    <a:pt x="3974" y="3533"/>
                    <a:pt x="3968" y="3538"/>
                  </a:cubicBezTo>
                  <a:cubicBezTo>
                    <a:pt x="3963" y="3544"/>
                    <a:pt x="3966" y="3551"/>
                    <a:pt x="3973" y="3558"/>
                  </a:cubicBezTo>
                  <a:cubicBezTo>
                    <a:pt x="3979" y="3564"/>
                    <a:pt x="3983" y="3573"/>
                    <a:pt x="3979" y="3576"/>
                  </a:cubicBezTo>
                  <a:cubicBezTo>
                    <a:pt x="3975" y="3579"/>
                    <a:pt x="3968" y="3580"/>
                    <a:pt x="3960" y="3571"/>
                  </a:cubicBezTo>
                  <a:cubicBezTo>
                    <a:pt x="3952" y="3561"/>
                    <a:pt x="3945" y="3555"/>
                    <a:pt x="3935" y="3560"/>
                  </a:cubicBezTo>
                  <a:cubicBezTo>
                    <a:pt x="3925" y="3565"/>
                    <a:pt x="3916" y="3577"/>
                    <a:pt x="3917" y="3585"/>
                  </a:cubicBezTo>
                  <a:cubicBezTo>
                    <a:pt x="3917" y="3593"/>
                    <a:pt x="3919" y="3599"/>
                    <a:pt x="3925" y="3604"/>
                  </a:cubicBezTo>
                  <a:cubicBezTo>
                    <a:pt x="3932" y="3609"/>
                    <a:pt x="3940" y="3619"/>
                    <a:pt x="3935" y="3620"/>
                  </a:cubicBezTo>
                  <a:cubicBezTo>
                    <a:pt x="3930" y="3621"/>
                    <a:pt x="3930" y="3620"/>
                    <a:pt x="3921" y="3612"/>
                  </a:cubicBezTo>
                  <a:cubicBezTo>
                    <a:pt x="3912" y="3604"/>
                    <a:pt x="3909" y="3591"/>
                    <a:pt x="3899" y="3589"/>
                  </a:cubicBezTo>
                  <a:cubicBezTo>
                    <a:pt x="3889" y="3586"/>
                    <a:pt x="3878" y="3582"/>
                    <a:pt x="3872" y="3585"/>
                  </a:cubicBezTo>
                  <a:cubicBezTo>
                    <a:pt x="3867" y="3588"/>
                    <a:pt x="3854" y="3594"/>
                    <a:pt x="3849" y="3602"/>
                  </a:cubicBezTo>
                  <a:cubicBezTo>
                    <a:pt x="3844" y="3610"/>
                    <a:pt x="3829" y="3611"/>
                    <a:pt x="3831" y="3605"/>
                  </a:cubicBezTo>
                  <a:cubicBezTo>
                    <a:pt x="3832" y="3599"/>
                    <a:pt x="3848" y="3594"/>
                    <a:pt x="3851" y="3586"/>
                  </a:cubicBezTo>
                  <a:cubicBezTo>
                    <a:pt x="3854" y="3577"/>
                    <a:pt x="3867" y="3580"/>
                    <a:pt x="3867" y="3569"/>
                  </a:cubicBezTo>
                  <a:cubicBezTo>
                    <a:pt x="3866" y="3558"/>
                    <a:pt x="3859" y="3552"/>
                    <a:pt x="3854" y="3546"/>
                  </a:cubicBezTo>
                  <a:cubicBezTo>
                    <a:pt x="3848" y="3539"/>
                    <a:pt x="3837" y="3530"/>
                    <a:pt x="3831" y="3523"/>
                  </a:cubicBezTo>
                  <a:cubicBezTo>
                    <a:pt x="3826" y="3517"/>
                    <a:pt x="3817" y="3509"/>
                    <a:pt x="3806" y="3509"/>
                  </a:cubicBezTo>
                  <a:cubicBezTo>
                    <a:pt x="3796" y="3509"/>
                    <a:pt x="3782" y="3513"/>
                    <a:pt x="3785" y="3508"/>
                  </a:cubicBezTo>
                  <a:cubicBezTo>
                    <a:pt x="3788" y="3502"/>
                    <a:pt x="3801" y="3498"/>
                    <a:pt x="3800" y="3488"/>
                  </a:cubicBezTo>
                  <a:cubicBezTo>
                    <a:pt x="3799" y="3478"/>
                    <a:pt x="3789" y="3481"/>
                    <a:pt x="3781" y="3473"/>
                  </a:cubicBezTo>
                  <a:cubicBezTo>
                    <a:pt x="3773" y="3465"/>
                    <a:pt x="3768" y="3452"/>
                    <a:pt x="3761" y="3447"/>
                  </a:cubicBezTo>
                  <a:cubicBezTo>
                    <a:pt x="3753" y="3442"/>
                    <a:pt x="3750" y="3437"/>
                    <a:pt x="3750" y="3429"/>
                  </a:cubicBezTo>
                  <a:cubicBezTo>
                    <a:pt x="3750" y="3422"/>
                    <a:pt x="3763" y="3423"/>
                    <a:pt x="3760" y="3405"/>
                  </a:cubicBezTo>
                  <a:cubicBezTo>
                    <a:pt x="3757" y="3387"/>
                    <a:pt x="3763" y="3358"/>
                    <a:pt x="3758" y="3348"/>
                  </a:cubicBezTo>
                  <a:cubicBezTo>
                    <a:pt x="3752" y="3337"/>
                    <a:pt x="3741" y="3336"/>
                    <a:pt x="3742" y="3325"/>
                  </a:cubicBezTo>
                  <a:cubicBezTo>
                    <a:pt x="3743" y="3313"/>
                    <a:pt x="3745" y="3315"/>
                    <a:pt x="3750" y="3301"/>
                  </a:cubicBezTo>
                  <a:cubicBezTo>
                    <a:pt x="3755" y="3287"/>
                    <a:pt x="3761" y="3291"/>
                    <a:pt x="3763" y="3282"/>
                  </a:cubicBezTo>
                  <a:cubicBezTo>
                    <a:pt x="3764" y="3272"/>
                    <a:pt x="3755" y="3275"/>
                    <a:pt x="3755" y="3265"/>
                  </a:cubicBezTo>
                  <a:cubicBezTo>
                    <a:pt x="3755" y="3254"/>
                    <a:pt x="3754" y="3245"/>
                    <a:pt x="3741" y="3246"/>
                  </a:cubicBezTo>
                  <a:cubicBezTo>
                    <a:pt x="3728" y="3247"/>
                    <a:pt x="3699" y="3252"/>
                    <a:pt x="3696" y="3245"/>
                  </a:cubicBezTo>
                  <a:cubicBezTo>
                    <a:pt x="3693" y="3237"/>
                    <a:pt x="3677" y="3237"/>
                    <a:pt x="3667" y="3237"/>
                  </a:cubicBezTo>
                  <a:cubicBezTo>
                    <a:pt x="3657" y="3237"/>
                    <a:pt x="3652" y="3229"/>
                    <a:pt x="3639" y="3230"/>
                  </a:cubicBezTo>
                  <a:cubicBezTo>
                    <a:pt x="3626" y="3231"/>
                    <a:pt x="3624" y="3235"/>
                    <a:pt x="3609" y="3237"/>
                  </a:cubicBezTo>
                  <a:cubicBezTo>
                    <a:pt x="3594" y="3239"/>
                    <a:pt x="3577" y="3232"/>
                    <a:pt x="3571" y="3240"/>
                  </a:cubicBezTo>
                  <a:cubicBezTo>
                    <a:pt x="3566" y="3248"/>
                    <a:pt x="3563" y="3256"/>
                    <a:pt x="3558" y="3262"/>
                  </a:cubicBezTo>
                  <a:cubicBezTo>
                    <a:pt x="3553" y="3269"/>
                    <a:pt x="3546" y="3269"/>
                    <a:pt x="3549" y="3258"/>
                  </a:cubicBezTo>
                  <a:cubicBezTo>
                    <a:pt x="3553" y="3247"/>
                    <a:pt x="3564" y="3245"/>
                    <a:pt x="3563" y="3234"/>
                  </a:cubicBezTo>
                  <a:cubicBezTo>
                    <a:pt x="3563" y="3224"/>
                    <a:pt x="3559" y="3229"/>
                    <a:pt x="3543" y="3217"/>
                  </a:cubicBezTo>
                  <a:cubicBezTo>
                    <a:pt x="3528" y="3205"/>
                    <a:pt x="3541" y="3209"/>
                    <a:pt x="3521" y="3203"/>
                  </a:cubicBezTo>
                  <a:cubicBezTo>
                    <a:pt x="3501" y="3197"/>
                    <a:pt x="3500" y="3189"/>
                    <a:pt x="3482" y="3187"/>
                  </a:cubicBezTo>
                  <a:cubicBezTo>
                    <a:pt x="3465" y="3186"/>
                    <a:pt x="3477" y="3179"/>
                    <a:pt x="3455" y="3179"/>
                  </a:cubicBezTo>
                  <a:cubicBezTo>
                    <a:pt x="3434" y="3179"/>
                    <a:pt x="3435" y="3168"/>
                    <a:pt x="3419" y="3169"/>
                  </a:cubicBezTo>
                  <a:cubicBezTo>
                    <a:pt x="3404" y="3169"/>
                    <a:pt x="3411" y="3153"/>
                    <a:pt x="3400" y="3143"/>
                  </a:cubicBezTo>
                  <a:cubicBezTo>
                    <a:pt x="3389" y="3132"/>
                    <a:pt x="3374" y="3124"/>
                    <a:pt x="3356" y="3114"/>
                  </a:cubicBezTo>
                  <a:cubicBezTo>
                    <a:pt x="3339" y="3104"/>
                    <a:pt x="3324" y="3086"/>
                    <a:pt x="3305" y="3086"/>
                  </a:cubicBezTo>
                  <a:cubicBezTo>
                    <a:pt x="3285" y="3086"/>
                    <a:pt x="3285" y="3091"/>
                    <a:pt x="3269" y="3083"/>
                  </a:cubicBezTo>
                  <a:cubicBezTo>
                    <a:pt x="3252" y="3074"/>
                    <a:pt x="3254" y="3080"/>
                    <a:pt x="3239" y="3069"/>
                  </a:cubicBezTo>
                  <a:cubicBezTo>
                    <a:pt x="3225" y="3058"/>
                    <a:pt x="3217" y="3051"/>
                    <a:pt x="3201" y="3055"/>
                  </a:cubicBezTo>
                  <a:cubicBezTo>
                    <a:pt x="3185" y="3058"/>
                    <a:pt x="3181" y="3063"/>
                    <a:pt x="3166" y="3067"/>
                  </a:cubicBezTo>
                  <a:cubicBezTo>
                    <a:pt x="3152" y="3070"/>
                    <a:pt x="3143" y="3070"/>
                    <a:pt x="3136" y="3078"/>
                  </a:cubicBezTo>
                  <a:cubicBezTo>
                    <a:pt x="3128" y="3085"/>
                    <a:pt x="3118" y="3084"/>
                    <a:pt x="3107" y="3082"/>
                  </a:cubicBezTo>
                  <a:cubicBezTo>
                    <a:pt x="3096" y="3080"/>
                    <a:pt x="3098" y="3075"/>
                    <a:pt x="3100" y="3061"/>
                  </a:cubicBezTo>
                  <a:cubicBezTo>
                    <a:pt x="3101" y="3047"/>
                    <a:pt x="3108" y="3038"/>
                    <a:pt x="3098" y="3028"/>
                  </a:cubicBezTo>
                  <a:cubicBezTo>
                    <a:pt x="3088" y="3018"/>
                    <a:pt x="3091" y="3013"/>
                    <a:pt x="3082" y="2994"/>
                  </a:cubicBezTo>
                  <a:cubicBezTo>
                    <a:pt x="3073" y="2974"/>
                    <a:pt x="3065" y="2954"/>
                    <a:pt x="3062" y="2943"/>
                  </a:cubicBezTo>
                  <a:cubicBezTo>
                    <a:pt x="3059" y="2932"/>
                    <a:pt x="3060" y="2918"/>
                    <a:pt x="3048" y="2918"/>
                  </a:cubicBezTo>
                  <a:cubicBezTo>
                    <a:pt x="3036" y="2918"/>
                    <a:pt x="3015" y="2918"/>
                    <a:pt x="3003" y="2919"/>
                  </a:cubicBezTo>
                  <a:cubicBezTo>
                    <a:pt x="2991" y="2920"/>
                    <a:pt x="2982" y="2928"/>
                    <a:pt x="2978" y="2919"/>
                  </a:cubicBezTo>
                  <a:cubicBezTo>
                    <a:pt x="2974" y="2911"/>
                    <a:pt x="2966" y="2903"/>
                    <a:pt x="2961" y="2900"/>
                  </a:cubicBezTo>
                  <a:cubicBezTo>
                    <a:pt x="2957" y="2897"/>
                    <a:pt x="2949" y="2889"/>
                    <a:pt x="2954" y="2880"/>
                  </a:cubicBezTo>
                  <a:cubicBezTo>
                    <a:pt x="2959" y="2870"/>
                    <a:pt x="2961" y="2865"/>
                    <a:pt x="2957" y="2858"/>
                  </a:cubicBezTo>
                  <a:cubicBezTo>
                    <a:pt x="2953" y="2850"/>
                    <a:pt x="2949" y="2843"/>
                    <a:pt x="2951" y="2822"/>
                  </a:cubicBezTo>
                  <a:cubicBezTo>
                    <a:pt x="2953" y="2802"/>
                    <a:pt x="2956" y="2800"/>
                    <a:pt x="2958" y="2780"/>
                  </a:cubicBezTo>
                  <a:cubicBezTo>
                    <a:pt x="2959" y="2760"/>
                    <a:pt x="2967" y="2765"/>
                    <a:pt x="2975" y="2748"/>
                  </a:cubicBezTo>
                  <a:cubicBezTo>
                    <a:pt x="2983" y="2731"/>
                    <a:pt x="3006" y="2705"/>
                    <a:pt x="3008" y="2685"/>
                  </a:cubicBezTo>
                  <a:cubicBezTo>
                    <a:pt x="3010" y="2665"/>
                    <a:pt x="3014" y="2656"/>
                    <a:pt x="3025" y="2649"/>
                  </a:cubicBezTo>
                  <a:cubicBezTo>
                    <a:pt x="3037" y="2642"/>
                    <a:pt x="3058" y="2645"/>
                    <a:pt x="3053" y="2630"/>
                  </a:cubicBezTo>
                  <a:cubicBezTo>
                    <a:pt x="3048" y="2616"/>
                    <a:pt x="3039" y="2611"/>
                    <a:pt x="3050" y="2607"/>
                  </a:cubicBezTo>
                  <a:cubicBezTo>
                    <a:pt x="3060" y="2604"/>
                    <a:pt x="3073" y="2611"/>
                    <a:pt x="3076" y="2599"/>
                  </a:cubicBezTo>
                  <a:cubicBezTo>
                    <a:pt x="3080" y="2587"/>
                    <a:pt x="3077" y="2582"/>
                    <a:pt x="3083" y="2589"/>
                  </a:cubicBezTo>
                  <a:cubicBezTo>
                    <a:pt x="3090" y="2595"/>
                    <a:pt x="3103" y="2599"/>
                    <a:pt x="3098" y="2587"/>
                  </a:cubicBezTo>
                  <a:cubicBezTo>
                    <a:pt x="3093" y="2574"/>
                    <a:pt x="3090" y="2565"/>
                    <a:pt x="3094" y="2560"/>
                  </a:cubicBezTo>
                  <a:cubicBezTo>
                    <a:pt x="3098" y="2555"/>
                    <a:pt x="3098" y="2554"/>
                    <a:pt x="3108" y="2557"/>
                  </a:cubicBezTo>
                  <a:cubicBezTo>
                    <a:pt x="3118" y="2559"/>
                    <a:pt x="3129" y="2562"/>
                    <a:pt x="3131" y="2555"/>
                  </a:cubicBezTo>
                  <a:cubicBezTo>
                    <a:pt x="3132" y="2549"/>
                    <a:pt x="3138" y="2549"/>
                    <a:pt x="3122" y="2544"/>
                  </a:cubicBezTo>
                  <a:cubicBezTo>
                    <a:pt x="3105" y="2539"/>
                    <a:pt x="3104" y="2536"/>
                    <a:pt x="3109" y="2529"/>
                  </a:cubicBezTo>
                  <a:cubicBezTo>
                    <a:pt x="3114" y="2522"/>
                    <a:pt x="3129" y="2524"/>
                    <a:pt x="3143" y="2529"/>
                  </a:cubicBezTo>
                  <a:cubicBezTo>
                    <a:pt x="3158" y="2534"/>
                    <a:pt x="3169" y="2541"/>
                    <a:pt x="3174" y="2535"/>
                  </a:cubicBezTo>
                  <a:cubicBezTo>
                    <a:pt x="3179" y="2529"/>
                    <a:pt x="3187" y="2524"/>
                    <a:pt x="3197" y="2523"/>
                  </a:cubicBezTo>
                  <a:cubicBezTo>
                    <a:pt x="3207" y="2521"/>
                    <a:pt x="3213" y="2524"/>
                    <a:pt x="3213" y="2508"/>
                  </a:cubicBezTo>
                  <a:cubicBezTo>
                    <a:pt x="3213" y="2493"/>
                    <a:pt x="3236" y="2486"/>
                    <a:pt x="3212" y="2479"/>
                  </a:cubicBezTo>
                  <a:cubicBezTo>
                    <a:pt x="3189" y="2473"/>
                    <a:pt x="3189" y="2473"/>
                    <a:pt x="3171" y="2460"/>
                  </a:cubicBezTo>
                  <a:cubicBezTo>
                    <a:pt x="3152" y="2448"/>
                    <a:pt x="3154" y="2447"/>
                    <a:pt x="3141" y="2448"/>
                  </a:cubicBezTo>
                  <a:cubicBezTo>
                    <a:pt x="3127" y="2448"/>
                    <a:pt x="3113" y="2455"/>
                    <a:pt x="3105" y="2443"/>
                  </a:cubicBezTo>
                  <a:cubicBezTo>
                    <a:pt x="3096" y="2432"/>
                    <a:pt x="3105" y="2423"/>
                    <a:pt x="3079" y="2430"/>
                  </a:cubicBezTo>
                  <a:cubicBezTo>
                    <a:pt x="3053" y="2436"/>
                    <a:pt x="3027" y="2435"/>
                    <a:pt x="3022" y="2423"/>
                  </a:cubicBezTo>
                  <a:cubicBezTo>
                    <a:pt x="3017" y="2411"/>
                    <a:pt x="3019" y="2400"/>
                    <a:pt x="3032" y="2404"/>
                  </a:cubicBezTo>
                  <a:cubicBezTo>
                    <a:pt x="3046" y="2407"/>
                    <a:pt x="3057" y="2418"/>
                    <a:pt x="3069" y="2416"/>
                  </a:cubicBezTo>
                  <a:cubicBezTo>
                    <a:pt x="3080" y="2414"/>
                    <a:pt x="3100" y="2415"/>
                    <a:pt x="3105" y="2425"/>
                  </a:cubicBezTo>
                  <a:cubicBezTo>
                    <a:pt x="3109" y="2434"/>
                    <a:pt x="3110" y="2436"/>
                    <a:pt x="3123" y="2436"/>
                  </a:cubicBezTo>
                  <a:cubicBezTo>
                    <a:pt x="3135" y="2436"/>
                    <a:pt x="3154" y="2430"/>
                    <a:pt x="3166" y="2436"/>
                  </a:cubicBezTo>
                  <a:cubicBezTo>
                    <a:pt x="3177" y="2443"/>
                    <a:pt x="3203" y="2460"/>
                    <a:pt x="3209" y="2455"/>
                  </a:cubicBezTo>
                  <a:cubicBezTo>
                    <a:pt x="3216" y="2450"/>
                    <a:pt x="3225" y="2446"/>
                    <a:pt x="3235" y="2445"/>
                  </a:cubicBezTo>
                  <a:cubicBezTo>
                    <a:pt x="3245" y="2445"/>
                    <a:pt x="3259" y="2444"/>
                    <a:pt x="3256" y="2428"/>
                  </a:cubicBezTo>
                  <a:cubicBezTo>
                    <a:pt x="3253" y="2412"/>
                    <a:pt x="3257" y="2399"/>
                    <a:pt x="3267" y="2398"/>
                  </a:cubicBezTo>
                  <a:cubicBezTo>
                    <a:pt x="3278" y="2397"/>
                    <a:pt x="3282" y="2405"/>
                    <a:pt x="3285" y="2411"/>
                  </a:cubicBezTo>
                  <a:cubicBezTo>
                    <a:pt x="3288" y="2417"/>
                    <a:pt x="3295" y="2421"/>
                    <a:pt x="3300" y="2415"/>
                  </a:cubicBezTo>
                  <a:cubicBezTo>
                    <a:pt x="3306" y="2410"/>
                    <a:pt x="3313" y="2410"/>
                    <a:pt x="3328" y="2411"/>
                  </a:cubicBezTo>
                  <a:cubicBezTo>
                    <a:pt x="3343" y="2412"/>
                    <a:pt x="3387" y="2399"/>
                    <a:pt x="3390" y="2385"/>
                  </a:cubicBezTo>
                  <a:cubicBezTo>
                    <a:pt x="3393" y="2370"/>
                    <a:pt x="3400" y="2361"/>
                    <a:pt x="3417" y="2345"/>
                  </a:cubicBezTo>
                  <a:cubicBezTo>
                    <a:pt x="3433" y="2329"/>
                    <a:pt x="3437" y="2324"/>
                    <a:pt x="3442" y="2314"/>
                  </a:cubicBezTo>
                  <a:cubicBezTo>
                    <a:pt x="3447" y="2303"/>
                    <a:pt x="3457" y="2287"/>
                    <a:pt x="3441" y="2284"/>
                  </a:cubicBezTo>
                  <a:cubicBezTo>
                    <a:pt x="3424" y="2281"/>
                    <a:pt x="3419" y="2275"/>
                    <a:pt x="3399" y="2278"/>
                  </a:cubicBezTo>
                  <a:cubicBezTo>
                    <a:pt x="3379" y="2282"/>
                    <a:pt x="3369" y="2273"/>
                    <a:pt x="3348" y="2273"/>
                  </a:cubicBezTo>
                  <a:cubicBezTo>
                    <a:pt x="3328" y="2273"/>
                    <a:pt x="3309" y="2269"/>
                    <a:pt x="3298" y="2259"/>
                  </a:cubicBezTo>
                  <a:cubicBezTo>
                    <a:pt x="3288" y="2249"/>
                    <a:pt x="3282" y="2233"/>
                    <a:pt x="3270" y="2228"/>
                  </a:cubicBezTo>
                  <a:cubicBezTo>
                    <a:pt x="3257" y="2223"/>
                    <a:pt x="3245" y="2222"/>
                    <a:pt x="3260" y="2213"/>
                  </a:cubicBezTo>
                  <a:cubicBezTo>
                    <a:pt x="3275" y="2205"/>
                    <a:pt x="3277" y="2206"/>
                    <a:pt x="3285" y="2212"/>
                  </a:cubicBezTo>
                  <a:cubicBezTo>
                    <a:pt x="3293" y="2218"/>
                    <a:pt x="3295" y="2225"/>
                    <a:pt x="3304" y="2228"/>
                  </a:cubicBezTo>
                  <a:cubicBezTo>
                    <a:pt x="3313" y="2230"/>
                    <a:pt x="3336" y="2235"/>
                    <a:pt x="3348" y="2244"/>
                  </a:cubicBezTo>
                  <a:cubicBezTo>
                    <a:pt x="3359" y="2253"/>
                    <a:pt x="3368" y="2263"/>
                    <a:pt x="3384" y="2267"/>
                  </a:cubicBezTo>
                  <a:cubicBezTo>
                    <a:pt x="3401" y="2271"/>
                    <a:pt x="3429" y="2276"/>
                    <a:pt x="3438" y="2264"/>
                  </a:cubicBezTo>
                  <a:cubicBezTo>
                    <a:pt x="3447" y="2252"/>
                    <a:pt x="3466" y="2241"/>
                    <a:pt x="3476" y="2239"/>
                  </a:cubicBezTo>
                  <a:cubicBezTo>
                    <a:pt x="3486" y="2237"/>
                    <a:pt x="3487" y="2218"/>
                    <a:pt x="3498" y="2209"/>
                  </a:cubicBezTo>
                  <a:cubicBezTo>
                    <a:pt x="3510" y="2200"/>
                    <a:pt x="3516" y="2196"/>
                    <a:pt x="3515" y="2188"/>
                  </a:cubicBezTo>
                  <a:cubicBezTo>
                    <a:pt x="3513" y="2180"/>
                    <a:pt x="3507" y="2182"/>
                    <a:pt x="3505" y="2177"/>
                  </a:cubicBezTo>
                  <a:cubicBezTo>
                    <a:pt x="3503" y="2172"/>
                    <a:pt x="3494" y="2168"/>
                    <a:pt x="3487" y="2166"/>
                  </a:cubicBezTo>
                  <a:cubicBezTo>
                    <a:pt x="3480" y="2164"/>
                    <a:pt x="3468" y="2158"/>
                    <a:pt x="3475" y="2151"/>
                  </a:cubicBezTo>
                  <a:cubicBezTo>
                    <a:pt x="3481" y="2144"/>
                    <a:pt x="3492" y="2152"/>
                    <a:pt x="3505" y="2150"/>
                  </a:cubicBezTo>
                  <a:cubicBezTo>
                    <a:pt x="3519" y="2149"/>
                    <a:pt x="3544" y="2139"/>
                    <a:pt x="3550" y="2151"/>
                  </a:cubicBezTo>
                  <a:cubicBezTo>
                    <a:pt x="3556" y="2163"/>
                    <a:pt x="3564" y="2177"/>
                    <a:pt x="3578" y="2177"/>
                  </a:cubicBezTo>
                  <a:cubicBezTo>
                    <a:pt x="3591" y="2178"/>
                    <a:pt x="3602" y="2182"/>
                    <a:pt x="3609" y="2194"/>
                  </a:cubicBezTo>
                  <a:cubicBezTo>
                    <a:pt x="3615" y="2205"/>
                    <a:pt x="3627" y="2212"/>
                    <a:pt x="3634" y="2224"/>
                  </a:cubicBezTo>
                  <a:cubicBezTo>
                    <a:pt x="3642" y="2236"/>
                    <a:pt x="3649" y="2230"/>
                    <a:pt x="3661" y="2230"/>
                  </a:cubicBezTo>
                  <a:cubicBezTo>
                    <a:pt x="3672" y="2230"/>
                    <a:pt x="3681" y="2230"/>
                    <a:pt x="3680" y="2224"/>
                  </a:cubicBezTo>
                  <a:cubicBezTo>
                    <a:pt x="3680" y="2218"/>
                    <a:pt x="3680" y="2213"/>
                    <a:pt x="3671" y="2213"/>
                  </a:cubicBezTo>
                  <a:cubicBezTo>
                    <a:pt x="3662" y="2213"/>
                    <a:pt x="3659" y="2205"/>
                    <a:pt x="3647" y="2199"/>
                  </a:cubicBezTo>
                  <a:cubicBezTo>
                    <a:pt x="3636" y="2193"/>
                    <a:pt x="3637" y="2195"/>
                    <a:pt x="3626" y="2190"/>
                  </a:cubicBezTo>
                  <a:cubicBezTo>
                    <a:pt x="3614" y="2185"/>
                    <a:pt x="3605" y="2170"/>
                    <a:pt x="3612" y="2170"/>
                  </a:cubicBezTo>
                  <a:cubicBezTo>
                    <a:pt x="3619" y="2170"/>
                    <a:pt x="3629" y="2168"/>
                    <a:pt x="3632" y="2174"/>
                  </a:cubicBezTo>
                  <a:cubicBezTo>
                    <a:pt x="3635" y="2180"/>
                    <a:pt x="3654" y="2186"/>
                    <a:pt x="3654" y="2180"/>
                  </a:cubicBezTo>
                  <a:cubicBezTo>
                    <a:pt x="3654" y="2173"/>
                    <a:pt x="3659" y="2161"/>
                    <a:pt x="3647" y="2153"/>
                  </a:cubicBezTo>
                  <a:cubicBezTo>
                    <a:pt x="3634" y="2145"/>
                    <a:pt x="3629" y="2127"/>
                    <a:pt x="3619" y="2124"/>
                  </a:cubicBezTo>
                  <a:cubicBezTo>
                    <a:pt x="3610" y="2120"/>
                    <a:pt x="3603" y="2113"/>
                    <a:pt x="3594" y="2113"/>
                  </a:cubicBezTo>
                  <a:cubicBezTo>
                    <a:pt x="3586" y="2113"/>
                    <a:pt x="3572" y="2104"/>
                    <a:pt x="3580" y="2099"/>
                  </a:cubicBezTo>
                  <a:cubicBezTo>
                    <a:pt x="3588" y="2094"/>
                    <a:pt x="3606" y="2091"/>
                    <a:pt x="3614" y="2104"/>
                  </a:cubicBezTo>
                  <a:cubicBezTo>
                    <a:pt x="3623" y="2117"/>
                    <a:pt x="3635" y="2130"/>
                    <a:pt x="3648" y="2134"/>
                  </a:cubicBezTo>
                  <a:cubicBezTo>
                    <a:pt x="3661" y="2137"/>
                    <a:pt x="3661" y="2156"/>
                    <a:pt x="3670" y="2160"/>
                  </a:cubicBezTo>
                  <a:cubicBezTo>
                    <a:pt x="3680" y="2164"/>
                    <a:pt x="3684" y="2167"/>
                    <a:pt x="3691" y="2159"/>
                  </a:cubicBezTo>
                  <a:cubicBezTo>
                    <a:pt x="3698" y="2152"/>
                    <a:pt x="3717" y="2146"/>
                    <a:pt x="3724" y="2144"/>
                  </a:cubicBezTo>
                  <a:cubicBezTo>
                    <a:pt x="3731" y="2143"/>
                    <a:pt x="3735" y="2129"/>
                    <a:pt x="3748" y="2128"/>
                  </a:cubicBezTo>
                  <a:cubicBezTo>
                    <a:pt x="3761" y="2127"/>
                    <a:pt x="3761" y="2127"/>
                    <a:pt x="3766" y="2114"/>
                  </a:cubicBezTo>
                  <a:cubicBezTo>
                    <a:pt x="3771" y="2100"/>
                    <a:pt x="3784" y="2099"/>
                    <a:pt x="3794" y="2096"/>
                  </a:cubicBezTo>
                  <a:cubicBezTo>
                    <a:pt x="3804" y="2093"/>
                    <a:pt x="3810" y="2083"/>
                    <a:pt x="3811" y="2073"/>
                  </a:cubicBezTo>
                  <a:cubicBezTo>
                    <a:pt x="3811" y="2063"/>
                    <a:pt x="3814" y="2033"/>
                    <a:pt x="3805" y="2028"/>
                  </a:cubicBezTo>
                  <a:cubicBezTo>
                    <a:pt x="3796" y="2023"/>
                    <a:pt x="3786" y="2020"/>
                    <a:pt x="3780" y="2009"/>
                  </a:cubicBezTo>
                  <a:cubicBezTo>
                    <a:pt x="3774" y="1998"/>
                    <a:pt x="3760" y="2004"/>
                    <a:pt x="3759" y="1988"/>
                  </a:cubicBezTo>
                  <a:cubicBezTo>
                    <a:pt x="3758" y="1972"/>
                    <a:pt x="3762" y="1972"/>
                    <a:pt x="3753" y="1964"/>
                  </a:cubicBezTo>
                  <a:cubicBezTo>
                    <a:pt x="3743" y="1956"/>
                    <a:pt x="3734" y="1955"/>
                    <a:pt x="3734" y="1944"/>
                  </a:cubicBezTo>
                  <a:cubicBezTo>
                    <a:pt x="3734" y="1934"/>
                    <a:pt x="3736" y="1932"/>
                    <a:pt x="3746" y="1934"/>
                  </a:cubicBezTo>
                  <a:cubicBezTo>
                    <a:pt x="3756" y="1937"/>
                    <a:pt x="3766" y="1955"/>
                    <a:pt x="3771" y="1944"/>
                  </a:cubicBezTo>
                  <a:cubicBezTo>
                    <a:pt x="3777" y="1934"/>
                    <a:pt x="3775" y="1931"/>
                    <a:pt x="3786" y="1930"/>
                  </a:cubicBezTo>
                  <a:cubicBezTo>
                    <a:pt x="3798" y="1929"/>
                    <a:pt x="3806" y="1930"/>
                    <a:pt x="3807" y="1921"/>
                  </a:cubicBezTo>
                  <a:cubicBezTo>
                    <a:pt x="3809" y="1912"/>
                    <a:pt x="3814" y="1895"/>
                    <a:pt x="3809" y="1894"/>
                  </a:cubicBezTo>
                  <a:cubicBezTo>
                    <a:pt x="3803" y="1894"/>
                    <a:pt x="3790" y="1897"/>
                    <a:pt x="3790" y="1885"/>
                  </a:cubicBezTo>
                  <a:cubicBezTo>
                    <a:pt x="3790" y="1873"/>
                    <a:pt x="3795" y="1878"/>
                    <a:pt x="3804" y="1871"/>
                  </a:cubicBezTo>
                  <a:cubicBezTo>
                    <a:pt x="3812" y="1865"/>
                    <a:pt x="3816" y="1854"/>
                    <a:pt x="3806" y="1851"/>
                  </a:cubicBezTo>
                  <a:cubicBezTo>
                    <a:pt x="3795" y="1848"/>
                    <a:pt x="3796" y="1843"/>
                    <a:pt x="3785" y="1843"/>
                  </a:cubicBezTo>
                  <a:cubicBezTo>
                    <a:pt x="3773" y="1844"/>
                    <a:pt x="3756" y="1851"/>
                    <a:pt x="3752" y="1843"/>
                  </a:cubicBezTo>
                  <a:cubicBezTo>
                    <a:pt x="3748" y="1834"/>
                    <a:pt x="3738" y="1823"/>
                    <a:pt x="3725" y="1815"/>
                  </a:cubicBezTo>
                  <a:cubicBezTo>
                    <a:pt x="3712" y="1808"/>
                    <a:pt x="3733" y="1806"/>
                    <a:pt x="3743" y="1806"/>
                  </a:cubicBezTo>
                  <a:cubicBezTo>
                    <a:pt x="3753" y="1806"/>
                    <a:pt x="3748" y="1800"/>
                    <a:pt x="3740" y="1799"/>
                  </a:cubicBezTo>
                  <a:cubicBezTo>
                    <a:pt x="3733" y="1798"/>
                    <a:pt x="3735" y="1790"/>
                    <a:pt x="3720" y="1792"/>
                  </a:cubicBezTo>
                  <a:cubicBezTo>
                    <a:pt x="3705" y="1793"/>
                    <a:pt x="3675" y="1795"/>
                    <a:pt x="3662" y="1790"/>
                  </a:cubicBezTo>
                  <a:cubicBezTo>
                    <a:pt x="3650" y="1785"/>
                    <a:pt x="3641" y="1794"/>
                    <a:pt x="3628" y="1785"/>
                  </a:cubicBezTo>
                  <a:cubicBezTo>
                    <a:pt x="3615" y="1775"/>
                    <a:pt x="3601" y="1777"/>
                    <a:pt x="3591" y="1777"/>
                  </a:cubicBezTo>
                  <a:cubicBezTo>
                    <a:pt x="3580" y="1777"/>
                    <a:pt x="3576" y="1783"/>
                    <a:pt x="3566" y="1783"/>
                  </a:cubicBezTo>
                  <a:cubicBezTo>
                    <a:pt x="3556" y="1783"/>
                    <a:pt x="3541" y="1774"/>
                    <a:pt x="3539" y="1779"/>
                  </a:cubicBezTo>
                  <a:cubicBezTo>
                    <a:pt x="3537" y="1784"/>
                    <a:pt x="3544" y="1784"/>
                    <a:pt x="3543" y="1793"/>
                  </a:cubicBezTo>
                  <a:cubicBezTo>
                    <a:pt x="3541" y="1803"/>
                    <a:pt x="3537" y="1842"/>
                    <a:pt x="3548" y="1848"/>
                  </a:cubicBezTo>
                  <a:cubicBezTo>
                    <a:pt x="3558" y="1853"/>
                    <a:pt x="3551" y="1858"/>
                    <a:pt x="3563" y="1858"/>
                  </a:cubicBezTo>
                  <a:cubicBezTo>
                    <a:pt x="3574" y="1859"/>
                    <a:pt x="3578" y="1862"/>
                    <a:pt x="3578" y="1871"/>
                  </a:cubicBezTo>
                  <a:cubicBezTo>
                    <a:pt x="3578" y="1879"/>
                    <a:pt x="3576" y="1886"/>
                    <a:pt x="3569" y="1884"/>
                  </a:cubicBezTo>
                  <a:cubicBezTo>
                    <a:pt x="3562" y="1883"/>
                    <a:pt x="3556" y="1886"/>
                    <a:pt x="3560" y="1889"/>
                  </a:cubicBezTo>
                  <a:cubicBezTo>
                    <a:pt x="3564" y="1892"/>
                    <a:pt x="3568" y="1894"/>
                    <a:pt x="3558" y="1896"/>
                  </a:cubicBezTo>
                  <a:cubicBezTo>
                    <a:pt x="3547" y="1897"/>
                    <a:pt x="3532" y="1901"/>
                    <a:pt x="3530" y="1912"/>
                  </a:cubicBezTo>
                  <a:cubicBezTo>
                    <a:pt x="3528" y="1924"/>
                    <a:pt x="3523" y="1930"/>
                    <a:pt x="3523" y="1942"/>
                  </a:cubicBezTo>
                  <a:cubicBezTo>
                    <a:pt x="3523" y="1953"/>
                    <a:pt x="3521" y="1962"/>
                    <a:pt x="3517" y="1967"/>
                  </a:cubicBezTo>
                  <a:cubicBezTo>
                    <a:pt x="3513" y="1971"/>
                    <a:pt x="3515" y="1987"/>
                    <a:pt x="3504" y="1989"/>
                  </a:cubicBezTo>
                  <a:cubicBezTo>
                    <a:pt x="3493" y="1990"/>
                    <a:pt x="3495" y="1990"/>
                    <a:pt x="3491" y="1977"/>
                  </a:cubicBezTo>
                  <a:cubicBezTo>
                    <a:pt x="3487" y="1963"/>
                    <a:pt x="3479" y="1967"/>
                    <a:pt x="3477" y="1958"/>
                  </a:cubicBezTo>
                  <a:cubicBezTo>
                    <a:pt x="3476" y="1949"/>
                    <a:pt x="3467" y="1949"/>
                    <a:pt x="3464" y="1951"/>
                  </a:cubicBezTo>
                  <a:cubicBezTo>
                    <a:pt x="3461" y="1952"/>
                    <a:pt x="3458" y="1958"/>
                    <a:pt x="3452" y="1963"/>
                  </a:cubicBezTo>
                  <a:cubicBezTo>
                    <a:pt x="3445" y="1968"/>
                    <a:pt x="3452" y="1982"/>
                    <a:pt x="3449" y="1995"/>
                  </a:cubicBezTo>
                  <a:cubicBezTo>
                    <a:pt x="3447" y="2008"/>
                    <a:pt x="3454" y="2015"/>
                    <a:pt x="3464" y="2018"/>
                  </a:cubicBezTo>
                  <a:cubicBezTo>
                    <a:pt x="3474" y="2021"/>
                    <a:pt x="3484" y="2022"/>
                    <a:pt x="3482" y="2032"/>
                  </a:cubicBezTo>
                  <a:cubicBezTo>
                    <a:pt x="3481" y="2042"/>
                    <a:pt x="3477" y="2054"/>
                    <a:pt x="3465" y="2052"/>
                  </a:cubicBezTo>
                  <a:cubicBezTo>
                    <a:pt x="3454" y="2050"/>
                    <a:pt x="3449" y="2048"/>
                    <a:pt x="3447" y="2057"/>
                  </a:cubicBezTo>
                  <a:cubicBezTo>
                    <a:pt x="3444" y="2066"/>
                    <a:pt x="3432" y="2063"/>
                    <a:pt x="3432" y="2070"/>
                  </a:cubicBezTo>
                  <a:cubicBezTo>
                    <a:pt x="3432" y="2076"/>
                    <a:pt x="3421" y="2073"/>
                    <a:pt x="3421" y="2066"/>
                  </a:cubicBezTo>
                  <a:cubicBezTo>
                    <a:pt x="3421" y="2058"/>
                    <a:pt x="3419" y="2057"/>
                    <a:pt x="3412" y="2050"/>
                  </a:cubicBezTo>
                  <a:cubicBezTo>
                    <a:pt x="3406" y="2043"/>
                    <a:pt x="3375" y="2021"/>
                    <a:pt x="3369" y="2002"/>
                  </a:cubicBezTo>
                  <a:cubicBezTo>
                    <a:pt x="3363" y="1982"/>
                    <a:pt x="3358" y="1960"/>
                    <a:pt x="3364" y="1958"/>
                  </a:cubicBezTo>
                  <a:cubicBezTo>
                    <a:pt x="3371" y="1956"/>
                    <a:pt x="3367" y="1960"/>
                    <a:pt x="3376" y="1962"/>
                  </a:cubicBezTo>
                  <a:cubicBezTo>
                    <a:pt x="3384" y="1964"/>
                    <a:pt x="3391" y="1967"/>
                    <a:pt x="3393" y="1960"/>
                  </a:cubicBezTo>
                  <a:cubicBezTo>
                    <a:pt x="3394" y="1953"/>
                    <a:pt x="3399" y="1960"/>
                    <a:pt x="3399" y="1945"/>
                  </a:cubicBezTo>
                  <a:cubicBezTo>
                    <a:pt x="3399" y="1931"/>
                    <a:pt x="3392" y="1941"/>
                    <a:pt x="3392" y="1926"/>
                  </a:cubicBezTo>
                  <a:cubicBezTo>
                    <a:pt x="3392" y="1911"/>
                    <a:pt x="3394" y="1901"/>
                    <a:pt x="3386" y="1896"/>
                  </a:cubicBezTo>
                  <a:cubicBezTo>
                    <a:pt x="3378" y="1891"/>
                    <a:pt x="3363" y="1879"/>
                    <a:pt x="3348" y="1872"/>
                  </a:cubicBezTo>
                  <a:cubicBezTo>
                    <a:pt x="3333" y="1865"/>
                    <a:pt x="3323" y="1853"/>
                    <a:pt x="3319" y="1848"/>
                  </a:cubicBezTo>
                  <a:cubicBezTo>
                    <a:pt x="3315" y="1843"/>
                    <a:pt x="3298" y="1846"/>
                    <a:pt x="3291" y="1852"/>
                  </a:cubicBezTo>
                  <a:cubicBezTo>
                    <a:pt x="3284" y="1858"/>
                    <a:pt x="3280" y="1873"/>
                    <a:pt x="3275" y="1874"/>
                  </a:cubicBezTo>
                  <a:cubicBezTo>
                    <a:pt x="3270" y="1874"/>
                    <a:pt x="3256" y="1886"/>
                    <a:pt x="3260" y="1895"/>
                  </a:cubicBezTo>
                  <a:cubicBezTo>
                    <a:pt x="3265" y="1904"/>
                    <a:pt x="3267" y="1915"/>
                    <a:pt x="3258" y="1919"/>
                  </a:cubicBezTo>
                  <a:cubicBezTo>
                    <a:pt x="3250" y="1924"/>
                    <a:pt x="3245" y="1922"/>
                    <a:pt x="3245" y="1932"/>
                  </a:cubicBezTo>
                  <a:cubicBezTo>
                    <a:pt x="3245" y="1941"/>
                    <a:pt x="3245" y="1957"/>
                    <a:pt x="3236" y="1950"/>
                  </a:cubicBezTo>
                  <a:cubicBezTo>
                    <a:pt x="3227" y="1942"/>
                    <a:pt x="3230" y="1945"/>
                    <a:pt x="3225" y="1927"/>
                  </a:cubicBezTo>
                  <a:cubicBezTo>
                    <a:pt x="3220" y="1908"/>
                    <a:pt x="3227" y="1893"/>
                    <a:pt x="3219" y="1879"/>
                  </a:cubicBezTo>
                  <a:cubicBezTo>
                    <a:pt x="3210" y="1866"/>
                    <a:pt x="3202" y="1860"/>
                    <a:pt x="3202" y="1850"/>
                  </a:cubicBezTo>
                  <a:cubicBezTo>
                    <a:pt x="3202" y="1840"/>
                    <a:pt x="3209" y="1841"/>
                    <a:pt x="3215" y="1846"/>
                  </a:cubicBezTo>
                  <a:cubicBezTo>
                    <a:pt x="3221" y="1851"/>
                    <a:pt x="3250" y="1853"/>
                    <a:pt x="3245" y="1838"/>
                  </a:cubicBezTo>
                  <a:cubicBezTo>
                    <a:pt x="3240" y="1824"/>
                    <a:pt x="3222" y="1828"/>
                    <a:pt x="3218" y="1819"/>
                  </a:cubicBezTo>
                  <a:cubicBezTo>
                    <a:pt x="3214" y="1810"/>
                    <a:pt x="3204" y="1810"/>
                    <a:pt x="3199" y="1813"/>
                  </a:cubicBezTo>
                  <a:cubicBezTo>
                    <a:pt x="3194" y="1817"/>
                    <a:pt x="3187" y="1815"/>
                    <a:pt x="3186" y="1808"/>
                  </a:cubicBezTo>
                  <a:cubicBezTo>
                    <a:pt x="3186" y="1802"/>
                    <a:pt x="3171" y="1800"/>
                    <a:pt x="3164" y="1800"/>
                  </a:cubicBezTo>
                  <a:cubicBezTo>
                    <a:pt x="3156" y="1800"/>
                    <a:pt x="3148" y="1804"/>
                    <a:pt x="3143" y="1813"/>
                  </a:cubicBezTo>
                  <a:cubicBezTo>
                    <a:pt x="3138" y="1821"/>
                    <a:pt x="3130" y="1820"/>
                    <a:pt x="3118" y="1809"/>
                  </a:cubicBezTo>
                  <a:cubicBezTo>
                    <a:pt x="3105" y="1798"/>
                    <a:pt x="3098" y="1801"/>
                    <a:pt x="3098" y="1793"/>
                  </a:cubicBezTo>
                  <a:cubicBezTo>
                    <a:pt x="3097" y="1784"/>
                    <a:pt x="3098" y="1786"/>
                    <a:pt x="3107" y="1783"/>
                  </a:cubicBezTo>
                  <a:cubicBezTo>
                    <a:pt x="3116" y="1779"/>
                    <a:pt x="3124" y="1767"/>
                    <a:pt x="3131" y="1760"/>
                  </a:cubicBezTo>
                  <a:cubicBezTo>
                    <a:pt x="3138" y="1752"/>
                    <a:pt x="3161" y="1756"/>
                    <a:pt x="3157" y="1742"/>
                  </a:cubicBezTo>
                  <a:cubicBezTo>
                    <a:pt x="3153" y="1729"/>
                    <a:pt x="3141" y="1713"/>
                    <a:pt x="3133" y="1705"/>
                  </a:cubicBezTo>
                  <a:cubicBezTo>
                    <a:pt x="3124" y="1697"/>
                    <a:pt x="3125" y="1683"/>
                    <a:pt x="3110" y="1683"/>
                  </a:cubicBezTo>
                  <a:cubicBezTo>
                    <a:pt x="3095" y="1683"/>
                    <a:pt x="3088" y="1693"/>
                    <a:pt x="3086" y="1681"/>
                  </a:cubicBezTo>
                  <a:cubicBezTo>
                    <a:pt x="3085" y="1669"/>
                    <a:pt x="3071" y="1673"/>
                    <a:pt x="3071" y="1656"/>
                  </a:cubicBezTo>
                  <a:cubicBezTo>
                    <a:pt x="3071" y="1640"/>
                    <a:pt x="3085" y="1631"/>
                    <a:pt x="3073" y="1620"/>
                  </a:cubicBezTo>
                  <a:cubicBezTo>
                    <a:pt x="3061" y="1609"/>
                    <a:pt x="3068" y="1613"/>
                    <a:pt x="3057" y="1603"/>
                  </a:cubicBezTo>
                  <a:cubicBezTo>
                    <a:pt x="3045" y="1594"/>
                    <a:pt x="3045" y="1590"/>
                    <a:pt x="3036" y="1582"/>
                  </a:cubicBezTo>
                  <a:cubicBezTo>
                    <a:pt x="3027" y="1574"/>
                    <a:pt x="3019" y="1581"/>
                    <a:pt x="3017" y="1572"/>
                  </a:cubicBezTo>
                  <a:cubicBezTo>
                    <a:pt x="3014" y="1563"/>
                    <a:pt x="3013" y="1561"/>
                    <a:pt x="3003" y="1560"/>
                  </a:cubicBezTo>
                  <a:cubicBezTo>
                    <a:pt x="2993" y="1560"/>
                    <a:pt x="2982" y="1565"/>
                    <a:pt x="2980" y="1559"/>
                  </a:cubicBezTo>
                  <a:cubicBezTo>
                    <a:pt x="2978" y="1552"/>
                    <a:pt x="2969" y="1560"/>
                    <a:pt x="2968" y="1549"/>
                  </a:cubicBezTo>
                  <a:cubicBezTo>
                    <a:pt x="2967" y="1538"/>
                    <a:pt x="2963" y="1532"/>
                    <a:pt x="2976" y="1531"/>
                  </a:cubicBezTo>
                  <a:cubicBezTo>
                    <a:pt x="2990" y="1530"/>
                    <a:pt x="2997" y="1532"/>
                    <a:pt x="3002" y="1516"/>
                  </a:cubicBezTo>
                  <a:cubicBezTo>
                    <a:pt x="3007" y="1500"/>
                    <a:pt x="3015" y="1497"/>
                    <a:pt x="3024" y="1492"/>
                  </a:cubicBezTo>
                  <a:cubicBezTo>
                    <a:pt x="3032" y="1486"/>
                    <a:pt x="3040" y="1480"/>
                    <a:pt x="3035" y="1469"/>
                  </a:cubicBezTo>
                  <a:cubicBezTo>
                    <a:pt x="3029" y="1457"/>
                    <a:pt x="3025" y="1456"/>
                    <a:pt x="3016" y="1451"/>
                  </a:cubicBezTo>
                  <a:cubicBezTo>
                    <a:pt x="3007" y="1445"/>
                    <a:pt x="3008" y="1438"/>
                    <a:pt x="3023" y="1437"/>
                  </a:cubicBezTo>
                  <a:cubicBezTo>
                    <a:pt x="3038" y="1436"/>
                    <a:pt x="3057" y="1434"/>
                    <a:pt x="3064" y="1442"/>
                  </a:cubicBezTo>
                  <a:cubicBezTo>
                    <a:pt x="3071" y="1450"/>
                    <a:pt x="3082" y="1446"/>
                    <a:pt x="3096" y="1446"/>
                  </a:cubicBezTo>
                  <a:cubicBezTo>
                    <a:pt x="3110" y="1446"/>
                    <a:pt x="3132" y="1446"/>
                    <a:pt x="3138" y="1433"/>
                  </a:cubicBezTo>
                  <a:cubicBezTo>
                    <a:pt x="3145" y="1420"/>
                    <a:pt x="3159" y="1391"/>
                    <a:pt x="3172" y="1380"/>
                  </a:cubicBezTo>
                  <a:cubicBezTo>
                    <a:pt x="3185" y="1370"/>
                    <a:pt x="3191" y="1357"/>
                    <a:pt x="3207" y="1348"/>
                  </a:cubicBezTo>
                  <a:cubicBezTo>
                    <a:pt x="3222" y="1340"/>
                    <a:pt x="3217" y="1335"/>
                    <a:pt x="3225" y="1321"/>
                  </a:cubicBezTo>
                  <a:cubicBezTo>
                    <a:pt x="3233" y="1307"/>
                    <a:pt x="3242" y="1307"/>
                    <a:pt x="3231" y="1301"/>
                  </a:cubicBezTo>
                  <a:cubicBezTo>
                    <a:pt x="3219" y="1294"/>
                    <a:pt x="3219" y="1289"/>
                    <a:pt x="3209" y="1289"/>
                  </a:cubicBezTo>
                  <a:cubicBezTo>
                    <a:pt x="3199" y="1288"/>
                    <a:pt x="3193" y="1288"/>
                    <a:pt x="3185" y="1284"/>
                  </a:cubicBezTo>
                  <a:cubicBezTo>
                    <a:pt x="3177" y="1279"/>
                    <a:pt x="3174" y="1279"/>
                    <a:pt x="3163" y="1279"/>
                  </a:cubicBezTo>
                  <a:cubicBezTo>
                    <a:pt x="3151" y="1279"/>
                    <a:pt x="3133" y="1279"/>
                    <a:pt x="3129" y="1283"/>
                  </a:cubicBezTo>
                  <a:cubicBezTo>
                    <a:pt x="3126" y="1287"/>
                    <a:pt x="3117" y="1293"/>
                    <a:pt x="3108" y="1287"/>
                  </a:cubicBezTo>
                  <a:cubicBezTo>
                    <a:pt x="3100" y="1282"/>
                    <a:pt x="3093" y="1273"/>
                    <a:pt x="3084" y="1273"/>
                  </a:cubicBezTo>
                  <a:cubicBezTo>
                    <a:pt x="3075" y="1273"/>
                    <a:pt x="3078" y="1264"/>
                    <a:pt x="3057" y="1264"/>
                  </a:cubicBezTo>
                  <a:cubicBezTo>
                    <a:pt x="3037" y="1265"/>
                    <a:pt x="2979" y="1265"/>
                    <a:pt x="2968" y="1268"/>
                  </a:cubicBezTo>
                  <a:cubicBezTo>
                    <a:pt x="2956" y="1271"/>
                    <a:pt x="2954" y="1271"/>
                    <a:pt x="2943" y="1277"/>
                  </a:cubicBezTo>
                  <a:cubicBezTo>
                    <a:pt x="2931" y="1282"/>
                    <a:pt x="2931" y="1282"/>
                    <a:pt x="2921" y="1281"/>
                  </a:cubicBezTo>
                  <a:cubicBezTo>
                    <a:pt x="2912" y="1280"/>
                    <a:pt x="2909" y="1293"/>
                    <a:pt x="2915" y="1300"/>
                  </a:cubicBezTo>
                  <a:cubicBezTo>
                    <a:pt x="2921" y="1307"/>
                    <a:pt x="2936" y="1315"/>
                    <a:pt x="2919" y="1315"/>
                  </a:cubicBezTo>
                  <a:cubicBezTo>
                    <a:pt x="2902" y="1315"/>
                    <a:pt x="2889" y="1320"/>
                    <a:pt x="2888" y="1327"/>
                  </a:cubicBezTo>
                  <a:cubicBezTo>
                    <a:pt x="2886" y="1335"/>
                    <a:pt x="2887" y="1335"/>
                    <a:pt x="2889" y="1340"/>
                  </a:cubicBezTo>
                  <a:cubicBezTo>
                    <a:pt x="2891" y="1344"/>
                    <a:pt x="2896" y="1348"/>
                    <a:pt x="2893" y="1355"/>
                  </a:cubicBezTo>
                  <a:cubicBezTo>
                    <a:pt x="2889" y="1362"/>
                    <a:pt x="2888" y="1369"/>
                    <a:pt x="2891" y="1371"/>
                  </a:cubicBezTo>
                  <a:cubicBezTo>
                    <a:pt x="2894" y="1373"/>
                    <a:pt x="2894" y="1375"/>
                    <a:pt x="2894" y="1390"/>
                  </a:cubicBezTo>
                  <a:cubicBezTo>
                    <a:pt x="2894" y="1404"/>
                    <a:pt x="2897" y="1406"/>
                    <a:pt x="2890" y="1410"/>
                  </a:cubicBezTo>
                  <a:cubicBezTo>
                    <a:pt x="2884" y="1413"/>
                    <a:pt x="2884" y="1425"/>
                    <a:pt x="2891" y="1435"/>
                  </a:cubicBezTo>
                  <a:cubicBezTo>
                    <a:pt x="2898" y="1445"/>
                    <a:pt x="2921" y="1451"/>
                    <a:pt x="2921" y="1473"/>
                  </a:cubicBezTo>
                  <a:cubicBezTo>
                    <a:pt x="2922" y="1494"/>
                    <a:pt x="2920" y="1526"/>
                    <a:pt x="2923" y="1532"/>
                  </a:cubicBezTo>
                  <a:cubicBezTo>
                    <a:pt x="2927" y="1537"/>
                    <a:pt x="2926" y="1546"/>
                    <a:pt x="2913" y="1554"/>
                  </a:cubicBezTo>
                  <a:cubicBezTo>
                    <a:pt x="2899" y="1562"/>
                    <a:pt x="2904" y="1564"/>
                    <a:pt x="2893" y="1568"/>
                  </a:cubicBezTo>
                  <a:cubicBezTo>
                    <a:pt x="2883" y="1571"/>
                    <a:pt x="2876" y="1582"/>
                    <a:pt x="2883" y="1587"/>
                  </a:cubicBezTo>
                  <a:cubicBezTo>
                    <a:pt x="2889" y="1592"/>
                    <a:pt x="2901" y="1593"/>
                    <a:pt x="2906" y="1593"/>
                  </a:cubicBezTo>
                  <a:cubicBezTo>
                    <a:pt x="2910" y="1593"/>
                    <a:pt x="2908" y="1601"/>
                    <a:pt x="2906" y="1608"/>
                  </a:cubicBezTo>
                  <a:cubicBezTo>
                    <a:pt x="2905" y="1614"/>
                    <a:pt x="2898" y="1617"/>
                    <a:pt x="2888" y="1611"/>
                  </a:cubicBezTo>
                  <a:cubicBezTo>
                    <a:pt x="2878" y="1606"/>
                    <a:pt x="2870" y="1595"/>
                    <a:pt x="2864" y="1595"/>
                  </a:cubicBezTo>
                  <a:cubicBezTo>
                    <a:pt x="2858" y="1595"/>
                    <a:pt x="2860" y="1607"/>
                    <a:pt x="2851" y="1615"/>
                  </a:cubicBezTo>
                  <a:cubicBezTo>
                    <a:pt x="2842" y="1623"/>
                    <a:pt x="2839" y="1631"/>
                    <a:pt x="2838" y="1637"/>
                  </a:cubicBezTo>
                  <a:cubicBezTo>
                    <a:pt x="2837" y="1643"/>
                    <a:pt x="2842" y="1649"/>
                    <a:pt x="2837" y="1653"/>
                  </a:cubicBezTo>
                  <a:cubicBezTo>
                    <a:pt x="2831" y="1657"/>
                    <a:pt x="2826" y="1666"/>
                    <a:pt x="2833" y="1670"/>
                  </a:cubicBezTo>
                  <a:cubicBezTo>
                    <a:pt x="2840" y="1674"/>
                    <a:pt x="2842" y="1687"/>
                    <a:pt x="2855" y="1688"/>
                  </a:cubicBezTo>
                  <a:cubicBezTo>
                    <a:pt x="2869" y="1689"/>
                    <a:pt x="2875" y="1689"/>
                    <a:pt x="2874" y="1693"/>
                  </a:cubicBezTo>
                  <a:cubicBezTo>
                    <a:pt x="2873" y="1697"/>
                    <a:pt x="2872" y="1702"/>
                    <a:pt x="2861" y="1702"/>
                  </a:cubicBezTo>
                  <a:cubicBezTo>
                    <a:pt x="2850" y="1702"/>
                    <a:pt x="2846" y="1704"/>
                    <a:pt x="2843" y="1714"/>
                  </a:cubicBezTo>
                  <a:cubicBezTo>
                    <a:pt x="2840" y="1724"/>
                    <a:pt x="2836" y="1724"/>
                    <a:pt x="2837" y="1737"/>
                  </a:cubicBezTo>
                  <a:cubicBezTo>
                    <a:pt x="2839" y="1749"/>
                    <a:pt x="2835" y="1757"/>
                    <a:pt x="2844" y="1761"/>
                  </a:cubicBezTo>
                  <a:cubicBezTo>
                    <a:pt x="2853" y="1765"/>
                    <a:pt x="2859" y="1780"/>
                    <a:pt x="2866" y="1783"/>
                  </a:cubicBezTo>
                  <a:cubicBezTo>
                    <a:pt x="2873" y="1785"/>
                    <a:pt x="2890" y="1795"/>
                    <a:pt x="2900" y="1796"/>
                  </a:cubicBezTo>
                  <a:cubicBezTo>
                    <a:pt x="2910" y="1798"/>
                    <a:pt x="2913" y="1808"/>
                    <a:pt x="2923" y="1807"/>
                  </a:cubicBezTo>
                  <a:cubicBezTo>
                    <a:pt x="2933" y="1806"/>
                    <a:pt x="2962" y="1808"/>
                    <a:pt x="2966" y="1818"/>
                  </a:cubicBezTo>
                  <a:cubicBezTo>
                    <a:pt x="2971" y="1827"/>
                    <a:pt x="2987" y="1822"/>
                    <a:pt x="2987" y="1833"/>
                  </a:cubicBezTo>
                  <a:cubicBezTo>
                    <a:pt x="2987" y="1845"/>
                    <a:pt x="2976" y="1840"/>
                    <a:pt x="2981" y="1848"/>
                  </a:cubicBezTo>
                  <a:cubicBezTo>
                    <a:pt x="2987" y="1857"/>
                    <a:pt x="2994" y="1864"/>
                    <a:pt x="2987" y="1871"/>
                  </a:cubicBezTo>
                  <a:cubicBezTo>
                    <a:pt x="2980" y="1877"/>
                    <a:pt x="2972" y="1877"/>
                    <a:pt x="2969" y="1884"/>
                  </a:cubicBezTo>
                  <a:cubicBezTo>
                    <a:pt x="2965" y="1890"/>
                    <a:pt x="2959" y="1884"/>
                    <a:pt x="2959" y="1891"/>
                  </a:cubicBezTo>
                  <a:cubicBezTo>
                    <a:pt x="2959" y="1899"/>
                    <a:pt x="2959" y="1906"/>
                    <a:pt x="2970" y="1906"/>
                  </a:cubicBezTo>
                  <a:cubicBezTo>
                    <a:pt x="2981" y="1906"/>
                    <a:pt x="2996" y="1915"/>
                    <a:pt x="2998" y="1904"/>
                  </a:cubicBezTo>
                  <a:cubicBezTo>
                    <a:pt x="3000" y="1894"/>
                    <a:pt x="3009" y="1896"/>
                    <a:pt x="3009" y="1885"/>
                  </a:cubicBezTo>
                  <a:cubicBezTo>
                    <a:pt x="3009" y="1874"/>
                    <a:pt x="3009" y="1871"/>
                    <a:pt x="3016" y="1871"/>
                  </a:cubicBezTo>
                  <a:cubicBezTo>
                    <a:pt x="3022" y="1871"/>
                    <a:pt x="3019" y="1880"/>
                    <a:pt x="3019" y="1890"/>
                  </a:cubicBezTo>
                  <a:cubicBezTo>
                    <a:pt x="3019" y="1900"/>
                    <a:pt x="3027" y="1919"/>
                    <a:pt x="3017" y="1925"/>
                  </a:cubicBezTo>
                  <a:cubicBezTo>
                    <a:pt x="3008" y="1932"/>
                    <a:pt x="2997" y="1934"/>
                    <a:pt x="2990" y="1944"/>
                  </a:cubicBezTo>
                  <a:cubicBezTo>
                    <a:pt x="2984" y="1955"/>
                    <a:pt x="2982" y="1959"/>
                    <a:pt x="2972" y="1961"/>
                  </a:cubicBezTo>
                  <a:cubicBezTo>
                    <a:pt x="2962" y="1963"/>
                    <a:pt x="2959" y="1967"/>
                    <a:pt x="2956" y="1974"/>
                  </a:cubicBezTo>
                  <a:cubicBezTo>
                    <a:pt x="2953" y="1980"/>
                    <a:pt x="2946" y="1984"/>
                    <a:pt x="2941" y="1980"/>
                  </a:cubicBezTo>
                  <a:cubicBezTo>
                    <a:pt x="2935" y="1977"/>
                    <a:pt x="2936" y="1972"/>
                    <a:pt x="2923" y="1975"/>
                  </a:cubicBezTo>
                  <a:cubicBezTo>
                    <a:pt x="2910" y="1978"/>
                    <a:pt x="2911" y="1977"/>
                    <a:pt x="2906" y="1987"/>
                  </a:cubicBezTo>
                  <a:cubicBezTo>
                    <a:pt x="2901" y="1996"/>
                    <a:pt x="2889" y="2006"/>
                    <a:pt x="2893" y="2015"/>
                  </a:cubicBezTo>
                  <a:cubicBezTo>
                    <a:pt x="2898" y="2023"/>
                    <a:pt x="2901" y="2022"/>
                    <a:pt x="2908" y="2033"/>
                  </a:cubicBezTo>
                  <a:cubicBezTo>
                    <a:pt x="2914" y="2043"/>
                    <a:pt x="2912" y="2056"/>
                    <a:pt x="2916" y="2057"/>
                  </a:cubicBezTo>
                  <a:cubicBezTo>
                    <a:pt x="2921" y="2058"/>
                    <a:pt x="2931" y="2064"/>
                    <a:pt x="2921" y="2071"/>
                  </a:cubicBezTo>
                  <a:cubicBezTo>
                    <a:pt x="2911" y="2077"/>
                    <a:pt x="2910" y="2085"/>
                    <a:pt x="2903" y="2073"/>
                  </a:cubicBezTo>
                  <a:cubicBezTo>
                    <a:pt x="2895" y="2062"/>
                    <a:pt x="2899" y="2057"/>
                    <a:pt x="2890" y="2056"/>
                  </a:cubicBezTo>
                  <a:cubicBezTo>
                    <a:pt x="2882" y="2056"/>
                    <a:pt x="2880" y="2060"/>
                    <a:pt x="2879" y="2065"/>
                  </a:cubicBezTo>
                  <a:cubicBezTo>
                    <a:pt x="2878" y="2070"/>
                    <a:pt x="2869" y="2077"/>
                    <a:pt x="2867" y="2066"/>
                  </a:cubicBezTo>
                  <a:cubicBezTo>
                    <a:pt x="2865" y="2056"/>
                    <a:pt x="2870" y="2051"/>
                    <a:pt x="2860" y="2048"/>
                  </a:cubicBezTo>
                  <a:cubicBezTo>
                    <a:pt x="2851" y="2044"/>
                    <a:pt x="2844" y="2035"/>
                    <a:pt x="2850" y="2026"/>
                  </a:cubicBezTo>
                  <a:cubicBezTo>
                    <a:pt x="2857" y="2018"/>
                    <a:pt x="2860" y="2012"/>
                    <a:pt x="2860" y="2000"/>
                  </a:cubicBezTo>
                  <a:cubicBezTo>
                    <a:pt x="2861" y="1987"/>
                    <a:pt x="2867" y="1993"/>
                    <a:pt x="2868" y="1981"/>
                  </a:cubicBezTo>
                  <a:cubicBezTo>
                    <a:pt x="2870" y="1969"/>
                    <a:pt x="2890" y="1967"/>
                    <a:pt x="2876" y="1961"/>
                  </a:cubicBezTo>
                  <a:cubicBezTo>
                    <a:pt x="2862" y="1955"/>
                    <a:pt x="2858" y="1959"/>
                    <a:pt x="2852" y="1966"/>
                  </a:cubicBezTo>
                  <a:cubicBezTo>
                    <a:pt x="2847" y="1973"/>
                    <a:pt x="2842" y="1988"/>
                    <a:pt x="2839" y="1981"/>
                  </a:cubicBezTo>
                  <a:cubicBezTo>
                    <a:pt x="2835" y="1974"/>
                    <a:pt x="2840" y="1963"/>
                    <a:pt x="2830" y="1962"/>
                  </a:cubicBezTo>
                  <a:cubicBezTo>
                    <a:pt x="2820" y="1962"/>
                    <a:pt x="2809" y="1963"/>
                    <a:pt x="2802" y="1955"/>
                  </a:cubicBezTo>
                  <a:cubicBezTo>
                    <a:pt x="2796" y="1946"/>
                    <a:pt x="2789" y="1928"/>
                    <a:pt x="2802" y="1929"/>
                  </a:cubicBezTo>
                  <a:cubicBezTo>
                    <a:pt x="2815" y="1931"/>
                    <a:pt x="2829" y="1944"/>
                    <a:pt x="2836" y="1939"/>
                  </a:cubicBezTo>
                  <a:cubicBezTo>
                    <a:pt x="2843" y="1934"/>
                    <a:pt x="2856" y="1933"/>
                    <a:pt x="2865" y="1933"/>
                  </a:cubicBezTo>
                  <a:cubicBezTo>
                    <a:pt x="2873" y="1933"/>
                    <a:pt x="2883" y="1942"/>
                    <a:pt x="2892" y="1937"/>
                  </a:cubicBezTo>
                  <a:cubicBezTo>
                    <a:pt x="2901" y="1933"/>
                    <a:pt x="2923" y="1941"/>
                    <a:pt x="2928" y="1928"/>
                  </a:cubicBezTo>
                  <a:cubicBezTo>
                    <a:pt x="2933" y="1915"/>
                    <a:pt x="2944" y="1907"/>
                    <a:pt x="2936" y="1899"/>
                  </a:cubicBezTo>
                  <a:cubicBezTo>
                    <a:pt x="2928" y="1891"/>
                    <a:pt x="2930" y="1889"/>
                    <a:pt x="2925" y="1881"/>
                  </a:cubicBezTo>
                  <a:cubicBezTo>
                    <a:pt x="2920" y="1874"/>
                    <a:pt x="2909" y="1866"/>
                    <a:pt x="2901" y="1866"/>
                  </a:cubicBezTo>
                  <a:cubicBezTo>
                    <a:pt x="2892" y="1866"/>
                    <a:pt x="2875" y="1865"/>
                    <a:pt x="2876" y="1858"/>
                  </a:cubicBezTo>
                  <a:cubicBezTo>
                    <a:pt x="2877" y="1851"/>
                    <a:pt x="2870" y="1850"/>
                    <a:pt x="2865" y="1850"/>
                  </a:cubicBezTo>
                  <a:cubicBezTo>
                    <a:pt x="2860" y="1850"/>
                    <a:pt x="2852" y="1846"/>
                    <a:pt x="2859" y="1837"/>
                  </a:cubicBezTo>
                  <a:cubicBezTo>
                    <a:pt x="2866" y="1828"/>
                    <a:pt x="2876" y="1821"/>
                    <a:pt x="2881" y="1831"/>
                  </a:cubicBezTo>
                  <a:cubicBezTo>
                    <a:pt x="2886" y="1840"/>
                    <a:pt x="2889" y="1842"/>
                    <a:pt x="2896" y="1841"/>
                  </a:cubicBezTo>
                  <a:cubicBezTo>
                    <a:pt x="2903" y="1841"/>
                    <a:pt x="2917" y="1846"/>
                    <a:pt x="2920" y="1841"/>
                  </a:cubicBezTo>
                  <a:cubicBezTo>
                    <a:pt x="2923" y="1836"/>
                    <a:pt x="2924" y="1826"/>
                    <a:pt x="2917" y="1826"/>
                  </a:cubicBezTo>
                  <a:cubicBezTo>
                    <a:pt x="2910" y="1826"/>
                    <a:pt x="2913" y="1811"/>
                    <a:pt x="2902" y="1811"/>
                  </a:cubicBezTo>
                  <a:cubicBezTo>
                    <a:pt x="2891" y="1811"/>
                    <a:pt x="2888" y="1806"/>
                    <a:pt x="2880" y="1811"/>
                  </a:cubicBezTo>
                  <a:cubicBezTo>
                    <a:pt x="2872" y="1816"/>
                    <a:pt x="2868" y="1818"/>
                    <a:pt x="2857" y="1814"/>
                  </a:cubicBezTo>
                  <a:cubicBezTo>
                    <a:pt x="2845" y="1810"/>
                    <a:pt x="2828" y="1807"/>
                    <a:pt x="2823" y="1813"/>
                  </a:cubicBezTo>
                  <a:cubicBezTo>
                    <a:pt x="2818" y="1818"/>
                    <a:pt x="2815" y="1817"/>
                    <a:pt x="2804" y="1810"/>
                  </a:cubicBezTo>
                  <a:cubicBezTo>
                    <a:pt x="2794" y="1803"/>
                    <a:pt x="2792" y="1800"/>
                    <a:pt x="2780" y="1790"/>
                  </a:cubicBezTo>
                  <a:cubicBezTo>
                    <a:pt x="2769" y="1781"/>
                    <a:pt x="2757" y="1773"/>
                    <a:pt x="2746" y="1777"/>
                  </a:cubicBezTo>
                  <a:cubicBezTo>
                    <a:pt x="2736" y="1780"/>
                    <a:pt x="2731" y="1786"/>
                    <a:pt x="2724" y="1797"/>
                  </a:cubicBezTo>
                  <a:cubicBezTo>
                    <a:pt x="2718" y="1808"/>
                    <a:pt x="2713" y="1837"/>
                    <a:pt x="2703" y="1843"/>
                  </a:cubicBezTo>
                  <a:cubicBezTo>
                    <a:pt x="2693" y="1848"/>
                    <a:pt x="2692" y="1858"/>
                    <a:pt x="2675" y="1858"/>
                  </a:cubicBezTo>
                  <a:cubicBezTo>
                    <a:pt x="2658" y="1858"/>
                    <a:pt x="2648" y="1861"/>
                    <a:pt x="2648" y="1870"/>
                  </a:cubicBezTo>
                  <a:cubicBezTo>
                    <a:pt x="2648" y="1879"/>
                    <a:pt x="2654" y="1900"/>
                    <a:pt x="2665" y="1897"/>
                  </a:cubicBezTo>
                  <a:cubicBezTo>
                    <a:pt x="2675" y="1894"/>
                    <a:pt x="2685" y="1885"/>
                    <a:pt x="2692" y="1895"/>
                  </a:cubicBezTo>
                  <a:cubicBezTo>
                    <a:pt x="2699" y="1905"/>
                    <a:pt x="2703" y="1906"/>
                    <a:pt x="2714" y="1906"/>
                  </a:cubicBezTo>
                  <a:cubicBezTo>
                    <a:pt x="2725" y="1906"/>
                    <a:pt x="2730" y="1914"/>
                    <a:pt x="2743" y="1914"/>
                  </a:cubicBezTo>
                  <a:cubicBezTo>
                    <a:pt x="2756" y="1915"/>
                    <a:pt x="2770" y="1914"/>
                    <a:pt x="2770" y="1919"/>
                  </a:cubicBezTo>
                  <a:cubicBezTo>
                    <a:pt x="2770" y="1925"/>
                    <a:pt x="2749" y="1922"/>
                    <a:pt x="2749" y="1930"/>
                  </a:cubicBezTo>
                  <a:cubicBezTo>
                    <a:pt x="2749" y="1939"/>
                    <a:pt x="2749" y="1945"/>
                    <a:pt x="2739" y="1944"/>
                  </a:cubicBezTo>
                  <a:cubicBezTo>
                    <a:pt x="2729" y="1944"/>
                    <a:pt x="2722" y="1944"/>
                    <a:pt x="2713" y="1942"/>
                  </a:cubicBezTo>
                  <a:cubicBezTo>
                    <a:pt x="2705" y="1939"/>
                    <a:pt x="2697" y="1941"/>
                    <a:pt x="2702" y="1953"/>
                  </a:cubicBezTo>
                  <a:cubicBezTo>
                    <a:pt x="2707" y="1965"/>
                    <a:pt x="2715" y="1959"/>
                    <a:pt x="2715" y="1968"/>
                  </a:cubicBezTo>
                  <a:cubicBezTo>
                    <a:pt x="2715" y="1977"/>
                    <a:pt x="2701" y="1977"/>
                    <a:pt x="2701" y="1986"/>
                  </a:cubicBezTo>
                  <a:cubicBezTo>
                    <a:pt x="2701" y="1995"/>
                    <a:pt x="2698" y="2000"/>
                    <a:pt x="2703" y="2000"/>
                  </a:cubicBezTo>
                  <a:cubicBezTo>
                    <a:pt x="2708" y="2000"/>
                    <a:pt x="2712" y="2009"/>
                    <a:pt x="2703" y="2011"/>
                  </a:cubicBezTo>
                  <a:cubicBezTo>
                    <a:pt x="2695" y="2013"/>
                    <a:pt x="2698" y="2022"/>
                    <a:pt x="2676" y="2016"/>
                  </a:cubicBezTo>
                  <a:cubicBezTo>
                    <a:pt x="2654" y="2010"/>
                    <a:pt x="2660" y="2008"/>
                    <a:pt x="2643" y="2009"/>
                  </a:cubicBezTo>
                  <a:cubicBezTo>
                    <a:pt x="2627" y="2010"/>
                    <a:pt x="2624" y="2013"/>
                    <a:pt x="2619" y="2006"/>
                  </a:cubicBezTo>
                  <a:cubicBezTo>
                    <a:pt x="2614" y="2000"/>
                    <a:pt x="2606" y="1997"/>
                    <a:pt x="2600" y="1997"/>
                  </a:cubicBezTo>
                  <a:cubicBezTo>
                    <a:pt x="2593" y="1997"/>
                    <a:pt x="2600" y="2007"/>
                    <a:pt x="2582" y="2008"/>
                  </a:cubicBezTo>
                  <a:cubicBezTo>
                    <a:pt x="2564" y="2008"/>
                    <a:pt x="2552" y="2004"/>
                    <a:pt x="2543" y="2009"/>
                  </a:cubicBezTo>
                  <a:cubicBezTo>
                    <a:pt x="2534" y="2014"/>
                    <a:pt x="2532" y="2015"/>
                    <a:pt x="2506" y="2017"/>
                  </a:cubicBezTo>
                  <a:cubicBezTo>
                    <a:pt x="2481" y="2018"/>
                    <a:pt x="2474" y="2018"/>
                    <a:pt x="2465" y="2013"/>
                  </a:cubicBezTo>
                  <a:cubicBezTo>
                    <a:pt x="2455" y="2007"/>
                    <a:pt x="2453" y="2008"/>
                    <a:pt x="2443" y="2003"/>
                  </a:cubicBezTo>
                  <a:cubicBezTo>
                    <a:pt x="2434" y="1997"/>
                    <a:pt x="2424" y="1998"/>
                    <a:pt x="2419" y="1989"/>
                  </a:cubicBezTo>
                  <a:cubicBezTo>
                    <a:pt x="2414" y="1980"/>
                    <a:pt x="2412" y="1973"/>
                    <a:pt x="2403" y="1975"/>
                  </a:cubicBezTo>
                  <a:cubicBezTo>
                    <a:pt x="2394" y="1976"/>
                    <a:pt x="2403" y="1977"/>
                    <a:pt x="2389" y="1980"/>
                  </a:cubicBezTo>
                  <a:cubicBezTo>
                    <a:pt x="2374" y="1982"/>
                    <a:pt x="2347" y="1986"/>
                    <a:pt x="2343" y="1980"/>
                  </a:cubicBezTo>
                  <a:cubicBezTo>
                    <a:pt x="2339" y="1973"/>
                    <a:pt x="2333" y="1958"/>
                    <a:pt x="2319" y="1958"/>
                  </a:cubicBezTo>
                  <a:cubicBezTo>
                    <a:pt x="2304" y="1958"/>
                    <a:pt x="2304" y="1948"/>
                    <a:pt x="2293" y="1947"/>
                  </a:cubicBezTo>
                  <a:cubicBezTo>
                    <a:pt x="2283" y="1947"/>
                    <a:pt x="2280" y="1947"/>
                    <a:pt x="2276" y="1935"/>
                  </a:cubicBezTo>
                  <a:cubicBezTo>
                    <a:pt x="2273" y="1923"/>
                    <a:pt x="2271" y="1897"/>
                    <a:pt x="2259" y="1892"/>
                  </a:cubicBezTo>
                  <a:cubicBezTo>
                    <a:pt x="2247" y="1887"/>
                    <a:pt x="2249" y="1891"/>
                    <a:pt x="2243" y="1885"/>
                  </a:cubicBezTo>
                  <a:cubicBezTo>
                    <a:pt x="2236" y="1879"/>
                    <a:pt x="2232" y="1884"/>
                    <a:pt x="2216" y="1884"/>
                  </a:cubicBezTo>
                  <a:cubicBezTo>
                    <a:pt x="2200" y="1884"/>
                    <a:pt x="2203" y="1896"/>
                    <a:pt x="2185" y="1894"/>
                  </a:cubicBezTo>
                  <a:cubicBezTo>
                    <a:pt x="2167" y="1893"/>
                    <a:pt x="2172" y="1904"/>
                    <a:pt x="2157" y="1906"/>
                  </a:cubicBezTo>
                  <a:cubicBezTo>
                    <a:pt x="2143" y="1908"/>
                    <a:pt x="2125" y="1914"/>
                    <a:pt x="2109" y="1914"/>
                  </a:cubicBezTo>
                  <a:cubicBezTo>
                    <a:pt x="2094" y="1914"/>
                    <a:pt x="2082" y="1917"/>
                    <a:pt x="2079" y="1924"/>
                  </a:cubicBezTo>
                  <a:cubicBezTo>
                    <a:pt x="2076" y="1932"/>
                    <a:pt x="2078" y="1937"/>
                    <a:pt x="2068" y="1944"/>
                  </a:cubicBezTo>
                  <a:cubicBezTo>
                    <a:pt x="2059" y="1952"/>
                    <a:pt x="2046" y="1965"/>
                    <a:pt x="2058" y="1965"/>
                  </a:cubicBezTo>
                  <a:cubicBezTo>
                    <a:pt x="2071" y="1965"/>
                    <a:pt x="2085" y="1960"/>
                    <a:pt x="2089" y="1965"/>
                  </a:cubicBezTo>
                  <a:cubicBezTo>
                    <a:pt x="2094" y="1970"/>
                    <a:pt x="2101" y="1975"/>
                    <a:pt x="2109" y="1973"/>
                  </a:cubicBezTo>
                  <a:cubicBezTo>
                    <a:pt x="2116" y="1971"/>
                    <a:pt x="2118" y="1973"/>
                    <a:pt x="2120" y="1964"/>
                  </a:cubicBezTo>
                  <a:cubicBezTo>
                    <a:pt x="2122" y="1955"/>
                    <a:pt x="2129" y="1955"/>
                    <a:pt x="2137" y="1955"/>
                  </a:cubicBezTo>
                  <a:cubicBezTo>
                    <a:pt x="2146" y="1956"/>
                    <a:pt x="2147" y="1967"/>
                    <a:pt x="2156" y="1964"/>
                  </a:cubicBezTo>
                  <a:cubicBezTo>
                    <a:pt x="2165" y="1960"/>
                    <a:pt x="2162" y="1957"/>
                    <a:pt x="2172" y="1954"/>
                  </a:cubicBezTo>
                  <a:cubicBezTo>
                    <a:pt x="2183" y="1950"/>
                    <a:pt x="2195" y="1952"/>
                    <a:pt x="2197" y="1944"/>
                  </a:cubicBezTo>
                  <a:cubicBezTo>
                    <a:pt x="2200" y="1937"/>
                    <a:pt x="2203" y="1934"/>
                    <a:pt x="2210" y="1932"/>
                  </a:cubicBezTo>
                  <a:cubicBezTo>
                    <a:pt x="2216" y="1931"/>
                    <a:pt x="2219" y="1922"/>
                    <a:pt x="2227" y="1922"/>
                  </a:cubicBezTo>
                  <a:cubicBezTo>
                    <a:pt x="2235" y="1922"/>
                    <a:pt x="2250" y="1924"/>
                    <a:pt x="2249" y="1930"/>
                  </a:cubicBezTo>
                  <a:cubicBezTo>
                    <a:pt x="2248" y="1936"/>
                    <a:pt x="2239" y="1943"/>
                    <a:pt x="2226" y="1942"/>
                  </a:cubicBezTo>
                  <a:cubicBezTo>
                    <a:pt x="2213" y="1940"/>
                    <a:pt x="2223" y="1954"/>
                    <a:pt x="2203" y="1960"/>
                  </a:cubicBezTo>
                  <a:cubicBezTo>
                    <a:pt x="2183" y="1967"/>
                    <a:pt x="2179" y="1976"/>
                    <a:pt x="2163" y="1976"/>
                  </a:cubicBezTo>
                  <a:cubicBezTo>
                    <a:pt x="2147" y="1976"/>
                    <a:pt x="2147" y="1985"/>
                    <a:pt x="2135" y="1985"/>
                  </a:cubicBezTo>
                  <a:cubicBezTo>
                    <a:pt x="2124" y="1985"/>
                    <a:pt x="2109" y="1981"/>
                    <a:pt x="2113" y="1987"/>
                  </a:cubicBezTo>
                  <a:cubicBezTo>
                    <a:pt x="2116" y="1994"/>
                    <a:pt x="2121" y="2000"/>
                    <a:pt x="2117" y="2006"/>
                  </a:cubicBezTo>
                  <a:cubicBezTo>
                    <a:pt x="2114" y="2012"/>
                    <a:pt x="2094" y="2030"/>
                    <a:pt x="2106" y="2033"/>
                  </a:cubicBezTo>
                  <a:cubicBezTo>
                    <a:pt x="2119" y="2036"/>
                    <a:pt x="2124" y="2025"/>
                    <a:pt x="2128" y="2041"/>
                  </a:cubicBezTo>
                  <a:cubicBezTo>
                    <a:pt x="2132" y="2057"/>
                    <a:pt x="2134" y="2082"/>
                    <a:pt x="2144" y="2085"/>
                  </a:cubicBezTo>
                  <a:cubicBezTo>
                    <a:pt x="2154" y="2088"/>
                    <a:pt x="2156" y="2095"/>
                    <a:pt x="2154" y="2099"/>
                  </a:cubicBezTo>
                  <a:cubicBezTo>
                    <a:pt x="2153" y="2104"/>
                    <a:pt x="2145" y="2111"/>
                    <a:pt x="2140" y="2106"/>
                  </a:cubicBezTo>
                  <a:cubicBezTo>
                    <a:pt x="2135" y="2100"/>
                    <a:pt x="2139" y="2099"/>
                    <a:pt x="2129" y="2099"/>
                  </a:cubicBezTo>
                  <a:cubicBezTo>
                    <a:pt x="2120" y="2099"/>
                    <a:pt x="2114" y="2098"/>
                    <a:pt x="2114" y="2106"/>
                  </a:cubicBezTo>
                  <a:cubicBezTo>
                    <a:pt x="2114" y="2115"/>
                    <a:pt x="2110" y="2119"/>
                    <a:pt x="2103" y="2116"/>
                  </a:cubicBezTo>
                  <a:cubicBezTo>
                    <a:pt x="2096" y="2114"/>
                    <a:pt x="2098" y="2101"/>
                    <a:pt x="2106" y="2099"/>
                  </a:cubicBezTo>
                  <a:cubicBezTo>
                    <a:pt x="2114" y="2098"/>
                    <a:pt x="2105" y="2088"/>
                    <a:pt x="2111" y="2086"/>
                  </a:cubicBezTo>
                  <a:cubicBezTo>
                    <a:pt x="2116" y="2085"/>
                    <a:pt x="2123" y="2085"/>
                    <a:pt x="2119" y="2077"/>
                  </a:cubicBezTo>
                  <a:cubicBezTo>
                    <a:pt x="2114" y="2069"/>
                    <a:pt x="2106" y="2071"/>
                    <a:pt x="2109" y="2061"/>
                  </a:cubicBezTo>
                  <a:cubicBezTo>
                    <a:pt x="2113" y="2051"/>
                    <a:pt x="2130" y="2050"/>
                    <a:pt x="2119" y="2045"/>
                  </a:cubicBezTo>
                  <a:cubicBezTo>
                    <a:pt x="2107" y="2040"/>
                    <a:pt x="2099" y="2042"/>
                    <a:pt x="2094" y="2037"/>
                  </a:cubicBezTo>
                  <a:cubicBezTo>
                    <a:pt x="2090" y="2032"/>
                    <a:pt x="2096" y="2047"/>
                    <a:pt x="2094" y="2051"/>
                  </a:cubicBezTo>
                  <a:cubicBezTo>
                    <a:pt x="2091" y="2056"/>
                    <a:pt x="2086" y="2055"/>
                    <a:pt x="2085" y="2046"/>
                  </a:cubicBezTo>
                  <a:cubicBezTo>
                    <a:pt x="2084" y="2038"/>
                    <a:pt x="2081" y="2036"/>
                    <a:pt x="2072" y="2034"/>
                  </a:cubicBezTo>
                  <a:cubicBezTo>
                    <a:pt x="2063" y="2032"/>
                    <a:pt x="2058" y="2051"/>
                    <a:pt x="2053" y="2045"/>
                  </a:cubicBezTo>
                  <a:cubicBezTo>
                    <a:pt x="2048" y="2039"/>
                    <a:pt x="2046" y="2043"/>
                    <a:pt x="2044" y="2032"/>
                  </a:cubicBezTo>
                  <a:cubicBezTo>
                    <a:pt x="2043" y="2021"/>
                    <a:pt x="2042" y="2017"/>
                    <a:pt x="2031" y="2016"/>
                  </a:cubicBezTo>
                  <a:cubicBezTo>
                    <a:pt x="2020" y="2015"/>
                    <a:pt x="2007" y="2019"/>
                    <a:pt x="2002" y="2010"/>
                  </a:cubicBezTo>
                  <a:cubicBezTo>
                    <a:pt x="1997" y="2000"/>
                    <a:pt x="1993" y="2000"/>
                    <a:pt x="1988" y="1998"/>
                  </a:cubicBezTo>
                  <a:cubicBezTo>
                    <a:pt x="1983" y="1995"/>
                    <a:pt x="1981" y="1987"/>
                    <a:pt x="1982" y="1980"/>
                  </a:cubicBezTo>
                  <a:cubicBezTo>
                    <a:pt x="1982" y="1973"/>
                    <a:pt x="1972" y="1970"/>
                    <a:pt x="1970" y="1977"/>
                  </a:cubicBezTo>
                  <a:cubicBezTo>
                    <a:pt x="1969" y="1983"/>
                    <a:pt x="1973" y="1991"/>
                    <a:pt x="1956" y="1990"/>
                  </a:cubicBezTo>
                  <a:cubicBezTo>
                    <a:pt x="1939" y="1990"/>
                    <a:pt x="1921" y="1992"/>
                    <a:pt x="1919" y="2000"/>
                  </a:cubicBezTo>
                  <a:cubicBezTo>
                    <a:pt x="1918" y="2008"/>
                    <a:pt x="1921" y="2015"/>
                    <a:pt x="1901" y="2015"/>
                  </a:cubicBezTo>
                  <a:cubicBezTo>
                    <a:pt x="1881" y="2014"/>
                    <a:pt x="1880" y="2016"/>
                    <a:pt x="1863" y="2014"/>
                  </a:cubicBezTo>
                  <a:cubicBezTo>
                    <a:pt x="1846" y="2012"/>
                    <a:pt x="1833" y="2009"/>
                    <a:pt x="1824" y="2015"/>
                  </a:cubicBezTo>
                  <a:cubicBezTo>
                    <a:pt x="1815" y="2020"/>
                    <a:pt x="1815" y="2023"/>
                    <a:pt x="1795" y="2024"/>
                  </a:cubicBezTo>
                  <a:cubicBezTo>
                    <a:pt x="1774" y="2025"/>
                    <a:pt x="1752" y="2022"/>
                    <a:pt x="1740" y="2020"/>
                  </a:cubicBezTo>
                  <a:cubicBezTo>
                    <a:pt x="1727" y="2019"/>
                    <a:pt x="1703" y="2019"/>
                    <a:pt x="1699" y="2013"/>
                  </a:cubicBezTo>
                  <a:cubicBezTo>
                    <a:pt x="1696" y="2008"/>
                    <a:pt x="1695" y="2007"/>
                    <a:pt x="1685" y="2007"/>
                  </a:cubicBezTo>
                  <a:cubicBezTo>
                    <a:pt x="1675" y="2007"/>
                    <a:pt x="1648" y="2010"/>
                    <a:pt x="1648" y="2002"/>
                  </a:cubicBezTo>
                  <a:cubicBezTo>
                    <a:pt x="1648" y="1993"/>
                    <a:pt x="1658" y="1993"/>
                    <a:pt x="1657" y="1986"/>
                  </a:cubicBezTo>
                  <a:cubicBezTo>
                    <a:pt x="1656" y="1980"/>
                    <a:pt x="1661" y="1972"/>
                    <a:pt x="1671" y="1972"/>
                  </a:cubicBezTo>
                  <a:cubicBezTo>
                    <a:pt x="1680" y="1972"/>
                    <a:pt x="1679" y="1963"/>
                    <a:pt x="1692" y="1964"/>
                  </a:cubicBezTo>
                  <a:cubicBezTo>
                    <a:pt x="1706" y="1965"/>
                    <a:pt x="1727" y="1962"/>
                    <a:pt x="1727" y="1957"/>
                  </a:cubicBezTo>
                  <a:cubicBezTo>
                    <a:pt x="1727" y="1952"/>
                    <a:pt x="1738" y="1947"/>
                    <a:pt x="1721" y="1937"/>
                  </a:cubicBezTo>
                  <a:cubicBezTo>
                    <a:pt x="1704" y="1927"/>
                    <a:pt x="1692" y="1909"/>
                    <a:pt x="1686" y="1903"/>
                  </a:cubicBezTo>
                  <a:cubicBezTo>
                    <a:pt x="1679" y="1897"/>
                    <a:pt x="1672" y="1893"/>
                    <a:pt x="1663" y="1891"/>
                  </a:cubicBezTo>
                  <a:cubicBezTo>
                    <a:pt x="1654" y="1890"/>
                    <a:pt x="1633" y="1883"/>
                    <a:pt x="1629" y="1882"/>
                  </a:cubicBezTo>
                  <a:cubicBezTo>
                    <a:pt x="1625" y="1881"/>
                    <a:pt x="1621" y="1874"/>
                    <a:pt x="1610" y="1874"/>
                  </a:cubicBezTo>
                  <a:cubicBezTo>
                    <a:pt x="1598" y="1874"/>
                    <a:pt x="1582" y="1878"/>
                    <a:pt x="1582" y="1884"/>
                  </a:cubicBezTo>
                  <a:cubicBezTo>
                    <a:pt x="1582" y="1889"/>
                    <a:pt x="1576" y="1893"/>
                    <a:pt x="1565" y="1893"/>
                  </a:cubicBezTo>
                  <a:cubicBezTo>
                    <a:pt x="1555" y="1893"/>
                    <a:pt x="1551" y="1896"/>
                    <a:pt x="1550" y="1889"/>
                  </a:cubicBezTo>
                  <a:cubicBezTo>
                    <a:pt x="1548" y="1882"/>
                    <a:pt x="1550" y="1883"/>
                    <a:pt x="1535" y="1883"/>
                  </a:cubicBezTo>
                  <a:cubicBezTo>
                    <a:pt x="1521" y="1883"/>
                    <a:pt x="1509" y="1886"/>
                    <a:pt x="1497" y="1881"/>
                  </a:cubicBezTo>
                  <a:cubicBezTo>
                    <a:pt x="1485" y="1877"/>
                    <a:pt x="1481" y="1881"/>
                    <a:pt x="1468" y="1874"/>
                  </a:cubicBezTo>
                  <a:cubicBezTo>
                    <a:pt x="1455" y="1866"/>
                    <a:pt x="1447" y="1864"/>
                    <a:pt x="1438" y="1857"/>
                  </a:cubicBezTo>
                  <a:cubicBezTo>
                    <a:pt x="1428" y="1851"/>
                    <a:pt x="1422" y="1844"/>
                    <a:pt x="1403" y="1844"/>
                  </a:cubicBezTo>
                  <a:cubicBezTo>
                    <a:pt x="1385" y="1844"/>
                    <a:pt x="1358" y="1844"/>
                    <a:pt x="1342" y="1838"/>
                  </a:cubicBezTo>
                  <a:cubicBezTo>
                    <a:pt x="1327" y="1831"/>
                    <a:pt x="1326" y="1829"/>
                    <a:pt x="1310" y="1822"/>
                  </a:cubicBezTo>
                  <a:cubicBezTo>
                    <a:pt x="1293" y="1815"/>
                    <a:pt x="1279" y="1803"/>
                    <a:pt x="1269" y="1797"/>
                  </a:cubicBezTo>
                  <a:cubicBezTo>
                    <a:pt x="1259" y="1791"/>
                    <a:pt x="1247" y="1784"/>
                    <a:pt x="1228" y="1784"/>
                  </a:cubicBezTo>
                  <a:cubicBezTo>
                    <a:pt x="1208" y="1784"/>
                    <a:pt x="1152" y="1782"/>
                    <a:pt x="1148" y="1787"/>
                  </a:cubicBezTo>
                  <a:cubicBezTo>
                    <a:pt x="1143" y="1792"/>
                    <a:pt x="1136" y="1810"/>
                    <a:pt x="1130" y="1821"/>
                  </a:cubicBezTo>
                  <a:cubicBezTo>
                    <a:pt x="1123" y="1831"/>
                    <a:pt x="1122" y="1836"/>
                    <a:pt x="1105" y="1834"/>
                  </a:cubicBezTo>
                  <a:cubicBezTo>
                    <a:pt x="1088" y="1832"/>
                    <a:pt x="1050" y="1837"/>
                    <a:pt x="1063" y="1826"/>
                  </a:cubicBezTo>
                  <a:cubicBezTo>
                    <a:pt x="1076" y="1815"/>
                    <a:pt x="1087" y="1818"/>
                    <a:pt x="1084" y="1808"/>
                  </a:cubicBezTo>
                  <a:cubicBezTo>
                    <a:pt x="1082" y="1799"/>
                    <a:pt x="1077" y="1793"/>
                    <a:pt x="1069" y="1798"/>
                  </a:cubicBezTo>
                  <a:cubicBezTo>
                    <a:pt x="1062" y="1802"/>
                    <a:pt x="1058" y="1790"/>
                    <a:pt x="1060" y="1783"/>
                  </a:cubicBezTo>
                  <a:cubicBezTo>
                    <a:pt x="1062" y="1775"/>
                    <a:pt x="1071" y="1770"/>
                    <a:pt x="1067" y="1761"/>
                  </a:cubicBezTo>
                  <a:cubicBezTo>
                    <a:pt x="1064" y="1752"/>
                    <a:pt x="1057" y="1748"/>
                    <a:pt x="1049" y="1751"/>
                  </a:cubicBezTo>
                  <a:cubicBezTo>
                    <a:pt x="1041" y="1754"/>
                    <a:pt x="1036" y="1759"/>
                    <a:pt x="1024" y="1758"/>
                  </a:cubicBezTo>
                  <a:cubicBezTo>
                    <a:pt x="1011" y="1757"/>
                    <a:pt x="1008" y="1756"/>
                    <a:pt x="1008" y="1762"/>
                  </a:cubicBezTo>
                  <a:cubicBezTo>
                    <a:pt x="1008" y="1769"/>
                    <a:pt x="1005" y="1771"/>
                    <a:pt x="1013" y="1772"/>
                  </a:cubicBezTo>
                  <a:cubicBezTo>
                    <a:pt x="1021" y="1774"/>
                    <a:pt x="1024" y="1780"/>
                    <a:pt x="1021" y="1787"/>
                  </a:cubicBezTo>
                  <a:cubicBezTo>
                    <a:pt x="1019" y="1794"/>
                    <a:pt x="1004" y="1783"/>
                    <a:pt x="1003" y="1795"/>
                  </a:cubicBezTo>
                  <a:cubicBezTo>
                    <a:pt x="1003" y="1806"/>
                    <a:pt x="1003" y="1836"/>
                    <a:pt x="989" y="1834"/>
                  </a:cubicBezTo>
                  <a:cubicBezTo>
                    <a:pt x="976" y="1833"/>
                    <a:pt x="945" y="1826"/>
                    <a:pt x="933" y="1805"/>
                  </a:cubicBezTo>
                  <a:cubicBezTo>
                    <a:pt x="922" y="1784"/>
                    <a:pt x="911" y="1785"/>
                    <a:pt x="906" y="1769"/>
                  </a:cubicBezTo>
                  <a:cubicBezTo>
                    <a:pt x="901" y="1753"/>
                    <a:pt x="899" y="1742"/>
                    <a:pt x="887" y="1732"/>
                  </a:cubicBezTo>
                  <a:cubicBezTo>
                    <a:pt x="876" y="1722"/>
                    <a:pt x="864" y="1712"/>
                    <a:pt x="856" y="1709"/>
                  </a:cubicBezTo>
                  <a:cubicBezTo>
                    <a:pt x="847" y="1707"/>
                    <a:pt x="844" y="1704"/>
                    <a:pt x="837" y="1699"/>
                  </a:cubicBezTo>
                  <a:cubicBezTo>
                    <a:pt x="829" y="1694"/>
                    <a:pt x="821" y="1684"/>
                    <a:pt x="816" y="1692"/>
                  </a:cubicBezTo>
                  <a:cubicBezTo>
                    <a:pt x="810" y="1701"/>
                    <a:pt x="807" y="1705"/>
                    <a:pt x="814" y="1706"/>
                  </a:cubicBezTo>
                  <a:cubicBezTo>
                    <a:pt x="820" y="1707"/>
                    <a:pt x="821" y="1707"/>
                    <a:pt x="821" y="1717"/>
                  </a:cubicBezTo>
                  <a:cubicBezTo>
                    <a:pt x="821" y="1726"/>
                    <a:pt x="835" y="1726"/>
                    <a:pt x="834" y="1735"/>
                  </a:cubicBezTo>
                  <a:cubicBezTo>
                    <a:pt x="832" y="1745"/>
                    <a:pt x="825" y="1742"/>
                    <a:pt x="816" y="1742"/>
                  </a:cubicBezTo>
                  <a:cubicBezTo>
                    <a:pt x="808" y="1742"/>
                    <a:pt x="809" y="1742"/>
                    <a:pt x="807" y="1752"/>
                  </a:cubicBezTo>
                  <a:cubicBezTo>
                    <a:pt x="805" y="1763"/>
                    <a:pt x="804" y="1776"/>
                    <a:pt x="795" y="1779"/>
                  </a:cubicBezTo>
                  <a:cubicBezTo>
                    <a:pt x="786" y="1782"/>
                    <a:pt x="778" y="1793"/>
                    <a:pt x="773" y="1798"/>
                  </a:cubicBezTo>
                  <a:cubicBezTo>
                    <a:pt x="768" y="1804"/>
                    <a:pt x="762" y="1800"/>
                    <a:pt x="762" y="1791"/>
                  </a:cubicBezTo>
                  <a:cubicBezTo>
                    <a:pt x="762" y="1783"/>
                    <a:pt x="771" y="1775"/>
                    <a:pt x="762" y="1775"/>
                  </a:cubicBezTo>
                  <a:cubicBezTo>
                    <a:pt x="753" y="1775"/>
                    <a:pt x="753" y="1788"/>
                    <a:pt x="739" y="1786"/>
                  </a:cubicBezTo>
                  <a:cubicBezTo>
                    <a:pt x="725" y="1785"/>
                    <a:pt x="721" y="1794"/>
                    <a:pt x="710" y="1793"/>
                  </a:cubicBezTo>
                  <a:cubicBezTo>
                    <a:pt x="698" y="1793"/>
                    <a:pt x="695" y="1794"/>
                    <a:pt x="688" y="1802"/>
                  </a:cubicBezTo>
                  <a:cubicBezTo>
                    <a:pt x="681" y="1810"/>
                    <a:pt x="675" y="1816"/>
                    <a:pt x="670" y="1823"/>
                  </a:cubicBezTo>
                  <a:cubicBezTo>
                    <a:pt x="665" y="1829"/>
                    <a:pt x="666" y="1832"/>
                    <a:pt x="652" y="1833"/>
                  </a:cubicBezTo>
                  <a:cubicBezTo>
                    <a:pt x="639" y="1835"/>
                    <a:pt x="629" y="1837"/>
                    <a:pt x="624" y="1834"/>
                  </a:cubicBezTo>
                  <a:cubicBezTo>
                    <a:pt x="619" y="1831"/>
                    <a:pt x="609" y="1828"/>
                    <a:pt x="601" y="1828"/>
                  </a:cubicBezTo>
                  <a:cubicBezTo>
                    <a:pt x="594" y="1828"/>
                    <a:pt x="587" y="1828"/>
                    <a:pt x="586" y="1837"/>
                  </a:cubicBezTo>
                  <a:cubicBezTo>
                    <a:pt x="586" y="1846"/>
                    <a:pt x="586" y="1855"/>
                    <a:pt x="574" y="1855"/>
                  </a:cubicBezTo>
                  <a:cubicBezTo>
                    <a:pt x="563" y="1855"/>
                    <a:pt x="553" y="1860"/>
                    <a:pt x="546" y="1862"/>
                  </a:cubicBezTo>
                  <a:cubicBezTo>
                    <a:pt x="539" y="1864"/>
                    <a:pt x="538" y="1866"/>
                    <a:pt x="533" y="1871"/>
                  </a:cubicBezTo>
                  <a:cubicBezTo>
                    <a:pt x="529" y="1875"/>
                    <a:pt x="520" y="1884"/>
                    <a:pt x="528" y="1888"/>
                  </a:cubicBezTo>
                  <a:cubicBezTo>
                    <a:pt x="535" y="1892"/>
                    <a:pt x="537" y="1897"/>
                    <a:pt x="527" y="1898"/>
                  </a:cubicBezTo>
                  <a:cubicBezTo>
                    <a:pt x="517" y="1899"/>
                    <a:pt x="494" y="1908"/>
                    <a:pt x="495" y="1896"/>
                  </a:cubicBezTo>
                  <a:cubicBezTo>
                    <a:pt x="495" y="1885"/>
                    <a:pt x="510" y="1886"/>
                    <a:pt x="511" y="1876"/>
                  </a:cubicBezTo>
                  <a:cubicBezTo>
                    <a:pt x="513" y="1867"/>
                    <a:pt x="526" y="1869"/>
                    <a:pt x="528" y="1860"/>
                  </a:cubicBezTo>
                  <a:cubicBezTo>
                    <a:pt x="530" y="1851"/>
                    <a:pt x="557" y="1854"/>
                    <a:pt x="561" y="1845"/>
                  </a:cubicBezTo>
                  <a:cubicBezTo>
                    <a:pt x="564" y="1836"/>
                    <a:pt x="575" y="1836"/>
                    <a:pt x="579" y="1827"/>
                  </a:cubicBezTo>
                  <a:cubicBezTo>
                    <a:pt x="584" y="1818"/>
                    <a:pt x="601" y="1817"/>
                    <a:pt x="612" y="1817"/>
                  </a:cubicBezTo>
                  <a:cubicBezTo>
                    <a:pt x="624" y="1817"/>
                    <a:pt x="647" y="1822"/>
                    <a:pt x="654" y="1812"/>
                  </a:cubicBezTo>
                  <a:cubicBezTo>
                    <a:pt x="660" y="1802"/>
                    <a:pt x="674" y="1788"/>
                    <a:pt x="689" y="1785"/>
                  </a:cubicBezTo>
                  <a:cubicBezTo>
                    <a:pt x="704" y="1783"/>
                    <a:pt x="715" y="1775"/>
                    <a:pt x="725" y="1772"/>
                  </a:cubicBezTo>
                  <a:cubicBezTo>
                    <a:pt x="734" y="1770"/>
                    <a:pt x="739" y="1761"/>
                    <a:pt x="738" y="1754"/>
                  </a:cubicBezTo>
                  <a:cubicBezTo>
                    <a:pt x="738" y="1747"/>
                    <a:pt x="740" y="1745"/>
                    <a:pt x="728" y="1741"/>
                  </a:cubicBezTo>
                  <a:cubicBezTo>
                    <a:pt x="717" y="1737"/>
                    <a:pt x="725" y="1748"/>
                    <a:pt x="711" y="1750"/>
                  </a:cubicBezTo>
                  <a:cubicBezTo>
                    <a:pt x="697" y="1752"/>
                    <a:pt x="685" y="1752"/>
                    <a:pt x="670" y="1751"/>
                  </a:cubicBezTo>
                  <a:cubicBezTo>
                    <a:pt x="655" y="1750"/>
                    <a:pt x="644" y="1756"/>
                    <a:pt x="642" y="1764"/>
                  </a:cubicBezTo>
                  <a:cubicBezTo>
                    <a:pt x="641" y="1772"/>
                    <a:pt x="643" y="1775"/>
                    <a:pt x="629" y="1775"/>
                  </a:cubicBezTo>
                  <a:cubicBezTo>
                    <a:pt x="616" y="1774"/>
                    <a:pt x="614" y="1769"/>
                    <a:pt x="602" y="1778"/>
                  </a:cubicBezTo>
                  <a:cubicBezTo>
                    <a:pt x="591" y="1786"/>
                    <a:pt x="591" y="1791"/>
                    <a:pt x="574" y="1791"/>
                  </a:cubicBezTo>
                  <a:cubicBezTo>
                    <a:pt x="558" y="1791"/>
                    <a:pt x="547" y="1796"/>
                    <a:pt x="538" y="1800"/>
                  </a:cubicBezTo>
                  <a:cubicBezTo>
                    <a:pt x="530" y="1803"/>
                    <a:pt x="516" y="1798"/>
                    <a:pt x="515" y="1809"/>
                  </a:cubicBezTo>
                  <a:cubicBezTo>
                    <a:pt x="513" y="1821"/>
                    <a:pt x="510" y="1828"/>
                    <a:pt x="495" y="1831"/>
                  </a:cubicBezTo>
                  <a:cubicBezTo>
                    <a:pt x="480" y="1834"/>
                    <a:pt x="472" y="1834"/>
                    <a:pt x="471" y="1841"/>
                  </a:cubicBezTo>
                  <a:cubicBezTo>
                    <a:pt x="470" y="1847"/>
                    <a:pt x="462" y="1848"/>
                    <a:pt x="457" y="1843"/>
                  </a:cubicBezTo>
                  <a:cubicBezTo>
                    <a:pt x="452" y="1838"/>
                    <a:pt x="455" y="1833"/>
                    <a:pt x="462" y="1826"/>
                  </a:cubicBezTo>
                  <a:cubicBezTo>
                    <a:pt x="470" y="1818"/>
                    <a:pt x="475" y="1810"/>
                    <a:pt x="462" y="1811"/>
                  </a:cubicBezTo>
                  <a:cubicBezTo>
                    <a:pt x="450" y="1812"/>
                    <a:pt x="448" y="1815"/>
                    <a:pt x="443" y="1808"/>
                  </a:cubicBezTo>
                  <a:cubicBezTo>
                    <a:pt x="438" y="1801"/>
                    <a:pt x="427" y="1788"/>
                    <a:pt x="424" y="1797"/>
                  </a:cubicBezTo>
                  <a:cubicBezTo>
                    <a:pt x="422" y="1805"/>
                    <a:pt x="427" y="1821"/>
                    <a:pt x="410" y="1823"/>
                  </a:cubicBezTo>
                  <a:cubicBezTo>
                    <a:pt x="394" y="1826"/>
                    <a:pt x="373" y="1823"/>
                    <a:pt x="366" y="1829"/>
                  </a:cubicBezTo>
                  <a:cubicBezTo>
                    <a:pt x="358" y="1836"/>
                    <a:pt x="353" y="1845"/>
                    <a:pt x="342" y="1845"/>
                  </a:cubicBezTo>
                  <a:cubicBezTo>
                    <a:pt x="331" y="1845"/>
                    <a:pt x="322" y="1858"/>
                    <a:pt x="328" y="1863"/>
                  </a:cubicBezTo>
                  <a:cubicBezTo>
                    <a:pt x="335" y="1868"/>
                    <a:pt x="333" y="1884"/>
                    <a:pt x="344" y="1886"/>
                  </a:cubicBezTo>
                  <a:cubicBezTo>
                    <a:pt x="355" y="1888"/>
                    <a:pt x="361" y="1889"/>
                    <a:pt x="361" y="1896"/>
                  </a:cubicBezTo>
                  <a:cubicBezTo>
                    <a:pt x="361" y="1904"/>
                    <a:pt x="366" y="1914"/>
                    <a:pt x="348" y="1907"/>
                  </a:cubicBezTo>
                  <a:cubicBezTo>
                    <a:pt x="330" y="1899"/>
                    <a:pt x="334" y="1893"/>
                    <a:pt x="326" y="1892"/>
                  </a:cubicBezTo>
                  <a:cubicBezTo>
                    <a:pt x="317" y="1891"/>
                    <a:pt x="312" y="1897"/>
                    <a:pt x="293" y="1896"/>
                  </a:cubicBezTo>
                  <a:cubicBezTo>
                    <a:pt x="293" y="1896"/>
                    <a:pt x="268" y="1889"/>
                    <a:pt x="252" y="1885"/>
                  </a:cubicBezTo>
                  <a:cubicBezTo>
                    <a:pt x="236" y="1880"/>
                    <a:pt x="222" y="1880"/>
                    <a:pt x="208" y="1871"/>
                  </a:cubicBezTo>
                  <a:cubicBezTo>
                    <a:pt x="193" y="1861"/>
                    <a:pt x="160" y="1849"/>
                    <a:pt x="146" y="1842"/>
                  </a:cubicBezTo>
                  <a:cubicBezTo>
                    <a:pt x="132" y="1835"/>
                    <a:pt x="121" y="1826"/>
                    <a:pt x="128" y="1821"/>
                  </a:cubicBezTo>
                  <a:cubicBezTo>
                    <a:pt x="134" y="1817"/>
                    <a:pt x="139" y="1810"/>
                    <a:pt x="134" y="1807"/>
                  </a:cubicBezTo>
                  <a:cubicBezTo>
                    <a:pt x="128" y="1804"/>
                    <a:pt x="119" y="1801"/>
                    <a:pt x="116" y="1807"/>
                  </a:cubicBezTo>
                  <a:cubicBezTo>
                    <a:pt x="112" y="1814"/>
                    <a:pt x="106" y="1821"/>
                    <a:pt x="94" y="1817"/>
                  </a:cubicBezTo>
                  <a:cubicBezTo>
                    <a:pt x="81" y="1812"/>
                    <a:pt x="81" y="1813"/>
                    <a:pt x="58" y="1811"/>
                  </a:cubicBezTo>
                  <a:cubicBezTo>
                    <a:pt x="34" y="1809"/>
                    <a:pt x="17" y="1807"/>
                    <a:pt x="4" y="1805"/>
                  </a:cubicBezTo>
                  <a:cubicBezTo>
                    <a:pt x="3" y="1805"/>
                    <a:pt x="1" y="1804"/>
                    <a:pt x="0" y="1804"/>
                  </a:cubicBezTo>
                  <a:cubicBezTo>
                    <a:pt x="2" y="2768"/>
                    <a:pt x="2" y="2768"/>
                    <a:pt x="2" y="2768"/>
                  </a:cubicBezTo>
                  <a:cubicBezTo>
                    <a:pt x="2" y="2768"/>
                    <a:pt x="9" y="2775"/>
                    <a:pt x="12" y="2780"/>
                  </a:cubicBezTo>
                  <a:cubicBezTo>
                    <a:pt x="15" y="2786"/>
                    <a:pt x="21" y="2790"/>
                    <a:pt x="27" y="2790"/>
                  </a:cubicBezTo>
                  <a:cubicBezTo>
                    <a:pt x="32" y="2790"/>
                    <a:pt x="41" y="2776"/>
                    <a:pt x="49" y="2783"/>
                  </a:cubicBezTo>
                  <a:cubicBezTo>
                    <a:pt x="57" y="2790"/>
                    <a:pt x="64" y="2792"/>
                    <a:pt x="72" y="2789"/>
                  </a:cubicBezTo>
                  <a:cubicBezTo>
                    <a:pt x="80" y="2786"/>
                    <a:pt x="80" y="2776"/>
                    <a:pt x="97" y="2777"/>
                  </a:cubicBezTo>
                  <a:cubicBezTo>
                    <a:pt x="114" y="2778"/>
                    <a:pt x="123" y="2775"/>
                    <a:pt x="122" y="2789"/>
                  </a:cubicBezTo>
                  <a:cubicBezTo>
                    <a:pt x="122" y="2803"/>
                    <a:pt x="128" y="2817"/>
                    <a:pt x="139" y="2817"/>
                  </a:cubicBezTo>
                  <a:cubicBezTo>
                    <a:pt x="151" y="2817"/>
                    <a:pt x="162" y="2835"/>
                    <a:pt x="174" y="2843"/>
                  </a:cubicBezTo>
                  <a:cubicBezTo>
                    <a:pt x="185" y="2852"/>
                    <a:pt x="211" y="2863"/>
                    <a:pt x="219" y="2879"/>
                  </a:cubicBezTo>
                  <a:cubicBezTo>
                    <a:pt x="227" y="2894"/>
                    <a:pt x="232" y="2909"/>
                    <a:pt x="238" y="2911"/>
                  </a:cubicBezTo>
                  <a:cubicBezTo>
                    <a:pt x="244" y="2912"/>
                    <a:pt x="247" y="2909"/>
                    <a:pt x="250" y="2903"/>
                  </a:cubicBezTo>
                  <a:cubicBezTo>
                    <a:pt x="253" y="2897"/>
                    <a:pt x="259" y="2892"/>
                    <a:pt x="269" y="2891"/>
                  </a:cubicBezTo>
                  <a:cubicBezTo>
                    <a:pt x="280" y="2891"/>
                    <a:pt x="298" y="2883"/>
                    <a:pt x="298" y="2875"/>
                  </a:cubicBezTo>
                  <a:cubicBezTo>
                    <a:pt x="298" y="2867"/>
                    <a:pt x="298" y="2845"/>
                    <a:pt x="314" y="2844"/>
                  </a:cubicBezTo>
                  <a:cubicBezTo>
                    <a:pt x="330" y="2843"/>
                    <a:pt x="337" y="2839"/>
                    <a:pt x="343" y="2835"/>
                  </a:cubicBezTo>
                  <a:cubicBezTo>
                    <a:pt x="349" y="2830"/>
                    <a:pt x="375" y="2829"/>
                    <a:pt x="381" y="2845"/>
                  </a:cubicBezTo>
                  <a:cubicBezTo>
                    <a:pt x="387" y="2860"/>
                    <a:pt x="387" y="2875"/>
                    <a:pt x="396" y="2879"/>
                  </a:cubicBezTo>
                  <a:cubicBezTo>
                    <a:pt x="405" y="2883"/>
                    <a:pt x="423" y="2889"/>
                    <a:pt x="425" y="2903"/>
                  </a:cubicBezTo>
                  <a:cubicBezTo>
                    <a:pt x="426" y="2917"/>
                    <a:pt x="443" y="2925"/>
                    <a:pt x="459" y="2929"/>
                  </a:cubicBezTo>
                  <a:cubicBezTo>
                    <a:pt x="474" y="2933"/>
                    <a:pt x="491" y="2955"/>
                    <a:pt x="501" y="2972"/>
                  </a:cubicBezTo>
                  <a:cubicBezTo>
                    <a:pt x="510" y="2989"/>
                    <a:pt x="533" y="3030"/>
                    <a:pt x="545" y="3041"/>
                  </a:cubicBezTo>
                  <a:cubicBezTo>
                    <a:pt x="557" y="3051"/>
                    <a:pt x="564" y="3061"/>
                    <a:pt x="566" y="3077"/>
                  </a:cubicBezTo>
                  <a:cubicBezTo>
                    <a:pt x="568" y="3093"/>
                    <a:pt x="589" y="3120"/>
                    <a:pt x="602" y="3128"/>
                  </a:cubicBezTo>
                  <a:cubicBezTo>
                    <a:pt x="615" y="3136"/>
                    <a:pt x="643" y="3145"/>
                    <a:pt x="661" y="3153"/>
                  </a:cubicBezTo>
                  <a:cubicBezTo>
                    <a:pt x="679" y="3161"/>
                    <a:pt x="707" y="3167"/>
                    <a:pt x="705" y="3196"/>
                  </a:cubicBezTo>
                  <a:cubicBezTo>
                    <a:pt x="705" y="3210"/>
                    <a:pt x="704" y="3216"/>
                    <a:pt x="703" y="3220"/>
                  </a:cubicBezTo>
                  <a:cubicBezTo>
                    <a:pt x="708" y="3221"/>
                    <a:pt x="713" y="3225"/>
                    <a:pt x="713" y="3236"/>
                  </a:cubicBezTo>
                  <a:cubicBezTo>
                    <a:pt x="713" y="3248"/>
                    <a:pt x="711" y="3264"/>
                    <a:pt x="702" y="3270"/>
                  </a:cubicBezTo>
                  <a:cubicBezTo>
                    <a:pt x="693" y="3276"/>
                    <a:pt x="682" y="3297"/>
                    <a:pt x="679" y="3302"/>
                  </a:cubicBezTo>
                  <a:cubicBezTo>
                    <a:pt x="675" y="3306"/>
                    <a:pt x="676" y="3309"/>
                    <a:pt x="685" y="3319"/>
                  </a:cubicBezTo>
                  <a:cubicBezTo>
                    <a:pt x="693" y="3329"/>
                    <a:pt x="697" y="3333"/>
                    <a:pt x="697" y="3343"/>
                  </a:cubicBezTo>
                  <a:cubicBezTo>
                    <a:pt x="698" y="3352"/>
                    <a:pt x="708" y="3365"/>
                    <a:pt x="699" y="3360"/>
                  </a:cubicBezTo>
                  <a:cubicBezTo>
                    <a:pt x="690" y="3356"/>
                    <a:pt x="691" y="3347"/>
                    <a:pt x="684" y="3347"/>
                  </a:cubicBezTo>
                  <a:cubicBezTo>
                    <a:pt x="677" y="3347"/>
                    <a:pt x="660" y="3356"/>
                    <a:pt x="672" y="3363"/>
                  </a:cubicBezTo>
                  <a:cubicBezTo>
                    <a:pt x="683" y="3369"/>
                    <a:pt x="692" y="3372"/>
                    <a:pt x="689" y="3379"/>
                  </a:cubicBezTo>
                  <a:cubicBezTo>
                    <a:pt x="687" y="3387"/>
                    <a:pt x="667" y="3379"/>
                    <a:pt x="675" y="3393"/>
                  </a:cubicBezTo>
                  <a:cubicBezTo>
                    <a:pt x="683" y="3407"/>
                    <a:pt x="690" y="3402"/>
                    <a:pt x="698" y="3416"/>
                  </a:cubicBezTo>
                  <a:cubicBezTo>
                    <a:pt x="706" y="3430"/>
                    <a:pt x="727" y="3436"/>
                    <a:pt x="728" y="3427"/>
                  </a:cubicBezTo>
                  <a:cubicBezTo>
                    <a:pt x="729" y="3419"/>
                    <a:pt x="742" y="3420"/>
                    <a:pt x="744" y="3412"/>
                  </a:cubicBezTo>
                  <a:cubicBezTo>
                    <a:pt x="747" y="3405"/>
                    <a:pt x="757" y="3399"/>
                    <a:pt x="757" y="3407"/>
                  </a:cubicBezTo>
                  <a:cubicBezTo>
                    <a:pt x="758" y="3415"/>
                    <a:pt x="754" y="3423"/>
                    <a:pt x="762" y="3424"/>
                  </a:cubicBezTo>
                  <a:cubicBezTo>
                    <a:pt x="770" y="3426"/>
                    <a:pt x="769" y="3431"/>
                    <a:pt x="765" y="3443"/>
                  </a:cubicBezTo>
                  <a:cubicBezTo>
                    <a:pt x="761" y="3455"/>
                    <a:pt x="752" y="3465"/>
                    <a:pt x="758" y="3471"/>
                  </a:cubicBezTo>
                  <a:cubicBezTo>
                    <a:pt x="764" y="3477"/>
                    <a:pt x="776" y="3491"/>
                    <a:pt x="778" y="3482"/>
                  </a:cubicBezTo>
                  <a:cubicBezTo>
                    <a:pt x="779" y="3473"/>
                    <a:pt x="781" y="3468"/>
                    <a:pt x="788" y="3468"/>
                  </a:cubicBezTo>
                  <a:cubicBezTo>
                    <a:pt x="795" y="3469"/>
                    <a:pt x="797" y="3466"/>
                    <a:pt x="800" y="3463"/>
                  </a:cubicBezTo>
                  <a:cubicBezTo>
                    <a:pt x="803" y="3460"/>
                    <a:pt x="811" y="3457"/>
                    <a:pt x="806" y="3466"/>
                  </a:cubicBezTo>
                  <a:cubicBezTo>
                    <a:pt x="801" y="3475"/>
                    <a:pt x="800" y="3483"/>
                    <a:pt x="793" y="3485"/>
                  </a:cubicBezTo>
                  <a:cubicBezTo>
                    <a:pt x="786" y="3488"/>
                    <a:pt x="786" y="3491"/>
                    <a:pt x="790" y="3498"/>
                  </a:cubicBezTo>
                  <a:cubicBezTo>
                    <a:pt x="794" y="3505"/>
                    <a:pt x="800" y="3500"/>
                    <a:pt x="804" y="3493"/>
                  </a:cubicBezTo>
                  <a:cubicBezTo>
                    <a:pt x="809" y="3486"/>
                    <a:pt x="815" y="3478"/>
                    <a:pt x="821" y="3484"/>
                  </a:cubicBezTo>
                  <a:cubicBezTo>
                    <a:pt x="826" y="3491"/>
                    <a:pt x="820" y="3498"/>
                    <a:pt x="829" y="3499"/>
                  </a:cubicBezTo>
                  <a:cubicBezTo>
                    <a:pt x="837" y="3501"/>
                    <a:pt x="842" y="3509"/>
                    <a:pt x="851" y="3504"/>
                  </a:cubicBezTo>
                  <a:cubicBezTo>
                    <a:pt x="859" y="3499"/>
                    <a:pt x="866" y="3497"/>
                    <a:pt x="866" y="3503"/>
                  </a:cubicBezTo>
                  <a:cubicBezTo>
                    <a:pt x="866" y="3510"/>
                    <a:pt x="855" y="3517"/>
                    <a:pt x="847" y="3517"/>
                  </a:cubicBezTo>
                  <a:cubicBezTo>
                    <a:pt x="839" y="3517"/>
                    <a:pt x="845" y="3523"/>
                    <a:pt x="836" y="3525"/>
                  </a:cubicBezTo>
                  <a:cubicBezTo>
                    <a:pt x="827" y="3527"/>
                    <a:pt x="816" y="3535"/>
                    <a:pt x="823" y="3542"/>
                  </a:cubicBezTo>
                  <a:cubicBezTo>
                    <a:pt x="830" y="3548"/>
                    <a:pt x="829" y="3550"/>
                    <a:pt x="831" y="3562"/>
                  </a:cubicBezTo>
                  <a:cubicBezTo>
                    <a:pt x="833" y="3575"/>
                    <a:pt x="840" y="3584"/>
                    <a:pt x="845" y="3579"/>
                  </a:cubicBezTo>
                  <a:cubicBezTo>
                    <a:pt x="850" y="3574"/>
                    <a:pt x="862" y="3561"/>
                    <a:pt x="859" y="3578"/>
                  </a:cubicBezTo>
                  <a:cubicBezTo>
                    <a:pt x="857" y="3596"/>
                    <a:pt x="852" y="3609"/>
                    <a:pt x="865" y="3609"/>
                  </a:cubicBezTo>
                  <a:cubicBezTo>
                    <a:pt x="877" y="3609"/>
                    <a:pt x="872" y="3624"/>
                    <a:pt x="883" y="3624"/>
                  </a:cubicBezTo>
                  <a:cubicBezTo>
                    <a:pt x="894" y="3624"/>
                    <a:pt x="910" y="3623"/>
                    <a:pt x="921" y="3626"/>
                  </a:cubicBezTo>
                  <a:cubicBezTo>
                    <a:pt x="931" y="3629"/>
                    <a:pt x="940" y="3628"/>
                    <a:pt x="942" y="3634"/>
                  </a:cubicBezTo>
                  <a:cubicBezTo>
                    <a:pt x="944" y="3640"/>
                    <a:pt x="958" y="3651"/>
                    <a:pt x="935" y="3650"/>
                  </a:cubicBezTo>
                  <a:cubicBezTo>
                    <a:pt x="911" y="3649"/>
                    <a:pt x="900" y="3648"/>
                    <a:pt x="890" y="3644"/>
                  </a:cubicBezTo>
                  <a:cubicBezTo>
                    <a:pt x="880" y="3639"/>
                    <a:pt x="868" y="3627"/>
                    <a:pt x="860" y="3626"/>
                  </a:cubicBezTo>
                  <a:cubicBezTo>
                    <a:pt x="851" y="3625"/>
                    <a:pt x="844" y="3625"/>
                    <a:pt x="830" y="3625"/>
                  </a:cubicBezTo>
                  <a:cubicBezTo>
                    <a:pt x="817" y="3625"/>
                    <a:pt x="815" y="3634"/>
                    <a:pt x="817" y="3641"/>
                  </a:cubicBezTo>
                  <a:cubicBezTo>
                    <a:pt x="818" y="3648"/>
                    <a:pt x="818" y="3651"/>
                    <a:pt x="826" y="3654"/>
                  </a:cubicBezTo>
                  <a:cubicBezTo>
                    <a:pt x="834" y="3656"/>
                    <a:pt x="835" y="3660"/>
                    <a:pt x="840" y="3669"/>
                  </a:cubicBezTo>
                  <a:cubicBezTo>
                    <a:pt x="846" y="3678"/>
                    <a:pt x="850" y="3674"/>
                    <a:pt x="850" y="3683"/>
                  </a:cubicBezTo>
                  <a:cubicBezTo>
                    <a:pt x="849" y="3692"/>
                    <a:pt x="858" y="3694"/>
                    <a:pt x="863" y="3694"/>
                  </a:cubicBezTo>
                  <a:cubicBezTo>
                    <a:pt x="868" y="3694"/>
                    <a:pt x="872" y="3692"/>
                    <a:pt x="877" y="3698"/>
                  </a:cubicBezTo>
                  <a:cubicBezTo>
                    <a:pt x="882" y="3703"/>
                    <a:pt x="887" y="3700"/>
                    <a:pt x="892" y="3708"/>
                  </a:cubicBezTo>
                  <a:cubicBezTo>
                    <a:pt x="897" y="3716"/>
                    <a:pt x="904" y="3713"/>
                    <a:pt x="907" y="3720"/>
                  </a:cubicBezTo>
                  <a:cubicBezTo>
                    <a:pt x="909" y="3727"/>
                    <a:pt x="914" y="3732"/>
                    <a:pt x="921" y="3732"/>
                  </a:cubicBezTo>
                  <a:cubicBezTo>
                    <a:pt x="927" y="3732"/>
                    <a:pt x="929" y="3735"/>
                    <a:pt x="929" y="3740"/>
                  </a:cubicBezTo>
                  <a:cubicBezTo>
                    <a:pt x="929" y="3745"/>
                    <a:pt x="929" y="3749"/>
                    <a:pt x="940" y="3750"/>
                  </a:cubicBezTo>
                  <a:cubicBezTo>
                    <a:pt x="952" y="3752"/>
                    <a:pt x="957" y="3746"/>
                    <a:pt x="966" y="3753"/>
                  </a:cubicBezTo>
                  <a:cubicBezTo>
                    <a:pt x="974" y="3760"/>
                    <a:pt x="984" y="3758"/>
                    <a:pt x="979" y="3767"/>
                  </a:cubicBezTo>
                  <a:cubicBezTo>
                    <a:pt x="973" y="3775"/>
                    <a:pt x="976" y="3782"/>
                    <a:pt x="989" y="3785"/>
                  </a:cubicBezTo>
                  <a:cubicBezTo>
                    <a:pt x="1003" y="3788"/>
                    <a:pt x="1021" y="3791"/>
                    <a:pt x="1023" y="3797"/>
                  </a:cubicBezTo>
                  <a:cubicBezTo>
                    <a:pt x="1025" y="3804"/>
                    <a:pt x="1033" y="3813"/>
                    <a:pt x="1039" y="3815"/>
                  </a:cubicBezTo>
                  <a:cubicBezTo>
                    <a:pt x="1043" y="3816"/>
                    <a:pt x="1043" y="3820"/>
                    <a:pt x="1044" y="3825"/>
                  </a:cubicBezTo>
                  <a:cubicBezTo>
                    <a:pt x="1049" y="3826"/>
                    <a:pt x="1056" y="3827"/>
                    <a:pt x="1062" y="3831"/>
                  </a:cubicBezTo>
                  <a:cubicBezTo>
                    <a:pt x="1075" y="3839"/>
                    <a:pt x="1090" y="3844"/>
                    <a:pt x="1100" y="3845"/>
                  </a:cubicBezTo>
                  <a:cubicBezTo>
                    <a:pt x="1110" y="3846"/>
                    <a:pt x="1135" y="3849"/>
                    <a:pt x="1140" y="3839"/>
                  </a:cubicBezTo>
                  <a:cubicBezTo>
                    <a:pt x="1145" y="3829"/>
                    <a:pt x="1145" y="3824"/>
                    <a:pt x="1138" y="3818"/>
                  </a:cubicBezTo>
                  <a:cubicBezTo>
                    <a:pt x="1135" y="3815"/>
                    <a:pt x="1135" y="3813"/>
                    <a:pt x="1137" y="3812"/>
                  </a:cubicBezTo>
                  <a:cubicBezTo>
                    <a:pt x="1135" y="3811"/>
                    <a:pt x="1133" y="3809"/>
                    <a:pt x="1130" y="3808"/>
                  </a:cubicBezTo>
                  <a:cubicBezTo>
                    <a:pt x="1125" y="3806"/>
                    <a:pt x="1123" y="3798"/>
                    <a:pt x="1120" y="3795"/>
                  </a:cubicBezTo>
                  <a:cubicBezTo>
                    <a:pt x="1119" y="3794"/>
                    <a:pt x="1118" y="3792"/>
                    <a:pt x="1118" y="3790"/>
                  </a:cubicBezTo>
                  <a:cubicBezTo>
                    <a:pt x="1118" y="3789"/>
                    <a:pt x="1118" y="3786"/>
                    <a:pt x="1118" y="3785"/>
                  </a:cubicBezTo>
                  <a:cubicBezTo>
                    <a:pt x="1117" y="3785"/>
                    <a:pt x="1116" y="3785"/>
                    <a:pt x="1115" y="3785"/>
                  </a:cubicBezTo>
                  <a:cubicBezTo>
                    <a:pt x="1114" y="3784"/>
                    <a:pt x="1112" y="3784"/>
                    <a:pt x="1110" y="3784"/>
                  </a:cubicBezTo>
                  <a:cubicBezTo>
                    <a:pt x="1101" y="3783"/>
                    <a:pt x="1104" y="3782"/>
                    <a:pt x="1103" y="3775"/>
                  </a:cubicBezTo>
                  <a:cubicBezTo>
                    <a:pt x="1103" y="3768"/>
                    <a:pt x="1095" y="3765"/>
                    <a:pt x="1091" y="3758"/>
                  </a:cubicBezTo>
                  <a:cubicBezTo>
                    <a:pt x="1086" y="3751"/>
                    <a:pt x="1076" y="3748"/>
                    <a:pt x="1064" y="3746"/>
                  </a:cubicBezTo>
                  <a:cubicBezTo>
                    <a:pt x="1052" y="3744"/>
                    <a:pt x="1058" y="3746"/>
                    <a:pt x="1048" y="3737"/>
                  </a:cubicBezTo>
                  <a:cubicBezTo>
                    <a:pt x="1038" y="3728"/>
                    <a:pt x="1039" y="3734"/>
                    <a:pt x="1038" y="3722"/>
                  </a:cubicBezTo>
                  <a:cubicBezTo>
                    <a:pt x="1036" y="3711"/>
                    <a:pt x="1029" y="3714"/>
                    <a:pt x="1028" y="3705"/>
                  </a:cubicBezTo>
                  <a:cubicBezTo>
                    <a:pt x="1026" y="3697"/>
                    <a:pt x="1019" y="3698"/>
                    <a:pt x="1019" y="3691"/>
                  </a:cubicBezTo>
                  <a:cubicBezTo>
                    <a:pt x="1019" y="3684"/>
                    <a:pt x="1014" y="3684"/>
                    <a:pt x="1008" y="3684"/>
                  </a:cubicBezTo>
                  <a:cubicBezTo>
                    <a:pt x="1002" y="3685"/>
                    <a:pt x="997" y="3674"/>
                    <a:pt x="1001" y="3667"/>
                  </a:cubicBezTo>
                  <a:cubicBezTo>
                    <a:pt x="1005" y="3660"/>
                    <a:pt x="1012" y="3667"/>
                    <a:pt x="1018" y="3669"/>
                  </a:cubicBezTo>
                  <a:cubicBezTo>
                    <a:pt x="1024" y="3672"/>
                    <a:pt x="1027" y="3677"/>
                    <a:pt x="1027" y="3681"/>
                  </a:cubicBezTo>
                  <a:cubicBezTo>
                    <a:pt x="1027" y="3686"/>
                    <a:pt x="1026" y="3689"/>
                    <a:pt x="1036" y="3692"/>
                  </a:cubicBezTo>
                  <a:cubicBezTo>
                    <a:pt x="1045" y="3695"/>
                    <a:pt x="1045" y="3702"/>
                    <a:pt x="1045" y="3702"/>
                  </a:cubicBezTo>
                  <a:cubicBezTo>
                    <a:pt x="1049" y="3715"/>
                    <a:pt x="1055" y="3718"/>
                    <a:pt x="1062" y="3727"/>
                  </a:cubicBezTo>
                  <a:cubicBezTo>
                    <a:pt x="1069" y="3735"/>
                    <a:pt x="1069" y="3735"/>
                    <a:pt x="1084" y="3737"/>
                  </a:cubicBezTo>
                  <a:cubicBezTo>
                    <a:pt x="1098" y="3739"/>
                    <a:pt x="1094" y="3744"/>
                    <a:pt x="1107" y="3748"/>
                  </a:cubicBezTo>
                  <a:cubicBezTo>
                    <a:pt x="1120" y="3752"/>
                    <a:pt x="1127" y="3749"/>
                    <a:pt x="1129" y="3742"/>
                  </a:cubicBezTo>
                  <a:cubicBezTo>
                    <a:pt x="1132" y="3736"/>
                    <a:pt x="1139" y="3740"/>
                    <a:pt x="1141" y="3744"/>
                  </a:cubicBezTo>
                  <a:cubicBezTo>
                    <a:pt x="1143" y="3747"/>
                    <a:pt x="1146" y="3749"/>
                    <a:pt x="1144" y="3754"/>
                  </a:cubicBezTo>
                  <a:cubicBezTo>
                    <a:pt x="1144" y="3755"/>
                    <a:pt x="1144" y="3757"/>
                    <a:pt x="1145" y="3758"/>
                  </a:cubicBezTo>
                  <a:cubicBezTo>
                    <a:pt x="1146" y="3760"/>
                    <a:pt x="1149" y="3762"/>
                    <a:pt x="1150" y="3765"/>
                  </a:cubicBezTo>
                  <a:cubicBezTo>
                    <a:pt x="1153" y="3768"/>
                    <a:pt x="1153" y="3772"/>
                    <a:pt x="1155" y="3775"/>
                  </a:cubicBezTo>
                  <a:cubicBezTo>
                    <a:pt x="1155" y="3777"/>
                    <a:pt x="1156" y="3778"/>
                    <a:pt x="1157" y="3779"/>
                  </a:cubicBezTo>
                  <a:cubicBezTo>
                    <a:pt x="1158" y="3780"/>
                    <a:pt x="1158" y="3782"/>
                    <a:pt x="1159" y="3783"/>
                  </a:cubicBezTo>
                  <a:cubicBezTo>
                    <a:pt x="1160" y="3784"/>
                    <a:pt x="1160" y="3785"/>
                    <a:pt x="1161" y="3786"/>
                  </a:cubicBezTo>
                  <a:cubicBezTo>
                    <a:pt x="1189" y="3785"/>
                    <a:pt x="2910" y="3783"/>
                    <a:pt x="2910" y="3783"/>
                  </a:cubicBezTo>
                  <a:cubicBezTo>
                    <a:pt x="2910" y="3783"/>
                    <a:pt x="2928" y="3776"/>
                    <a:pt x="2928" y="3769"/>
                  </a:cubicBezTo>
                  <a:cubicBezTo>
                    <a:pt x="2928" y="3761"/>
                    <a:pt x="2927" y="3749"/>
                    <a:pt x="2935" y="3750"/>
                  </a:cubicBezTo>
                  <a:cubicBezTo>
                    <a:pt x="2942" y="3751"/>
                    <a:pt x="2953" y="3761"/>
                    <a:pt x="2953" y="3767"/>
                  </a:cubicBezTo>
                  <a:cubicBezTo>
                    <a:pt x="2953" y="3774"/>
                    <a:pt x="2958" y="3780"/>
                    <a:pt x="2960" y="3788"/>
                  </a:cubicBezTo>
                  <a:cubicBezTo>
                    <a:pt x="2963" y="3797"/>
                    <a:pt x="2965" y="3802"/>
                    <a:pt x="2974" y="3805"/>
                  </a:cubicBezTo>
                  <a:cubicBezTo>
                    <a:pt x="2982" y="3808"/>
                    <a:pt x="3006" y="3805"/>
                    <a:pt x="3011" y="3815"/>
                  </a:cubicBezTo>
                  <a:cubicBezTo>
                    <a:pt x="3016" y="3825"/>
                    <a:pt x="3031" y="3825"/>
                    <a:pt x="3041" y="3817"/>
                  </a:cubicBezTo>
                  <a:cubicBezTo>
                    <a:pt x="3051" y="3809"/>
                    <a:pt x="3061" y="3811"/>
                    <a:pt x="3071" y="3814"/>
                  </a:cubicBezTo>
                  <a:cubicBezTo>
                    <a:pt x="3080" y="3817"/>
                    <a:pt x="3089" y="3821"/>
                    <a:pt x="3093" y="3829"/>
                  </a:cubicBezTo>
                  <a:cubicBezTo>
                    <a:pt x="3097" y="3838"/>
                    <a:pt x="3116" y="3844"/>
                    <a:pt x="3120" y="3839"/>
                  </a:cubicBezTo>
                  <a:cubicBezTo>
                    <a:pt x="3124" y="3833"/>
                    <a:pt x="3135" y="3835"/>
                    <a:pt x="3139" y="3843"/>
                  </a:cubicBezTo>
                  <a:cubicBezTo>
                    <a:pt x="3142" y="3852"/>
                    <a:pt x="3154" y="3853"/>
                    <a:pt x="3162" y="3858"/>
                  </a:cubicBezTo>
                  <a:cubicBezTo>
                    <a:pt x="3171" y="3863"/>
                    <a:pt x="3178" y="3860"/>
                    <a:pt x="3182" y="3855"/>
                  </a:cubicBezTo>
                  <a:cubicBezTo>
                    <a:pt x="3186" y="3850"/>
                    <a:pt x="3194" y="3842"/>
                    <a:pt x="3202" y="3844"/>
                  </a:cubicBezTo>
                  <a:cubicBezTo>
                    <a:pt x="3209" y="3846"/>
                    <a:pt x="3214" y="3852"/>
                    <a:pt x="3220" y="3852"/>
                  </a:cubicBezTo>
                  <a:cubicBezTo>
                    <a:pt x="3226" y="3852"/>
                    <a:pt x="3238" y="3847"/>
                    <a:pt x="3250" y="3854"/>
                  </a:cubicBezTo>
                  <a:cubicBezTo>
                    <a:pt x="3261" y="3862"/>
                    <a:pt x="3265" y="3859"/>
                    <a:pt x="3276" y="3860"/>
                  </a:cubicBezTo>
                  <a:cubicBezTo>
                    <a:pt x="3286" y="3861"/>
                    <a:pt x="3294" y="3865"/>
                    <a:pt x="3305" y="3862"/>
                  </a:cubicBezTo>
                  <a:cubicBezTo>
                    <a:pt x="3305" y="3859"/>
                    <a:pt x="3304" y="3855"/>
                    <a:pt x="3306" y="3852"/>
                  </a:cubicBezTo>
                  <a:cubicBezTo>
                    <a:pt x="3309" y="3845"/>
                    <a:pt x="3311" y="3839"/>
                    <a:pt x="3314" y="3830"/>
                  </a:cubicBezTo>
                  <a:cubicBezTo>
                    <a:pt x="3316" y="3821"/>
                    <a:pt x="3327" y="3823"/>
                    <a:pt x="3336" y="3823"/>
                  </a:cubicBezTo>
                  <a:cubicBezTo>
                    <a:pt x="3345" y="3824"/>
                    <a:pt x="3356" y="3824"/>
                    <a:pt x="3361" y="3817"/>
                  </a:cubicBezTo>
                  <a:cubicBezTo>
                    <a:pt x="3365" y="3810"/>
                    <a:pt x="3371" y="3809"/>
                    <a:pt x="3379" y="3806"/>
                  </a:cubicBezTo>
                  <a:cubicBezTo>
                    <a:pt x="3386" y="3804"/>
                    <a:pt x="3381" y="3783"/>
                    <a:pt x="3385" y="3783"/>
                  </a:cubicBezTo>
                  <a:cubicBezTo>
                    <a:pt x="3389" y="3783"/>
                    <a:pt x="3393" y="3791"/>
                    <a:pt x="3394" y="3796"/>
                  </a:cubicBezTo>
                  <a:cubicBezTo>
                    <a:pt x="3394" y="3801"/>
                    <a:pt x="3406" y="3798"/>
                    <a:pt x="3413" y="3798"/>
                  </a:cubicBezTo>
                  <a:cubicBezTo>
                    <a:pt x="3419" y="3798"/>
                    <a:pt x="3441" y="3798"/>
                    <a:pt x="3451" y="3798"/>
                  </a:cubicBezTo>
                  <a:cubicBezTo>
                    <a:pt x="3461" y="3798"/>
                    <a:pt x="3470" y="3799"/>
                    <a:pt x="3478" y="3804"/>
                  </a:cubicBezTo>
                  <a:cubicBezTo>
                    <a:pt x="3485" y="3809"/>
                    <a:pt x="3485" y="3812"/>
                    <a:pt x="3494" y="3814"/>
                  </a:cubicBezTo>
                  <a:cubicBezTo>
                    <a:pt x="3504" y="3816"/>
                    <a:pt x="3493" y="3820"/>
                    <a:pt x="3492" y="3828"/>
                  </a:cubicBezTo>
                  <a:cubicBezTo>
                    <a:pt x="3492" y="3835"/>
                    <a:pt x="3504" y="3844"/>
                    <a:pt x="3512" y="3850"/>
                  </a:cubicBezTo>
                  <a:cubicBezTo>
                    <a:pt x="3520" y="3857"/>
                    <a:pt x="3520" y="3862"/>
                    <a:pt x="3527" y="3866"/>
                  </a:cubicBezTo>
                  <a:cubicBezTo>
                    <a:pt x="3533" y="3869"/>
                    <a:pt x="3528" y="3871"/>
                    <a:pt x="3525" y="3873"/>
                  </a:cubicBezTo>
                  <a:cubicBezTo>
                    <a:pt x="3522" y="3876"/>
                    <a:pt x="3526" y="3882"/>
                    <a:pt x="3529" y="3882"/>
                  </a:cubicBezTo>
                  <a:cubicBezTo>
                    <a:pt x="3533" y="3882"/>
                    <a:pt x="3540" y="3881"/>
                    <a:pt x="3542" y="3874"/>
                  </a:cubicBezTo>
                  <a:cubicBezTo>
                    <a:pt x="3545" y="3868"/>
                    <a:pt x="3559" y="3868"/>
                    <a:pt x="3566" y="3867"/>
                  </a:cubicBezTo>
                  <a:cubicBezTo>
                    <a:pt x="3574" y="3865"/>
                    <a:pt x="3580" y="3870"/>
                    <a:pt x="3580" y="3876"/>
                  </a:cubicBezTo>
                  <a:cubicBezTo>
                    <a:pt x="3580" y="3881"/>
                    <a:pt x="3579" y="3881"/>
                    <a:pt x="3574" y="3882"/>
                  </a:cubicBezTo>
                  <a:cubicBezTo>
                    <a:pt x="3569" y="3884"/>
                    <a:pt x="3580" y="3889"/>
                    <a:pt x="3581" y="3895"/>
                  </a:cubicBezTo>
                  <a:cubicBezTo>
                    <a:pt x="3582" y="3902"/>
                    <a:pt x="3586" y="3905"/>
                    <a:pt x="3594" y="3906"/>
                  </a:cubicBezTo>
                  <a:cubicBezTo>
                    <a:pt x="3603" y="3907"/>
                    <a:pt x="3600" y="3911"/>
                    <a:pt x="3600" y="3923"/>
                  </a:cubicBezTo>
                  <a:cubicBezTo>
                    <a:pt x="3599" y="3935"/>
                    <a:pt x="3593" y="3933"/>
                    <a:pt x="3594" y="3940"/>
                  </a:cubicBezTo>
                  <a:cubicBezTo>
                    <a:pt x="3595" y="3947"/>
                    <a:pt x="3608" y="3946"/>
                    <a:pt x="3608" y="3953"/>
                  </a:cubicBezTo>
                  <a:cubicBezTo>
                    <a:pt x="3608" y="3960"/>
                    <a:pt x="3614" y="3964"/>
                    <a:pt x="3614" y="3972"/>
                  </a:cubicBezTo>
                  <a:cubicBezTo>
                    <a:pt x="3614" y="3975"/>
                    <a:pt x="3614" y="3977"/>
                    <a:pt x="3613" y="3978"/>
                  </a:cubicBezTo>
                  <a:cubicBezTo>
                    <a:pt x="3622" y="3979"/>
                    <a:pt x="3629" y="3980"/>
                    <a:pt x="3631" y="3988"/>
                  </a:cubicBezTo>
                  <a:cubicBezTo>
                    <a:pt x="3632" y="3999"/>
                    <a:pt x="3639" y="4006"/>
                    <a:pt x="3650" y="4008"/>
                  </a:cubicBezTo>
                  <a:cubicBezTo>
                    <a:pt x="3656" y="4008"/>
                    <a:pt x="3662" y="4009"/>
                    <a:pt x="3667" y="4012"/>
                  </a:cubicBezTo>
                  <a:cubicBezTo>
                    <a:pt x="3670" y="4009"/>
                    <a:pt x="3673" y="4006"/>
                    <a:pt x="3675" y="4004"/>
                  </a:cubicBezTo>
                  <a:cubicBezTo>
                    <a:pt x="3681" y="3999"/>
                    <a:pt x="3693" y="4006"/>
                    <a:pt x="3702" y="4008"/>
                  </a:cubicBezTo>
                  <a:cubicBezTo>
                    <a:pt x="3711" y="4010"/>
                    <a:pt x="3721" y="4011"/>
                    <a:pt x="3727" y="4011"/>
                  </a:cubicBezTo>
                  <a:cubicBezTo>
                    <a:pt x="3732" y="4011"/>
                    <a:pt x="3751" y="4013"/>
                    <a:pt x="3775" y="4013"/>
                  </a:cubicBezTo>
                  <a:cubicBezTo>
                    <a:pt x="3800" y="4013"/>
                    <a:pt x="3803" y="4021"/>
                    <a:pt x="3808" y="4025"/>
                  </a:cubicBezTo>
                  <a:cubicBezTo>
                    <a:pt x="3813" y="4029"/>
                    <a:pt x="3829" y="4028"/>
                    <a:pt x="3839" y="4028"/>
                  </a:cubicBezTo>
                  <a:cubicBezTo>
                    <a:pt x="3848" y="4028"/>
                    <a:pt x="3852" y="4029"/>
                    <a:pt x="3855" y="4037"/>
                  </a:cubicBezTo>
                  <a:cubicBezTo>
                    <a:pt x="3857" y="4045"/>
                    <a:pt x="3863" y="4051"/>
                    <a:pt x="3868" y="4059"/>
                  </a:cubicBezTo>
                  <a:cubicBezTo>
                    <a:pt x="3873" y="4068"/>
                    <a:pt x="3880" y="4073"/>
                    <a:pt x="3893" y="4078"/>
                  </a:cubicBezTo>
                  <a:cubicBezTo>
                    <a:pt x="3905" y="4083"/>
                    <a:pt x="3899" y="4100"/>
                    <a:pt x="3901" y="4113"/>
                  </a:cubicBezTo>
                  <a:cubicBezTo>
                    <a:pt x="3903" y="4125"/>
                    <a:pt x="3900" y="4134"/>
                    <a:pt x="3892" y="4137"/>
                  </a:cubicBezTo>
                  <a:cubicBezTo>
                    <a:pt x="3884" y="4139"/>
                    <a:pt x="3873" y="4133"/>
                    <a:pt x="3867" y="4127"/>
                  </a:cubicBezTo>
                  <a:cubicBezTo>
                    <a:pt x="3862" y="4122"/>
                    <a:pt x="3852" y="4121"/>
                    <a:pt x="3847" y="4111"/>
                  </a:cubicBezTo>
                  <a:cubicBezTo>
                    <a:pt x="3841" y="4102"/>
                    <a:pt x="3829" y="4098"/>
                    <a:pt x="3823" y="4092"/>
                  </a:cubicBezTo>
                  <a:cubicBezTo>
                    <a:pt x="3817" y="4086"/>
                    <a:pt x="3815" y="4079"/>
                    <a:pt x="3804" y="4079"/>
                  </a:cubicBezTo>
                  <a:cubicBezTo>
                    <a:pt x="3793" y="4079"/>
                    <a:pt x="3787" y="4074"/>
                    <a:pt x="3787" y="4079"/>
                  </a:cubicBezTo>
                  <a:cubicBezTo>
                    <a:pt x="3787" y="4085"/>
                    <a:pt x="3787" y="4085"/>
                    <a:pt x="3796" y="4085"/>
                  </a:cubicBezTo>
                  <a:cubicBezTo>
                    <a:pt x="3805" y="4086"/>
                    <a:pt x="3800" y="4097"/>
                    <a:pt x="3807" y="4101"/>
                  </a:cubicBezTo>
                  <a:cubicBezTo>
                    <a:pt x="3815" y="4105"/>
                    <a:pt x="3815" y="4114"/>
                    <a:pt x="3815" y="4125"/>
                  </a:cubicBezTo>
                  <a:cubicBezTo>
                    <a:pt x="3815" y="4135"/>
                    <a:pt x="3811" y="4143"/>
                    <a:pt x="3798" y="4151"/>
                  </a:cubicBezTo>
                  <a:cubicBezTo>
                    <a:pt x="3785" y="4160"/>
                    <a:pt x="3791" y="4189"/>
                    <a:pt x="3793" y="4201"/>
                  </a:cubicBezTo>
                  <a:cubicBezTo>
                    <a:pt x="3794" y="4213"/>
                    <a:pt x="3794" y="4226"/>
                    <a:pt x="3782" y="4229"/>
                  </a:cubicBezTo>
                  <a:cubicBezTo>
                    <a:pt x="3770" y="4233"/>
                    <a:pt x="3770" y="4249"/>
                    <a:pt x="3763" y="4251"/>
                  </a:cubicBezTo>
                  <a:cubicBezTo>
                    <a:pt x="3755" y="4252"/>
                    <a:pt x="3753" y="4245"/>
                    <a:pt x="3752" y="4235"/>
                  </a:cubicBezTo>
                  <a:cubicBezTo>
                    <a:pt x="3752" y="4234"/>
                    <a:pt x="3752" y="4233"/>
                    <a:pt x="3752" y="4232"/>
                  </a:cubicBezTo>
                  <a:cubicBezTo>
                    <a:pt x="3749" y="4236"/>
                    <a:pt x="3748" y="4240"/>
                    <a:pt x="3748" y="4244"/>
                  </a:cubicBezTo>
                  <a:cubicBezTo>
                    <a:pt x="3749" y="4253"/>
                    <a:pt x="3748" y="4279"/>
                    <a:pt x="3733" y="4288"/>
                  </a:cubicBezTo>
                  <a:cubicBezTo>
                    <a:pt x="3718" y="4297"/>
                    <a:pt x="3710" y="4310"/>
                    <a:pt x="3704" y="4315"/>
                  </a:cubicBezTo>
                  <a:cubicBezTo>
                    <a:pt x="3698" y="4319"/>
                    <a:pt x="3693" y="4332"/>
                    <a:pt x="3699" y="4341"/>
                  </a:cubicBezTo>
                  <a:cubicBezTo>
                    <a:pt x="3700" y="4340"/>
                    <a:pt x="3702" y="4339"/>
                    <a:pt x="3704" y="4338"/>
                  </a:cubicBezTo>
                  <a:cubicBezTo>
                    <a:pt x="3715" y="4334"/>
                    <a:pt x="3713" y="4339"/>
                    <a:pt x="3732" y="4338"/>
                  </a:cubicBezTo>
                  <a:cubicBezTo>
                    <a:pt x="3751" y="4337"/>
                    <a:pt x="3758" y="4315"/>
                    <a:pt x="3758" y="4315"/>
                  </a:cubicBezTo>
                  <a:cubicBezTo>
                    <a:pt x="3759" y="4310"/>
                    <a:pt x="3762" y="4318"/>
                    <a:pt x="3770" y="4318"/>
                  </a:cubicBezTo>
                  <a:cubicBezTo>
                    <a:pt x="3778" y="4318"/>
                    <a:pt x="3780" y="4311"/>
                    <a:pt x="3784" y="4306"/>
                  </a:cubicBezTo>
                  <a:cubicBezTo>
                    <a:pt x="3788" y="4301"/>
                    <a:pt x="3803" y="4294"/>
                    <a:pt x="3811" y="4288"/>
                  </a:cubicBezTo>
                  <a:cubicBezTo>
                    <a:pt x="3819" y="4282"/>
                    <a:pt x="3830" y="4284"/>
                    <a:pt x="3847" y="4285"/>
                  </a:cubicBezTo>
                  <a:cubicBezTo>
                    <a:pt x="3863" y="4285"/>
                    <a:pt x="3852" y="4290"/>
                    <a:pt x="3864" y="4293"/>
                  </a:cubicBezTo>
                  <a:cubicBezTo>
                    <a:pt x="3876" y="4295"/>
                    <a:pt x="3879" y="4288"/>
                    <a:pt x="3884" y="4281"/>
                  </a:cubicBezTo>
                  <a:cubicBezTo>
                    <a:pt x="3889" y="4273"/>
                    <a:pt x="3896" y="4276"/>
                    <a:pt x="3905" y="4271"/>
                  </a:cubicBezTo>
                  <a:cubicBezTo>
                    <a:pt x="3915" y="4265"/>
                    <a:pt x="3933" y="4267"/>
                    <a:pt x="3946" y="4267"/>
                  </a:cubicBezTo>
                  <a:cubicBezTo>
                    <a:pt x="3952" y="4267"/>
                    <a:pt x="3957" y="4270"/>
                    <a:pt x="3959" y="4273"/>
                  </a:cubicBezTo>
                  <a:cubicBezTo>
                    <a:pt x="3962" y="4269"/>
                    <a:pt x="3964" y="4264"/>
                    <a:pt x="3962" y="4258"/>
                  </a:cubicBezTo>
                  <a:cubicBezTo>
                    <a:pt x="3959" y="4252"/>
                    <a:pt x="3956" y="4246"/>
                    <a:pt x="3954" y="4241"/>
                  </a:cubicBezTo>
                  <a:cubicBezTo>
                    <a:pt x="3948" y="4242"/>
                    <a:pt x="3940" y="4240"/>
                    <a:pt x="3933" y="4240"/>
                  </a:cubicBezTo>
                  <a:cubicBezTo>
                    <a:pt x="3923" y="4240"/>
                    <a:pt x="3921" y="4238"/>
                    <a:pt x="3921" y="4231"/>
                  </a:cubicBezTo>
                  <a:cubicBezTo>
                    <a:pt x="3921" y="4225"/>
                    <a:pt x="3924" y="4217"/>
                    <a:pt x="3931" y="4217"/>
                  </a:cubicBezTo>
                  <a:cubicBezTo>
                    <a:pt x="3939" y="4217"/>
                    <a:pt x="3944" y="4207"/>
                    <a:pt x="3950" y="4203"/>
                  </a:cubicBezTo>
                  <a:cubicBezTo>
                    <a:pt x="3956" y="4199"/>
                    <a:pt x="3958" y="4193"/>
                    <a:pt x="3970" y="4193"/>
                  </a:cubicBezTo>
                  <a:cubicBezTo>
                    <a:pt x="3982" y="4193"/>
                    <a:pt x="3990" y="4183"/>
                    <a:pt x="3990" y="4183"/>
                  </a:cubicBezTo>
                  <a:cubicBezTo>
                    <a:pt x="4006" y="4183"/>
                    <a:pt x="4003" y="4185"/>
                    <a:pt x="4018" y="4185"/>
                  </a:cubicBezTo>
                  <a:cubicBezTo>
                    <a:pt x="4033" y="4185"/>
                    <a:pt x="4030" y="4179"/>
                    <a:pt x="4035" y="4177"/>
                  </a:cubicBezTo>
                  <a:cubicBezTo>
                    <a:pt x="4041" y="4176"/>
                    <a:pt x="4051" y="4175"/>
                    <a:pt x="4055" y="4181"/>
                  </a:cubicBezTo>
                  <a:cubicBezTo>
                    <a:pt x="4059" y="4187"/>
                    <a:pt x="4064" y="4185"/>
                    <a:pt x="4077" y="4185"/>
                  </a:cubicBezTo>
                  <a:cubicBezTo>
                    <a:pt x="4089" y="4185"/>
                    <a:pt x="4097" y="4179"/>
                    <a:pt x="4102" y="4172"/>
                  </a:cubicBezTo>
                  <a:cubicBezTo>
                    <a:pt x="4107" y="4165"/>
                    <a:pt x="4111" y="4161"/>
                    <a:pt x="4119" y="4161"/>
                  </a:cubicBezTo>
                  <a:cubicBezTo>
                    <a:pt x="4125" y="4160"/>
                    <a:pt x="4132" y="4159"/>
                    <a:pt x="4138" y="4160"/>
                  </a:cubicBezTo>
                  <a:cubicBezTo>
                    <a:pt x="4145" y="4152"/>
                    <a:pt x="4154" y="4145"/>
                    <a:pt x="4166" y="4142"/>
                  </a:cubicBezTo>
                  <a:cubicBezTo>
                    <a:pt x="4197" y="4133"/>
                    <a:pt x="4182" y="4101"/>
                    <a:pt x="4239" y="4101"/>
                  </a:cubicBezTo>
                  <a:cubicBezTo>
                    <a:pt x="4295" y="4101"/>
                    <a:pt x="4427" y="4100"/>
                    <a:pt x="4430" y="4100"/>
                  </a:cubicBezTo>
                  <a:cubicBezTo>
                    <a:pt x="4432" y="4100"/>
                    <a:pt x="4442" y="4082"/>
                    <a:pt x="4459" y="4081"/>
                  </a:cubicBezTo>
                  <a:cubicBezTo>
                    <a:pt x="4476" y="4081"/>
                    <a:pt x="4482" y="4071"/>
                    <a:pt x="4497" y="4051"/>
                  </a:cubicBezTo>
                  <a:cubicBezTo>
                    <a:pt x="4511" y="4030"/>
                    <a:pt x="4515" y="4018"/>
                    <a:pt x="4516" y="4004"/>
                  </a:cubicBezTo>
                  <a:cubicBezTo>
                    <a:pt x="4517" y="3990"/>
                    <a:pt x="4526" y="3977"/>
                    <a:pt x="4536" y="3964"/>
                  </a:cubicBezTo>
                  <a:cubicBezTo>
                    <a:pt x="4546" y="3951"/>
                    <a:pt x="4557" y="3933"/>
                    <a:pt x="4569" y="3923"/>
                  </a:cubicBezTo>
                  <a:cubicBezTo>
                    <a:pt x="4580" y="3912"/>
                    <a:pt x="4588" y="3903"/>
                    <a:pt x="4597" y="3918"/>
                  </a:cubicBezTo>
                  <a:cubicBezTo>
                    <a:pt x="4605" y="3933"/>
                    <a:pt x="4611" y="3934"/>
                    <a:pt x="4618" y="3923"/>
                  </a:cubicBezTo>
                  <a:cubicBezTo>
                    <a:pt x="4626" y="3912"/>
                    <a:pt x="4639" y="3904"/>
                    <a:pt x="4654" y="3915"/>
                  </a:cubicBezTo>
                  <a:cubicBezTo>
                    <a:pt x="4669" y="3926"/>
                    <a:pt x="4666" y="3933"/>
                    <a:pt x="4671" y="3939"/>
                  </a:cubicBezTo>
                  <a:cubicBezTo>
                    <a:pt x="4676" y="3946"/>
                    <a:pt x="4674" y="3956"/>
                    <a:pt x="4674" y="3972"/>
                  </a:cubicBezTo>
                  <a:cubicBezTo>
                    <a:pt x="4674" y="3987"/>
                    <a:pt x="4673" y="4052"/>
                    <a:pt x="4682" y="4053"/>
                  </a:cubicBezTo>
                  <a:cubicBezTo>
                    <a:pt x="4691" y="4053"/>
                    <a:pt x="4697" y="4064"/>
                    <a:pt x="4697" y="4071"/>
                  </a:cubicBezTo>
                  <a:cubicBezTo>
                    <a:pt x="4697" y="4078"/>
                    <a:pt x="4701" y="4081"/>
                    <a:pt x="4707" y="4084"/>
                  </a:cubicBezTo>
                  <a:cubicBezTo>
                    <a:pt x="4714" y="4086"/>
                    <a:pt x="4720" y="4092"/>
                    <a:pt x="4722" y="4099"/>
                  </a:cubicBezTo>
                  <a:cubicBezTo>
                    <a:pt x="4723" y="4105"/>
                    <a:pt x="4730" y="4117"/>
                    <a:pt x="4730" y="4134"/>
                  </a:cubicBezTo>
                  <a:cubicBezTo>
                    <a:pt x="4734" y="4133"/>
                    <a:pt x="4737" y="4131"/>
                    <a:pt x="4738" y="4127"/>
                  </a:cubicBezTo>
                  <a:cubicBezTo>
                    <a:pt x="4741" y="4120"/>
                    <a:pt x="4744" y="4114"/>
                    <a:pt x="4739" y="4111"/>
                  </a:cubicBezTo>
                  <a:cubicBezTo>
                    <a:pt x="4735" y="4108"/>
                    <a:pt x="4733" y="4100"/>
                    <a:pt x="4744" y="4098"/>
                  </a:cubicBezTo>
                  <a:cubicBezTo>
                    <a:pt x="4755" y="4096"/>
                    <a:pt x="4766" y="4097"/>
                    <a:pt x="4770" y="4091"/>
                  </a:cubicBezTo>
                  <a:cubicBezTo>
                    <a:pt x="4773" y="4084"/>
                    <a:pt x="4780" y="4084"/>
                    <a:pt x="4788" y="4084"/>
                  </a:cubicBezTo>
                  <a:cubicBezTo>
                    <a:pt x="4796" y="4084"/>
                    <a:pt x="4815" y="4082"/>
                    <a:pt x="4818" y="4079"/>
                  </a:cubicBezTo>
                  <a:cubicBezTo>
                    <a:pt x="4820" y="4077"/>
                    <a:pt x="4828" y="4077"/>
                    <a:pt x="4833" y="4070"/>
                  </a:cubicBezTo>
                  <a:cubicBezTo>
                    <a:pt x="4838" y="4063"/>
                    <a:pt x="4847" y="4057"/>
                    <a:pt x="4855" y="4056"/>
                  </a:cubicBezTo>
                  <a:cubicBezTo>
                    <a:pt x="4863" y="4054"/>
                    <a:pt x="4857" y="4065"/>
                    <a:pt x="4863" y="4068"/>
                  </a:cubicBezTo>
                  <a:cubicBezTo>
                    <a:pt x="4868" y="4071"/>
                    <a:pt x="4871" y="4085"/>
                    <a:pt x="4860" y="4087"/>
                  </a:cubicBezTo>
                  <a:cubicBezTo>
                    <a:pt x="4849" y="4088"/>
                    <a:pt x="4856" y="4097"/>
                    <a:pt x="4839" y="4099"/>
                  </a:cubicBezTo>
                  <a:cubicBezTo>
                    <a:pt x="4823" y="4102"/>
                    <a:pt x="4833" y="4110"/>
                    <a:pt x="4820" y="4114"/>
                  </a:cubicBezTo>
                  <a:cubicBezTo>
                    <a:pt x="4808" y="4118"/>
                    <a:pt x="4801" y="4120"/>
                    <a:pt x="4795" y="4127"/>
                  </a:cubicBezTo>
                  <a:cubicBezTo>
                    <a:pt x="4788" y="4135"/>
                    <a:pt x="4775" y="4143"/>
                    <a:pt x="4777" y="4155"/>
                  </a:cubicBezTo>
                  <a:cubicBezTo>
                    <a:pt x="4779" y="4166"/>
                    <a:pt x="4775" y="4197"/>
                    <a:pt x="4787" y="4198"/>
                  </a:cubicBezTo>
                  <a:cubicBezTo>
                    <a:pt x="4800" y="4200"/>
                    <a:pt x="4806" y="4205"/>
                    <a:pt x="4810" y="4210"/>
                  </a:cubicBezTo>
                  <a:cubicBezTo>
                    <a:pt x="4813" y="4215"/>
                    <a:pt x="4825" y="4218"/>
                    <a:pt x="4833" y="4215"/>
                  </a:cubicBezTo>
                  <a:cubicBezTo>
                    <a:pt x="4840" y="4211"/>
                    <a:pt x="4834" y="4202"/>
                    <a:pt x="4848" y="4201"/>
                  </a:cubicBezTo>
                  <a:cubicBezTo>
                    <a:pt x="4861" y="4201"/>
                    <a:pt x="4863" y="4200"/>
                    <a:pt x="4869" y="4186"/>
                  </a:cubicBezTo>
                  <a:cubicBezTo>
                    <a:pt x="4876" y="4173"/>
                    <a:pt x="4896" y="4167"/>
                    <a:pt x="4899" y="4154"/>
                  </a:cubicBezTo>
                  <a:cubicBezTo>
                    <a:pt x="4901" y="4141"/>
                    <a:pt x="4907" y="4137"/>
                    <a:pt x="4915" y="4139"/>
                  </a:cubicBezTo>
                  <a:cubicBezTo>
                    <a:pt x="4923" y="4141"/>
                    <a:pt x="4924" y="4148"/>
                    <a:pt x="4934" y="4146"/>
                  </a:cubicBezTo>
                  <a:cubicBezTo>
                    <a:pt x="4943" y="4145"/>
                    <a:pt x="4952" y="4137"/>
                    <a:pt x="4954" y="4134"/>
                  </a:cubicBezTo>
                  <a:cubicBezTo>
                    <a:pt x="4957" y="4131"/>
                    <a:pt x="4967" y="4127"/>
                    <a:pt x="4974" y="4127"/>
                  </a:cubicBezTo>
                  <a:cubicBezTo>
                    <a:pt x="4980" y="4127"/>
                    <a:pt x="4993" y="4127"/>
                    <a:pt x="4995" y="4120"/>
                  </a:cubicBezTo>
                  <a:cubicBezTo>
                    <a:pt x="4997" y="4113"/>
                    <a:pt x="5010" y="4116"/>
                    <a:pt x="5021" y="4114"/>
                  </a:cubicBezTo>
                  <a:cubicBezTo>
                    <a:pt x="5033" y="4112"/>
                    <a:pt x="5031" y="4102"/>
                    <a:pt x="5041" y="4102"/>
                  </a:cubicBezTo>
                  <a:cubicBezTo>
                    <a:pt x="5051" y="4102"/>
                    <a:pt x="5086" y="4100"/>
                    <a:pt x="5092" y="4090"/>
                  </a:cubicBezTo>
                  <a:cubicBezTo>
                    <a:pt x="5099" y="4080"/>
                    <a:pt x="5104" y="4074"/>
                    <a:pt x="5098" y="4069"/>
                  </a:cubicBezTo>
                  <a:cubicBezTo>
                    <a:pt x="5091" y="4064"/>
                    <a:pt x="5091" y="4056"/>
                    <a:pt x="5107" y="4056"/>
                  </a:cubicBezTo>
                  <a:cubicBezTo>
                    <a:pt x="5123" y="4056"/>
                    <a:pt x="5153" y="4057"/>
                    <a:pt x="5154" y="4051"/>
                  </a:cubicBezTo>
                  <a:cubicBezTo>
                    <a:pt x="5154" y="4044"/>
                    <a:pt x="5177" y="4047"/>
                    <a:pt x="5177" y="4039"/>
                  </a:cubicBezTo>
                  <a:cubicBezTo>
                    <a:pt x="5177" y="4030"/>
                    <a:pt x="5180" y="4030"/>
                    <a:pt x="5185" y="4029"/>
                  </a:cubicBezTo>
                  <a:cubicBezTo>
                    <a:pt x="5190" y="4027"/>
                    <a:pt x="5195" y="4022"/>
                    <a:pt x="5191" y="4015"/>
                  </a:cubicBezTo>
                  <a:cubicBezTo>
                    <a:pt x="5187" y="4008"/>
                    <a:pt x="5182" y="4008"/>
                    <a:pt x="5172" y="4005"/>
                  </a:cubicBezTo>
                  <a:cubicBezTo>
                    <a:pt x="5161" y="4001"/>
                    <a:pt x="5164" y="3996"/>
                    <a:pt x="5157" y="3991"/>
                  </a:cubicBezTo>
                  <a:cubicBezTo>
                    <a:pt x="5149" y="3987"/>
                    <a:pt x="5145" y="3984"/>
                    <a:pt x="5148" y="3973"/>
                  </a:cubicBezTo>
                  <a:cubicBezTo>
                    <a:pt x="5151" y="3963"/>
                    <a:pt x="5158" y="3963"/>
                    <a:pt x="5157" y="3955"/>
                  </a:cubicBezTo>
                  <a:cubicBezTo>
                    <a:pt x="5157" y="3946"/>
                    <a:pt x="5147" y="3943"/>
                    <a:pt x="5137" y="3941"/>
                  </a:cubicBezTo>
                  <a:cubicBezTo>
                    <a:pt x="5126" y="3939"/>
                    <a:pt x="5117" y="3948"/>
                    <a:pt x="5114" y="3957"/>
                  </a:cubicBezTo>
                  <a:cubicBezTo>
                    <a:pt x="5111" y="3966"/>
                    <a:pt x="5099" y="3984"/>
                    <a:pt x="5091" y="3993"/>
                  </a:cubicBezTo>
                  <a:cubicBezTo>
                    <a:pt x="5083" y="4001"/>
                    <a:pt x="5068" y="4015"/>
                    <a:pt x="5073" y="4022"/>
                  </a:cubicBezTo>
                  <a:cubicBezTo>
                    <a:pt x="5078" y="4029"/>
                    <a:pt x="5078" y="4043"/>
                    <a:pt x="5071" y="4046"/>
                  </a:cubicBezTo>
                  <a:cubicBezTo>
                    <a:pt x="5063" y="4049"/>
                    <a:pt x="5063" y="4044"/>
                    <a:pt x="5059" y="4037"/>
                  </a:cubicBezTo>
                  <a:cubicBezTo>
                    <a:pt x="5056" y="4030"/>
                    <a:pt x="5048" y="4022"/>
                    <a:pt x="5042" y="4029"/>
                  </a:cubicBezTo>
                  <a:cubicBezTo>
                    <a:pt x="5036" y="4035"/>
                    <a:pt x="5029" y="4043"/>
                    <a:pt x="5017" y="4043"/>
                  </a:cubicBezTo>
                  <a:cubicBezTo>
                    <a:pt x="5005" y="4043"/>
                    <a:pt x="4989" y="4030"/>
                    <a:pt x="4979" y="4030"/>
                  </a:cubicBezTo>
                  <a:cubicBezTo>
                    <a:pt x="4969" y="4030"/>
                    <a:pt x="4934" y="4032"/>
                    <a:pt x="4930" y="4024"/>
                  </a:cubicBezTo>
                  <a:cubicBezTo>
                    <a:pt x="4926" y="4016"/>
                    <a:pt x="4924" y="4016"/>
                    <a:pt x="4926" y="4010"/>
                  </a:cubicBezTo>
                  <a:cubicBezTo>
                    <a:pt x="4928" y="4004"/>
                    <a:pt x="4922" y="3999"/>
                    <a:pt x="4912" y="3996"/>
                  </a:cubicBezTo>
                  <a:cubicBezTo>
                    <a:pt x="4902" y="3993"/>
                    <a:pt x="4887" y="4000"/>
                    <a:pt x="4884" y="3993"/>
                  </a:cubicBezTo>
                  <a:cubicBezTo>
                    <a:pt x="4880" y="3987"/>
                    <a:pt x="4879" y="3968"/>
                    <a:pt x="4873" y="3964"/>
                  </a:cubicBezTo>
                  <a:cubicBezTo>
                    <a:pt x="4868" y="3960"/>
                    <a:pt x="4870" y="3948"/>
                    <a:pt x="4866" y="3938"/>
                  </a:cubicBezTo>
                  <a:cubicBezTo>
                    <a:pt x="4861" y="3927"/>
                    <a:pt x="4853" y="3923"/>
                    <a:pt x="4861" y="3912"/>
                  </a:cubicBezTo>
                  <a:cubicBezTo>
                    <a:pt x="4868" y="3902"/>
                    <a:pt x="4869" y="3897"/>
                    <a:pt x="4868" y="3889"/>
                  </a:cubicBezTo>
                  <a:cubicBezTo>
                    <a:pt x="4866" y="3880"/>
                    <a:pt x="4867" y="3868"/>
                    <a:pt x="4858" y="3866"/>
                  </a:cubicBezTo>
                  <a:cubicBezTo>
                    <a:pt x="4850" y="3864"/>
                    <a:pt x="4841" y="3853"/>
                    <a:pt x="4835" y="3862"/>
                  </a:cubicBezTo>
                  <a:cubicBezTo>
                    <a:pt x="4829" y="3870"/>
                    <a:pt x="4823" y="3887"/>
                    <a:pt x="4816" y="3883"/>
                  </a:cubicBezTo>
                  <a:cubicBezTo>
                    <a:pt x="4810" y="3879"/>
                    <a:pt x="4813" y="3874"/>
                    <a:pt x="4806" y="3868"/>
                  </a:cubicBezTo>
                  <a:cubicBezTo>
                    <a:pt x="4800" y="3862"/>
                    <a:pt x="4793" y="3862"/>
                    <a:pt x="4795" y="3853"/>
                  </a:cubicBezTo>
                  <a:cubicBezTo>
                    <a:pt x="4796" y="3844"/>
                    <a:pt x="4808" y="3847"/>
                    <a:pt x="4815" y="3850"/>
                  </a:cubicBezTo>
                  <a:cubicBezTo>
                    <a:pt x="4821" y="3854"/>
                    <a:pt x="4845" y="3853"/>
                    <a:pt x="4852" y="3847"/>
                  </a:cubicBezTo>
                  <a:cubicBezTo>
                    <a:pt x="4859" y="3841"/>
                    <a:pt x="4866" y="3839"/>
                    <a:pt x="4879" y="3832"/>
                  </a:cubicBezTo>
                  <a:cubicBezTo>
                    <a:pt x="4892" y="3826"/>
                    <a:pt x="4906" y="3824"/>
                    <a:pt x="4909" y="3814"/>
                  </a:cubicBezTo>
                  <a:cubicBezTo>
                    <a:pt x="4911" y="3803"/>
                    <a:pt x="4899" y="3801"/>
                    <a:pt x="4899" y="3792"/>
                  </a:cubicBezTo>
                  <a:cubicBezTo>
                    <a:pt x="4900" y="3783"/>
                    <a:pt x="4907" y="3781"/>
                    <a:pt x="4895" y="3773"/>
                  </a:cubicBezTo>
                  <a:cubicBezTo>
                    <a:pt x="4883" y="3764"/>
                    <a:pt x="4874" y="3757"/>
                    <a:pt x="4865" y="3756"/>
                  </a:cubicBezTo>
                  <a:cubicBezTo>
                    <a:pt x="4856" y="3755"/>
                    <a:pt x="4840" y="3750"/>
                    <a:pt x="4826" y="3750"/>
                  </a:cubicBezTo>
                  <a:cubicBezTo>
                    <a:pt x="4813" y="3750"/>
                    <a:pt x="4789" y="3755"/>
                    <a:pt x="4774" y="3755"/>
                  </a:cubicBezTo>
                  <a:cubicBezTo>
                    <a:pt x="4759" y="3755"/>
                    <a:pt x="4760" y="3762"/>
                    <a:pt x="4737" y="3768"/>
                  </a:cubicBezTo>
                  <a:cubicBezTo>
                    <a:pt x="4715" y="3773"/>
                    <a:pt x="4708" y="3781"/>
                    <a:pt x="4684" y="3788"/>
                  </a:cubicBezTo>
                  <a:cubicBezTo>
                    <a:pt x="4661" y="3796"/>
                    <a:pt x="4641" y="3815"/>
                    <a:pt x="4624" y="3821"/>
                  </a:cubicBezTo>
                  <a:cubicBezTo>
                    <a:pt x="4607" y="3826"/>
                    <a:pt x="4603" y="3831"/>
                    <a:pt x="4590" y="3844"/>
                  </a:cubicBezTo>
                  <a:cubicBezTo>
                    <a:pt x="4577" y="3857"/>
                    <a:pt x="4552" y="3884"/>
                    <a:pt x="4539" y="3897"/>
                  </a:cubicBezTo>
                  <a:cubicBezTo>
                    <a:pt x="4525" y="3909"/>
                    <a:pt x="4515" y="3934"/>
                    <a:pt x="4505" y="3938"/>
                  </a:cubicBezTo>
                  <a:cubicBezTo>
                    <a:pt x="4495" y="3943"/>
                    <a:pt x="4469" y="3947"/>
                    <a:pt x="4480" y="3935"/>
                  </a:cubicBezTo>
                  <a:cubicBezTo>
                    <a:pt x="4492" y="3922"/>
                    <a:pt x="4510" y="3917"/>
                    <a:pt x="4518" y="3902"/>
                  </a:cubicBezTo>
                  <a:cubicBezTo>
                    <a:pt x="4526" y="3887"/>
                    <a:pt x="4543" y="3888"/>
                    <a:pt x="4549" y="3868"/>
                  </a:cubicBezTo>
                  <a:cubicBezTo>
                    <a:pt x="4555" y="3848"/>
                    <a:pt x="4562" y="3839"/>
                    <a:pt x="4572" y="3831"/>
                  </a:cubicBezTo>
                  <a:cubicBezTo>
                    <a:pt x="4582" y="3824"/>
                    <a:pt x="4598" y="3816"/>
                    <a:pt x="4603" y="3803"/>
                  </a:cubicBezTo>
                  <a:cubicBezTo>
                    <a:pt x="4608" y="3790"/>
                    <a:pt x="4621" y="3783"/>
                    <a:pt x="4635" y="3771"/>
                  </a:cubicBezTo>
                  <a:cubicBezTo>
                    <a:pt x="4648" y="3759"/>
                    <a:pt x="4649" y="3757"/>
                    <a:pt x="4671" y="3755"/>
                  </a:cubicBezTo>
                  <a:cubicBezTo>
                    <a:pt x="4692" y="3754"/>
                    <a:pt x="4708" y="3753"/>
                    <a:pt x="4713" y="3737"/>
                  </a:cubicBezTo>
                  <a:cubicBezTo>
                    <a:pt x="4718" y="3720"/>
                    <a:pt x="4726" y="3696"/>
                    <a:pt x="4745" y="3689"/>
                  </a:cubicBezTo>
                  <a:cubicBezTo>
                    <a:pt x="4765" y="3682"/>
                    <a:pt x="4778" y="3686"/>
                    <a:pt x="4787" y="3680"/>
                  </a:cubicBezTo>
                  <a:cubicBezTo>
                    <a:pt x="4795" y="3673"/>
                    <a:pt x="4798" y="3673"/>
                    <a:pt x="4828" y="3669"/>
                  </a:cubicBezTo>
                  <a:cubicBezTo>
                    <a:pt x="4857" y="3666"/>
                    <a:pt x="4872" y="3670"/>
                    <a:pt x="4902" y="3670"/>
                  </a:cubicBezTo>
                  <a:cubicBezTo>
                    <a:pt x="4932" y="3670"/>
                    <a:pt x="4949" y="3670"/>
                    <a:pt x="4966" y="3670"/>
                  </a:cubicBezTo>
                  <a:cubicBezTo>
                    <a:pt x="4982" y="3671"/>
                    <a:pt x="5022" y="3667"/>
                    <a:pt x="5035" y="3677"/>
                  </a:cubicBezTo>
                  <a:cubicBezTo>
                    <a:pt x="5049" y="3688"/>
                    <a:pt x="5058" y="3685"/>
                    <a:pt x="5086" y="3683"/>
                  </a:cubicBezTo>
                  <a:cubicBezTo>
                    <a:pt x="5114" y="3682"/>
                    <a:pt x="5167" y="3683"/>
                    <a:pt x="5180" y="3669"/>
                  </a:cubicBezTo>
                  <a:cubicBezTo>
                    <a:pt x="5192" y="3654"/>
                    <a:pt x="5195" y="3639"/>
                    <a:pt x="5217" y="3634"/>
                  </a:cubicBezTo>
                  <a:cubicBezTo>
                    <a:pt x="5240" y="3628"/>
                    <a:pt x="5233" y="3627"/>
                    <a:pt x="5246" y="3610"/>
                  </a:cubicBezTo>
                  <a:cubicBezTo>
                    <a:pt x="5259" y="3594"/>
                    <a:pt x="5257" y="3585"/>
                    <a:pt x="5281" y="3581"/>
                  </a:cubicBezTo>
                  <a:cubicBezTo>
                    <a:pt x="5304" y="3576"/>
                    <a:pt x="5315" y="3576"/>
                    <a:pt x="5331" y="3574"/>
                  </a:cubicBezTo>
                  <a:cubicBezTo>
                    <a:pt x="5348" y="3573"/>
                    <a:pt x="5377" y="3569"/>
                    <a:pt x="5401" y="3548"/>
                  </a:cubicBezTo>
                  <a:cubicBezTo>
                    <a:pt x="5425" y="3528"/>
                    <a:pt x="5440" y="3523"/>
                    <a:pt x="5445" y="3516"/>
                  </a:cubicBezTo>
                  <a:cubicBezTo>
                    <a:pt x="5449" y="3510"/>
                    <a:pt x="5446" y="3495"/>
                    <a:pt x="5435" y="3489"/>
                  </a:cubicBezTo>
                  <a:close/>
                  <a:moveTo>
                    <a:pt x="3908" y="3085"/>
                  </a:moveTo>
                  <a:cubicBezTo>
                    <a:pt x="3908" y="3085"/>
                    <a:pt x="3900" y="3094"/>
                    <a:pt x="3909" y="3096"/>
                  </a:cubicBezTo>
                  <a:cubicBezTo>
                    <a:pt x="3918" y="3097"/>
                    <a:pt x="3920" y="3094"/>
                    <a:pt x="3918" y="3091"/>
                  </a:cubicBezTo>
                  <a:cubicBezTo>
                    <a:pt x="3916" y="3088"/>
                    <a:pt x="3913" y="3083"/>
                    <a:pt x="3908" y="3085"/>
                  </a:cubicBezTo>
                  <a:close/>
                  <a:moveTo>
                    <a:pt x="3935" y="3116"/>
                  </a:moveTo>
                  <a:cubicBezTo>
                    <a:pt x="3935" y="3116"/>
                    <a:pt x="3941" y="3123"/>
                    <a:pt x="3926" y="3128"/>
                  </a:cubicBezTo>
                  <a:cubicBezTo>
                    <a:pt x="3912" y="3133"/>
                    <a:pt x="3906" y="3131"/>
                    <a:pt x="3902" y="3138"/>
                  </a:cubicBezTo>
                  <a:cubicBezTo>
                    <a:pt x="3898" y="3144"/>
                    <a:pt x="3890" y="3148"/>
                    <a:pt x="3890" y="3154"/>
                  </a:cubicBezTo>
                  <a:cubicBezTo>
                    <a:pt x="3890" y="3161"/>
                    <a:pt x="3894" y="3164"/>
                    <a:pt x="3899" y="3160"/>
                  </a:cubicBezTo>
                  <a:cubicBezTo>
                    <a:pt x="3903" y="3156"/>
                    <a:pt x="3913" y="3156"/>
                    <a:pt x="3912" y="3162"/>
                  </a:cubicBezTo>
                  <a:cubicBezTo>
                    <a:pt x="3910" y="3167"/>
                    <a:pt x="3903" y="3166"/>
                    <a:pt x="3900" y="3171"/>
                  </a:cubicBezTo>
                  <a:cubicBezTo>
                    <a:pt x="3897" y="3177"/>
                    <a:pt x="3892" y="3181"/>
                    <a:pt x="3894" y="3187"/>
                  </a:cubicBezTo>
                  <a:cubicBezTo>
                    <a:pt x="3895" y="3192"/>
                    <a:pt x="3895" y="3189"/>
                    <a:pt x="3900" y="3187"/>
                  </a:cubicBezTo>
                  <a:cubicBezTo>
                    <a:pt x="3906" y="3184"/>
                    <a:pt x="3916" y="3175"/>
                    <a:pt x="3920" y="3181"/>
                  </a:cubicBezTo>
                  <a:cubicBezTo>
                    <a:pt x="3923" y="3187"/>
                    <a:pt x="3925" y="3189"/>
                    <a:pt x="3934" y="3189"/>
                  </a:cubicBezTo>
                  <a:cubicBezTo>
                    <a:pt x="3944" y="3189"/>
                    <a:pt x="3953" y="3189"/>
                    <a:pt x="3955" y="3181"/>
                  </a:cubicBezTo>
                  <a:cubicBezTo>
                    <a:pt x="3958" y="3173"/>
                    <a:pt x="3956" y="3160"/>
                    <a:pt x="3963" y="3158"/>
                  </a:cubicBezTo>
                  <a:cubicBezTo>
                    <a:pt x="3969" y="3157"/>
                    <a:pt x="3968" y="3169"/>
                    <a:pt x="3973" y="3168"/>
                  </a:cubicBezTo>
                  <a:cubicBezTo>
                    <a:pt x="3979" y="3167"/>
                    <a:pt x="3976" y="3157"/>
                    <a:pt x="3981" y="3156"/>
                  </a:cubicBezTo>
                  <a:cubicBezTo>
                    <a:pt x="3987" y="3154"/>
                    <a:pt x="3986" y="3144"/>
                    <a:pt x="3986" y="3137"/>
                  </a:cubicBezTo>
                  <a:cubicBezTo>
                    <a:pt x="3986" y="3131"/>
                    <a:pt x="3979" y="3127"/>
                    <a:pt x="3977" y="3132"/>
                  </a:cubicBezTo>
                  <a:cubicBezTo>
                    <a:pt x="3976" y="3137"/>
                    <a:pt x="3969" y="3137"/>
                    <a:pt x="3965" y="3134"/>
                  </a:cubicBezTo>
                  <a:cubicBezTo>
                    <a:pt x="3961" y="3131"/>
                    <a:pt x="3954" y="3127"/>
                    <a:pt x="3953" y="3121"/>
                  </a:cubicBezTo>
                  <a:cubicBezTo>
                    <a:pt x="3952" y="3115"/>
                    <a:pt x="3930" y="3101"/>
                    <a:pt x="3935" y="3116"/>
                  </a:cubicBezTo>
                  <a:close/>
                  <a:moveTo>
                    <a:pt x="4654" y="2752"/>
                  </a:moveTo>
                  <a:cubicBezTo>
                    <a:pt x="4654" y="2752"/>
                    <a:pt x="4641" y="2752"/>
                    <a:pt x="4637" y="2763"/>
                  </a:cubicBezTo>
                  <a:cubicBezTo>
                    <a:pt x="4632" y="2775"/>
                    <a:pt x="4639" y="2782"/>
                    <a:pt x="4648" y="2782"/>
                  </a:cubicBezTo>
                  <a:cubicBezTo>
                    <a:pt x="4658" y="2782"/>
                    <a:pt x="4660" y="2774"/>
                    <a:pt x="4668" y="2768"/>
                  </a:cubicBezTo>
                  <a:cubicBezTo>
                    <a:pt x="4677" y="2762"/>
                    <a:pt x="4672" y="2740"/>
                    <a:pt x="4654" y="2752"/>
                  </a:cubicBezTo>
                  <a:close/>
                  <a:moveTo>
                    <a:pt x="4837" y="2614"/>
                  </a:moveTo>
                  <a:cubicBezTo>
                    <a:pt x="4837" y="2614"/>
                    <a:pt x="4823" y="2619"/>
                    <a:pt x="4831" y="2624"/>
                  </a:cubicBezTo>
                  <a:cubicBezTo>
                    <a:pt x="4839" y="2628"/>
                    <a:pt x="4847" y="2619"/>
                    <a:pt x="4845" y="2628"/>
                  </a:cubicBezTo>
                  <a:cubicBezTo>
                    <a:pt x="4843" y="2637"/>
                    <a:pt x="4837" y="2637"/>
                    <a:pt x="4830" y="2637"/>
                  </a:cubicBezTo>
                  <a:cubicBezTo>
                    <a:pt x="4823" y="2637"/>
                    <a:pt x="4814" y="2644"/>
                    <a:pt x="4820" y="2649"/>
                  </a:cubicBezTo>
                  <a:cubicBezTo>
                    <a:pt x="4826" y="2653"/>
                    <a:pt x="4833" y="2656"/>
                    <a:pt x="4838" y="2665"/>
                  </a:cubicBezTo>
                  <a:cubicBezTo>
                    <a:pt x="4843" y="2673"/>
                    <a:pt x="4861" y="2681"/>
                    <a:pt x="4866" y="2670"/>
                  </a:cubicBezTo>
                  <a:cubicBezTo>
                    <a:pt x="4872" y="2659"/>
                    <a:pt x="4879" y="2661"/>
                    <a:pt x="4875" y="2652"/>
                  </a:cubicBezTo>
                  <a:cubicBezTo>
                    <a:pt x="4870" y="2643"/>
                    <a:pt x="4865" y="2643"/>
                    <a:pt x="4862" y="2632"/>
                  </a:cubicBezTo>
                  <a:cubicBezTo>
                    <a:pt x="4859" y="2620"/>
                    <a:pt x="4850" y="2608"/>
                    <a:pt x="4837" y="2614"/>
                  </a:cubicBezTo>
                  <a:close/>
                  <a:moveTo>
                    <a:pt x="3898" y="2572"/>
                  </a:moveTo>
                  <a:cubicBezTo>
                    <a:pt x="3898" y="2572"/>
                    <a:pt x="3896" y="2585"/>
                    <a:pt x="3886" y="2590"/>
                  </a:cubicBezTo>
                  <a:cubicBezTo>
                    <a:pt x="3876" y="2594"/>
                    <a:pt x="3883" y="2602"/>
                    <a:pt x="3874" y="2604"/>
                  </a:cubicBezTo>
                  <a:cubicBezTo>
                    <a:pt x="3865" y="2606"/>
                    <a:pt x="3868" y="2617"/>
                    <a:pt x="3876" y="2624"/>
                  </a:cubicBezTo>
                  <a:cubicBezTo>
                    <a:pt x="3884" y="2630"/>
                    <a:pt x="3888" y="2633"/>
                    <a:pt x="3891" y="2640"/>
                  </a:cubicBezTo>
                  <a:cubicBezTo>
                    <a:pt x="3895" y="2647"/>
                    <a:pt x="3918" y="2653"/>
                    <a:pt x="3917" y="2644"/>
                  </a:cubicBezTo>
                  <a:cubicBezTo>
                    <a:pt x="3916" y="2635"/>
                    <a:pt x="3924" y="2636"/>
                    <a:pt x="3931" y="2625"/>
                  </a:cubicBezTo>
                  <a:cubicBezTo>
                    <a:pt x="3937" y="2613"/>
                    <a:pt x="3932" y="2609"/>
                    <a:pt x="3938" y="2605"/>
                  </a:cubicBezTo>
                  <a:cubicBezTo>
                    <a:pt x="3943" y="2600"/>
                    <a:pt x="3945" y="2597"/>
                    <a:pt x="3944" y="2588"/>
                  </a:cubicBezTo>
                  <a:cubicBezTo>
                    <a:pt x="3943" y="2580"/>
                    <a:pt x="3940" y="2576"/>
                    <a:pt x="3932" y="2572"/>
                  </a:cubicBezTo>
                  <a:cubicBezTo>
                    <a:pt x="3925" y="2568"/>
                    <a:pt x="3899" y="2557"/>
                    <a:pt x="3898" y="2572"/>
                  </a:cubicBezTo>
                  <a:close/>
                  <a:moveTo>
                    <a:pt x="4033" y="2465"/>
                  </a:moveTo>
                  <a:cubicBezTo>
                    <a:pt x="4033" y="2465"/>
                    <a:pt x="4019" y="2469"/>
                    <a:pt x="4014" y="2462"/>
                  </a:cubicBezTo>
                  <a:cubicBezTo>
                    <a:pt x="4008" y="2454"/>
                    <a:pt x="4004" y="2454"/>
                    <a:pt x="4002" y="2458"/>
                  </a:cubicBezTo>
                  <a:cubicBezTo>
                    <a:pt x="3999" y="2462"/>
                    <a:pt x="3990" y="2470"/>
                    <a:pt x="3995" y="2474"/>
                  </a:cubicBezTo>
                  <a:cubicBezTo>
                    <a:pt x="4000" y="2478"/>
                    <a:pt x="4008" y="2484"/>
                    <a:pt x="4011" y="2490"/>
                  </a:cubicBezTo>
                  <a:cubicBezTo>
                    <a:pt x="4013" y="2496"/>
                    <a:pt x="4019" y="2499"/>
                    <a:pt x="4027" y="2500"/>
                  </a:cubicBezTo>
                  <a:cubicBezTo>
                    <a:pt x="4034" y="2500"/>
                    <a:pt x="4038" y="2501"/>
                    <a:pt x="4039" y="2497"/>
                  </a:cubicBezTo>
                  <a:cubicBezTo>
                    <a:pt x="4041" y="2492"/>
                    <a:pt x="4049" y="2499"/>
                    <a:pt x="4047" y="2483"/>
                  </a:cubicBezTo>
                  <a:cubicBezTo>
                    <a:pt x="4044" y="2468"/>
                    <a:pt x="4047" y="2459"/>
                    <a:pt x="4033" y="2465"/>
                  </a:cubicBezTo>
                  <a:close/>
                  <a:moveTo>
                    <a:pt x="4072" y="2440"/>
                  </a:moveTo>
                  <a:cubicBezTo>
                    <a:pt x="4072" y="2440"/>
                    <a:pt x="4056" y="2446"/>
                    <a:pt x="4063" y="2452"/>
                  </a:cubicBezTo>
                  <a:cubicBezTo>
                    <a:pt x="4071" y="2457"/>
                    <a:pt x="4077" y="2460"/>
                    <a:pt x="4082" y="2466"/>
                  </a:cubicBezTo>
                  <a:cubicBezTo>
                    <a:pt x="4086" y="2471"/>
                    <a:pt x="4093" y="2476"/>
                    <a:pt x="4100" y="2474"/>
                  </a:cubicBezTo>
                  <a:cubicBezTo>
                    <a:pt x="4106" y="2472"/>
                    <a:pt x="4112" y="2470"/>
                    <a:pt x="4107" y="2461"/>
                  </a:cubicBezTo>
                  <a:cubicBezTo>
                    <a:pt x="4103" y="2453"/>
                    <a:pt x="4092" y="2451"/>
                    <a:pt x="4090" y="2446"/>
                  </a:cubicBezTo>
                  <a:cubicBezTo>
                    <a:pt x="4088" y="2442"/>
                    <a:pt x="4080" y="2437"/>
                    <a:pt x="4072" y="2440"/>
                  </a:cubicBezTo>
                  <a:close/>
                  <a:moveTo>
                    <a:pt x="4043" y="2402"/>
                  </a:moveTo>
                  <a:cubicBezTo>
                    <a:pt x="4043" y="2402"/>
                    <a:pt x="4034" y="2403"/>
                    <a:pt x="4035" y="2408"/>
                  </a:cubicBezTo>
                  <a:cubicBezTo>
                    <a:pt x="4036" y="2412"/>
                    <a:pt x="4047" y="2416"/>
                    <a:pt x="4047" y="2411"/>
                  </a:cubicBezTo>
                  <a:cubicBezTo>
                    <a:pt x="4048" y="2405"/>
                    <a:pt x="4052" y="2402"/>
                    <a:pt x="4043" y="2402"/>
                  </a:cubicBezTo>
                  <a:close/>
                  <a:moveTo>
                    <a:pt x="4247" y="2537"/>
                  </a:moveTo>
                  <a:cubicBezTo>
                    <a:pt x="4247" y="2537"/>
                    <a:pt x="4239" y="2539"/>
                    <a:pt x="4242" y="2545"/>
                  </a:cubicBezTo>
                  <a:cubicBezTo>
                    <a:pt x="4244" y="2552"/>
                    <a:pt x="4249" y="2552"/>
                    <a:pt x="4258" y="2552"/>
                  </a:cubicBezTo>
                  <a:cubicBezTo>
                    <a:pt x="4267" y="2552"/>
                    <a:pt x="4275" y="2559"/>
                    <a:pt x="4275" y="2549"/>
                  </a:cubicBezTo>
                  <a:cubicBezTo>
                    <a:pt x="4275" y="2538"/>
                    <a:pt x="4267" y="2534"/>
                    <a:pt x="4262" y="2534"/>
                  </a:cubicBezTo>
                  <a:cubicBezTo>
                    <a:pt x="4256" y="2534"/>
                    <a:pt x="4252" y="2534"/>
                    <a:pt x="4247" y="2537"/>
                  </a:cubicBezTo>
                  <a:close/>
                  <a:moveTo>
                    <a:pt x="3821" y="3422"/>
                  </a:moveTo>
                  <a:cubicBezTo>
                    <a:pt x="3821" y="3422"/>
                    <a:pt x="3799" y="3423"/>
                    <a:pt x="3790" y="3423"/>
                  </a:cubicBezTo>
                  <a:cubicBezTo>
                    <a:pt x="3781" y="3423"/>
                    <a:pt x="3781" y="3424"/>
                    <a:pt x="3776" y="3427"/>
                  </a:cubicBezTo>
                  <a:cubicBezTo>
                    <a:pt x="3771" y="3430"/>
                    <a:pt x="3769" y="3437"/>
                    <a:pt x="3776" y="3439"/>
                  </a:cubicBezTo>
                  <a:cubicBezTo>
                    <a:pt x="3783" y="3442"/>
                    <a:pt x="3786" y="3447"/>
                    <a:pt x="3795" y="3448"/>
                  </a:cubicBezTo>
                  <a:cubicBezTo>
                    <a:pt x="3803" y="3449"/>
                    <a:pt x="3807" y="3457"/>
                    <a:pt x="3815" y="3456"/>
                  </a:cubicBezTo>
                  <a:cubicBezTo>
                    <a:pt x="3823" y="3456"/>
                    <a:pt x="3830" y="3461"/>
                    <a:pt x="3833" y="3465"/>
                  </a:cubicBezTo>
                  <a:cubicBezTo>
                    <a:pt x="3836" y="3468"/>
                    <a:pt x="3843" y="3466"/>
                    <a:pt x="3848" y="3466"/>
                  </a:cubicBezTo>
                  <a:cubicBezTo>
                    <a:pt x="3852" y="3466"/>
                    <a:pt x="3854" y="3458"/>
                    <a:pt x="3851" y="3451"/>
                  </a:cubicBezTo>
                  <a:cubicBezTo>
                    <a:pt x="3848" y="3444"/>
                    <a:pt x="3845" y="3442"/>
                    <a:pt x="3838" y="3436"/>
                  </a:cubicBezTo>
                  <a:cubicBezTo>
                    <a:pt x="3831" y="3429"/>
                    <a:pt x="3834" y="3421"/>
                    <a:pt x="3821" y="3422"/>
                  </a:cubicBezTo>
                  <a:close/>
                  <a:moveTo>
                    <a:pt x="3936" y="3518"/>
                  </a:moveTo>
                  <a:cubicBezTo>
                    <a:pt x="3936" y="3518"/>
                    <a:pt x="3926" y="3516"/>
                    <a:pt x="3925" y="3522"/>
                  </a:cubicBezTo>
                  <a:cubicBezTo>
                    <a:pt x="3923" y="3527"/>
                    <a:pt x="3918" y="3534"/>
                    <a:pt x="3928" y="3534"/>
                  </a:cubicBezTo>
                  <a:cubicBezTo>
                    <a:pt x="3939" y="3534"/>
                    <a:pt x="3945" y="3535"/>
                    <a:pt x="3945" y="3527"/>
                  </a:cubicBezTo>
                  <a:cubicBezTo>
                    <a:pt x="3945" y="3519"/>
                    <a:pt x="3945" y="3518"/>
                    <a:pt x="3936" y="3518"/>
                  </a:cubicBezTo>
                  <a:close/>
                  <a:moveTo>
                    <a:pt x="3996" y="1795"/>
                  </a:moveTo>
                  <a:cubicBezTo>
                    <a:pt x="3996" y="1795"/>
                    <a:pt x="3983" y="1800"/>
                    <a:pt x="3977" y="1808"/>
                  </a:cubicBezTo>
                  <a:cubicBezTo>
                    <a:pt x="3971" y="1817"/>
                    <a:pt x="3975" y="1820"/>
                    <a:pt x="3980" y="1824"/>
                  </a:cubicBezTo>
                  <a:cubicBezTo>
                    <a:pt x="3985" y="1828"/>
                    <a:pt x="3983" y="1837"/>
                    <a:pt x="3973" y="1839"/>
                  </a:cubicBezTo>
                  <a:cubicBezTo>
                    <a:pt x="3964" y="1841"/>
                    <a:pt x="3962" y="1856"/>
                    <a:pt x="3950" y="1859"/>
                  </a:cubicBezTo>
                  <a:cubicBezTo>
                    <a:pt x="3938" y="1862"/>
                    <a:pt x="3934" y="1873"/>
                    <a:pt x="3934" y="1880"/>
                  </a:cubicBezTo>
                  <a:cubicBezTo>
                    <a:pt x="3934" y="1887"/>
                    <a:pt x="3932" y="1898"/>
                    <a:pt x="3942" y="1898"/>
                  </a:cubicBezTo>
                  <a:cubicBezTo>
                    <a:pt x="3952" y="1898"/>
                    <a:pt x="3962" y="1886"/>
                    <a:pt x="3974" y="1879"/>
                  </a:cubicBezTo>
                  <a:cubicBezTo>
                    <a:pt x="3986" y="1873"/>
                    <a:pt x="4005" y="1853"/>
                    <a:pt x="4006" y="1845"/>
                  </a:cubicBezTo>
                  <a:cubicBezTo>
                    <a:pt x="4006" y="1836"/>
                    <a:pt x="4004" y="1838"/>
                    <a:pt x="3999" y="1830"/>
                  </a:cubicBezTo>
                  <a:cubicBezTo>
                    <a:pt x="3994" y="1821"/>
                    <a:pt x="3990" y="1817"/>
                    <a:pt x="4004" y="1815"/>
                  </a:cubicBezTo>
                  <a:cubicBezTo>
                    <a:pt x="4019" y="1813"/>
                    <a:pt x="4024" y="1810"/>
                    <a:pt x="4024" y="1804"/>
                  </a:cubicBezTo>
                  <a:cubicBezTo>
                    <a:pt x="4024" y="1798"/>
                    <a:pt x="4017" y="1789"/>
                    <a:pt x="3996" y="1795"/>
                  </a:cubicBezTo>
                  <a:close/>
                  <a:moveTo>
                    <a:pt x="4074" y="1828"/>
                  </a:moveTo>
                  <a:cubicBezTo>
                    <a:pt x="4074" y="1828"/>
                    <a:pt x="4062" y="1828"/>
                    <a:pt x="4062" y="1839"/>
                  </a:cubicBezTo>
                  <a:cubicBezTo>
                    <a:pt x="4062" y="1850"/>
                    <a:pt x="4064" y="1852"/>
                    <a:pt x="4068" y="1858"/>
                  </a:cubicBezTo>
                  <a:cubicBezTo>
                    <a:pt x="4072" y="1865"/>
                    <a:pt x="4088" y="1866"/>
                    <a:pt x="4090" y="1857"/>
                  </a:cubicBezTo>
                  <a:cubicBezTo>
                    <a:pt x="4092" y="1848"/>
                    <a:pt x="4096" y="1848"/>
                    <a:pt x="4099" y="1842"/>
                  </a:cubicBezTo>
                  <a:cubicBezTo>
                    <a:pt x="4103" y="1836"/>
                    <a:pt x="4107" y="1831"/>
                    <a:pt x="4094" y="1828"/>
                  </a:cubicBezTo>
                  <a:cubicBezTo>
                    <a:pt x="4082" y="1826"/>
                    <a:pt x="4087" y="1827"/>
                    <a:pt x="4074" y="1828"/>
                  </a:cubicBezTo>
                  <a:close/>
                  <a:moveTo>
                    <a:pt x="4133" y="1950"/>
                  </a:moveTo>
                  <a:cubicBezTo>
                    <a:pt x="4133" y="1950"/>
                    <a:pt x="4107" y="1947"/>
                    <a:pt x="4103" y="1959"/>
                  </a:cubicBezTo>
                  <a:cubicBezTo>
                    <a:pt x="4099" y="1970"/>
                    <a:pt x="4096" y="1980"/>
                    <a:pt x="4079" y="1990"/>
                  </a:cubicBezTo>
                  <a:cubicBezTo>
                    <a:pt x="4062" y="1999"/>
                    <a:pt x="4062" y="2018"/>
                    <a:pt x="4062" y="2025"/>
                  </a:cubicBezTo>
                  <a:cubicBezTo>
                    <a:pt x="4062" y="2031"/>
                    <a:pt x="4066" y="2029"/>
                    <a:pt x="4071" y="2039"/>
                  </a:cubicBezTo>
                  <a:cubicBezTo>
                    <a:pt x="4076" y="2049"/>
                    <a:pt x="4076" y="2064"/>
                    <a:pt x="4087" y="2067"/>
                  </a:cubicBezTo>
                  <a:cubicBezTo>
                    <a:pt x="4099" y="2070"/>
                    <a:pt x="4150" y="2080"/>
                    <a:pt x="4159" y="2068"/>
                  </a:cubicBezTo>
                  <a:cubicBezTo>
                    <a:pt x="4168" y="2057"/>
                    <a:pt x="4175" y="2058"/>
                    <a:pt x="4188" y="2051"/>
                  </a:cubicBezTo>
                  <a:cubicBezTo>
                    <a:pt x="4202" y="2045"/>
                    <a:pt x="4216" y="2040"/>
                    <a:pt x="4216" y="2025"/>
                  </a:cubicBezTo>
                  <a:cubicBezTo>
                    <a:pt x="4216" y="2011"/>
                    <a:pt x="4203" y="2004"/>
                    <a:pt x="4206" y="1995"/>
                  </a:cubicBezTo>
                  <a:cubicBezTo>
                    <a:pt x="4208" y="1987"/>
                    <a:pt x="4215" y="1978"/>
                    <a:pt x="4213" y="1972"/>
                  </a:cubicBezTo>
                  <a:cubicBezTo>
                    <a:pt x="4211" y="1967"/>
                    <a:pt x="4213" y="1966"/>
                    <a:pt x="4201" y="1962"/>
                  </a:cubicBezTo>
                  <a:cubicBezTo>
                    <a:pt x="4189" y="1957"/>
                    <a:pt x="4193" y="1955"/>
                    <a:pt x="4182" y="1950"/>
                  </a:cubicBezTo>
                  <a:cubicBezTo>
                    <a:pt x="4171" y="1946"/>
                    <a:pt x="4159" y="1939"/>
                    <a:pt x="4153" y="1945"/>
                  </a:cubicBezTo>
                  <a:cubicBezTo>
                    <a:pt x="4148" y="1952"/>
                    <a:pt x="4152" y="1953"/>
                    <a:pt x="4133" y="1950"/>
                  </a:cubicBezTo>
                  <a:close/>
                  <a:moveTo>
                    <a:pt x="4265" y="1978"/>
                  </a:moveTo>
                  <a:cubicBezTo>
                    <a:pt x="4265" y="1978"/>
                    <a:pt x="4253" y="1962"/>
                    <a:pt x="4246" y="1970"/>
                  </a:cubicBezTo>
                  <a:cubicBezTo>
                    <a:pt x="4240" y="1977"/>
                    <a:pt x="4226" y="1974"/>
                    <a:pt x="4226" y="1983"/>
                  </a:cubicBezTo>
                  <a:cubicBezTo>
                    <a:pt x="4227" y="1993"/>
                    <a:pt x="4234" y="1992"/>
                    <a:pt x="4238" y="2001"/>
                  </a:cubicBezTo>
                  <a:cubicBezTo>
                    <a:pt x="4242" y="2010"/>
                    <a:pt x="4251" y="2013"/>
                    <a:pt x="4261" y="2013"/>
                  </a:cubicBezTo>
                  <a:cubicBezTo>
                    <a:pt x="4270" y="2013"/>
                    <a:pt x="4312" y="2006"/>
                    <a:pt x="4310" y="1995"/>
                  </a:cubicBezTo>
                  <a:cubicBezTo>
                    <a:pt x="4309" y="1985"/>
                    <a:pt x="4313" y="1985"/>
                    <a:pt x="4292" y="1985"/>
                  </a:cubicBezTo>
                  <a:cubicBezTo>
                    <a:pt x="4271" y="1985"/>
                    <a:pt x="4277" y="1987"/>
                    <a:pt x="4265" y="1978"/>
                  </a:cubicBezTo>
                  <a:close/>
                  <a:moveTo>
                    <a:pt x="3979" y="1912"/>
                  </a:moveTo>
                  <a:cubicBezTo>
                    <a:pt x="3979" y="1912"/>
                    <a:pt x="3969" y="1917"/>
                    <a:pt x="3968" y="1923"/>
                  </a:cubicBezTo>
                  <a:cubicBezTo>
                    <a:pt x="3966" y="1929"/>
                    <a:pt x="3975" y="1946"/>
                    <a:pt x="3979" y="1936"/>
                  </a:cubicBezTo>
                  <a:cubicBezTo>
                    <a:pt x="3983" y="1926"/>
                    <a:pt x="3986" y="1903"/>
                    <a:pt x="3979" y="1912"/>
                  </a:cubicBezTo>
                  <a:close/>
                  <a:moveTo>
                    <a:pt x="3945" y="1946"/>
                  </a:moveTo>
                  <a:cubicBezTo>
                    <a:pt x="3945" y="1946"/>
                    <a:pt x="3936" y="1963"/>
                    <a:pt x="3949" y="1964"/>
                  </a:cubicBezTo>
                  <a:cubicBezTo>
                    <a:pt x="3962" y="1965"/>
                    <a:pt x="3968" y="1962"/>
                    <a:pt x="3965" y="1955"/>
                  </a:cubicBezTo>
                  <a:cubicBezTo>
                    <a:pt x="3963" y="1949"/>
                    <a:pt x="3945" y="1933"/>
                    <a:pt x="3945" y="1946"/>
                  </a:cubicBezTo>
                  <a:close/>
                  <a:moveTo>
                    <a:pt x="4804" y="2620"/>
                  </a:moveTo>
                  <a:cubicBezTo>
                    <a:pt x="4804" y="2620"/>
                    <a:pt x="4793" y="2617"/>
                    <a:pt x="4794" y="2626"/>
                  </a:cubicBezTo>
                  <a:cubicBezTo>
                    <a:pt x="4794" y="2635"/>
                    <a:pt x="4801" y="2637"/>
                    <a:pt x="4803" y="2631"/>
                  </a:cubicBezTo>
                  <a:cubicBezTo>
                    <a:pt x="4804" y="2625"/>
                    <a:pt x="4815" y="2617"/>
                    <a:pt x="4804" y="2620"/>
                  </a:cubicBezTo>
                  <a:close/>
                  <a:moveTo>
                    <a:pt x="5637" y="3873"/>
                  </a:moveTo>
                  <a:cubicBezTo>
                    <a:pt x="5631" y="3867"/>
                    <a:pt x="5635" y="3852"/>
                    <a:pt x="5628" y="3847"/>
                  </a:cubicBezTo>
                  <a:cubicBezTo>
                    <a:pt x="5621" y="3843"/>
                    <a:pt x="5622" y="3834"/>
                    <a:pt x="5622" y="3823"/>
                  </a:cubicBezTo>
                  <a:cubicBezTo>
                    <a:pt x="5622" y="3812"/>
                    <a:pt x="5624" y="3802"/>
                    <a:pt x="5615" y="3801"/>
                  </a:cubicBezTo>
                  <a:cubicBezTo>
                    <a:pt x="5606" y="3800"/>
                    <a:pt x="5606" y="3805"/>
                    <a:pt x="5600" y="3807"/>
                  </a:cubicBezTo>
                  <a:cubicBezTo>
                    <a:pt x="5593" y="3809"/>
                    <a:pt x="5587" y="3806"/>
                    <a:pt x="5579" y="3809"/>
                  </a:cubicBezTo>
                  <a:cubicBezTo>
                    <a:pt x="5570" y="3812"/>
                    <a:pt x="5562" y="3806"/>
                    <a:pt x="5562" y="3795"/>
                  </a:cubicBezTo>
                  <a:cubicBezTo>
                    <a:pt x="5563" y="3784"/>
                    <a:pt x="5563" y="3782"/>
                    <a:pt x="5571" y="3777"/>
                  </a:cubicBezTo>
                  <a:cubicBezTo>
                    <a:pt x="5579" y="3771"/>
                    <a:pt x="5584" y="3765"/>
                    <a:pt x="5588" y="3760"/>
                  </a:cubicBezTo>
                  <a:cubicBezTo>
                    <a:pt x="5592" y="3756"/>
                    <a:pt x="5592" y="3748"/>
                    <a:pt x="5583" y="3743"/>
                  </a:cubicBezTo>
                  <a:cubicBezTo>
                    <a:pt x="5574" y="3737"/>
                    <a:pt x="5569" y="3739"/>
                    <a:pt x="5562" y="3736"/>
                  </a:cubicBezTo>
                  <a:cubicBezTo>
                    <a:pt x="5556" y="3732"/>
                    <a:pt x="5548" y="3731"/>
                    <a:pt x="5548" y="3720"/>
                  </a:cubicBezTo>
                  <a:cubicBezTo>
                    <a:pt x="5549" y="3709"/>
                    <a:pt x="5539" y="3699"/>
                    <a:pt x="5537" y="3708"/>
                  </a:cubicBezTo>
                  <a:cubicBezTo>
                    <a:pt x="5534" y="3717"/>
                    <a:pt x="5534" y="3729"/>
                    <a:pt x="5526" y="3723"/>
                  </a:cubicBezTo>
                  <a:cubicBezTo>
                    <a:pt x="5519" y="3716"/>
                    <a:pt x="5511" y="3719"/>
                    <a:pt x="5508" y="3725"/>
                  </a:cubicBezTo>
                  <a:cubicBezTo>
                    <a:pt x="5505" y="3732"/>
                    <a:pt x="5498" y="3729"/>
                    <a:pt x="5496" y="3739"/>
                  </a:cubicBezTo>
                  <a:cubicBezTo>
                    <a:pt x="5493" y="3748"/>
                    <a:pt x="5484" y="3757"/>
                    <a:pt x="5479" y="3747"/>
                  </a:cubicBezTo>
                  <a:cubicBezTo>
                    <a:pt x="5475" y="3737"/>
                    <a:pt x="5480" y="3729"/>
                    <a:pt x="5473" y="3727"/>
                  </a:cubicBezTo>
                  <a:cubicBezTo>
                    <a:pt x="5467" y="3725"/>
                    <a:pt x="5462" y="3725"/>
                    <a:pt x="5460" y="3730"/>
                  </a:cubicBezTo>
                  <a:cubicBezTo>
                    <a:pt x="5457" y="3735"/>
                    <a:pt x="5448" y="3736"/>
                    <a:pt x="5444" y="3732"/>
                  </a:cubicBezTo>
                  <a:cubicBezTo>
                    <a:pt x="5439" y="3728"/>
                    <a:pt x="5430" y="3718"/>
                    <a:pt x="5442" y="3713"/>
                  </a:cubicBezTo>
                  <a:cubicBezTo>
                    <a:pt x="5454" y="3708"/>
                    <a:pt x="5456" y="3702"/>
                    <a:pt x="5458" y="3696"/>
                  </a:cubicBezTo>
                  <a:cubicBezTo>
                    <a:pt x="5460" y="3689"/>
                    <a:pt x="5457" y="3685"/>
                    <a:pt x="5444" y="3688"/>
                  </a:cubicBezTo>
                  <a:cubicBezTo>
                    <a:pt x="5430" y="3690"/>
                    <a:pt x="5427" y="3693"/>
                    <a:pt x="5425" y="3685"/>
                  </a:cubicBezTo>
                  <a:cubicBezTo>
                    <a:pt x="5424" y="3678"/>
                    <a:pt x="5422" y="3682"/>
                    <a:pt x="5418" y="3677"/>
                  </a:cubicBezTo>
                  <a:cubicBezTo>
                    <a:pt x="5413" y="3671"/>
                    <a:pt x="5401" y="3663"/>
                    <a:pt x="5410" y="3654"/>
                  </a:cubicBezTo>
                  <a:cubicBezTo>
                    <a:pt x="5419" y="3645"/>
                    <a:pt x="5429" y="3636"/>
                    <a:pt x="5436" y="3624"/>
                  </a:cubicBezTo>
                  <a:cubicBezTo>
                    <a:pt x="5444" y="3612"/>
                    <a:pt x="5444" y="3618"/>
                    <a:pt x="5445" y="3604"/>
                  </a:cubicBezTo>
                  <a:cubicBezTo>
                    <a:pt x="5447" y="3589"/>
                    <a:pt x="5446" y="3583"/>
                    <a:pt x="5450" y="3582"/>
                  </a:cubicBezTo>
                  <a:cubicBezTo>
                    <a:pt x="5454" y="3581"/>
                    <a:pt x="5461" y="3576"/>
                    <a:pt x="5462" y="3567"/>
                  </a:cubicBezTo>
                  <a:cubicBezTo>
                    <a:pt x="5464" y="3558"/>
                    <a:pt x="5465" y="3550"/>
                    <a:pt x="5456" y="3553"/>
                  </a:cubicBezTo>
                  <a:cubicBezTo>
                    <a:pt x="5447" y="3556"/>
                    <a:pt x="5441" y="3555"/>
                    <a:pt x="5430" y="3555"/>
                  </a:cubicBezTo>
                  <a:cubicBezTo>
                    <a:pt x="5419" y="3555"/>
                    <a:pt x="5407" y="3565"/>
                    <a:pt x="5400" y="3572"/>
                  </a:cubicBezTo>
                  <a:cubicBezTo>
                    <a:pt x="5393" y="3579"/>
                    <a:pt x="5395" y="3598"/>
                    <a:pt x="5378" y="3616"/>
                  </a:cubicBezTo>
                  <a:cubicBezTo>
                    <a:pt x="5360" y="3635"/>
                    <a:pt x="5333" y="3647"/>
                    <a:pt x="5327" y="3657"/>
                  </a:cubicBezTo>
                  <a:cubicBezTo>
                    <a:pt x="5321" y="3668"/>
                    <a:pt x="5310" y="3684"/>
                    <a:pt x="5307" y="3699"/>
                  </a:cubicBezTo>
                  <a:cubicBezTo>
                    <a:pt x="5307" y="3699"/>
                    <a:pt x="5303" y="3717"/>
                    <a:pt x="5295" y="3722"/>
                  </a:cubicBezTo>
                  <a:cubicBezTo>
                    <a:pt x="5288" y="3728"/>
                    <a:pt x="5282" y="3738"/>
                    <a:pt x="5283" y="3746"/>
                  </a:cubicBezTo>
                  <a:cubicBezTo>
                    <a:pt x="5283" y="3755"/>
                    <a:pt x="5294" y="3763"/>
                    <a:pt x="5284" y="3765"/>
                  </a:cubicBezTo>
                  <a:cubicBezTo>
                    <a:pt x="5274" y="3766"/>
                    <a:pt x="5266" y="3765"/>
                    <a:pt x="5264" y="3774"/>
                  </a:cubicBezTo>
                  <a:cubicBezTo>
                    <a:pt x="5263" y="3783"/>
                    <a:pt x="5256" y="3789"/>
                    <a:pt x="5255" y="3796"/>
                  </a:cubicBezTo>
                  <a:cubicBezTo>
                    <a:pt x="5254" y="3803"/>
                    <a:pt x="5241" y="3797"/>
                    <a:pt x="5230" y="3803"/>
                  </a:cubicBezTo>
                  <a:cubicBezTo>
                    <a:pt x="5218" y="3810"/>
                    <a:pt x="5218" y="3806"/>
                    <a:pt x="5215" y="3823"/>
                  </a:cubicBezTo>
                  <a:cubicBezTo>
                    <a:pt x="5212" y="3841"/>
                    <a:pt x="5195" y="3865"/>
                    <a:pt x="5203" y="3874"/>
                  </a:cubicBezTo>
                  <a:cubicBezTo>
                    <a:pt x="5212" y="3883"/>
                    <a:pt x="5218" y="3883"/>
                    <a:pt x="5218" y="3890"/>
                  </a:cubicBezTo>
                  <a:cubicBezTo>
                    <a:pt x="5218" y="3897"/>
                    <a:pt x="5225" y="3900"/>
                    <a:pt x="5233" y="3900"/>
                  </a:cubicBezTo>
                  <a:cubicBezTo>
                    <a:pt x="5241" y="3900"/>
                    <a:pt x="5254" y="3906"/>
                    <a:pt x="5259" y="3898"/>
                  </a:cubicBezTo>
                  <a:cubicBezTo>
                    <a:pt x="5264" y="3890"/>
                    <a:pt x="5272" y="3890"/>
                    <a:pt x="5287" y="3890"/>
                  </a:cubicBezTo>
                  <a:cubicBezTo>
                    <a:pt x="5301" y="3890"/>
                    <a:pt x="5317" y="3886"/>
                    <a:pt x="5321" y="3890"/>
                  </a:cubicBezTo>
                  <a:cubicBezTo>
                    <a:pt x="5324" y="3895"/>
                    <a:pt x="5341" y="3897"/>
                    <a:pt x="5349" y="3897"/>
                  </a:cubicBezTo>
                  <a:cubicBezTo>
                    <a:pt x="5358" y="3897"/>
                    <a:pt x="5374" y="3905"/>
                    <a:pt x="5384" y="3903"/>
                  </a:cubicBezTo>
                  <a:cubicBezTo>
                    <a:pt x="5395" y="3900"/>
                    <a:pt x="5407" y="3895"/>
                    <a:pt x="5409" y="3892"/>
                  </a:cubicBezTo>
                  <a:cubicBezTo>
                    <a:pt x="5412" y="3888"/>
                    <a:pt x="5422" y="3884"/>
                    <a:pt x="5428" y="3885"/>
                  </a:cubicBezTo>
                  <a:cubicBezTo>
                    <a:pt x="5433" y="3886"/>
                    <a:pt x="5422" y="3897"/>
                    <a:pt x="5434" y="3900"/>
                  </a:cubicBezTo>
                  <a:cubicBezTo>
                    <a:pt x="5445" y="3902"/>
                    <a:pt x="5445" y="3910"/>
                    <a:pt x="5456" y="3905"/>
                  </a:cubicBezTo>
                  <a:cubicBezTo>
                    <a:pt x="5466" y="3900"/>
                    <a:pt x="5476" y="3892"/>
                    <a:pt x="5476" y="3899"/>
                  </a:cubicBezTo>
                  <a:cubicBezTo>
                    <a:pt x="5476" y="3906"/>
                    <a:pt x="5469" y="3913"/>
                    <a:pt x="5457" y="3919"/>
                  </a:cubicBezTo>
                  <a:cubicBezTo>
                    <a:pt x="5445" y="3925"/>
                    <a:pt x="5425" y="3924"/>
                    <a:pt x="5436" y="3938"/>
                  </a:cubicBezTo>
                  <a:cubicBezTo>
                    <a:pt x="5446" y="3952"/>
                    <a:pt x="5448" y="3954"/>
                    <a:pt x="5461" y="3952"/>
                  </a:cubicBezTo>
                  <a:cubicBezTo>
                    <a:pt x="5474" y="3950"/>
                    <a:pt x="5483" y="3936"/>
                    <a:pt x="5492" y="3925"/>
                  </a:cubicBezTo>
                  <a:cubicBezTo>
                    <a:pt x="5501" y="3914"/>
                    <a:pt x="5504" y="3910"/>
                    <a:pt x="5513" y="3912"/>
                  </a:cubicBezTo>
                  <a:cubicBezTo>
                    <a:pt x="5521" y="3914"/>
                    <a:pt x="5523" y="3920"/>
                    <a:pt x="5528" y="3911"/>
                  </a:cubicBezTo>
                  <a:cubicBezTo>
                    <a:pt x="5533" y="3902"/>
                    <a:pt x="5535" y="3900"/>
                    <a:pt x="5541" y="3901"/>
                  </a:cubicBezTo>
                  <a:cubicBezTo>
                    <a:pt x="5547" y="3901"/>
                    <a:pt x="5557" y="3905"/>
                    <a:pt x="5551" y="3915"/>
                  </a:cubicBezTo>
                  <a:cubicBezTo>
                    <a:pt x="5545" y="3926"/>
                    <a:pt x="5526" y="3936"/>
                    <a:pt x="5531" y="3946"/>
                  </a:cubicBezTo>
                  <a:cubicBezTo>
                    <a:pt x="5537" y="3956"/>
                    <a:pt x="5540" y="3958"/>
                    <a:pt x="5552" y="3952"/>
                  </a:cubicBezTo>
                  <a:cubicBezTo>
                    <a:pt x="5563" y="3945"/>
                    <a:pt x="5565" y="3939"/>
                    <a:pt x="5572" y="3941"/>
                  </a:cubicBezTo>
                  <a:cubicBezTo>
                    <a:pt x="5579" y="3942"/>
                    <a:pt x="5575" y="3949"/>
                    <a:pt x="5572" y="3954"/>
                  </a:cubicBezTo>
                  <a:cubicBezTo>
                    <a:pt x="5569" y="3959"/>
                    <a:pt x="5572" y="3964"/>
                    <a:pt x="5579" y="3964"/>
                  </a:cubicBezTo>
                  <a:cubicBezTo>
                    <a:pt x="5585" y="3965"/>
                    <a:pt x="5603" y="3964"/>
                    <a:pt x="5609" y="3964"/>
                  </a:cubicBezTo>
                  <a:cubicBezTo>
                    <a:pt x="5614" y="3965"/>
                    <a:pt x="5623" y="3961"/>
                    <a:pt x="5623" y="3951"/>
                  </a:cubicBezTo>
                  <a:cubicBezTo>
                    <a:pt x="5624" y="3941"/>
                    <a:pt x="5627" y="3927"/>
                    <a:pt x="5632" y="3924"/>
                  </a:cubicBezTo>
                  <a:cubicBezTo>
                    <a:pt x="5637" y="3920"/>
                    <a:pt x="5637" y="3917"/>
                    <a:pt x="5639" y="3901"/>
                  </a:cubicBezTo>
                  <a:cubicBezTo>
                    <a:pt x="5641" y="3886"/>
                    <a:pt x="5643" y="3878"/>
                    <a:pt x="5637" y="3873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35"/>
            <p:cNvSpPr>
              <a:spLocks/>
            </p:cNvSpPr>
            <p:nvPr/>
          </p:nvSpPr>
          <p:spPr bwMode="auto">
            <a:xfrm>
              <a:off x="2068" y="1207"/>
              <a:ext cx="174" cy="85"/>
            </a:xfrm>
            <a:custGeom>
              <a:avLst/>
              <a:gdLst>
                <a:gd name="T0" fmla="*/ 129 w 478"/>
                <a:gd name="T1" fmla="*/ 55 h 232"/>
                <a:gd name="T2" fmla="*/ 89 w 478"/>
                <a:gd name="T3" fmla="*/ 71 h 232"/>
                <a:gd name="T4" fmla="*/ 42 w 478"/>
                <a:gd name="T5" fmla="*/ 76 h 232"/>
                <a:gd name="T6" fmla="*/ 0 w 478"/>
                <a:gd name="T7" fmla="*/ 89 h 232"/>
                <a:gd name="T8" fmla="*/ 14 w 478"/>
                <a:gd name="T9" fmla="*/ 109 h 232"/>
                <a:gd name="T10" fmla="*/ 34 w 478"/>
                <a:gd name="T11" fmla="*/ 94 h 232"/>
                <a:gd name="T12" fmla="*/ 66 w 478"/>
                <a:gd name="T13" fmla="*/ 94 h 232"/>
                <a:gd name="T14" fmla="*/ 112 w 478"/>
                <a:gd name="T15" fmla="*/ 85 h 232"/>
                <a:gd name="T16" fmla="*/ 138 w 478"/>
                <a:gd name="T17" fmla="*/ 87 h 232"/>
                <a:gd name="T18" fmla="*/ 168 w 478"/>
                <a:gd name="T19" fmla="*/ 72 h 232"/>
                <a:gd name="T20" fmla="*/ 197 w 478"/>
                <a:gd name="T21" fmla="*/ 76 h 232"/>
                <a:gd name="T22" fmla="*/ 247 w 478"/>
                <a:gd name="T23" fmla="*/ 100 h 232"/>
                <a:gd name="T24" fmla="*/ 216 w 478"/>
                <a:gd name="T25" fmla="*/ 116 h 232"/>
                <a:gd name="T26" fmla="*/ 178 w 478"/>
                <a:gd name="T27" fmla="*/ 106 h 232"/>
                <a:gd name="T28" fmla="*/ 186 w 478"/>
                <a:gd name="T29" fmla="*/ 140 h 232"/>
                <a:gd name="T30" fmla="*/ 155 w 478"/>
                <a:gd name="T31" fmla="*/ 178 h 232"/>
                <a:gd name="T32" fmla="*/ 122 w 478"/>
                <a:gd name="T33" fmla="*/ 207 h 232"/>
                <a:gd name="T34" fmla="*/ 210 w 478"/>
                <a:gd name="T35" fmla="*/ 204 h 232"/>
                <a:gd name="T36" fmla="*/ 234 w 478"/>
                <a:gd name="T37" fmla="*/ 164 h 232"/>
                <a:gd name="T38" fmla="*/ 286 w 478"/>
                <a:gd name="T39" fmla="*/ 144 h 232"/>
                <a:gd name="T40" fmla="*/ 288 w 478"/>
                <a:gd name="T41" fmla="*/ 185 h 232"/>
                <a:gd name="T42" fmla="*/ 233 w 478"/>
                <a:gd name="T43" fmla="*/ 221 h 232"/>
                <a:gd name="T44" fmla="*/ 274 w 478"/>
                <a:gd name="T45" fmla="*/ 215 h 232"/>
                <a:gd name="T46" fmla="*/ 330 w 478"/>
                <a:gd name="T47" fmla="*/ 176 h 232"/>
                <a:gd name="T48" fmla="*/ 344 w 478"/>
                <a:gd name="T49" fmla="*/ 160 h 232"/>
                <a:gd name="T50" fmla="*/ 336 w 478"/>
                <a:gd name="T51" fmla="*/ 140 h 232"/>
                <a:gd name="T52" fmla="*/ 403 w 478"/>
                <a:gd name="T53" fmla="*/ 129 h 232"/>
                <a:gd name="T54" fmla="*/ 436 w 478"/>
                <a:gd name="T55" fmla="*/ 123 h 232"/>
                <a:gd name="T56" fmla="*/ 478 w 478"/>
                <a:gd name="T57" fmla="*/ 74 h 232"/>
                <a:gd name="T58" fmla="*/ 466 w 478"/>
                <a:gd name="T59" fmla="*/ 58 h 232"/>
                <a:gd name="T60" fmla="*/ 450 w 478"/>
                <a:gd name="T61" fmla="*/ 44 h 232"/>
                <a:gd name="T62" fmla="*/ 400 w 478"/>
                <a:gd name="T63" fmla="*/ 74 h 232"/>
                <a:gd name="T64" fmla="*/ 323 w 478"/>
                <a:gd name="T65" fmla="*/ 73 h 232"/>
                <a:gd name="T66" fmla="*/ 300 w 478"/>
                <a:gd name="T67" fmla="*/ 53 h 232"/>
                <a:gd name="T68" fmla="*/ 342 w 478"/>
                <a:gd name="T69" fmla="*/ 32 h 232"/>
                <a:gd name="T70" fmla="*/ 348 w 478"/>
                <a:gd name="T71" fmla="*/ 9 h 232"/>
                <a:gd name="T72" fmla="*/ 314 w 478"/>
                <a:gd name="T73" fmla="*/ 10 h 232"/>
                <a:gd name="T74" fmla="*/ 255 w 478"/>
                <a:gd name="T75" fmla="*/ 19 h 232"/>
                <a:gd name="T76" fmla="*/ 191 w 478"/>
                <a:gd name="T77" fmla="*/ 4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78" h="232">
                  <a:moveTo>
                    <a:pt x="147" y="48"/>
                  </a:moveTo>
                  <a:cubicBezTo>
                    <a:pt x="147" y="48"/>
                    <a:pt x="136" y="48"/>
                    <a:pt x="129" y="55"/>
                  </a:cubicBezTo>
                  <a:cubicBezTo>
                    <a:pt x="122" y="62"/>
                    <a:pt x="122" y="62"/>
                    <a:pt x="110" y="62"/>
                  </a:cubicBezTo>
                  <a:cubicBezTo>
                    <a:pt x="99" y="62"/>
                    <a:pt x="95" y="66"/>
                    <a:pt x="89" y="71"/>
                  </a:cubicBezTo>
                  <a:cubicBezTo>
                    <a:pt x="83" y="76"/>
                    <a:pt x="82" y="75"/>
                    <a:pt x="66" y="74"/>
                  </a:cubicBezTo>
                  <a:cubicBezTo>
                    <a:pt x="51" y="72"/>
                    <a:pt x="48" y="71"/>
                    <a:pt x="42" y="76"/>
                  </a:cubicBezTo>
                  <a:cubicBezTo>
                    <a:pt x="37" y="82"/>
                    <a:pt x="33" y="82"/>
                    <a:pt x="22" y="82"/>
                  </a:cubicBezTo>
                  <a:cubicBezTo>
                    <a:pt x="12" y="82"/>
                    <a:pt x="0" y="82"/>
                    <a:pt x="0" y="89"/>
                  </a:cubicBezTo>
                  <a:cubicBezTo>
                    <a:pt x="1" y="96"/>
                    <a:pt x="0" y="101"/>
                    <a:pt x="5" y="101"/>
                  </a:cubicBezTo>
                  <a:cubicBezTo>
                    <a:pt x="10" y="101"/>
                    <a:pt x="6" y="108"/>
                    <a:pt x="14" y="109"/>
                  </a:cubicBezTo>
                  <a:cubicBezTo>
                    <a:pt x="21" y="110"/>
                    <a:pt x="17" y="100"/>
                    <a:pt x="23" y="100"/>
                  </a:cubicBezTo>
                  <a:cubicBezTo>
                    <a:pt x="29" y="100"/>
                    <a:pt x="31" y="98"/>
                    <a:pt x="34" y="94"/>
                  </a:cubicBezTo>
                  <a:cubicBezTo>
                    <a:pt x="38" y="89"/>
                    <a:pt x="46" y="82"/>
                    <a:pt x="52" y="86"/>
                  </a:cubicBezTo>
                  <a:cubicBezTo>
                    <a:pt x="57" y="90"/>
                    <a:pt x="55" y="93"/>
                    <a:pt x="66" y="94"/>
                  </a:cubicBezTo>
                  <a:cubicBezTo>
                    <a:pt x="78" y="94"/>
                    <a:pt x="96" y="96"/>
                    <a:pt x="99" y="92"/>
                  </a:cubicBezTo>
                  <a:cubicBezTo>
                    <a:pt x="102" y="87"/>
                    <a:pt x="109" y="81"/>
                    <a:pt x="112" y="85"/>
                  </a:cubicBezTo>
                  <a:cubicBezTo>
                    <a:pt x="116" y="89"/>
                    <a:pt x="114" y="93"/>
                    <a:pt x="122" y="93"/>
                  </a:cubicBezTo>
                  <a:cubicBezTo>
                    <a:pt x="130" y="93"/>
                    <a:pt x="136" y="94"/>
                    <a:pt x="138" y="87"/>
                  </a:cubicBezTo>
                  <a:cubicBezTo>
                    <a:pt x="140" y="80"/>
                    <a:pt x="140" y="78"/>
                    <a:pt x="151" y="77"/>
                  </a:cubicBezTo>
                  <a:cubicBezTo>
                    <a:pt x="162" y="76"/>
                    <a:pt x="166" y="76"/>
                    <a:pt x="168" y="72"/>
                  </a:cubicBezTo>
                  <a:cubicBezTo>
                    <a:pt x="170" y="68"/>
                    <a:pt x="178" y="64"/>
                    <a:pt x="178" y="68"/>
                  </a:cubicBezTo>
                  <a:cubicBezTo>
                    <a:pt x="179" y="73"/>
                    <a:pt x="187" y="76"/>
                    <a:pt x="197" y="76"/>
                  </a:cubicBezTo>
                  <a:cubicBezTo>
                    <a:pt x="207" y="77"/>
                    <a:pt x="215" y="80"/>
                    <a:pt x="222" y="87"/>
                  </a:cubicBezTo>
                  <a:cubicBezTo>
                    <a:pt x="228" y="94"/>
                    <a:pt x="243" y="99"/>
                    <a:pt x="247" y="100"/>
                  </a:cubicBezTo>
                  <a:cubicBezTo>
                    <a:pt x="251" y="100"/>
                    <a:pt x="252" y="116"/>
                    <a:pt x="242" y="116"/>
                  </a:cubicBezTo>
                  <a:cubicBezTo>
                    <a:pt x="232" y="117"/>
                    <a:pt x="224" y="117"/>
                    <a:pt x="216" y="116"/>
                  </a:cubicBezTo>
                  <a:cubicBezTo>
                    <a:pt x="208" y="116"/>
                    <a:pt x="200" y="120"/>
                    <a:pt x="197" y="114"/>
                  </a:cubicBezTo>
                  <a:cubicBezTo>
                    <a:pt x="194" y="107"/>
                    <a:pt x="184" y="106"/>
                    <a:pt x="178" y="106"/>
                  </a:cubicBezTo>
                  <a:cubicBezTo>
                    <a:pt x="173" y="106"/>
                    <a:pt x="158" y="110"/>
                    <a:pt x="172" y="115"/>
                  </a:cubicBezTo>
                  <a:cubicBezTo>
                    <a:pt x="187" y="120"/>
                    <a:pt x="195" y="130"/>
                    <a:pt x="186" y="140"/>
                  </a:cubicBezTo>
                  <a:cubicBezTo>
                    <a:pt x="176" y="150"/>
                    <a:pt x="172" y="150"/>
                    <a:pt x="162" y="153"/>
                  </a:cubicBezTo>
                  <a:cubicBezTo>
                    <a:pt x="151" y="156"/>
                    <a:pt x="158" y="170"/>
                    <a:pt x="155" y="178"/>
                  </a:cubicBezTo>
                  <a:cubicBezTo>
                    <a:pt x="152" y="187"/>
                    <a:pt x="142" y="191"/>
                    <a:pt x="130" y="191"/>
                  </a:cubicBezTo>
                  <a:cubicBezTo>
                    <a:pt x="117" y="191"/>
                    <a:pt x="112" y="206"/>
                    <a:pt x="122" y="207"/>
                  </a:cubicBezTo>
                  <a:cubicBezTo>
                    <a:pt x="132" y="208"/>
                    <a:pt x="144" y="208"/>
                    <a:pt x="160" y="208"/>
                  </a:cubicBezTo>
                  <a:cubicBezTo>
                    <a:pt x="175" y="208"/>
                    <a:pt x="208" y="215"/>
                    <a:pt x="210" y="204"/>
                  </a:cubicBezTo>
                  <a:cubicBezTo>
                    <a:pt x="212" y="194"/>
                    <a:pt x="219" y="200"/>
                    <a:pt x="223" y="186"/>
                  </a:cubicBezTo>
                  <a:cubicBezTo>
                    <a:pt x="227" y="172"/>
                    <a:pt x="224" y="166"/>
                    <a:pt x="234" y="164"/>
                  </a:cubicBezTo>
                  <a:cubicBezTo>
                    <a:pt x="244" y="162"/>
                    <a:pt x="252" y="157"/>
                    <a:pt x="261" y="151"/>
                  </a:cubicBezTo>
                  <a:cubicBezTo>
                    <a:pt x="270" y="145"/>
                    <a:pt x="276" y="144"/>
                    <a:pt x="286" y="144"/>
                  </a:cubicBezTo>
                  <a:cubicBezTo>
                    <a:pt x="296" y="144"/>
                    <a:pt x="305" y="156"/>
                    <a:pt x="305" y="163"/>
                  </a:cubicBezTo>
                  <a:cubicBezTo>
                    <a:pt x="305" y="170"/>
                    <a:pt x="303" y="178"/>
                    <a:pt x="288" y="185"/>
                  </a:cubicBezTo>
                  <a:cubicBezTo>
                    <a:pt x="272" y="192"/>
                    <a:pt x="264" y="202"/>
                    <a:pt x="261" y="208"/>
                  </a:cubicBezTo>
                  <a:cubicBezTo>
                    <a:pt x="258" y="213"/>
                    <a:pt x="236" y="214"/>
                    <a:pt x="233" y="221"/>
                  </a:cubicBezTo>
                  <a:cubicBezTo>
                    <a:pt x="230" y="228"/>
                    <a:pt x="240" y="232"/>
                    <a:pt x="250" y="232"/>
                  </a:cubicBezTo>
                  <a:cubicBezTo>
                    <a:pt x="259" y="232"/>
                    <a:pt x="260" y="218"/>
                    <a:pt x="274" y="215"/>
                  </a:cubicBezTo>
                  <a:cubicBezTo>
                    <a:pt x="288" y="212"/>
                    <a:pt x="300" y="204"/>
                    <a:pt x="308" y="198"/>
                  </a:cubicBezTo>
                  <a:cubicBezTo>
                    <a:pt x="316" y="193"/>
                    <a:pt x="318" y="176"/>
                    <a:pt x="330" y="176"/>
                  </a:cubicBezTo>
                  <a:cubicBezTo>
                    <a:pt x="343" y="175"/>
                    <a:pt x="360" y="178"/>
                    <a:pt x="360" y="173"/>
                  </a:cubicBezTo>
                  <a:cubicBezTo>
                    <a:pt x="361" y="168"/>
                    <a:pt x="354" y="162"/>
                    <a:pt x="344" y="160"/>
                  </a:cubicBezTo>
                  <a:cubicBezTo>
                    <a:pt x="334" y="158"/>
                    <a:pt x="328" y="160"/>
                    <a:pt x="328" y="154"/>
                  </a:cubicBezTo>
                  <a:cubicBezTo>
                    <a:pt x="328" y="148"/>
                    <a:pt x="329" y="140"/>
                    <a:pt x="336" y="140"/>
                  </a:cubicBezTo>
                  <a:cubicBezTo>
                    <a:pt x="342" y="140"/>
                    <a:pt x="340" y="125"/>
                    <a:pt x="352" y="124"/>
                  </a:cubicBezTo>
                  <a:cubicBezTo>
                    <a:pt x="365" y="124"/>
                    <a:pt x="401" y="124"/>
                    <a:pt x="403" y="129"/>
                  </a:cubicBezTo>
                  <a:cubicBezTo>
                    <a:pt x="405" y="134"/>
                    <a:pt x="406" y="142"/>
                    <a:pt x="416" y="141"/>
                  </a:cubicBezTo>
                  <a:cubicBezTo>
                    <a:pt x="427" y="140"/>
                    <a:pt x="422" y="127"/>
                    <a:pt x="436" y="123"/>
                  </a:cubicBezTo>
                  <a:cubicBezTo>
                    <a:pt x="449" y="119"/>
                    <a:pt x="454" y="91"/>
                    <a:pt x="464" y="87"/>
                  </a:cubicBezTo>
                  <a:cubicBezTo>
                    <a:pt x="475" y="83"/>
                    <a:pt x="478" y="80"/>
                    <a:pt x="478" y="74"/>
                  </a:cubicBezTo>
                  <a:cubicBezTo>
                    <a:pt x="478" y="68"/>
                    <a:pt x="474" y="67"/>
                    <a:pt x="469" y="68"/>
                  </a:cubicBezTo>
                  <a:cubicBezTo>
                    <a:pt x="464" y="68"/>
                    <a:pt x="458" y="63"/>
                    <a:pt x="466" y="58"/>
                  </a:cubicBezTo>
                  <a:cubicBezTo>
                    <a:pt x="474" y="54"/>
                    <a:pt x="472" y="52"/>
                    <a:pt x="470" y="46"/>
                  </a:cubicBezTo>
                  <a:cubicBezTo>
                    <a:pt x="469" y="40"/>
                    <a:pt x="456" y="34"/>
                    <a:pt x="450" y="44"/>
                  </a:cubicBezTo>
                  <a:cubicBezTo>
                    <a:pt x="444" y="53"/>
                    <a:pt x="441" y="67"/>
                    <a:pt x="432" y="70"/>
                  </a:cubicBezTo>
                  <a:cubicBezTo>
                    <a:pt x="424" y="72"/>
                    <a:pt x="412" y="74"/>
                    <a:pt x="400" y="74"/>
                  </a:cubicBezTo>
                  <a:cubicBezTo>
                    <a:pt x="387" y="74"/>
                    <a:pt x="361" y="77"/>
                    <a:pt x="350" y="75"/>
                  </a:cubicBezTo>
                  <a:cubicBezTo>
                    <a:pt x="338" y="73"/>
                    <a:pt x="327" y="76"/>
                    <a:pt x="323" y="73"/>
                  </a:cubicBezTo>
                  <a:cubicBezTo>
                    <a:pt x="319" y="70"/>
                    <a:pt x="318" y="69"/>
                    <a:pt x="309" y="68"/>
                  </a:cubicBezTo>
                  <a:cubicBezTo>
                    <a:pt x="300" y="66"/>
                    <a:pt x="298" y="61"/>
                    <a:pt x="300" y="53"/>
                  </a:cubicBezTo>
                  <a:cubicBezTo>
                    <a:pt x="301" y="45"/>
                    <a:pt x="314" y="50"/>
                    <a:pt x="319" y="46"/>
                  </a:cubicBezTo>
                  <a:cubicBezTo>
                    <a:pt x="324" y="42"/>
                    <a:pt x="330" y="33"/>
                    <a:pt x="342" y="32"/>
                  </a:cubicBezTo>
                  <a:cubicBezTo>
                    <a:pt x="354" y="30"/>
                    <a:pt x="361" y="30"/>
                    <a:pt x="363" y="24"/>
                  </a:cubicBezTo>
                  <a:cubicBezTo>
                    <a:pt x="365" y="18"/>
                    <a:pt x="356" y="10"/>
                    <a:pt x="348" y="9"/>
                  </a:cubicBezTo>
                  <a:cubicBezTo>
                    <a:pt x="341" y="8"/>
                    <a:pt x="346" y="2"/>
                    <a:pt x="335" y="1"/>
                  </a:cubicBezTo>
                  <a:cubicBezTo>
                    <a:pt x="324" y="0"/>
                    <a:pt x="326" y="12"/>
                    <a:pt x="314" y="10"/>
                  </a:cubicBezTo>
                  <a:cubicBezTo>
                    <a:pt x="301" y="9"/>
                    <a:pt x="293" y="9"/>
                    <a:pt x="289" y="14"/>
                  </a:cubicBezTo>
                  <a:cubicBezTo>
                    <a:pt x="285" y="18"/>
                    <a:pt x="260" y="14"/>
                    <a:pt x="255" y="19"/>
                  </a:cubicBezTo>
                  <a:cubicBezTo>
                    <a:pt x="250" y="24"/>
                    <a:pt x="235" y="32"/>
                    <a:pt x="227" y="35"/>
                  </a:cubicBezTo>
                  <a:cubicBezTo>
                    <a:pt x="219" y="38"/>
                    <a:pt x="216" y="45"/>
                    <a:pt x="191" y="48"/>
                  </a:cubicBezTo>
                  <a:cubicBezTo>
                    <a:pt x="166" y="50"/>
                    <a:pt x="164" y="48"/>
                    <a:pt x="147" y="48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36"/>
            <p:cNvSpPr>
              <a:spLocks/>
            </p:cNvSpPr>
            <p:nvPr/>
          </p:nvSpPr>
          <p:spPr bwMode="auto">
            <a:xfrm>
              <a:off x="2264" y="1358"/>
              <a:ext cx="178" cy="77"/>
            </a:xfrm>
            <a:custGeom>
              <a:avLst/>
              <a:gdLst>
                <a:gd name="T0" fmla="*/ 68 w 489"/>
                <a:gd name="T1" fmla="*/ 41 h 212"/>
                <a:gd name="T2" fmla="*/ 86 w 489"/>
                <a:gd name="T3" fmla="*/ 62 h 212"/>
                <a:gd name="T4" fmla="*/ 101 w 489"/>
                <a:gd name="T5" fmla="*/ 81 h 212"/>
                <a:gd name="T6" fmla="*/ 117 w 489"/>
                <a:gd name="T7" fmla="*/ 99 h 212"/>
                <a:gd name="T8" fmla="*/ 121 w 489"/>
                <a:gd name="T9" fmla="*/ 121 h 212"/>
                <a:gd name="T10" fmla="*/ 101 w 489"/>
                <a:gd name="T11" fmla="*/ 131 h 212"/>
                <a:gd name="T12" fmla="*/ 75 w 489"/>
                <a:gd name="T13" fmla="*/ 129 h 212"/>
                <a:gd name="T14" fmla="*/ 57 w 489"/>
                <a:gd name="T15" fmla="*/ 154 h 212"/>
                <a:gd name="T16" fmla="*/ 46 w 489"/>
                <a:gd name="T17" fmla="*/ 180 h 212"/>
                <a:gd name="T18" fmla="*/ 23 w 489"/>
                <a:gd name="T19" fmla="*/ 172 h 212"/>
                <a:gd name="T20" fmla="*/ 2 w 489"/>
                <a:gd name="T21" fmla="*/ 177 h 212"/>
                <a:gd name="T22" fmla="*/ 10 w 489"/>
                <a:gd name="T23" fmla="*/ 185 h 212"/>
                <a:gd name="T24" fmla="*/ 15 w 489"/>
                <a:gd name="T25" fmla="*/ 193 h 212"/>
                <a:gd name="T26" fmla="*/ 25 w 489"/>
                <a:gd name="T27" fmla="*/ 201 h 212"/>
                <a:gd name="T28" fmla="*/ 46 w 489"/>
                <a:gd name="T29" fmla="*/ 210 h 212"/>
                <a:gd name="T30" fmla="*/ 78 w 489"/>
                <a:gd name="T31" fmla="*/ 212 h 212"/>
                <a:gd name="T32" fmla="*/ 123 w 489"/>
                <a:gd name="T33" fmla="*/ 205 h 212"/>
                <a:gd name="T34" fmla="*/ 142 w 489"/>
                <a:gd name="T35" fmla="*/ 197 h 212"/>
                <a:gd name="T36" fmla="*/ 188 w 489"/>
                <a:gd name="T37" fmla="*/ 192 h 212"/>
                <a:gd name="T38" fmla="*/ 197 w 489"/>
                <a:gd name="T39" fmla="*/ 160 h 212"/>
                <a:gd name="T40" fmla="*/ 224 w 489"/>
                <a:gd name="T41" fmla="*/ 147 h 212"/>
                <a:gd name="T42" fmla="*/ 260 w 489"/>
                <a:gd name="T43" fmla="*/ 149 h 212"/>
                <a:gd name="T44" fmla="*/ 262 w 489"/>
                <a:gd name="T45" fmla="*/ 137 h 212"/>
                <a:gd name="T46" fmla="*/ 254 w 489"/>
                <a:gd name="T47" fmla="*/ 121 h 212"/>
                <a:gd name="T48" fmla="*/ 220 w 489"/>
                <a:gd name="T49" fmla="*/ 117 h 212"/>
                <a:gd name="T50" fmla="*/ 249 w 489"/>
                <a:gd name="T51" fmla="*/ 112 h 212"/>
                <a:gd name="T52" fmla="*/ 272 w 489"/>
                <a:gd name="T53" fmla="*/ 101 h 212"/>
                <a:gd name="T54" fmla="*/ 295 w 489"/>
                <a:gd name="T55" fmla="*/ 99 h 212"/>
                <a:gd name="T56" fmla="*/ 323 w 489"/>
                <a:gd name="T57" fmla="*/ 92 h 212"/>
                <a:gd name="T58" fmla="*/ 340 w 489"/>
                <a:gd name="T59" fmla="*/ 75 h 212"/>
                <a:gd name="T60" fmla="*/ 357 w 489"/>
                <a:gd name="T61" fmla="*/ 54 h 212"/>
                <a:gd name="T62" fmla="*/ 378 w 489"/>
                <a:gd name="T63" fmla="*/ 52 h 212"/>
                <a:gd name="T64" fmla="*/ 396 w 489"/>
                <a:gd name="T65" fmla="*/ 52 h 212"/>
                <a:gd name="T66" fmla="*/ 410 w 489"/>
                <a:gd name="T67" fmla="*/ 58 h 212"/>
                <a:gd name="T68" fmla="*/ 421 w 489"/>
                <a:gd name="T69" fmla="*/ 46 h 212"/>
                <a:gd name="T70" fmla="*/ 440 w 489"/>
                <a:gd name="T71" fmla="*/ 36 h 212"/>
                <a:gd name="T72" fmla="*/ 467 w 489"/>
                <a:gd name="T73" fmla="*/ 33 h 212"/>
                <a:gd name="T74" fmla="*/ 489 w 489"/>
                <a:gd name="T75" fmla="*/ 28 h 212"/>
                <a:gd name="T76" fmla="*/ 477 w 489"/>
                <a:gd name="T77" fmla="*/ 15 h 212"/>
                <a:gd name="T78" fmla="*/ 443 w 489"/>
                <a:gd name="T79" fmla="*/ 13 h 212"/>
                <a:gd name="T80" fmla="*/ 422 w 489"/>
                <a:gd name="T81" fmla="*/ 6 h 212"/>
                <a:gd name="T82" fmla="*/ 378 w 489"/>
                <a:gd name="T83" fmla="*/ 7 h 212"/>
                <a:gd name="T84" fmla="*/ 360 w 489"/>
                <a:gd name="T85" fmla="*/ 19 h 212"/>
                <a:gd name="T86" fmla="*/ 331 w 489"/>
                <a:gd name="T87" fmla="*/ 48 h 212"/>
                <a:gd name="T88" fmla="*/ 320 w 489"/>
                <a:gd name="T89" fmla="*/ 66 h 212"/>
                <a:gd name="T90" fmla="*/ 314 w 489"/>
                <a:gd name="T91" fmla="*/ 80 h 212"/>
                <a:gd name="T92" fmla="*/ 295 w 489"/>
                <a:gd name="T93" fmla="*/ 72 h 212"/>
                <a:gd name="T94" fmla="*/ 285 w 489"/>
                <a:gd name="T95" fmla="*/ 91 h 212"/>
                <a:gd name="T96" fmla="*/ 255 w 489"/>
                <a:gd name="T97" fmla="*/ 96 h 212"/>
                <a:gd name="T98" fmla="*/ 220 w 489"/>
                <a:gd name="T99" fmla="*/ 99 h 212"/>
                <a:gd name="T100" fmla="*/ 199 w 489"/>
                <a:gd name="T101" fmla="*/ 104 h 212"/>
                <a:gd name="T102" fmla="*/ 174 w 489"/>
                <a:gd name="T103" fmla="*/ 80 h 212"/>
                <a:gd name="T104" fmla="*/ 146 w 489"/>
                <a:gd name="T105" fmla="*/ 65 h 212"/>
                <a:gd name="T106" fmla="*/ 121 w 489"/>
                <a:gd name="T107" fmla="*/ 66 h 212"/>
                <a:gd name="T108" fmla="*/ 103 w 489"/>
                <a:gd name="T109" fmla="*/ 51 h 212"/>
                <a:gd name="T110" fmla="*/ 82 w 489"/>
                <a:gd name="T111" fmla="*/ 40 h 212"/>
                <a:gd name="T112" fmla="*/ 68 w 489"/>
                <a:gd name="T113" fmla="*/ 41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89" h="212">
                  <a:moveTo>
                    <a:pt x="68" y="41"/>
                  </a:moveTo>
                  <a:cubicBezTo>
                    <a:pt x="68" y="41"/>
                    <a:pt x="77" y="59"/>
                    <a:pt x="86" y="62"/>
                  </a:cubicBezTo>
                  <a:cubicBezTo>
                    <a:pt x="96" y="65"/>
                    <a:pt x="89" y="78"/>
                    <a:pt x="101" y="81"/>
                  </a:cubicBezTo>
                  <a:cubicBezTo>
                    <a:pt x="112" y="85"/>
                    <a:pt x="108" y="94"/>
                    <a:pt x="117" y="99"/>
                  </a:cubicBezTo>
                  <a:cubicBezTo>
                    <a:pt x="126" y="103"/>
                    <a:pt x="136" y="115"/>
                    <a:pt x="121" y="121"/>
                  </a:cubicBezTo>
                  <a:cubicBezTo>
                    <a:pt x="106" y="126"/>
                    <a:pt x="114" y="132"/>
                    <a:pt x="101" y="131"/>
                  </a:cubicBezTo>
                  <a:cubicBezTo>
                    <a:pt x="88" y="129"/>
                    <a:pt x="84" y="123"/>
                    <a:pt x="75" y="129"/>
                  </a:cubicBezTo>
                  <a:cubicBezTo>
                    <a:pt x="66" y="136"/>
                    <a:pt x="60" y="141"/>
                    <a:pt x="57" y="154"/>
                  </a:cubicBezTo>
                  <a:cubicBezTo>
                    <a:pt x="54" y="168"/>
                    <a:pt x="56" y="180"/>
                    <a:pt x="46" y="180"/>
                  </a:cubicBezTo>
                  <a:cubicBezTo>
                    <a:pt x="36" y="180"/>
                    <a:pt x="38" y="172"/>
                    <a:pt x="23" y="172"/>
                  </a:cubicBezTo>
                  <a:cubicBezTo>
                    <a:pt x="8" y="171"/>
                    <a:pt x="0" y="172"/>
                    <a:pt x="2" y="177"/>
                  </a:cubicBezTo>
                  <a:cubicBezTo>
                    <a:pt x="3" y="182"/>
                    <a:pt x="10" y="181"/>
                    <a:pt x="10" y="185"/>
                  </a:cubicBezTo>
                  <a:cubicBezTo>
                    <a:pt x="10" y="189"/>
                    <a:pt x="8" y="192"/>
                    <a:pt x="15" y="193"/>
                  </a:cubicBezTo>
                  <a:cubicBezTo>
                    <a:pt x="22" y="194"/>
                    <a:pt x="24" y="197"/>
                    <a:pt x="25" y="201"/>
                  </a:cubicBezTo>
                  <a:cubicBezTo>
                    <a:pt x="27" y="205"/>
                    <a:pt x="38" y="208"/>
                    <a:pt x="46" y="210"/>
                  </a:cubicBezTo>
                  <a:cubicBezTo>
                    <a:pt x="53" y="211"/>
                    <a:pt x="56" y="212"/>
                    <a:pt x="78" y="212"/>
                  </a:cubicBezTo>
                  <a:cubicBezTo>
                    <a:pt x="99" y="212"/>
                    <a:pt x="113" y="205"/>
                    <a:pt x="123" y="205"/>
                  </a:cubicBezTo>
                  <a:cubicBezTo>
                    <a:pt x="133" y="205"/>
                    <a:pt x="125" y="199"/>
                    <a:pt x="142" y="197"/>
                  </a:cubicBezTo>
                  <a:cubicBezTo>
                    <a:pt x="159" y="196"/>
                    <a:pt x="187" y="200"/>
                    <a:pt x="188" y="192"/>
                  </a:cubicBezTo>
                  <a:cubicBezTo>
                    <a:pt x="189" y="184"/>
                    <a:pt x="189" y="164"/>
                    <a:pt x="197" y="160"/>
                  </a:cubicBezTo>
                  <a:cubicBezTo>
                    <a:pt x="204" y="156"/>
                    <a:pt x="212" y="145"/>
                    <a:pt x="224" y="147"/>
                  </a:cubicBezTo>
                  <a:cubicBezTo>
                    <a:pt x="235" y="149"/>
                    <a:pt x="252" y="152"/>
                    <a:pt x="260" y="149"/>
                  </a:cubicBezTo>
                  <a:cubicBezTo>
                    <a:pt x="267" y="146"/>
                    <a:pt x="269" y="137"/>
                    <a:pt x="262" y="137"/>
                  </a:cubicBezTo>
                  <a:cubicBezTo>
                    <a:pt x="255" y="137"/>
                    <a:pt x="268" y="127"/>
                    <a:pt x="254" y="121"/>
                  </a:cubicBezTo>
                  <a:cubicBezTo>
                    <a:pt x="240" y="116"/>
                    <a:pt x="217" y="126"/>
                    <a:pt x="220" y="117"/>
                  </a:cubicBezTo>
                  <a:cubicBezTo>
                    <a:pt x="222" y="109"/>
                    <a:pt x="242" y="112"/>
                    <a:pt x="249" y="112"/>
                  </a:cubicBezTo>
                  <a:cubicBezTo>
                    <a:pt x="255" y="112"/>
                    <a:pt x="265" y="101"/>
                    <a:pt x="272" y="101"/>
                  </a:cubicBezTo>
                  <a:cubicBezTo>
                    <a:pt x="278" y="101"/>
                    <a:pt x="288" y="99"/>
                    <a:pt x="295" y="99"/>
                  </a:cubicBezTo>
                  <a:cubicBezTo>
                    <a:pt x="303" y="99"/>
                    <a:pt x="318" y="100"/>
                    <a:pt x="323" y="92"/>
                  </a:cubicBezTo>
                  <a:cubicBezTo>
                    <a:pt x="327" y="84"/>
                    <a:pt x="330" y="76"/>
                    <a:pt x="340" y="75"/>
                  </a:cubicBezTo>
                  <a:cubicBezTo>
                    <a:pt x="349" y="74"/>
                    <a:pt x="348" y="54"/>
                    <a:pt x="357" y="54"/>
                  </a:cubicBezTo>
                  <a:cubicBezTo>
                    <a:pt x="366" y="54"/>
                    <a:pt x="373" y="58"/>
                    <a:pt x="378" y="52"/>
                  </a:cubicBezTo>
                  <a:cubicBezTo>
                    <a:pt x="383" y="46"/>
                    <a:pt x="393" y="47"/>
                    <a:pt x="396" y="52"/>
                  </a:cubicBezTo>
                  <a:cubicBezTo>
                    <a:pt x="398" y="57"/>
                    <a:pt x="409" y="64"/>
                    <a:pt x="410" y="58"/>
                  </a:cubicBezTo>
                  <a:cubicBezTo>
                    <a:pt x="411" y="51"/>
                    <a:pt x="413" y="46"/>
                    <a:pt x="421" y="46"/>
                  </a:cubicBezTo>
                  <a:cubicBezTo>
                    <a:pt x="429" y="46"/>
                    <a:pt x="429" y="37"/>
                    <a:pt x="440" y="36"/>
                  </a:cubicBezTo>
                  <a:cubicBezTo>
                    <a:pt x="451" y="34"/>
                    <a:pt x="459" y="32"/>
                    <a:pt x="467" y="33"/>
                  </a:cubicBezTo>
                  <a:cubicBezTo>
                    <a:pt x="475" y="35"/>
                    <a:pt x="488" y="35"/>
                    <a:pt x="489" y="28"/>
                  </a:cubicBezTo>
                  <a:cubicBezTo>
                    <a:pt x="489" y="22"/>
                    <a:pt x="484" y="15"/>
                    <a:pt x="477" y="15"/>
                  </a:cubicBezTo>
                  <a:cubicBezTo>
                    <a:pt x="469" y="15"/>
                    <a:pt x="445" y="21"/>
                    <a:pt x="443" y="13"/>
                  </a:cubicBezTo>
                  <a:cubicBezTo>
                    <a:pt x="441" y="6"/>
                    <a:pt x="431" y="8"/>
                    <a:pt x="422" y="6"/>
                  </a:cubicBezTo>
                  <a:cubicBezTo>
                    <a:pt x="413" y="4"/>
                    <a:pt x="378" y="0"/>
                    <a:pt x="378" y="7"/>
                  </a:cubicBezTo>
                  <a:cubicBezTo>
                    <a:pt x="379" y="13"/>
                    <a:pt x="371" y="13"/>
                    <a:pt x="360" y="19"/>
                  </a:cubicBezTo>
                  <a:cubicBezTo>
                    <a:pt x="349" y="25"/>
                    <a:pt x="333" y="40"/>
                    <a:pt x="331" y="48"/>
                  </a:cubicBezTo>
                  <a:cubicBezTo>
                    <a:pt x="329" y="56"/>
                    <a:pt x="318" y="58"/>
                    <a:pt x="320" y="66"/>
                  </a:cubicBezTo>
                  <a:cubicBezTo>
                    <a:pt x="321" y="74"/>
                    <a:pt x="321" y="84"/>
                    <a:pt x="314" y="80"/>
                  </a:cubicBezTo>
                  <a:cubicBezTo>
                    <a:pt x="307" y="76"/>
                    <a:pt x="303" y="68"/>
                    <a:pt x="295" y="72"/>
                  </a:cubicBezTo>
                  <a:cubicBezTo>
                    <a:pt x="287" y="76"/>
                    <a:pt x="288" y="88"/>
                    <a:pt x="285" y="91"/>
                  </a:cubicBezTo>
                  <a:cubicBezTo>
                    <a:pt x="283" y="94"/>
                    <a:pt x="266" y="96"/>
                    <a:pt x="255" y="96"/>
                  </a:cubicBezTo>
                  <a:cubicBezTo>
                    <a:pt x="245" y="96"/>
                    <a:pt x="225" y="95"/>
                    <a:pt x="220" y="99"/>
                  </a:cubicBezTo>
                  <a:cubicBezTo>
                    <a:pt x="214" y="104"/>
                    <a:pt x="204" y="106"/>
                    <a:pt x="199" y="104"/>
                  </a:cubicBezTo>
                  <a:cubicBezTo>
                    <a:pt x="193" y="102"/>
                    <a:pt x="193" y="89"/>
                    <a:pt x="174" y="80"/>
                  </a:cubicBezTo>
                  <a:cubicBezTo>
                    <a:pt x="156" y="71"/>
                    <a:pt x="151" y="62"/>
                    <a:pt x="146" y="65"/>
                  </a:cubicBezTo>
                  <a:cubicBezTo>
                    <a:pt x="142" y="68"/>
                    <a:pt x="131" y="71"/>
                    <a:pt x="121" y="66"/>
                  </a:cubicBezTo>
                  <a:cubicBezTo>
                    <a:pt x="111" y="61"/>
                    <a:pt x="111" y="55"/>
                    <a:pt x="103" y="51"/>
                  </a:cubicBezTo>
                  <a:cubicBezTo>
                    <a:pt x="94" y="48"/>
                    <a:pt x="90" y="41"/>
                    <a:pt x="82" y="40"/>
                  </a:cubicBezTo>
                  <a:cubicBezTo>
                    <a:pt x="74" y="39"/>
                    <a:pt x="65" y="36"/>
                    <a:pt x="68" y="41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37"/>
            <p:cNvSpPr>
              <a:spLocks/>
            </p:cNvSpPr>
            <p:nvPr/>
          </p:nvSpPr>
          <p:spPr bwMode="auto">
            <a:xfrm>
              <a:off x="2666" y="1654"/>
              <a:ext cx="71" cy="124"/>
            </a:xfrm>
            <a:custGeom>
              <a:avLst/>
              <a:gdLst>
                <a:gd name="T0" fmla="*/ 120 w 194"/>
                <a:gd name="T1" fmla="*/ 89 h 342"/>
                <a:gd name="T2" fmla="*/ 98 w 194"/>
                <a:gd name="T3" fmla="*/ 56 h 342"/>
                <a:gd name="T4" fmla="*/ 94 w 194"/>
                <a:gd name="T5" fmla="*/ 29 h 342"/>
                <a:gd name="T6" fmla="*/ 87 w 194"/>
                <a:gd name="T7" fmla="*/ 5 h 342"/>
                <a:gd name="T8" fmla="*/ 77 w 194"/>
                <a:gd name="T9" fmla="*/ 14 h 342"/>
                <a:gd name="T10" fmla="*/ 70 w 194"/>
                <a:gd name="T11" fmla="*/ 41 h 342"/>
                <a:gd name="T12" fmla="*/ 28 w 194"/>
                <a:gd name="T13" fmla="*/ 41 h 342"/>
                <a:gd name="T14" fmla="*/ 22 w 194"/>
                <a:gd name="T15" fmla="*/ 56 h 342"/>
                <a:gd name="T16" fmla="*/ 18 w 194"/>
                <a:gd name="T17" fmla="*/ 74 h 342"/>
                <a:gd name="T18" fmla="*/ 14 w 194"/>
                <a:gd name="T19" fmla="*/ 94 h 342"/>
                <a:gd name="T20" fmla="*/ 6 w 194"/>
                <a:gd name="T21" fmla="*/ 102 h 342"/>
                <a:gd name="T22" fmla="*/ 22 w 194"/>
                <a:gd name="T23" fmla="*/ 108 h 342"/>
                <a:gd name="T24" fmla="*/ 42 w 194"/>
                <a:gd name="T25" fmla="*/ 108 h 342"/>
                <a:gd name="T26" fmla="*/ 46 w 194"/>
                <a:gd name="T27" fmla="*/ 118 h 342"/>
                <a:gd name="T28" fmla="*/ 32 w 194"/>
                <a:gd name="T29" fmla="*/ 134 h 342"/>
                <a:gd name="T30" fmla="*/ 61 w 194"/>
                <a:gd name="T31" fmla="*/ 158 h 342"/>
                <a:gd name="T32" fmla="*/ 80 w 194"/>
                <a:gd name="T33" fmla="*/ 182 h 342"/>
                <a:gd name="T34" fmla="*/ 90 w 194"/>
                <a:gd name="T35" fmla="*/ 203 h 342"/>
                <a:gd name="T36" fmla="*/ 100 w 194"/>
                <a:gd name="T37" fmla="*/ 199 h 342"/>
                <a:gd name="T38" fmla="*/ 104 w 194"/>
                <a:gd name="T39" fmla="*/ 190 h 342"/>
                <a:gd name="T40" fmla="*/ 116 w 194"/>
                <a:gd name="T41" fmla="*/ 183 h 342"/>
                <a:gd name="T42" fmla="*/ 124 w 194"/>
                <a:gd name="T43" fmla="*/ 194 h 342"/>
                <a:gd name="T44" fmla="*/ 139 w 194"/>
                <a:gd name="T45" fmla="*/ 210 h 342"/>
                <a:gd name="T46" fmla="*/ 140 w 194"/>
                <a:gd name="T47" fmla="*/ 236 h 342"/>
                <a:gd name="T48" fmla="*/ 161 w 194"/>
                <a:gd name="T49" fmla="*/ 239 h 342"/>
                <a:gd name="T50" fmla="*/ 162 w 194"/>
                <a:gd name="T51" fmla="*/ 272 h 342"/>
                <a:gd name="T52" fmla="*/ 156 w 194"/>
                <a:gd name="T53" fmla="*/ 290 h 342"/>
                <a:gd name="T54" fmla="*/ 157 w 194"/>
                <a:gd name="T55" fmla="*/ 313 h 342"/>
                <a:gd name="T56" fmla="*/ 163 w 194"/>
                <a:gd name="T57" fmla="*/ 334 h 342"/>
                <a:gd name="T58" fmla="*/ 178 w 194"/>
                <a:gd name="T59" fmla="*/ 333 h 342"/>
                <a:gd name="T60" fmla="*/ 184 w 194"/>
                <a:gd name="T61" fmla="*/ 312 h 342"/>
                <a:gd name="T62" fmla="*/ 190 w 194"/>
                <a:gd name="T63" fmla="*/ 290 h 342"/>
                <a:gd name="T64" fmla="*/ 188 w 194"/>
                <a:gd name="T65" fmla="*/ 271 h 342"/>
                <a:gd name="T66" fmla="*/ 188 w 194"/>
                <a:gd name="T67" fmla="*/ 255 h 342"/>
                <a:gd name="T68" fmla="*/ 174 w 194"/>
                <a:gd name="T69" fmla="*/ 234 h 342"/>
                <a:gd name="T70" fmla="*/ 160 w 194"/>
                <a:gd name="T71" fmla="*/ 210 h 342"/>
                <a:gd name="T72" fmla="*/ 148 w 194"/>
                <a:gd name="T73" fmla="*/ 188 h 342"/>
                <a:gd name="T74" fmla="*/ 138 w 194"/>
                <a:gd name="T75" fmla="*/ 150 h 342"/>
                <a:gd name="T76" fmla="*/ 122 w 194"/>
                <a:gd name="T77" fmla="*/ 118 h 342"/>
                <a:gd name="T78" fmla="*/ 120 w 194"/>
                <a:gd name="T79" fmla="*/ 8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4" h="342">
                  <a:moveTo>
                    <a:pt x="120" y="89"/>
                  </a:moveTo>
                  <a:cubicBezTo>
                    <a:pt x="120" y="89"/>
                    <a:pt x="100" y="70"/>
                    <a:pt x="98" y="56"/>
                  </a:cubicBezTo>
                  <a:cubicBezTo>
                    <a:pt x="96" y="41"/>
                    <a:pt x="95" y="38"/>
                    <a:pt x="94" y="29"/>
                  </a:cubicBezTo>
                  <a:cubicBezTo>
                    <a:pt x="92" y="20"/>
                    <a:pt x="90" y="10"/>
                    <a:pt x="87" y="5"/>
                  </a:cubicBezTo>
                  <a:cubicBezTo>
                    <a:pt x="84" y="0"/>
                    <a:pt x="77" y="4"/>
                    <a:pt x="77" y="14"/>
                  </a:cubicBezTo>
                  <a:cubicBezTo>
                    <a:pt x="77" y="25"/>
                    <a:pt x="84" y="42"/>
                    <a:pt x="70" y="41"/>
                  </a:cubicBezTo>
                  <a:cubicBezTo>
                    <a:pt x="56" y="40"/>
                    <a:pt x="34" y="37"/>
                    <a:pt x="28" y="41"/>
                  </a:cubicBezTo>
                  <a:cubicBezTo>
                    <a:pt x="23" y="45"/>
                    <a:pt x="24" y="50"/>
                    <a:pt x="22" y="56"/>
                  </a:cubicBezTo>
                  <a:cubicBezTo>
                    <a:pt x="21" y="62"/>
                    <a:pt x="25" y="72"/>
                    <a:pt x="18" y="74"/>
                  </a:cubicBezTo>
                  <a:cubicBezTo>
                    <a:pt x="12" y="76"/>
                    <a:pt x="23" y="92"/>
                    <a:pt x="14" y="94"/>
                  </a:cubicBezTo>
                  <a:cubicBezTo>
                    <a:pt x="6" y="95"/>
                    <a:pt x="0" y="98"/>
                    <a:pt x="6" y="102"/>
                  </a:cubicBezTo>
                  <a:cubicBezTo>
                    <a:pt x="13" y="105"/>
                    <a:pt x="12" y="109"/>
                    <a:pt x="22" y="108"/>
                  </a:cubicBezTo>
                  <a:cubicBezTo>
                    <a:pt x="32" y="108"/>
                    <a:pt x="34" y="107"/>
                    <a:pt x="42" y="108"/>
                  </a:cubicBezTo>
                  <a:cubicBezTo>
                    <a:pt x="49" y="108"/>
                    <a:pt x="52" y="115"/>
                    <a:pt x="46" y="118"/>
                  </a:cubicBezTo>
                  <a:cubicBezTo>
                    <a:pt x="40" y="120"/>
                    <a:pt x="24" y="128"/>
                    <a:pt x="32" y="134"/>
                  </a:cubicBezTo>
                  <a:cubicBezTo>
                    <a:pt x="41" y="141"/>
                    <a:pt x="55" y="152"/>
                    <a:pt x="61" y="158"/>
                  </a:cubicBezTo>
                  <a:cubicBezTo>
                    <a:pt x="67" y="164"/>
                    <a:pt x="77" y="174"/>
                    <a:pt x="80" y="182"/>
                  </a:cubicBezTo>
                  <a:cubicBezTo>
                    <a:pt x="82" y="190"/>
                    <a:pt x="86" y="200"/>
                    <a:pt x="90" y="203"/>
                  </a:cubicBezTo>
                  <a:cubicBezTo>
                    <a:pt x="94" y="206"/>
                    <a:pt x="99" y="207"/>
                    <a:pt x="100" y="199"/>
                  </a:cubicBezTo>
                  <a:cubicBezTo>
                    <a:pt x="100" y="191"/>
                    <a:pt x="99" y="193"/>
                    <a:pt x="104" y="190"/>
                  </a:cubicBezTo>
                  <a:cubicBezTo>
                    <a:pt x="110" y="188"/>
                    <a:pt x="110" y="183"/>
                    <a:pt x="116" y="183"/>
                  </a:cubicBezTo>
                  <a:cubicBezTo>
                    <a:pt x="123" y="183"/>
                    <a:pt x="121" y="193"/>
                    <a:pt x="124" y="194"/>
                  </a:cubicBezTo>
                  <a:cubicBezTo>
                    <a:pt x="128" y="194"/>
                    <a:pt x="139" y="200"/>
                    <a:pt x="139" y="210"/>
                  </a:cubicBezTo>
                  <a:cubicBezTo>
                    <a:pt x="139" y="219"/>
                    <a:pt x="131" y="234"/>
                    <a:pt x="140" y="236"/>
                  </a:cubicBezTo>
                  <a:cubicBezTo>
                    <a:pt x="148" y="239"/>
                    <a:pt x="156" y="229"/>
                    <a:pt x="161" y="239"/>
                  </a:cubicBezTo>
                  <a:cubicBezTo>
                    <a:pt x="166" y="249"/>
                    <a:pt x="170" y="268"/>
                    <a:pt x="162" y="272"/>
                  </a:cubicBezTo>
                  <a:cubicBezTo>
                    <a:pt x="153" y="276"/>
                    <a:pt x="157" y="280"/>
                    <a:pt x="156" y="290"/>
                  </a:cubicBezTo>
                  <a:cubicBezTo>
                    <a:pt x="156" y="300"/>
                    <a:pt x="154" y="308"/>
                    <a:pt x="157" y="313"/>
                  </a:cubicBezTo>
                  <a:cubicBezTo>
                    <a:pt x="160" y="318"/>
                    <a:pt x="163" y="328"/>
                    <a:pt x="163" y="334"/>
                  </a:cubicBezTo>
                  <a:cubicBezTo>
                    <a:pt x="163" y="339"/>
                    <a:pt x="178" y="342"/>
                    <a:pt x="178" y="333"/>
                  </a:cubicBezTo>
                  <a:cubicBezTo>
                    <a:pt x="177" y="324"/>
                    <a:pt x="178" y="318"/>
                    <a:pt x="184" y="312"/>
                  </a:cubicBezTo>
                  <a:cubicBezTo>
                    <a:pt x="190" y="306"/>
                    <a:pt x="194" y="299"/>
                    <a:pt x="190" y="290"/>
                  </a:cubicBezTo>
                  <a:cubicBezTo>
                    <a:pt x="187" y="280"/>
                    <a:pt x="184" y="278"/>
                    <a:pt x="188" y="271"/>
                  </a:cubicBezTo>
                  <a:cubicBezTo>
                    <a:pt x="192" y="264"/>
                    <a:pt x="194" y="259"/>
                    <a:pt x="188" y="255"/>
                  </a:cubicBezTo>
                  <a:cubicBezTo>
                    <a:pt x="182" y="251"/>
                    <a:pt x="178" y="244"/>
                    <a:pt x="174" y="234"/>
                  </a:cubicBezTo>
                  <a:cubicBezTo>
                    <a:pt x="171" y="224"/>
                    <a:pt x="170" y="222"/>
                    <a:pt x="160" y="210"/>
                  </a:cubicBezTo>
                  <a:cubicBezTo>
                    <a:pt x="151" y="199"/>
                    <a:pt x="152" y="200"/>
                    <a:pt x="148" y="188"/>
                  </a:cubicBezTo>
                  <a:cubicBezTo>
                    <a:pt x="144" y="175"/>
                    <a:pt x="145" y="159"/>
                    <a:pt x="138" y="150"/>
                  </a:cubicBezTo>
                  <a:cubicBezTo>
                    <a:pt x="132" y="142"/>
                    <a:pt x="122" y="131"/>
                    <a:pt x="122" y="118"/>
                  </a:cubicBezTo>
                  <a:cubicBezTo>
                    <a:pt x="122" y="104"/>
                    <a:pt x="128" y="98"/>
                    <a:pt x="120" y="8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38"/>
            <p:cNvSpPr>
              <a:spLocks noEditPoints="1"/>
            </p:cNvSpPr>
            <p:nvPr/>
          </p:nvSpPr>
          <p:spPr bwMode="auto">
            <a:xfrm>
              <a:off x="3271" y="416"/>
              <a:ext cx="1405" cy="1054"/>
            </a:xfrm>
            <a:custGeom>
              <a:avLst/>
              <a:gdLst>
                <a:gd name="T0" fmla="*/ 913 w 3873"/>
                <a:gd name="T1" fmla="*/ 304 h 2905"/>
                <a:gd name="T2" fmla="*/ 1222 w 3873"/>
                <a:gd name="T3" fmla="*/ 316 h 2905"/>
                <a:gd name="T4" fmla="*/ 1417 w 3873"/>
                <a:gd name="T5" fmla="*/ 212 h 2905"/>
                <a:gd name="T6" fmla="*/ 1671 w 3873"/>
                <a:gd name="T7" fmla="*/ 207 h 2905"/>
                <a:gd name="T8" fmla="*/ 1998 w 3873"/>
                <a:gd name="T9" fmla="*/ 153 h 2905"/>
                <a:gd name="T10" fmla="*/ 1784 w 3873"/>
                <a:gd name="T11" fmla="*/ 101 h 2905"/>
                <a:gd name="T12" fmla="*/ 2163 w 3873"/>
                <a:gd name="T13" fmla="*/ 86 h 2905"/>
                <a:gd name="T14" fmla="*/ 2456 w 3873"/>
                <a:gd name="T15" fmla="*/ 17 h 2905"/>
                <a:gd name="T16" fmla="*/ 2566 w 3873"/>
                <a:gd name="T17" fmla="*/ 100 h 2905"/>
                <a:gd name="T18" fmla="*/ 3051 w 3873"/>
                <a:gd name="T19" fmla="*/ 102 h 2905"/>
                <a:gd name="T20" fmla="*/ 2561 w 3873"/>
                <a:gd name="T21" fmla="*/ 278 h 2905"/>
                <a:gd name="T22" fmla="*/ 2972 w 3873"/>
                <a:gd name="T23" fmla="*/ 333 h 2905"/>
                <a:gd name="T24" fmla="*/ 3268 w 3873"/>
                <a:gd name="T25" fmla="*/ 365 h 2905"/>
                <a:gd name="T26" fmla="*/ 3810 w 3873"/>
                <a:gd name="T27" fmla="*/ 300 h 2905"/>
                <a:gd name="T28" fmla="*/ 3538 w 3873"/>
                <a:gd name="T29" fmla="*/ 474 h 2905"/>
                <a:gd name="T30" fmla="*/ 3522 w 3873"/>
                <a:gd name="T31" fmla="*/ 557 h 2905"/>
                <a:gd name="T32" fmla="*/ 3287 w 3873"/>
                <a:gd name="T33" fmla="*/ 851 h 2905"/>
                <a:gd name="T34" fmla="*/ 3450 w 3873"/>
                <a:gd name="T35" fmla="*/ 1066 h 2905"/>
                <a:gd name="T36" fmla="*/ 3313 w 3873"/>
                <a:gd name="T37" fmla="*/ 1084 h 2905"/>
                <a:gd name="T38" fmla="*/ 3406 w 3873"/>
                <a:gd name="T39" fmla="*/ 1294 h 2905"/>
                <a:gd name="T40" fmla="*/ 3331 w 3873"/>
                <a:gd name="T41" fmla="*/ 1386 h 2905"/>
                <a:gd name="T42" fmla="*/ 2920 w 3873"/>
                <a:gd name="T43" fmla="*/ 1440 h 2905"/>
                <a:gd name="T44" fmla="*/ 2996 w 3873"/>
                <a:gd name="T45" fmla="*/ 1572 h 2905"/>
                <a:gd name="T46" fmla="*/ 3114 w 3873"/>
                <a:gd name="T47" fmla="*/ 1776 h 2905"/>
                <a:gd name="T48" fmla="*/ 2791 w 3873"/>
                <a:gd name="T49" fmla="*/ 1787 h 2905"/>
                <a:gd name="T50" fmla="*/ 2824 w 3873"/>
                <a:gd name="T51" fmla="*/ 1839 h 2905"/>
                <a:gd name="T52" fmla="*/ 3052 w 3873"/>
                <a:gd name="T53" fmla="*/ 1931 h 2905"/>
                <a:gd name="T54" fmla="*/ 2650 w 3873"/>
                <a:gd name="T55" fmla="*/ 2065 h 2905"/>
                <a:gd name="T56" fmla="*/ 2309 w 3873"/>
                <a:gd name="T57" fmla="*/ 2297 h 2905"/>
                <a:gd name="T58" fmla="*/ 2160 w 3873"/>
                <a:gd name="T59" fmla="*/ 2324 h 2905"/>
                <a:gd name="T60" fmla="*/ 2010 w 3873"/>
                <a:gd name="T61" fmla="*/ 2478 h 2905"/>
                <a:gd name="T62" fmla="*/ 1956 w 3873"/>
                <a:gd name="T63" fmla="*/ 2651 h 2905"/>
                <a:gd name="T64" fmla="*/ 1868 w 3873"/>
                <a:gd name="T65" fmla="*/ 2894 h 2905"/>
                <a:gd name="T66" fmla="*/ 1598 w 3873"/>
                <a:gd name="T67" fmla="*/ 2816 h 2905"/>
                <a:gd name="T68" fmla="*/ 1373 w 3873"/>
                <a:gd name="T69" fmla="*/ 2480 h 2905"/>
                <a:gd name="T70" fmla="*/ 1277 w 3873"/>
                <a:gd name="T71" fmla="*/ 2297 h 2905"/>
                <a:gd name="T72" fmla="*/ 1411 w 3873"/>
                <a:gd name="T73" fmla="*/ 2095 h 2905"/>
                <a:gd name="T74" fmla="*/ 1390 w 3873"/>
                <a:gd name="T75" fmla="*/ 2051 h 2905"/>
                <a:gd name="T76" fmla="*/ 1373 w 3873"/>
                <a:gd name="T77" fmla="*/ 2012 h 2905"/>
                <a:gd name="T78" fmla="*/ 1423 w 3873"/>
                <a:gd name="T79" fmla="*/ 1846 h 2905"/>
                <a:gd name="T80" fmla="*/ 1392 w 3873"/>
                <a:gd name="T81" fmla="*/ 1804 h 2905"/>
                <a:gd name="T82" fmla="*/ 1292 w 3873"/>
                <a:gd name="T83" fmla="*/ 1674 h 2905"/>
                <a:gd name="T84" fmla="*/ 1103 w 3873"/>
                <a:gd name="T85" fmla="*/ 1623 h 2905"/>
                <a:gd name="T86" fmla="*/ 1168 w 3873"/>
                <a:gd name="T87" fmla="*/ 1523 h 2905"/>
                <a:gd name="T88" fmla="*/ 1046 w 3873"/>
                <a:gd name="T89" fmla="*/ 1337 h 2905"/>
                <a:gd name="T90" fmla="*/ 884 w 3873"/>
                <a:gd name="T91" fmla="*/ 1144 h 2905"/>
                <a:gd name="T92" fmla="*/ 490 w 3873"/>
                <a:gd name="T93" fmla="*/ 1107 h 2905"/>
                <a:gd name="T94" fmla="*/ 245 w 3873"/>
                <a:gd name="T95" fmla="*/ 1050 h 2905"/>
                <a:gd name="T96" fmla="*/ 157 w 3873"/>
                <a:gd name="T97" fmla="*/ 951 h 2905"/>
                <a:gd name="T98" fmla="*/ 331 w 3873"/>
                <a:gd name="T99" fmla="*/ 916 h 2905"/>
                <a:gd name="T100" fmla="*/ 49 w 3873"/>
                <a:gd name="T101" fmla="*/ 860 h 2905"/>
                <a:gd name="T102" fmla="*/ 283 w 3873"/>
                <a:gd name="T103" fmla="*/ 701 h 2905"/>
                <a:gd name="T104" fmla="*/ 374 w 3873"/>
                <a:gd name="T105" fmla="*/ 541 h 2905"/>
                <a:gd name="T106" fmla="*/ 3231 w 3873"/>
                <a:gd name="T107" fmla="*/ 1530 h 2905"/>
                <a:gd name="T108" fmla="*/ 3484 w 3873"/>
                <a:gd name="T109" fmla="*/ 1246 h 2905"/>
                <a:gd name="T110" fmla="*/ 1153 w 3873"/>
                <a:gd name="T111" fmla="*/ 1786 h 2905"/>
                <a:gd name="T112" fmla="*/ 1341 w 3873"/>
                <a:gd name="T113" fmla="*/ 1897 h 2905"/>
                <a:gd name="T114" fmla="*/ 3397 w 3873"/>
                <a:gd name="T115" fmla="*/ 804 h 2905"/>
                <a:gd name="T116" fmla="*/ 3499 w 3873"/>
                <a:gd name="T117" fmla="*/ 862 h 2905"/>
                <a:gd name="T118" fmla="*/ 3470 w 3873"/>
                <a:gd name="T119" fmla="*/ 736 h 2905"/>
                <a:gd name="T120" fmla="*/ 3313 w 3873"/>
                <a:gd name="T121" fmla="*/ 251 h 2905"/>
                <a:gd name="T122" fmla="*/ 1595 w 3873"/>
                <a:gd name="T123" fmla="*/ 121 h 2905"/>
                <a:gd name="T124" fmla="*/ 72 w 3873"/>
                <a:gd name="T125" fmla="*/ 919 h 2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73" h="2905">
                  <a:moveTo>
                    <a:pt x="528" y="418"/>
                  </a:moveTo>
                  <a:cubicBezTo>
                    <a:pt x="536" y="405"/>
                    <a:pt x="560" y="416"/>
                    <a:pt x="575" y="406"/>
                  </a:cubicBezTo>
                  <a:cubicBezTo>
                    <a:pt x="590" y="397"/>
                    <a:pt x="607" y="397"/>
                    <a:pt x="629" y="385"/>
                  </a:cubicBezTo>
                  <a:cubicBezTo>
                    <a:pt x="650" y="373"/>
                    <a:pt x="661" y="384"/>
                    <a:pt x="679" y="385"/>
                  </a:cubicBezTo>
                  <a:cubicBezTo>
                    <a:pt x="698" y="386"/>
                    <a:pt x="708" y="392"/>
                    <a:pt x="726" y="399"/>
                  </a:cubicBezTo>
                  <a:cubicBezTo>
                    <a:pt x="743" y="405"/>
                    <a:pt x="755" y="397"/>
                    <a:pt x="763" y="390"/>
                  </a:cubicBezTo>
                  <a:cubicBezTo>
                    <a:pt x="772" y="384"/>
                    <a:pt x="757" y="371"/>
                    <a:pt x="754" y="363"/>
                  </a:cubicBezTo>
                  <a:cubicBezTo>
                    <a:pt x="750" y="356"/>
                    <a:pt x="761" y="355"/>
                    <a:pt x="772" y="343"/>
                  </a:cubicBezTo>
                  <a:cubicBezTo>
                    <a:pt x="783" y="331"/>
                    <a:pt x="765" y="326"/>
                    <a:pt x="752" y="321"/>
                  </a:cubicBezTo>
                  <a:cubicBezTo>
                    <a:pt x="740" y="317"/>
                    <a:pt x="737" y="308"/>
                    <a:pt x="735" y="295"/>
                  </a:cubicBezTo>
                  <a:cubicBezTo>
                    <a:pt x="733" y="281"/>
                    <a:pt x="765" y="286"/>
                    <a:pt x="776" y="279"/>
                  </a:cubicBezTo>
                  <a:cubicBezTo>
                    <a:pt x="787" y="273"/>
                    <a:pt x="802" y="270"/>
                    <a:pt x="818" y="267"/>
                  </a:cubicBezTo>
                  <a:cubicBezTo>
                    <a:pt x="834" y="263"/>
                    <a:pt x="837" y="273"/>
                    <a:pt x="862" y="279"/>
                  </a:cubicBezTo>
                  <a:cubicBezTo>
                    <a:pt x="887" y="286"/>
                    <a:pt x="876" y="282"/>
                    <a:pt x="889" y="282"/>
                  </a:cubicBezTo>
                  <a:cubicBezTo>
                    <a:pt x="902" y="282"/>
                    <a:pt x="903" y="297"/>
                    <a:pt x="913" y="304"/>
                  </a:cubicBezTo>
                  <a:cubicBezTo>
                    <a:pt x="922" y="312"/>
                    <a:pt x="929" y="326"/>
                    <a:pt x="942" y="324"/>
                  </a:cubicBezTo>
                  <a:cubicBezTo>
                    <a:pt x="955" y="321"/>
                    <a:pt x="961" y="317"/>
                    <a:pt x="950" y="311"/>
                  </a:cubicBezTo>
                  <a:cubicBezTo>
                    <a:pt x="940" y="304"/>
                    <a:pt x="934" y="295"/>
                    <a:pt x="924" y="282"/>
                  </a:cubicBezTo>
                  <a:cubicBezTo>
                    <a:pt x="915" y="269"/>
                    <a:pt x="913" y="278"/>
                    <a:pt x="885" y="269"/>
                  </a:cubicBezTo>
                  <a:cubicBezTo>
                    <a:pt x="857" y="259"/>
                    <a:pt x="877" y="253"/>
                    <a:pt x="894" y="250"/>
                  </a:cubicBezTo>
                  <a:cubicBezTo>
                    <a:pt x="912" y="248"/>
                    <a:pt x="926" y="244"/>
                    <a:pt x="943" y="241"/>
                  </a:cubicBezTo>
                  <a:cubicBezTo>
                    <a:pt x="960" y="238"/>
                    <a:pt x="976" y="236"/>
                    <a:pt x="987" y="236"/>
                  </a:cubicBezTo>
                  <a:cubicBezTo>
                    <a:pt x="998" y="236"/>
                    <a:pt x="1029" y="226"/>
                    <a:pt x="1045" y="230"/>
                  </a:cubicBezTo>
                  <a:cubicBezTo>
                    <a:pt x="1061" y="234"/>
                    <a:pt x="1064" y="226"/>
                    <a:pt x="1077" y="222"/>
                  </a:cubicBezTo>
                  <a:cubicBezTo>
                    <a:pt x="1090" y="219"/>
                    <a:pt x="1115" y="224"/>
                    <a:pt x="1124" y="212"/>
                  </a:cubicBezTo>
                  <a:cubicBezTo>
                    <a:pt x="1134" y="200"/>
                    <a:pt x="1170" y="207"/>
                    <a:pt x="1188" y="207"/>
                  </a:cubicBezTo>
                  <a:cubicBezTo>
                    <a:pt x="1206" y="207"/>
                    <a:pt x="1204" y="225"/>
                    <a:pt x="1224" y="232"/>
                  </a:cubicBezTo>
                  <a:cubicBezTo>
                    <a:pt x="1245" y="240"/>
                    <a:pt x="1235" y="252"/>
                    <a:pt x="1241" y="262"/>
                  </a:cubicBezTo>
                  <a:cubicBezTo>
                    <a:pt x="1246" y="273"/>
                    <a:pt x="1245" y="282"/>
                    <a:pt x="1232" y="295"/>
                  </a:cubicBezTo>
                  <a:cubicBezTo>
                    <a:pt x="1219" y="307"/>
                    <a:pt x="1221" y="306"/>
                    <a:pt x="1222" y="316"/>
                  </a:cubicBezTo>
                  <a:cubicBezTo>
                    <a:pt x="1223" y="326"/>
                    <a:pt x="1224" y="330"/>
                    <a:pt x="1236" y="332"/>
                  </a:cubicBezTo>
                  <a:cubicBezTo>
                    <a:pt x="1248" y="334"/>
                    <a:pt x="1247" y="306"/>
                    <a:pt x="1262" y="298"/>
                  </a:cubicBezTo>
                  <a:cubicBezTo>
                    <a:pt x="1277" y="289"/>
                    <a:pt x="1258" y="279"/>
                    <a:pt x="1270" y="272"/>
                  </a:cubicBezTo>
                  <a:cubicBezTo>
                    <a:pt x="1281" y="264"/>
                    <a:pt x="1279" y="256"/>
                    <a:pt x="1261" y="239"/>
                  </a:cubicBezTo>
                  <a:cubicBezTo>
                    <a:pt x="1243" y="221"/>
                    <a:pt x="1253" y="218"/>
                    <a:pt x="1264" y="210"/>
                  </a:cubicBezTo>
                  <a:cubicBezTo>
                    <a:pt x="1275" y="201"/>
                    <a:pt x="1290" y="214"/>
                    <a:pt x="1307" y="226"/>
                  </a:cubicBezTo>
                  <a:cubicBezTo>
                    <a:pt x="1324" y="238"/>
                    <a:pt x="1342" y="236"/>
                    <a:pt x="1361" y="241"/>
                  </a:cubicBezTo>
                  <a:cubicBezTo>
                    <a:pt x="1380" y="245"/>
                    <a:pt x="1386" y="259"/>
                    <a:pt x="1373" y="261"/>
                  </a:cubicBezTo>
                  <a:cubicBezTo>
                    <a:pt x="1360" y="263"/>
                    <a:pt x="1356" y="271"/>
                    <a:pt x="1377" y="276"/>
                  </a:cubicBezTo>
                  <a:cubicBezTo>
                    <a:pt x="1399" y="282"/>
                    <a:pt x="1402" y="288"/>
                    <a:pt x="1409" y="277"/>
                  </a:cubicBezTo>
                  <a:cubicBezTo>
                    <a:pt x="1417" y="267"/>
                    <a:pt x="1436" y="275"/>
                    <a:pt x="1451" y="276"/>
                  </a:cubicBezTo>
                  <a:cubicBezTo>
                    <a:pt x="1466" y="277"/>
                    <a:pt x="1482" y="284"/>
                    <a:pt x="1488" y="276"/>
                  </a:cubicBezTo>
                  <a:cubicBezTo>
                    <a:pt x="1493" y="269"/>
                    <a:pt x="1482" y="263"/>
                    <a:pt x="1465" y="263"/>
                  </a:cubicBezTo>
                  <a:cubicBezTo>
                    <a:pt x="1448" y="263"/>
                    <a:pt x="1449" y="246"/>
                    <a:pt x="1437" y="241"/>
                  </a:cubicBezTo>
                  <a:cubicBezTo>
                    <a:pt x="1425" y="235"/>
                    <a:pt x="1420" y="222"/>
                    <a:pt x="1417" y="212"/>
                  </a:cubicBezTo>
                  <a:cubicBezTo>
                    <a:pt x="1414" y="201"/>
                    <a:pt x="1393" y="193"/>
                    <a:pt x="1401" y="185"/>
                  </a:cubicBezTo>
                  <a:cubicBezTo>
                    <a:pt x="1408" y="176"/>
                    <a:pt x="1444" y="182"/>
                    <a:pt x="1478" y="182"/>
                  </a:cubicBezTo>
                  <a:cubicBezTo>
                    <a:pt x="1512" y="182"/>
                    <a:pt x="1518" y="190"/>
                    <a:pt x="1537" y="200"/>
                  </a:cubicBezTo>
                  <a:cubicBezTo>
                    <a:pt x="1557" y="210"/>
                    <a:pt x="1559" y="209"/>
                    <a:pt x="1577" y="215"/>
                  </a:cubicBezTo>
                  <a:cubicBezTo>
                    <a:pt x="1595" y="221"/>
                    <a:pt x="1610" y="225"/>
                    <a:pt x="1632" y="233"/>
                  </a:cubicBezTo>
                  <a:cubicBezTo>
                    <a:pt x="1653" y="242"/>
                    <a:pt x="1664" y="247"/>
                    <a:pt x="1691" y="248"/>
                  </a:cubicBezTo>
                  <a:cubicBezTo>
                    <a:pt x="1718" y="249"/>
                    <a:pt x="1722" y="265"/>
                    <a:pt x="1737" y="271"/>
                  </a:cubicBezTo>
                  <a:cubicBezTo>
                    <a:pt x="1752" y="276"/>
                    <a:pt x="1786" y="299"/>
                    <a:pt x="1800" y="299"/>
                  </a:cubicBezTo>
                  <a:cubicBezTo>
                    <a:pt x="1813" y="299"/>
                    <a:pt x="1815" y="276"/>
                    <a:pt x="1809" y="268"/>
                  </a:cubicBezTo>
                  <a:cubicBezTo>
                    <a:pt x="1804" y="259"/>
                    <a:pt x="1816" y="250"/>
                    <a:pt x="1806" y="239"/>
                  </a:cubicBezTo>
                  <a:cubicBezTo>
                    <a:pt x="1796" y="227"/>
                    <a:pt x="1805" y="222"/>
                    <a:pt x="1792" y="218"/>
                  </a:cubicBezTo>
                  <a:cubicBezTo>
                    <a:pt x="1779" y="214"/>
                    <a:pt x="1770" y="225"/>
                    <a:pt x="1789" y="239"/>
                  </a:cubicBezTo>
                  <a:cubicBezTo>
                    <a:pt x="1807" y="253"/>
                    <a:pt x="1776" y="248"/>
                    <a:pt x="1765" y="245"/>
                  </a:cubicBezTo>
                  <a:cubicBezTo>
                    <a:pt x="1754" y="242"/>
                    <a:pt x="1734" y="221"/>
                    <a:pt x="1712" y="221"/>
                  </a:cubicBezTo>
                  <a:cubicBezTo>
                    <a:pt x="1691" y="221"/>
                    <a:pt x="1690" y="211"/>
                    <a:pt x="1671" y="207"/>
                  </a:cubicBezTo>
                  <a:cubicBezTo>
                    <a:pt x="1651" y="204"/>
                    <a:pt x="1640" y="177"/>
                    <a:pt x="1625" y="168"/>
                  </a:cubicBezTo>
                  <a:cubicBezTo>
                    <a:pt x="1610" y="158"/>
                    <a:pt x="1658" y="155"/>
                    <a:pt x="1675" y="155"/>
                  </a:cubicBezTo>
                  <a:cubicBezTo>
                    <a:pt x="1692" y="155"/>
                    <a:pt x="1719" y="161"/>
                    <a:pt x="1732" y="164"/>
                  </a:cubicBezTo>
                  <a:cubicBezTo>
                    <a:pt x="1745" y="168"/>
                    <a:pt x="1759" y="175"/>
                    <a:pt x="1774" y="179"/>
                  </a:cubicBezTo>
                  <a:cubicBezTo>
                    <a:pt x="1789" y="184"/>
                    <a:pt x="1803" y="195"/>
                    <a:pt x="1810" y="204"/>
                  </a:cubicBezTo>
                  <a:cubicBezTo>
                    <a:pt x="1818" y="214"/>
                    <a:pt x="1836" y="209"/>
                    <a:pt x="1846" y="213"/>
                  </a:cubicBezTo>
                  <a:cubicBezTo>
                    <a:pt x="1855" y="217"/>
                    <a:pt x="1863" y="211"/>
                    <a:pt x="1863" y="202"/>
                  </a:cubicBezTo>
                  <a:cubicBezTo>
                    <a:pt x="1863" y="193"/>
                    <a:pt x="1837" y="196"/>
                    <a:pt x="1830" y="186"/>
                  </a:cubicBezTo>
                  <a:cubicBezTo>
                    <a:pt x="1822" y="176"/>
                    <a:pt x="1804" y="173"/>
                    <a:pt x="1787" y="167"/>
                  </a:cubicBezTo>
                  <a:cubicBezTo>
                    <a:pt x="1769" y="160"/>
                    <a:pt x="1758" y="156"/>
                    <a:pt x="1754" y="146"/>
                  </a:cubicBezTo>
                  <a:cubicBezTo>
                    <a:pt x="1751" y="136"/>
                    <a:pt x="1790" y="144"/>
                    <a:pt x="1810" y="144"/>
                  </a:cubicBezTo>
                  <a:cubicBezTo>
                    <a:pt x="1831" y="144"/>
                    <a:pt x="1893" y="142"/>
                    <a:pt x="1909" y="142"/>
                  </a:cubicBezTo>
                  <a:cubicBezTo>
                    <a:pt x="1925" y="142"/>
                    <a:pt x="1950" y="141"/>
                    <a:pt x="1966" y="147"/>
                  </a:cubicBezTo>
                  <a:cubicBezTo>
                    <a:pt x="1982" y="154"/>
                    <a:pt x="1980" y="176"/>
                    <a:pt x="1992" y="176"/>
                  </a:cubicBezTo>
                  <a:cubicBezTo>
                    <a:pt x="2004" y="176"/>
                    <a:pt x="1990" y="155"/>
                    <a:pt x="1998" y="153"/>
                  </a:cubicBezTo>
                  <a:cubicBezTo>
                    <a:pt x="2007" y="150"/>
                    <a:pt x="2020" y="154"/>
                    <a:pt x="2042" y="160"/>
                  </a:cubicBezTo>
                  <a:cubicBezTo>
                    <a:pt x="2065" y="167"/>
                    <a:pt x="2064" y="173"/>
                    <a:pt x="2078" y="174"/>
                  </a:cubicBezTo>
                  <a:cubicBezTo>
                    <a:pt x="2092" y="175"/>
                    <a:pt x="2091" y="193"/>
                    <a:pt x="2102" y="191"/>
                  </a:cubicBezTo>
                  <a:cubicBezTo>
                    <a:pt x="2112" y="189"/>
                    <a:pt x="2106" y="174"/>
                    <a:pt x="2099" y="163"/>
                  </a:cubicBezTo>
                  <a:cubicBezTo>
                    <a:pt x="2093" y="153"/>
                    <a:pt x="2061" y="149"/>
                    <a:pt x="2044" y="144"/>
                  </a:cubicBezTo>
                  <a:cubicBezTo>
                    <a:pt x="2026" y="139"/>
                    <a:pt x="2020" y="144"/>
                    <a:pt x="1998" y="136"/>
                  </a:cubicBezTo>
                  <a:cubicBezTo>
                    <a:pt x="1977" y="129"/>
                    <a:pt x="1953" y="130"/>
                    <a:pt x="1922" y="130"/>
                  </a:cubicBezTo>
                  <a:cubicBezTo>
                    <a:pt x="1891" y="130"/>
                    <a:pt x="1859" y="130"/>
                    <a:pt x="1835" y="127"/>
                  </a:cubicBezTo>
                  <a:cubicBezTo>
                    <a:pt x="1811" y="124"/>
                    <a:pt x="1786" y="125"/>
                    <a:pt x="1769" y="126"/>
                  </a:cubicBezTo>
                  <a:cubicBezTo>
                    <a:pt x="1753" y="127"/>
                    <a:pt x="1739" y="120"/>
                    <a:pt x="1733" y="130"/>
                  </a:cubicBezTo>
                  <a:cubicBezTo>
                    <a:pt x="1726" y="140"/>
                    <a:pt x="1696" y="124"/>
                    <a:pt x="1680" y="119"/>
                  </a:cubicBezTo>
                  <a:cubicBezTo>
                    <a:pt x="1664" y="115"/>
                    <a:pt x="1674" y="104"/>
                    <a:pt x="1691" y="98"/>
                  </a:cubicBezTo>
                  <a:cubicBezTo>
                    <a:pt x="1708" y="91"/>
                    <a:pt x="1705" y="87"/>
                    <a:pt x="1725" y="92"/>
                  </a:cubicBezTo>
                  <a:cubicBezTo>
                    <a:pt x="1746" y="98"/>
                    <a:pt x="1759" y="105"/>
                    <a:pt x="1778" y="112"/>
                  </a:cubicBezTo>
                  <a:cubicBezTo>
                    <a:pt x="1797" y="118"/>
                    <a:pt x="1795" y="110"/>
                    <a:pt x="1784" y="101"/>
                  </a:cubicBezTo>
                  <a:cubicBezTo>
                    <a:pt x="1774" y="92"/>
                    <a:pt x="1761" y="89"/>
                    <a:pt x="1767" y="84"/>
                  </a:cubicBezTo>
                  <a:cubicBezTo>
                    <a:pt x="1774" y="78"/>
                    <a:pt x="1818" y="80"/>
                    <a:pt x="1844" y="80"/>
                  </a:cubicBezTo>
                  <a:cubicBezTo>
                    <a:pt x="1869" y="80"/>
                    <a:pt x="1887" y="63"/>
                    <a:pt x="1904" y="61"/>
                  </a:cubicBezTo>
                  <a:cubicBezTo>
                    <a:pt x="1921" y="59"/>
                    <a:pt x="1955" y="63"/>
                    <a:pt x="1975" y="69"/>
                  </a:cubicBezTo>
                  <a:cubicBezTo>
                    <a:pt x="1994" y="74"/>
                    <a:pt x="1984" y="80"/>
                    <a:pt x="1994" y="85"/>
                  </a:cubicBezTo>
                  <a:cubicBezTo>
                    <a:pt x="2004" y="90"/>
                    <a:pt x="2015" y="80"/>
                    <a:pt x="2020" y="77"/>
                  </a:cubicBezTo>
                  <a:cubicBezTo>
                    <a:pt x="2025" y="75"/>
                    <a:pt x="2045" y="77"/>
                    <a:pt x="2051" y="84"/>
                  </a:cubicBezTo>
                  <a:cubicBezTo>
                    <a:pt x="2058" y="90"/>
                    <a:pt x="2070" y="89"/>
                    <a:pt x="2071" y="82"/>
                  </a:cubicBezTo>
                  <a:cubicBezTo>
                    <a:pt x="2073" y="74"/>
                    <a:pt x="2102" y="78"/>
                    <a:pt x="2101" y="71"/>
                  </a:cubicBezTo>
                  <a:cubicBezTo>
                    <a:pt x="2099" y="63"/>
                    <a:pt x="2095" y="69"/>
                    <a:pt x="2078" y="69"/>
                  </a:cubicBezTo>
                  <a:cubicBezTo>
                    <a:pt x="2061" y="69"/>
                    <a:pt x="2051" y="64"/>
                    <a:pt x="2056" y="61"/>
                  </a:cubicBezTo>
                  <a:cubicBezTo>
                    <a:pt x="2062" y="58"/>
                    <a:pt x="2068" y="55"/>
                    <a:pt x="2082" y="54"/>
                  </a:cubicBezTo>
                  <a:cubicBezTo>
                    <a:pt x="2096" y="53"/>
                    <a:pt x="2108" y="53"/>
                    <a:pt x="2119" y="59"/>
                  </a:cubicBezTo>
                  <a:cubicBezTo>
                    <a:pt x="2130" y="66"/>
                    <a:pt x="2144" y="73"/>
                    <a:pt x="2161" y="73"/>
                  </a:cubicBezTo>
                  <a:cubicBezTo>
                    <a:pt x="2178" y="73"/>
                    <a:pt x="2173" y="86"/>
                    <a:pt x="2163" y="86"/>
                  </a:cubicBezTo>
                  <a:cubicBezTo>
                    <a:pt x="2153" y="86"/>
                    <a:pt x="2146" y="87"/>
                    <a:pt x="2130" y="100"/>
                  </a:cubicBezTo>
                  <a:cubicBezTo>
                    <a:pt x="2113" y="113"/>
                    <a:pt x="2131" y="118"/>
                    <a:pt x="2148" y="124"/>
                  </a:cubicBezTo>
                  <a:cubicBezTo>
                    <a:pt x="2165" y="129"/>
                    <a:pt x="2165" y="136"/>
                    <a:pt x="2175" y="132"/>
                  </a:cubicBezTo>
                  <a:cubicBezTo>
                    <a:pt x="2184" y="128"/>
                    <a:pt x="2168" y="120"/>
                    <a:pt x="2159" y="113"/>
                  </a:cubicBezTo>
                  <a:cubicBezTo>
                    <a:pt x="2149" y="105"/>
                    <a:pt x="2163" y="102"/>
                    <a:pt x="2181" y="100"/>
                  </a:cubicBezTo>
                  <a:cubicBezTo>
                    <a:pt x="2199" y="98"/>
                    <a:pt x="2202" y="90"/>
                    <a:pt x="2211" y="90"/>
                  </a:cubicBezTo>
                  <a:cubicBezTo>
                    <a:pt x="2221" y="90"/>
                    <a:pt x="2242" y="86"/>
                    <a:pt x="2242" y="78"/>
                  </a:cubicBezTo>
                  <a:cubicBezTo>
                    <a:pt x="2242" y="71"/>
                    <a:pt x="2196" y="72"/>
                    <a:pt x="2185" y="69"/>
                  </a:cubicBezTo>
                  <a:cubicBezTo>
                    <a:pt x="2175" y="66"/>
                    <a:pt x="2173" y="50"/>
                    <a:pt x="2173" y="39"/>
                  </a:cubicBezTo>
                  <a:cubicBezTo>
                    <a:pt x="2173" y="27"/>
                    <a:pt x="2195" y="29"/>
                    <a:pt x="2211" y="40"/>
                  </a:cubicBezTo>
                  <a:cubicBezTo>
                    <a:pt x="2227" y="50"/>
                    <a:pt x="2228" y="38"/>
                    <a:pt x="2234" y="27"/>
                  </a:cubicBezTo>
                  <a:cubicBezTo>
                    <a:pt x="2239" y="16"/>
                    <a:pt x="2252" y="27"/>
                    <a:pt x="2280" y="34"/>
                  </a:cubicBezTo>
                  <a:cubicBezTo>
                    <a:pt x="2308" y="42"/>
                    <a:pt x="2308" y="26"/>
                    <a:pt x="2307" y="17"/>
                  </a:cubicBezTo>
                  <a:cubicBezTo>
                    <a:pt x="2306" y="9"/>
                    <a:pt x="2383" y="17"/>
                    <a:pt x="2409" y="14"/>
                  </a:cubicBezTo>
                  <a:cubicBezTo>
                    <a:pt x="2435" y="11"/>
                    <a:pt x="2446" y="6"/>
                    <a:pt x="2456" y="17"/>
                  </a:cubicBezTo>
                  <a:cubicBezTo>
                    <a:pt x="2467" y="28"/>
                    <a:pt x="2486" y="23"/>
                    <a:pt x="2493" y="14"/>
                  </a:cubicBezTo>
                  <a:cubicBezTo>
                    <a:pt x="2499" y="5"/>
                    <a:pt x="2518" y="0"/>
                    <a:pt x="2540" y="0"/>
                  </a:cubicBezTo>
                  <a:cubicBezTo>
                    <a:pt x="2563" y="0"/>
                    <a:pt x="2563" y="3"/>
                    <a:pt x="2580" y="6"/>
                  </a:cubicBezTo>
                  <a:cubicBezTo>
                    <a:pt x="2597" y="10"/>
                    <a:pt x="2655" y="12"/>
                    <a:pt x="2680" y="11"/>
                  </a:cubicBezTo>
                  <a:cubicBezTo>
                    <a:pt x="2705" y="10"/>
                    <a:pt x="2742" y="15"/>
                    <a:pt x="2761" y="15"/>
                  </a:cubicBezTo>
                  <a:cubicBezTo>
                    <a:pt x="2779" y="15"/>
                    <a:pt x="2798" y="27"/>
                    <a:pt x="2815" y="31"/>
                  </a:cubicBezTo>
                  <a:cubicBezTo>
                    <a:pt x="2833" y="35"/>
                    <a:pt x="2856" y="28"/>
                    <a:pt x="2877" y="26"/>
                  </a:cubicBezTo>
                  <a:cubicBezTo>
                    <a:pt x="2897" y="24"/>
                    <a:pt x="2892" y="32"/>
                    <a:pt x="2912" y="33"/>
                  </a:cubicBezTo>
                  <a:cubicBezTo>
                    <a:pt x="2933" y="34"/>
                    <a:pt x="2940" y="45"/>
                    <a:pt x="2951" y="45"/>
                  </a:cubicBezTo>
                  <a:cubicBezTo>
                    <a:pt x="2962" y="45"/>
                    <a:pt x="2971" y="45"/>
                    <a:pt x="2990" y="54"/>
                  </a:cubicBezTo>
                  <a:cubicBezTo>
                    <a:pt x="3008" y="62"/>
                    <a:pt x="2980" y="73"/>
                    <a:pt x="2962" y="78"/>
                  </a:cubicBezTo>
                  <a:cubicBezTo>
                    <a:pt x="2943" y="84"/>
                    <a:pt x="2847" y="86"/>
                    <a:pt x="2819" y="83"/>
                  </a:cubicBezTo>
                  <a:cubicBezTo>
                    <a:pt x="2791" y="80"/>
                    <a:pt x="2735" y="78"/>
                    <a:pt x="2710" y="82"/>
                  </a:cubicBezTo>
                  <a:cubicBezTo>
                    <a:pt x="2685" y="85"/>
                    <a:pt x="2658" y="88"/>
                    <a:pt x="2637" y="97"/>
                  </a:cubicBezTo>
                  <a:cubicBezTo>
                    <a:pt x="2615" y="105"/>
                    <a:pt x="2586" y="100"/>
                    <a:pt x="2566" y="100"/>
                  </a:cubicBezTo>
                  <a:cubicBezTo>
                    <a:pt x="2546" y="100"/>
                    <a:pt x="2521" y="102"/>
                    <a:pt x="2510" y="111"/>
                  </a:cubicBezTo>
                  <a:cubicBezTo>
                    <a:pt x="2499" y="119"/>
                    <a:pt x="2481" y="114"/>
                    <a:pt x="2464" y="111"/>
                  </a:cubicBezTo>
                  <a:cubicBezTo>
                    <a:pt x="2447" y="107"/>
                    <a:pt x="2420" y="115"/>
                    <a:pt x="2398" y="119"/>
                  </a:cubicBezTo>
                  <a:cubicBezTo>
                    <a:pt x="2377" y="124"/>
                    <a:pt x="2383" y="125"/>
                    <a:pt x="2388" y="139"/>
                  </a:cubicBezTo>
                  <a:cubicBezTo>
                    <a:pt x="2392" y="153"/>
                    <a:pt x="2445" y="121"/>
                    <a:pt x="2462" y="123"/>
                  </a:cubicBezTo>
                  <a:cubicBezTo>
                    <a:pt x="2479" y="124"/>
                    <a:pt x="2499" y="130"/>
                    <a:pt x="2512" y="121"/>
                  </a:cubicBezTo>
                  <a:cubicBezTo>
                    <a:pt x="2525" y="113"/>
                    <a:pt x="2561" y="113"/>
                    <a:pt x="2580" y="115"/>
                  </a:cubicBezTo>
                  <a:cubicBezTo>
                    <a:pt x="2599" y="117"/>
                    <a:pt x="2625" y="117"/>
                    <a:pt x="2638" y="111"/>
                  </a:cubicBezTo>
                  <a:cubicBezTo>
                    <a:pt x="2651" y="104"/>
                    <a:pt x="2672" y="101"/>
                    <a:pt x="2693" y="98"/>
                  </a:cubicBezTo>
                  <a:cubicBezTo>
                    <a:pt x="2713" y="95"/>
                    <a:pt x="2757" y="90"/>
                    <a:pt x="2776" y="91"/>
                  </a:cubicBezTo>
                  <a:cubicBezTo>
                    <a:pt x="2794" y="92"/>
                    <a:pt x="2818" y="98"/>
                    <a:pt x="2835" y="100"/>
                  </a:cubicBezTo>
                  <a:cubicBezTo>
                    <a:pt x="2852" y="102"/>
                    <a:pt x="2898" y="101"/>
                    <a:pt x="2921" y="99"/>
                  </a:cubicBezTo>
                  <a:cubicBezTo>
                    <a:pt x="2943" y="97"/>
                    <a:pt x="2964" y="96"/>
                    <a:pt x="2979" y="91"/>
                  </a:cubicBezTo>
                  <a:cubicBezTo>
                    <a:pt x="2994" y="87"/>
                    <a:pt x="3014" y="81"/>
                    <a:pt x="3031" y="80"/>
                  </a:cubicBezTo>
                  <a:cubicBezTo>
                    <a:pt x="3049" y="78"/>
                    <a:pt x="3048" y="91"/>
                    <a:pt x="3051" y="102"/>
                  </a:cubicBezTo>
                  <a:cubicBezTo>
                    <a:pt x="3054" y="113"/>
                    <a:pt x="3039" y="120"/>
                    <a:pt x="3039" y="131"/>
                  </a:cubicBezTo>
                  <a:cubicBezTo>
                    <a:pt x="3039" y="142"/>
                    <a:pt x="3053" y="139"/>
                    <a:pt x="3062" y="128"/>
                  </a:cubicBezTo>
                  <a:cubicBezTo>
                    <a:pt x="3070" y="117"/>
                    <a:pt x="3073" y="123"/>
                    <a:pt x="3088" y="124"/>
                  </a:cubicBezTo>
                  <a:cubicBezTo>
                    <a:pt x="3103" y="125"/>
                    <a:pt x="3107" y="132"/>
                    <a:pt x="3114" y="141"/>
                  </a:cubicBezTo>
                  <a:cubicBezTo>
                    <a:pt x="3122" y="149"/>
                    <a:pt x="3129" y="142"/>
                    <a:pt x="3139" y="134"/>
                  </a:cubicBezTo>
                  <a:cubicBezTo>
                    <a:pt x="3149" y="127"/>
                    <a:pt x="3157" y="132"/>
                    <a:pt x="3166" y="141"/>
                  </a:cubicBezTo>
                  <a:cubicBezTo>
                    <a:pt x="3174" y="149"/>
                    <a:pt x="3182" y="141"/>
                    <a:pt x="3200" y="142"/>
                  </a:cubicBezTo>
                  <a:cubicBezTo>
                    <a:pt x="3219" y="143"/>
                    <a:pt x="3237" y="154"/>
                    <a:pt x="3266" y="164"/>
                  </a:cubicBezTo>
                  <a:cubicBezTo>
                    <a:pt x="3295" y="175"/>
                    <a:pt x="3260" y="182"/>
                    <a:pt x="3239" y="196"/>
                  </a:cubicBezTo>
                  <a:cubicBezTo>
                    <a:pt x="3217" y="210"/>
                    <a:pt x="3168" y="220"/>
                    <a:pt x="3134" y="221"/>
                  </a:cubicBezTo>
                  <a:cubicBezTo>
                    <a:pt x="3099" y="222"/>
                    <a:pt x="3086" y="232"/>
                    <a:pt x="3060" y="240"/>
                  </a:cubicBezTo>
                  <a:cubicBezTo>
                    <a:pt x="3035" y="247"/>
                    <a:pt x="2899" y="240"/>
                    <a:pt x="2862" y="238"/>
                  </a:cubicBezTo>
                  <a:cubicBezTo>
                    <a:pt x="2824" y="235"/>
                    <a:pt x="2755" y="236"/>
                    <a:pt x="2739" y="244"/>
                  </a:cubicBezTo>
                  <a:cubicBezTo>
                    <a:pt x="2723" y="252"/>
                    <a:pt x="2663" y="260"/>
                    <a:pt x="2655" y="264"/>
                  </a:cubicBezTo>
                  <a:cubicBezTo>
                    <a:pt x="2648" y="269"/>
                    <a:pt x="2580" y="278"/>
                    <a:pt x="2561" y="278"/>
                  </a:cubicBezTo>
                  <a:cubicBezTo>
                    <a:pt x="2541" y="278"/>
                    <a:pt x="2537" y="289"/>
                    <a:pt x="2538" y="300"/>
                  </a:cubicBezTo>
                  <a:cubicBezTo>
                    <a:pt x="2539" y="311"/>
                    <a:pt x="2561" y="312"/>
                    <a:pt x="2571" y="306"/>
                  </a:cubicBezTo>
                  <a:cubicBezTo>
                    <a:pt x="2582" y="301"/>
                    <a:pt x="2593" y="300"/>
                    <a:pt x="2608" y="296"/>
                  </a:cubicBezTo>
                  <a:cubicBezTo>
                    <a:pt x="2623" y="291"/>
                    <a:pt x="2652" y="288"/>
                    <a:pt x="2670" y="283"/>
                  </a:cubicBezTo>
                  <a:cubicBezTo>
                    <a:pt x="2689" y="277"/>
                    <a:pt x="2716" y="278"/>
                    <a:pt x="2743" y="276"/>
                  </a:cubicBezTo>
                  <a:cubicBezTo>
                    <a:pt x="2770" y="274"/>
                    <a:pt x="2783" y="270"/>
                    <a:pt x="2804" y="265"/>
                  </a:cubicBezTo>
                  <a:cubicBezTo>
                    <a:pt x="2824" y="261"/>
                    <a:pt x="2867" y="260"/>
                    <a:pt x="2896" y="260"/>
                  </a:cubicBezTo>
                  <a:cubicBezTo>
                    <a:pt x="2925" y="260"/>
                    <a:pt x="2964" y="260"/>
                    <a:pt x="2992" y="264"/>
                  </a:cubicBezTo>
                  <a:cubicBezTo>
                    <a:pt x="3020" y="269"/>
                    <a:pt x="3022" y="267"/>
                    <a:pt x="3031" y="279"/>
                  </a:cubicBezTo>
                  <a:cubicBezTo>
                    <a:pt x="3041" y="292"/>
                    <a:pt x="3028" y="295"/>
                    <a:pt x="3014" y="304"/>
                  </a:cubicBezTo>
                  <a:cubicBezTo>
                    <a:pt x="3000" y="314"/>
                    <a:pt x="2967" y="313"/>
                    <a:pt x="2956" y="321"/>
                  </a:cubicBezTo>
                  <a:cubicBezTo>
                    <a:pt x="2945" y="330"/>
                    <a:pt x="2926" y="333"/>
                    <a:pt x="2909" y="336"/>
                  </a:cubicBezTo>
                  <a:cubicBezTo>
                    <a:pt x="2892" y="340"/>
                    <a:pt x="2886" y="351"/>
                    <a:pt x="2893" y="358"/>
                  </a:cubicBezTo>
                  <a:cubicBezTo>
                    <a:pt x="2899" y="364"/>
                    <a:pt x="2915" y="358"/>
                    <a:pt x="2931" y="353"/>
                  </a:cubicBezTo>
                  <a:cubicBezTo>
                    <a:pt x="2948" y="347"/>
                    <a:pt x="2956" y="339"/>
                    <a:pt x="2972" y="333"/>
                  </a:cubicBezTo>
                  <a:cubicBezTo>
                    <a:pt x="2988" y="328"/>
                    <a:pt x="3023" y="328"/>
                    <a:pt x="3030" y="320"/>
                  </a:cubicBezTo>
                  <a:cubicBezTo>
                    <a:pt x="3038" y="313"/>
                    <a:pt x="3067" y="311"/>
                    <a:pt x="3084" y="312"/>
                  </a:cubicBezTo>
                  <a:cubicBezTo>
                    <a:pt x="3101" y="313"/>
                    <a:pt x="3109" y="291"/>
                    <a:pt x="3111" y="272"/>
                  </a:cubicBezTo>
                  <a:cubicBezTo>
                    <a:pt x="3113" y="253"/>
                    <a:pt x="3164" y="254"/>
                    <a:pt x="3184" y="254"/>
                  </a:cubicBezTo>
                  <a:cubicBezTo>
                    <a:pt x="3205" y="254"/>
                    <a:pt x="3205" y="246"/>
                    <a:pt x="3223" y="255"/>
                  </a:cubicBezTo>
                  <a:cubicBezTo>
                    <a:pt x="3241" y="263"/>
                    <a:pt x="3238" y="274"/>
                    <a:pt x="3238" y="295"/>
                  </a:cubicBezTo>
                  <a:cubicBezTo>
                    <a:pt x="3238" y="315"/>
                    <a:pt x="3236" y="332"/>
                    <a:pt x="3224" y="353"/>
                  </a:cubicBezTo>
                  <a:cubicBezTo>
                    <a:pt x="3212" y="373"/>
                    <a:pt x="3181" y="382"/>
                    <a:pt x="3169" y="394"/>
                  </a:cubicBezTo>
                  <a:cubicBezTo>
                    <a:pt x="3157" y="407"/>
                    <a:pt x="3128" y="422"/>
                    <a:pt x="3125" y="435"/>
                  </a:cubicBezTo>
                  <a:cubicBezTo>
                    <a:pt x="3122" y="448"/>
                    <a:pt x="3099" y="461"/>
                    <a:pt x="3101" y="465"/>
                  </a:cubicBezTo>
                  <a:cubicBezTo>
                    <a:pt x="3103" y="470"/>
                    <a:pt x="3121" y="464"/>
                    <a:pt x="3131" y="455"/>
                  </a:cubicBezTo>
                  <a:cubicBezTo>
                    <a:pt x="3142" y="445"/>
                    <a:pt x="3140" y="441"/>
                    <a:pt x="3158" y="429"/>
                  </a:cubicBezTo>
                  <a:cubicBezTo>
                    <a:pt x="3177" y="417"/>
                    <a:pt x="3186" y="416"/>
                    <a:pt x="3196" y="407"/>
                  </a:cubicBezTo>
                  <a:cubicBezTo>
                    <a:pt x="3206" y="399"/>
                    <a:pt x="3213" y="387"/>
                    <a:pt x="3234" y="388"/>
                  </a:cubicBezTo>
                  <a:cubicBezTo>
                    <a:pt x="3254" y="389"/>
                    <a:pt x="3256" y="378"/>
                    <a:pt x="3268" y="365"/>
                  </a:cubicBezTo>
                  <a:cubicBezTo>
                    <a:pt x="3280" y="353"/>
                    <a:pt x="3300" y="343"/>
                    <a:pt x="3311" y="332"/>
                  </a:cubicBezTo>
                  <a:cubicBezTo>
                    <a:pt x="3322" y="321"/>
                    <a:pt x="3346" y="317"/>
                    <a:pt x="3358" y="316"/>
                  </a:cubicBezTo>
                  <a:cubicBezTo>
                    <a:pt x="3370" y="315"/>
                    <a:pt x="3349" y="327"/>
                    <a:pt x="3345" y="339"/>
                  </a:cubicBezTo>
                  <a:cubicBezTo>
                    <a:pt x="3342" y="350"/>
                    <a:pt x="3364" y="350"/>
                    <a:pt x="3372" y="342"/>
                  </a:cubicBezTo>
                  <a:cubicBezTo>
                    <a:pt x="3381" y="333"/>
                    <a:pt x="3383" y="335"/>
                    <a:pt x="3404" y="331"/>
                  </a:cubicBezTo>
                  <a:cubicBezTo>
                    <a:pt x="3426" y="327"/>
                    <a:pt x="3422" y="339"/>
                    <a:pt x="3438" y="339"/>
                  </a:cubicBezTo>
                  <a:cubicBezTo>
                    <a:pt x="3454" y="339"/>
                    <a:pt x="3461" y="350"/>
                    <a:pt x="3478" y="350"/>
                  </a:cubicBezTo>
                  <a:cubicBezTo>
                    <a:pt x="3494" y="350"/>
                    <a:pt x="3483" y="334"/>
                    <a:pt x="3495" y="334"/>
                  </a:cubicBezTo>
                  <a:cubicBezTo>
                    <a:pt x="3507" y="334"/>
                    <a:pt x="3501" y="325"/>
                    <a:pt x="3502" y="318"/>
                  </a:cubicBezTo>
                  <a:cubicBezTo>
                    <a:pt x="3503" y="312"/>
                    <a:pt x="3508" y="306"/>
                    <a:pt x="3516" y="306"/>
                  </a:cubicBezTo>
                  <a:cubicBezTo>
                    <a:pt x="3525" y="306"/>
                    <a:pt x="3526" y="301"/>
                    <a:pt x="3536" y="291"/>
                  </a:cubicBezTo>
                  <a:cubicBezTo>
                    <a:pt x="3545" y="282"/>
                    <a:pt x="3585" y="276"/>
                    <a:pt x="3602" y="275"/>
                  </a:cubicBezTo>
                  <a:cubicBezTo>
                    <a:pt x="3619" y="274"/>
                    <a:pt x="3657" y="277"/>
                    <a:pt x="3671" y="277"/>
                  </a:cubicBezTo>
                  <a:cubicBezTo>
                    <a:pt x="3685" y="277"/>
                    <a:pt x="3725" y="283"/>
                    <a:pt x="3740" y="288"/>
                  </a:cubicBezTo>
                  <a:cubicBezTo>
                    <a:pt x="3755" y="293"/>
                    <a:pt x="3793" y="300"/>
                    <a:pt x="3810" y="300"/>
                  </a:cubicBezTo>
                  <a:cubicBezTo>
                    <a:pt x="3827" y="300"/>
                    <a:pt x="3834" y="314"/>
                    <a:pt x="3854" y="319"/>
                  </a:cubicBezTo>
                  <a:cubicBezTo>
                    <a:pt x="3873" y="325"/>
                    <a:pt x="3866" y="327"/>
                    <a:pt x="3867" y="336"/>
                  </a:cubicBezTo>
                  <a:cubicBezTo>
                    <a:pt x="3868" y="346"/>
                    <a:pt x="3852" y="349"/>
                    <a:pt x="3822" y="357"/>
                  </a:cubicBezTo>
                  <a:cubicBezTo>
                    <a:pt x="3791" y="364"/>
                    <a:pt x="3776" y="379"/>
                    <a:pt x="3767" y="392"/>
                  </a:cubicBezTo>
                  <a:cubicBezTo>
                    <a:pt x="3757" y="405"/>
                    <a:pt x="3737" y="407"/>
                    <a:pt x="3715" y="402"/>
                  </a:cubicBezTo>
                  <a:cubicBezTo>
                    <a:pt x="3694" y="397"/>
                    <a:pt x="3689" y="396"/>
                    <a:pt x="3689" y="413"/>
                  </a:cubicBezTo>
                  <a:cubicBezTo>
                    <a:pt x="3689" y="430"/>
                    <a:pt x="3711" y="422"/>
                    <a:pt x="3712" y="432"/>
                  </a:cubicBezTo>
                  <a:cubicBezTo>
                    <a:pt x="3713" y="442"/>
                    <a:pt x="3671" y="444"/>
                    <a:pt x="3647" y="444"/>
                  </a:cubicBezTo>
                  <a:cubicBezTo>
                    <a:pt x="3624" y="444"/>
                    <a:pt x="3625" y="451"/>
                    <a:pt x="3610" y="461"/>
                  </a:cubicBezTo>
                  <a:cubicBezTo>
                    <a:pt x="3595" y="471"/>
                    <a:pt x="3543" y="457"/>
                    <a:pt x="3527" y="453"/>
                  </a:cubicBezTo>
                  <a:cubicBezTo>
                    <a:pt x="3511" y="448"/>
                    <a:pt x="3495" y="444"/>
                    <a:pt x="3490" y="456"/>
                  </a:cubicBezTo>
                  <a:cubicBezTo>
                    <a:pt x="3486" y="468"/>
                    <a:pt x="3478" y="464"/>
                    <a:pt x="3463" y="467"/>
                  </a:cubicBezTo>
                  <a:cubicBezTo>
                    <a:pt x="3447" y="469"/>
                    <a:pt x="3437" y="471"/>
                    <a:pt x="3445" y="483"/>
                  </a:cubicBezTo>
                  <a:cubicBezTo>
                    <a:pt x="3454" y="494"/>
                    <a:pt x="3482" y="487"/>
                    <a:pt x="3495" y="482"/>
                  </a:cubicBezTo>
                  <a:cubicBezTo>
                    <a:pt x="3508" y="476"/>
                    <a:pt x="3521" y="469"/>
                    <a:pt x="3538" y="474"/>
                  </a:cubicBezTo>
                  <a:cubicBezTo>
                    <a:pt x="3555" y="479"/>
                    <a:pt x="3570" y="483"/>
                    <a:pt x="3592" y="483"/>
                  </a:cubicBezTo>
                  <a:cubicBezTo>
                    <a:pt x="3613" y="483"/>
                    <a:pt x="3614" y="490"/>
                    <a:pt x="3598" y="501"/>
                  </a:cubicBezTo>
                  <a:cubicBezTo>
                    <a:pt x="3582" y="512"/>
                    <a:pt x="3586" y="515"/>
                    <a:pt x="3559" y="525"/>
                  </a:cubicBezTo>
                  <a:cubicBezTo>
                    <a:pt x="3532" y="534"/>
                    <a:pt x="3521" y="531"/>
                    <a:pt x="3512" y="528"/>
                  </a:cubicBezTo>
                  <a:cubicBezTo>
                    <a:pt x="3503" y="525"/>
                    <a:pt x="3490" y="523"/>
                    <a:pt x="3478" y="530"/>
                  </a:cubicBezTo>
                  <a:cubicBezTo>
                    <a:pt x="3465" y="536"/>
                    <a:pt x="3458" y="535"/>
                    <a:pt x="3441" y="528"/>
                  </a:cubicBezTo>
                  <a:cubicBezTo>
                    <a:pt x="3424" y="520"/>
                    <a:pt x="3418" y="523"/>
                    <a:pt x="3399" y="522"/>
                  </a:cubicBezTo>
                  <a:cubicBezTo>
                    <a:pt x="3380" y="521"/>
                    <a:pt x="3366" y="523"/>
                    <a:pt x="3360" y="531"/>
                  </a:cubicBezTo>
                  <a:cubicBezTo>
                    <a:pt x="3355" y="539"/>
                    <a:pt x="3352" y="539"/>
                    <a:pt x="3330" y="549"/>
                  </a:cubicBezTo>
                  <a:cubicBezTo>
                    <a:pt x="3309" y="560"/>
                    <a:pt x="3322" y="577"/>
                    <a:pt x="3334" y="586"/>
                  </a:cubicBezTo>
                  <a:cubicBezTo>
                    <a:pt x="3345" y="594"/>
                    <a:pt x="3359" y="582"/>
                    <a:pt x="3368" y="564"/>
                  </a:cubicBezTo>
                  <a:cubicBezTo>
                    <a:pt x="3377" y="547"/>
                    <a:pt x="3375" y="550"/>
                    <a:pt x="3395" y="548"/>
                  </a:cubicBezTo>
                  <a:cubicBezTo>
                    <a:pt x="3414" y="546"/>
                    <a:pt x="3412" y="544"/>
                    <a:pt x="3427" y="553"/>
                  </a:cubicBezTo>
                  <a:cubicBezTo>
                    <a:pt x="3442" y="561"/>
                    <a:pt x="3460" y="554"/>
                    <a:pt x="3481" y="551"/>
                  </a:cubicBezTo>
                  <a:cubicBezTo>
                    <a:pt x="3501" y="549"/>
                    <a:pt x="3508" y="547"/>
                    <a:pt x="3522" y="557"/>
                  </a:cubicBezTo>
                  <a:cubicBezTo>
                    <a:pt x="3536" y="566"/>
                    <a:pt x="3513" y="568"/>
                    <a:pt x="3504" y="585"/>
                  </a:cubicBezTo>
                  <a:cubicBezTo>
                    <a:pt x="3496" y="602"/>
                    <a:pt x="3483" y="604"/>
                    <a:pt x="3466" y="606"/>
                  </a:cubicBezTo>
                  <a:cubicBezTo>
                    <a:pt x="3449" y="608"/>
                    <a:pt x="3440" y="602"/>
                    <a:pt x="3437" y="597"/>
                  </a:cubicBezTo>
                  <a:cubicBezTo>
                    <a:pt x="3434" y="591"/>
                    <a:pt x="3420" y="593"/>
                    <a:pt x="3409" y="596"/>
                  </a:cubicBezTo>
                  <a:cubicBezTo>
                    <a:pt x="3398" y="598"/>
                    <a:pt x="3396" y="601"/>
                    <a:pt x="3396" y="620"/>
                  </a:cubicBezTo>
                  <a:cubicBezTo>
                    <a:pt x="3396" y="640"/>
                    <a:pt x="3382" y="644"/>
                    <a:pt x="3379" y="656"/>
                  </a:cubicBezTo>
                  <a:cubicBezTo>
                    <a:pt x="3375" y="668"/>
                    <a:pt x="3410" y="660"/>
                    <a:pt x="3416" y="668"/>
                  </a:cubicBezTo>
                  <a:cubicBezTo>
                    <a:pt x="3423" y="675"/>
                    <a:pt x="3404" y="684"/>
                    <a:pt x="3386" y="690"/>
                  </a:cubicBezTo>
                  <a:cubicBezTo>
                    <a:pt x="3368" y="697"/>
                    <a:pt x="3372" y="693"/>
                    <a:pt x="3372" y="717"/>
                  </a:cubicBezTo>
                  <a:cubicBezTo>
                    <a:pt x="3372" y="741"/>
                    <a:pt x="3343" y="727"/>
                    <a:pt x="3314" y="730"/>
                  </a:cubicBezTo>
                  <a:cubicBezTo>
                    <a:pt x="3285" y="733"/>
                    <a:pt x="3299" y="761"/>
                    <a:pt x="3289" y="778"/>
                  </a:cubicBezTo>
                  <a:cubicBezTo>
                    <a:pt x="3280" y="795"/>
                    <a:pt x="3283" y="790"/>
                    <a:pt x="3283" y="813"/>
                  </a:cubicBezTo>
                  <a:cubicBezTo>
                    <a:pt x="3283" y="835"/>
                    <a:pt x="3252" y="858"/>
                    <a:pt x="3245" y="878"/>
                  </a:cubicBezTo>
                  <a:cubicBezTo>
                    <a:pt x="3239" y="899"/>
                    <a:pt x="3253" y="897"/>
                    <a:pt x="3265" y="897"/>
                  </a:cubicBezTo>
                  <a:cubicBezTo>
                    <a:pt x="3277" y="897"/>
                    <a:pt x="3279" y="864"/>
                    <a:pt x="3287" y="851"/>
                  </a:cubicBezTo>
                  <a:cubicBezTo>
                    <a:pt x="3296" y="838"/>
                    <a:pt x="3305" y="844"/>
                    <a:pt x="3327" y="849"/>
                  </a:cubicBezTo>
                  <a:cubicBezTo>
                    <a:pt x="3350" y="855"/>
                    <a:pt x="3352" y="845"/>
                    <a:pt x="3366" y="854"/>
                  </a:cubicBezTo>
                  <a:cubicBezTo>
                    <a:pt x="3380" y="862"/>
                    <a:pt x="3388" y="867"/>
                    <a:pt x="3413" y="880"/>
                  </a:cubicBezTo>
                  <a:cubicBezTo>
                    <a:pt x="3438" y="893"/>
                    <a:pt x="3426" y="899"/>
                    <a:pt x="3420" y="902"/>
                  </a:cubicBezTo>
                  <a:cubicBezTo>
                    <a:pt x="3413" y="905"/>
                    <a:pt x="3403" y="912"/>
                    <a:pt x="3385" y="904"/>
                  </a:cubicBezTo>
                  <a:cubicBezTo>
                    <a:pt x="3367" y="897"/>
                    <a:pt x="3367" y="890"/>
                    <a:pt x="3350" y="890"/>
                  </a:cubicBezTo>
                  <a:cubicBezTo>
                    <a:pt x="3332" y="890"/>
                    <a:pt x="3305" y="898"/>
                    <a:pt x="3320" y="903"/>
                  </a:cubicBezTo>
                  <a:cubicBezTo>
                    <a:pt x="3335" y="908"/>
                    <a:pt x="3327" y="907"/>
                    <a:pt x="3339" y="919"/>
                  </a:cubicBezTo>
                  <a:cubicBezTo>
                    <a:pt x="3351" y="931"/>
                    <a:pt x="3374" y="928"/>
                    <a:pt x="3394" y="938"/>
                  </a:cubicBezTo>
                  <a:cubicBezTo>
                    <a:pt x="3413" y="949"/>
                    <a:pt x="3420" y="945"/>
                    <a:pt x="3426" y="937"/>
                  </a:cubicBezTo>
                  <a:cubicBezTo>
                    <a:pt x="3432" y="930"/>
                    <a:pt x="3455" y="940"/>
                    <a:pt x="3465" y="941"/>
                  </a:cubicBezTo>
                  <a:cubicBezTo>
                    <a:pt x="3474" y="942"/>
                    <a:pt x="3481" y="963"/>
                    <a:pt x="3481" y="978"/>
                  </a:cubicBezTo>
                  <a:cubicBezTo>
                    <a:pt x="3481" y="993"/>
                    <a:pt x="3469" y="1009"/>
                    <a:pt x="3455" y="1013"/>
                  </a:cubicBezTo>
                  <a:cubicBezTo>
                    <a:pt x="3441" y="1016"/>
                    <a:pt x="3447" y="1019"/>
                    <a:pt x="3450" y="1034"/>
                  </a:cubicBezTo>
                  <a:cubicBezTo>
                    <a:pt x="3452" y="1049"/>
                    <a:pt x="3450" y="1047"/>
                    <a:pt x="3450" y="1066"/>
                  </a:cubicBezTo>
                  <a:cubicBezTo>
                    <a:pt x="3450" y="1086"/>
                    <a:pt x="3455" y="1098"/>
                    <a:pt x="3460" y="1114"/>
                  </a:cubicBezTo>
                  <a:cubicBezTo>
                    <a:pt x="3466" y="1130"/>
                    <a:pt x="3443" y="1113"/>
                    <a:pt x="3440" y="1100"/>
                  </a:cubicBezTo>
                  <a:cubicBezTo>
                    <a:pt x="3437" y="1087"/>
                    <a:pt x="3427" y="1077"/>
                    <a:pt x="3423" y="1059"/>
                  </a:cubicBezTo>
                  <a:cubicBezTo>
                    <a:pt x="3418" y="1041"/>
                    <a:pt x="3427" y="1026"/>
                    <a:pt x="3437" y="1018"/>
                  </a:cubicBezTo>
                  <a:cubicBezTo>
                    <a:pt x="3446" y="1010"/>
                    <a:pt x="3430" y="1007"/>
                    <a:pt x="3417" y="1004"/>
                  </a:cubicBezTo>
                  <a:cubicBezTo>
                    <a:pt x="3404" y="1001"/>
                    <a:pt x="3394" y="1004"/>
                    <a:pt x="3379" y="998"/>
                  </a:cubicBezTo>
                  <a:cubicBezTo>
                    <a:pt x="3364" y="991"/>
                    <a:pt x="3359" y="993"/>
                    <a:pt x="3351" y="1001"/>
                  </a:cubicBezTo>
                  <a:cubicBezTo>
                    <a:pt x="3342" y="1008"/>
                    <a:pt x="3315" y="1009"/>
                    <a:pt x="3296" y="1012"/>
                  </a:cubicBezTo>
                  <a:cubicBezTo>
                    <a:pt x="3277" y="1014"/>
                    <a:pt x="3282" y="1012"/>
                    <a:pt x="3278" y="1024"/>
                  </a:cubicBezTo>
                  <a:cubicBezTo>
                    <a:pt x="3273" y="1037"/>
                    <a:pt x="3241" y="1027"/>
                    <a:pt x="3229" y="1013"/>
                  </a:cubicBezTo>
                  <a:cubicBezTo>
                    <a:pt x="3217" y="999"/>
                    <a:pt x="3205" y="1005"/>
                    <a:pt x="3197" y="1026"/>
                  </a:cubicBezTo>
                  <a:cubicBezTo>
                    <a:pt x="3189" y="1046"/>
                    <a:pt x="3215" y="1032"/>
                    <a:pt x="3228" y="1036"/>
                  </a:cubicBezTo>
                  <a:cubicBezTo>
                    <a:pt x="3241" y="1041"/>
                    <a:pt x="3259" y="1062"/>
                    <a:pt x="3259" y="1075"/>
                  </a:cubicBezTo>
                  <a:cubicBezTo>
                    <a:pt x="3259" y="1088"/>
                    <a:pt x="3275" y="1082"/>
                    <a:pt x="3285" y="1078"/>
                  </a:cubicBezTo>
                  <a:cubicBezTo>
                    <a:pt x="3295" y="1074"/>
                    <a:pt x="3305" y="1072"/>
                    <a:pt x="3313" y="1084"/>
                  </a:cubicBezTo>
                  <a:cubicBezTo>
                    <a:pt x="3322" y="1095"/>
                    <a:pt x="3330" y="1088"/>
                    <a:pt x="3345" y="1085"/>
                  </a:cubicBezTo>
                  <a:cubicBezTo>
                    <a:pt x="3360" y="1081"/>
                    <a:pt x="3371" y="1089"/>
                    <a:pt x="3380" y="1102"/>
                  </a:cubicBezTo>
                  <a:cubicBezTo>
                    <a:pt x="3388" y="1115"/>
                    <a:pt x="3391" y="1117"/>
                    <a:pt x="3409" y="1128"/>
                  </a:cubicBezTo>
                  <a:cubicBezTo>
                    <a:pt x="3427" y="1138"/>
                    <a:pt x="3410" y="1172"/>
                    <a:pt x="3403" y="1180"/>
                  </a:cubicBezTo>
                  <a:cubicBezTo>
                    <a:pt x="3397" y="1189"/>
                    <a:pt x="3397" y="1217"/>
                    <a:pt x="3393" y="1229"/>
                  </a:cubicBezTo>
                  <a:cubicBezTo>
                    <a:pt x="3388" y="1241"/>
                    <a:pt x="3364" y="1227"/>
                    <a:pt x="3361" y="1219"/>
                  </a:cubicBezTo>
                  <a:cubicBezTo>
                    <a:pt x="3359" y="1211"/>
                    <a:pt x="3349" y="1201"/>
                    <a:pt x="3334" y="1201"/>
                  </a:cubicBezTo>
                  <a:cubicBezTo>
                    <a:pt x="3318" y="1201"/>
                    <a:pt x="3313" y="1203"/>
                    <a:pt x="3318" y="1220"/>
                  </a:cubicBezTo>
                  <a:cubicBezTo>
                    <a:pt x="3324" y="1237"/>
                    <a:pt x="3305" y="1224"/>
                    <a:pt x="3305" y="1239"/>
                  </a:cubicBezTo>
                  <a:cubicBezTo>
                    <a:pt x="3305" y="1254"/>
                    <a:pt x="3321" y="1247"/>
                    <a:pt x="3329" y="1242"/>
                  </a:cubicBezTo>
                  <a:cubicBezTo>
                    <a:pt x="3338" y="1236"/>
                    <a:pt x="3350" y="1238"/>
                    <a:pt x="3361" y="1252"/>
                  </a:cubicBezTo>
                  <a:cubicBezTo>
                    <a:pt x="3373" y="1266"/>
                    <a:pt x="3370" y="1268"/>
                    <a:pt x="3365" y="1274"/>
                  </a:cubicBezTo>
                  <a:cubicBezTo>
                    <a:pt x="3359" y="1279"/>
                    <a:pt x="3354" y="1282"/>
                    <a:pt x="3363" y="1290"/>
                  </a:cubicBezTo>
                  <a:cubicBezTo>
                    <a:pt x="3371" y="1297"/>
                    <a:pt x="3382" y="1303"/>
                    <a:pt x="3389" y="1294"/>
                  </a:cubicBezTo>
                  <a:cubicBezTo>
                    <a:pt x="3397" y="1286"/>
                    <a:pt x="3401" y="1285"/>
                    <a:pt x="3406" y="1294"/>
                  </a:cubicBezTo>
                  <a:cubicBezTo>
                    <a:pt x="3410" y="1304"/>
                    <a:pt x="3421" y="1290"/>
                    <a:pt x="3429" y="1291"/>
                  </a:cubicBezTo>
                  <a:cubicBezTo>
                    <a:pt x="3438" y="1292"/>
                    <a:pt x="3444" y="1303"/>
                    <a:pt x="3430" y="1305"/>
                  </a:cubicBezTo>
                  <a:cubicBezTo>
                    <a:pt x="3416" y="1307"/>
                    <a:pt x="3417" y="1311"/>
                    <a:pt x="3411" y="1329"/>
                  </a:cubicBezTo>
                  <a:cubicBezTo>
                    <a:pt x="3404" y="1346"/>
                    <a:pt x="3379" y="1343"/>
                    <a:pt x="3360" y="1346"/>
                  </a:cubicBezTo>
                  <a:cubicBezTo>
                    <a:pt x="3342" y="1349"/>
                    <a:pt x="3339" y="1345"/>
                    <a:pt x="3325" y="1357"/>
                  </a:cubicBezTo>
                  <a:cubicBezTo>
                    <a:pt x="3311" y="1368"/>
                    <a:pt x="3296" y="1357"/>
                    <a:pt x="3280" y="1354"/>
                  </a:cubicBezTo>
                  <a:cubicBezTo>
                    <a:pt x="3264" y="1352"/>
                    <a:pt x="3253" y="1351"/>
                    <a:pt x="3246" y="1337"/>
                  </a:cubicBezTo>
                  <a:cubicBezTo>
                    <a:pt x="3240" y="1323"/>
                    <a:pt x="3220" y="1333"/>
                    <a:pt x="3223" y="1345"/>
                  </a:cubicBezTo>
                  <a:cubicBezTo>
                    <a:pt x="3226" y="1357"/>
                    <a:pt x="3223" y="1354"/>
                    <a:pt x="3213" y="1358"/>
                  </a:cubicBezTo>
                  <a:cubicBezTo>
                    <a:pt x="3203" y="1361"/>
                    <a:pt x="3209" y="1375"/>
                    <a:pt x="3226" y="1375"/>
                  </a:cubicBezTo>
                  <a:cubicBezTo>
                    <a:pt x="3243" y="1375"/>
                    <a:pt x="3234" y="1394"/>
                    <a:pt x="3249" y="1402"/>
                  </a:cubicBezTo>
                  <a:cubicBezTo>
                    <a:pt x="3264" y="1409"/>
                    <a:pt x="3251" y="1393"/>
                    <a:pt x="3244" y="1382"/>
                  </a:cubicBezTo>
                  <a:cubicBezTo>
                    <a:pt x="3238" y="1372"/>
                    <a:pt x="3241" y="1368"/>
                    <a:pt x="3255" y="1368"/>
                  </a:cubicBezTo>
                  <a:cubicBezTo>
                    <a:pt x="3269" y="1368"/>
                    <a:pt x="3283" y="1373"/>
                    <a:pt x="3299" y="1379"/>
                  </a:cubicBezTo>
                  <a:cubicBezTo>
                    <a:pt x="3315" y="1386"/>
                    <a:pt x="3313" y="1385"/>
                    <a:pt x="3331" y="1386"/>
                  </a:cubicBezTo>
                  <a:cubicBezTo>
                    <a:pt x="3350" y="1387"/>
                    <a:pt x="3349" y="1396"/>
                    <a:pt x="3340" y="1403"/>
                  </a:cubicBezTo>
                  <a:cubicBezTo>
                    <a:pt x="3331" y="1409"/>
                    <a:pt x="3330" y="1406"/>
                    <a:pt x="3334" y="1425"/>
                  </a:cubicBezTo>
                  <a:cubicBezTo>
                    <a:pt x="3337" y="1445"/>
                    <a:pt x="3313" y="1440"/>
                    <a:pt x="3289" y="1440"/>
                  </a:cubicBezTo>
                  <a:cubicBezTo>
                    <a:pt x="3266" y="1440"/>
                    <a:pt x="3245" y="1446"/>
                    <a:pt x="3236" y="1460"/>
                  </a:cubicBezTo>
                  <a:cubicBezTo>
                    <a:pt x="3226" y="1474"/>
                    <a:pt x="3199" y="1462"/>
                    <a:pt x="3178" y="1458"/>
                  </a:cubicBezTo>
                  <a:cubicBezTo>
                    <a:pt x="3156" y="1453"/>
                    <a:pt x="3154" y="1442"/>
                    <a:pt x="3137" y="1434"/>
                  </a:cubicBezTo>
                  <a:cubicBezTo>
                    <a:pt x="3120" y="1426"/>
                    <a:pt x="3112" y="1420"/>
                    <a:pt x="3112" y="1408"/>
                  </a:cubicBezTo>
                  <a:cubicBezTo>
                    <a:pt x="3112" y="1396"/>
                    <a:pt x="3097" y="1397"/>
                    <a:pt x="3090" y="1404"/>
                  </a:cubicBezTo>
                  <a:cubicBezTo>
                    <a:pt x="3082" y="1410"/>
                    <a:pt x="3087" y="1422"/>
                    <a:pt x="3076" y="1426"/>
                  </a:cubicBezTo>
                  <a:cubicBezTo>
                    <a:pt x="3064" y="1431"/>
                    <a:pt x="3052" y="1416"/>
                    <a:pt x="3040" y="1404"/>
                  </a:cubicBezTo>
                  <a:cubicBezTo>
                    <a:pt x="3028" y="1392"/>
                    <a:pt x="3005" y="1376"/>
                    <a:pt x="3001" y="1382"/>
                  </a:cubicBezTo>
                  <a:cubicBezTo>
                    <a:pt x="2998" y="1389"/>
                    <a:pt x="3013" y="1404"/>
                    <a:pt x="3025" y="1410"/>
                  </a:cubicBezTo>
                  <a:cubicBezTo>
                    <a:pt x="3037" y="1417"/>
                    <a:pt x="3048" y="1421"/>
                    <a:pt x="3049" y="1434"/>
                  </a:cubicBezTo>
                  <a:cubicBezTo>
                    <a:pt x="3050" y="1447"/>
                    <a:pt x="3026" y="1432"/>
                    <a:pt x="3008" y="1452"/>
                  </a:cubicBezTo>
                  <a:cubicBezTo>
                    <a:pt x="2990" y="1473"/>
                    <a:pt x="2942" y="1452"/>
                    <a:pt x="2920" y="1440"/>
                  </a:cubicBezTo>
                  <a:cubicBezTo>
                    <a:pt x="2897" y="1429"/>
                    <a:pt x="2898" y="1448"/>
                    <a:pt x="2913" y="1453"/>
                  </a:cubicBezTo>
                  <a:cubicBezTo>
                    <a:pt x="2928" y="1459"/>
                    <a:pt x="2934" y="1471"/>
                    <a:pt x="2915" y="1471"/>
                  </a:cubicBezTo>
                  <a:cubicBezTo>
                    <a:pt x="2897" y="1471"/>
                    <a:pt x="2883" y="1474"/>
                    <a:pt x="2887" y="1487"/>
                  </a:cubicBezTo>
                  <a:cubicBezTo>
                    <a:pt x="2892" y="1500"/>
                    <a:pt x="2934" y="1486"/>
                    <a:pt x="2949" y="1479"/>
                  </a:cubicBezTo>
                  <a:cubicBezTo>
                    <a:pt x="2964" y="1473"/>
                    <a:pt x="2983" y="1473"/>
                    <a:pt x="2995" y="1477"/>
                  </a:cubicBezTo>
                  <a:cubicBezTo>
                    <a:pt x="3007" y="1481"/>
                    <a:pt x="3038" y="1485"/>
                    <a:pt x="3040" y="1495"/>
                  </a:cubicBezTo>
                  <a:cubicBezTo>
                    <a:pt x="3042" y="1506"/>
                    <a:pt x="3026" y="1504"/>
                    <a:pt x="3017" y="1504"/>
                  </a:cubicBezTo>
                  <a:cubicBezTo>
                    <a:pt x="3009" y="1504"/>
                    <a:pt x="2993" y="1506"/>
                    <a:pt x="2982" y="1514"/>
                  </a:cubicBezTo>
                  <a:cubicBezTo>
                    <a:pt x="2971" y="1521"/>
                    <a:pt x="2947" y="1509"/>
                    <a:pt x="2926" y="1508"/>
                  </a:cubicBezTo>
                  <a:cubicBezTo>
                    <a:pt x="2906" y="1507"/>
                    <a:pt x="2907" y="1519"/>
                    <a:pt x="2927" y="1529"/>
                  </a:cubicBezTo>
                  <a:cubicBezTo>
                    <a:pt x="2948" y="1538"/>
                    <a:pt x="2968" y="1544"/>
                    <a:pt x="2977" y="1535"/>
                  </a:cubicBezTo>
                  <a:cubicBezTo>
                    <a:pt x="2985" y="1526"/>
                    <a:pt x="3006" y="1521"/>
                    <a:pt x="3019" y="1522"/>
                  </a:cubicBezTo>
                  <a:cubicBezTo>
                    <a:pt x="3031" y="1523"/>
                    <a:pt x="3057" y="1535"/>
                    <a:pt x="3057" y="1548"/>
                  </a:cubicBezTo>
                  <a:cubicBezTo>
                    <a:pt x="3057" y="1561"/>
                    <a:pt x="3008" y="1554"/>
                    <a:pt x="2985" y="1558"/>
                  </a:cubicBezTo>
                  <a:cubicBezTo>
                    <a:pt x="2963" y="1561"/>
                    <a:pt x="2979" y="1571"/>
                    <a:pt x="2996" y="1572"/>
                  </a:cubicBezTo>
                  <a:cubicBezTo>
                    <a:pt x="3013" y="1573"/>
                    <a:pt x="3013" y="1583"/>
                    <a:pt x="3011" y="1593"/>
                  </a:cubicBezTo>
                  <a:cubicBezTo>
                    <a:pt x="3009" y="1603"/>
                    <a:pt x="3029" y="1598"/>
                    <a:pt x="3036" y="1581"/>
                  </a:cubicBezTo>
                  <a:cubicBezTo>
                    <a:pt x="3042" y="1564"/>
                    <a:pt x="3053" y="1564"/>
                    <a:pt x="3066" y="1564"/>
                  </a:cubicBezTo>
                  <a:cubicBezTo>
                    <a:pt x="3079" y="1564"/>
                    <a:pt x="3120" y="1589"/>
                    <a:pt x="3141" y="1603"/>
                  </a:cubicBezTo>
                  <a:cubicBezTo>
                    <a:pt x="3163" y="1617"/>
                    <a:pt x="3179" y="1617"/>
                    <a:pt x="3195" y="1634"/>
                  </a:cubicBezTo>
                  <a:cubicBezTo>
                    <a:pt x="3211" y="1651"/>
                    <a:pt x="3217" y="1637"/>
                    <a:pt x="3228" y="1652"/>
                  </a:cubicBezTo>
                  <a:cubicBezTo>
                    <a:pt x="3239" y="1667"/>
                    <a:pt x="3206" y="1658"/>
                    <a:pt x="3209" y="1675"/>
                  </a:cubicBezTo>
                  <a:cubicBezTo>
                    <a:pt x="3212" y="1692"/>
                    <a:pt x="3222" y="1681"/>
                    <a:pt x="3230" y="1677"/>
                  </a:cubicBezTo>
                  <a:cubicBezTo>
                    <a:pt x="3239" y="1673"/>
                    <a:pt x="3251" y="1680"/>
                    <a:pt x="3257" y="1691"/>
                  </a:cubicBezTo>
                  <a:cubicBezTo>
                    <a:pt x="3264" y="1702"/>
                    <a:pt x="3262" y="1724"/>
                    <a:pt x="3254" y="1732"/>
                  </a:cubicBezTo>
                  <a:cubicBezTo>
                    <a:pt x="3246" y="1739"/>
                    <a:pt x="3254" y="1757"/>
                    <a:pt x="3257" y="1777"/>
                  </a:cubicBezTo>
                  <a:cubicBezTo>
                    <a:pt x="3260" y="1797"/>
                    <a:pt x="3241" y="1800"/>
                    <a:pt x="3226" y="1796"/>
                  </a:cubicBezTo>
                  <a:cubicBezTo>
                    <a:pt x="3211" y="1793"/>
                    <a:pt x="3210" y="1784"/>
                    <a:pt x="3203" y="1768"/>
                  </a:cubicBezTo>
                  <a:cubicBezTo>
                    <a:pt x="3197" y="1752"/>
                    <a:pt x="3194" y="1790"/>
                    <a:pt x="3173" y="1797"/>
                  </a:cubicBezTo>
                  <a:cubicBezTo>
                    <a:pt x="3153" y="1805"/>
                    <a:pt x="3127" y="1788"/>
                    <a:pt x="3114" y="1776"/>
                  </a:cubicBezTo>
                  <a:cubicBezTo>
                    <a:pt x="3101" y="1764"/>
                    <a:pt x="3094" y="1749"/>
                    <a:pt x="3094" y="1730"/>
                  </a:cubicBezTo>
                  <a:cubicBezTo>
                    <a:pt x="3094" y="1710"/>
                    <a:pt x="3044" y="1697"/>
                    <a:pt x="3027" y="1693"/>
                  </a:cubicBezTo>
                  <a:cubicBezTo>
                    <a:pt x="3010" y="1689"/>
                    <a:pt x="3000" y="1673"/>
                    <a:pt x="2991" y="1671"/>
                  </a:cubicBezTo>
                  <a:cubicBezTo>
                    <a:pt x="2981" y="1668"/>
                    <a:pt x="2959" y="1663"/>
                    <a:pt x="2929" y="1663"/>
                  </a:cubicBezTo>
                  <a:cubicBezTo>
                    <a:pt x="2899" y="1663"/>
                    <a:pt x="2872" y="1641"/>
                    <a:pt x="2861" y="1628"/>
                  </a:cubicBezTo>
                  <a:cubicBezTo>
                    <a:pt x="2849" y="1614"/>
                    <a:pt x="2824" y="1622"/>
                    <a:pt x="2826" y="1632"/>
                  </a:cubicBezTo>
                  <a:cubicBezTo>
                    <a:pt x="2828" y="1641"/>
                    <a:pt x="2832" y="1648"/>
                    <a:pt x="2844" y="1659"/>
                  </a:cubicBezTo>
                  <a:cubicBezTo>
                    <a:pt x="2857" y="1669"/>
                    <a:pt x="2880" y="1667"/>
                    <a:pt x="2901" y="1671"/>
                  </a:cubicBezTo>
                  <a:cubicBezTo>
                    <a:pt x="2923" y="1674"/>
                    <a:pt x="2940" y="1687"/>
                    <a:pt x="2965" y="1687"/>
                  </a:cubicBezTo>
                  <a:cubicBezTo>
                    <a:pt x="2990" y="1687"/>
                    <a:pt x="3000" y="1709"/>
                    <a:pt x="2993" y="1716"/>
                  </a:cubicBezTo>
                  <a:cubicBezTo>
                    <a:pt x="2985" y="1722"/>
                    <a:pt x="2943" y="1720"/>
                    <a:pt x="2925" y="1724"/>
                  </a:cubicBezTo>
                  <a:cubicBezTo>
                    <a:pt x="2907" y="1729"/>
                    <a:pt x="2894" y="1737"/>
                    <a:pt x="2878" y="1730"/>
                  </a:cubicBezTo>
                  <a:cubicBezTo>
                    <a:pt x="2862" y="1722"/>
                    <a:pt x="2848" y="1734"/>
                    <a:pt x="2855" y="1751"/>
                  </a:cubicBezTo>
                  <a:cubicBezTo>
                    <a:pt x="2863" y="1768"/>
                    <a:pt x="2840" y="1762"/>
                    <a:pt x="2839" y="1773"/>
                  </a:cubicBezTo>
                  <a:cubicBezTo>
                    <a:pt x="2838" y="1783"/>
                    <a:pt x="2804" y="1780"/>
                    <a:pt x="2791" y="1787"/>
                  </a:cubicBezTo>
                  <a:cubicBezTo>
                    <a:pt x="2778" y="1793"/>
                    <a:pt x="2794" y="1797"/>
                    <a:pt x="2815" y="1796"/>
                  </a:cubicBezTo>
                  <a:cubicBezTo>
                    <a:pt x="2837" y="1795"/>
                    <a:pt x="2832" y="1802"/>
                    <a:pt x="2849" y="1800"/>
                  </a:cubicBezTo>
                  <a:cubicBezTo>
                    <a:pt x="2866" y="1797"/>
                    <a:pt x="2869" y="1800"/>
                    <a:pt x="2890" y="1801"/>
                  </a:cubicBezTo>
                  <a:cubicBezTo>
                    <a:pt x="2910" y="1802"/>
                    <a:pt x="2930" y="1793"/>
                    <a:pt x="2931" y="1782"/>
                  </a:cubicBezTo>
                  <a:cubicBezTo>
                    <a:pt x="2933" y="1772"/>
                    <a:pt x="2896" y="1789"/>
                    <a:pt x="2866" y="1789"/>
                  </a:cubicBezTo>
                  <a:cubicBezTo>
                    <a:pt x="2836" y="1789"/>
                    <a:pt x="2868" y="1778"/>
                    <a:pt x="2877" y="1767"/>
                  </a:cubicBezTo>
                  <a:cubicBezTo>
                    <a:pt x="2885" y="1757"/>
                    <a:pt x="2892" y="1747"/>
                    <a:pt x="2909" y="1743"/>
                  </a:cubicBezTo>
                  <a:cubicBezTo>
                    <a:pt x="2926" y="1738"/>
                    <a:pt x="2959" y="1731"/>
                    <a:pt x="2992" y="1729"/>
                  </a:cubicBezTo>
                  <a:cubicBezTo>
                    <a:pt x="3024" y="1726"/>
                    <a:pt x="3015" y="1737"/>
                    <a:pt x="3020" y="1753"/>
                  </a:cubicBezTo>
                  <a:cubicBezTo>
                    <a:pt x="3024" y="1769"/>
                    <a:pt x="3017" y="1775"/>
                    <a:pt x="2997" y="1781"/>
                  </a:cubicBezTo>
                  <a:cubicBezTo>
                    <a:pt x="2977" y="1788"/>
                    <a:pt x="2963" y="1793"/>
                    <a:pt x="2959" y="1800"/>
                  </a:cubicBezTo>
                  <a:cubicBezTo>
                    <a:pt x="2956" y="1806"/>
                    <a:pt x="2935" y="1810"/>
                    <a:pt x="2925" y="1810"/>
                  </a:cubicBezTo>
                  <a:cubicBezTo>
                    <a:pt x="2915" y="1810"/>
                    <a:pt x="2900" y="1812"/>
                    <a:pt x="2896" y="1822"/>
                  </a:cubicBezTo>
                  <a:cubicBezTo>
                    <a:pt x="2892" y="1832"/>
                    <a:pt x="2879" y="1830"/>
                    <a:pt x="2855" y="1830"/>
                  </a:cubicBezTo>
                  <a:cubicBezTo>
                    <a:pt x="2832" y="1830"/>
                    <a:pt x="2824" y="1839"/>
                    <a:pt x="2824" y="1839"/>
                  </a:cubicBezTo>
                  <a:cubicBezTo>
                    <a:pt x="2824" y="1839"/>
                    <a:pt x="2873" y="1844"/>
                    <a:pt x="2886" y="1845"/>
                  </a:cubicBezTo>
                  <a:cubicBezTo>
                    <a:pt x="2899" y="1846"/>
                    <a:pt x="2912" y="1836"/>
                    <a:pt x="2918" y="1829"/>
                  </a:cubicBezTo>
                  <a:cubicBezTo>
                    <a:pt x="2923" y="1821"/>
                    <a:pt x="2941" y="1820"/>
                    <a:pt x="2955" y="1820"/>
                  </a:cubicBezTo>
                  <a:cubicBezTo>
                    <a:pt x="2969" y="1820"/>
                    <a:pt x="2987" y="1812"/>
                    <a:pt x="2996" y="1806"/>
                  </a:cubicBezTo>
                  <a:cubicBezTo>
                    <a:pt x="3005" y="1800"/>
                    <a:pt x="3017" y="1802"/>
                    <a:pt x="3027" y="1802"/>
                  </a:cubicBezTo>
                  <a:cubicBezTo>
                    <a:pt x="3037" y="1802"/>
                    <a:pt x="3048" y="1810"/>
                    <a:pt x="3063" y="1813"/>
                  </a:cubicBezTo>
                  <a:cubicBezTo>
                    <a:pt x="3078" y="1817"/>
                    <a:pt x="3091" y="1827"/>
                    <a:pt x="3117" y="1836"/>
                  </a:cubicBezTo>
                  <a:cubicBezTo>
                    <a:pt x="3144" y="1845"/>
                    <a:pt x="3189" y="1837"/>
                    <a:pt x="3206" y="1834"/>
                  </a:cubicBezTo>
                  <a:cubicBezTo>
                    <a:pt x="3222" y="1831"/>
                    <a:pt x="3226" y="1836"/>
                    <a:pt x="3226" y="1843"/>
                  </a:cubicBezTo>
                  <a:cubicBezTo>
                    <a:pt x="3226" y="1849"/>
                    <a:pt x="3214" y="1850"/>
                    <a:pt x="3205" y="1859"/>
                  </a:cubicBezTo>
                  <a:cubicBezTo>
                    <a:pt x="3195" y="1867"/>
                    <a:pt x="3180" y="1858"/>
                    <a:pt x="3173" y="1867"/>
                  </a:cubicBezTo>
                  <a:cubicBezTo>
                    <a:pt x="3167" y="1877"/>
                    <a:pt x="3155" y="1879"/>
                    <a:pt x="3140" y="1879"/>
                  </a:cubicBezTo>
                  <a:cubicBezTo>
                    <a:pt x="3125" y="1879"/>
                    <a:pt x="3134" y="1894"/>
                    <a:pt x="3115" y="1898"/>
                  </a:cubicBezTo>
                  <a:cubicBezTo>
                    <a:pt x="3097" y="1903"/>
                    <a:pt x="3114" y="1913"/>
                    <a:pt x="3088" y="1913"/>
                  </a:cubicBezTo>
                  <a:cubicBezTo>
                    <a:pt x="3063" y="1913"/>
                    <a:pt x="3068" y="1929"/>
                    <a:pt x="3052" y="1931"/>
                  </a:cubicBezTo>
                  <a:cubicBezTo>
                    <a:pt x="3036" y="1933"/>
                    <a:pt x="3042" y="1937"/>
                    <a:pt x="3027" y="1952"/>
                  </a:cubicBezTo>
                  <a:cubicBezTo>
                    <a:pt x="3012" y="1967"/>
                    <a:pt x="3006" y="1973"/>
                    <a:pt x="2984" y="1978"/>
                  </a:cubicBezTo>
                  <a:cubicBezTo>
                    <a:pt x="2963" y="1983"/>
                    <a:pt x="2965" y="1997"/>
                    <a:pt x="2938" y="1998"/>
                  </a:cubicBezTo>
                  <a:cubicBezTo>
                    <a:pt x="2911" y="1999"/>
                    <a:pt x="2905" y="2006"/>
                    <a:pt x="2892" y="2013"/>
                  </a:cubicBezTo>
                  <a:cubicBezTo>
                    <a:pt x="2879" y="2021"/>
                    <a:pt x="2857" y="2020"/>
                    <a:pt x="2842" y="2018"/>
                  </a:cubicBezTo>
                  <a:cubicBezTo>
                    <a:pt x="2827" y="2016"/>
                    <a:pt x="2825" y="2023"/>
                    <a:pt x="2816" y="2033"/>
                  </a:cubicBezTo>
                  <a:cubicBezTo>
                    <a:pt x="2808" y="2042"/>
                    <a:pt x="2804" y="2042"/>
                    <a:pt x="2797" y="2036"/>
                  </a:cubicBezTo>
                  <a:cubicBezTo>
                    <a:pt x="2791" y="2030"/>
                    <a:pt x="2775" y="2031"/>
                    <a:pt x="2769" y="2039"/>
                  </a:cubicBezTo>
                  <a:cubicBezTo>
                    <a:pt x="2764" y="2048"/>
                    <a:pt x="2751" y="2044"/>
                    <a:pt x="2748" y="2038"/>
                  </a:cubicBezTo>
                  <a:cubicBezTo>
                    <a:pt x="2744" y="2033"/>
                    <a:pt x="2734" y="2028"/>
                    <a:pt x="2726" y="2031"/>
                  </a:cubicBezTo>
                  <a:cubicBezTo>
                    <a:pt x="2719" y="2033"/>
                    <a:pt x="2723" y="2044"/>
                    <a:pt x="2732" y="2047"/>
                  </a:cubicBezTo>
                  <a:cubicBezTo>
                    <a:pt x="2740" y="2050"/>
                    <a:pt x="2739" y="2051"/>
                    <a:pt x="2732" y="2054"/>
                  </a:cubicBezTo>
                  <a:cubicBezTo>
                    <a:pt x="2724" y="2058"/>
                    <a:pt x="2718" y="2054"/>
                    <a:pt x="2707" y="2050"/>
                  </a:cubicBezTo>
                  <a:cubicBezTo>
                    <a:pt x="2696" y="2046"/>
                    <a:pt x="2697" y="2050"/>
                    <a:pt x="2697" y="2060"/>
                  </a:cubicBezTo>
                  <a:cubicBezTo>
                    <a:pt x="2697" y="2069"/>
                    <a:pt x="2666" y="2064"/>
                    <a:pt x="2650" y="2065"/>
                  </a:cubicBezTo>
                  <a:cubicBezTo>
                    <a:pt x="2634" y="2066"/>
                    <a:pt x="2646" y="2054"/>
                    <a:pt x="2629" y="2051"/>
                  </a:cubicBezTo>
                  <a:cubicBezTo>
                    <a:pt x="2613" y="2048"/>
                    <a:pt x="2613" y="2056"/>
                    <a:pt x="2607" y="2045"/>
                  </a:cubicBezTo>
                  <a:cubicBezTo>
                    <a:pt x="2600" y="2033"/>
                    <a:pt x="2608" y="2034"/>
                    <a:pt x="2594" y="2034"/>
                  </a:cubicBezTo>
                  <a:cubicBezTo>
                    <a:pt x="2580" y="2034"/>
                    <a:pt x="2579" y="2046"/>
                    <a:pt x="2582" y="2047"/>
                  </a:cubicBezTo>
                  <a:cubicBezTo>
                    <a:pt x="2585" y="2048"/>
                    <a:pt x="2593" y="2059"/>
                    <a:pt x="2593" y="2067"/>
                  </a:cubicBezTo>
                  <a:cubicBezTo>
                    <a:pt x="2593" y="2076"/>
                    <a:pt x="2591" y="2079"/>
                    <a:pt x="2576" y="2084"/>
                  </a:cubicBezTo>
                  <a:cubicBezTo>
                    <a:pt x="2561" y="2090"/>
                    <a:pt x="2562" y="2093"/>
                    <a:pt x="2538" y="2101"/>
                  </a:cubicBezTo>
                  <a:cubicBezTo>
                    <a:pt x="2514" y="2108"/>
                    <a:pt x="2511" y="2136"/>
                    <a:pt x="2507" y="2151"/>
                  </a:cubicBezTo>
                  <a:cubicBezTo>
                    <a:pt x="2503" y="2166"/>
                    <a:pt x="2498" y="2176"/>
                    <a:pt x="2484" y="2178"/>
                  </a:cubicBezTo>
                  <a:cubicBezTo>
                    <a:pt x="2470" y="2180"/>
                    <a:pt x="2470" y="2187"/>
                    <a:pt x="2469" y="2205"/>
                  </a:cubicBezTo>
                  <a:cubicBezTo>
                    <a:pt x="2468" y="2223"/>
                    <a:pt x="2447" y="2220"/>
                    <a:pt x="2434" y="2237"/>
                  </a:cubicBezTo>
                  <a:cubicBezTo>
                    <a:pt x="2421" y="2254"/>
                    <a:pt x="2395" y="2256"/>
                    <a:pt x="2381" y="2256"/>
                  </a:cubicBezTo>
                  <a:cubicBezTo>
                    <a:pt x="2367" y="2256"/>
                    <a:pt x="2360" y="2274"/>
                    <a:pt x="2352" y="2282"/>
                  </a:cubicBezTo>
                  <a:cubicBezTo>
                    <a:pt x="2345" y="2291"/>
                    <a:pt x="2333" y="2297"/>
                    <a:pt x="2325" y="2285"/>
                  </a:cubicBezTo>
                  <a:cubicBezTo>
                    <a:pt x="2318" y="2274"/>
                    <a:pt x="2309" y="2282"/>
                    <a:pt x="2309" y="2297"/>
                  </a:cubicBezTo>
                  <a:cubicBezTo>
                    <a:pt x="2309" y="2312"/>
                    <a:pt x="2299" y="2309"/>
                    <a:pt x="2292" y="2308"/>
                  </a:cubicBezTo>
                  <a:cubicBezTo>
                    <a:pt x="2284" y="2307"/>
                    <a:pt x="2289" y="2300"/>
                    <a:pt x="2286" y="2291"/>
                  </a:cubicBezTo>
                  <a:cubicBezTo>
                    <a:pt x="2284" y="2281"/>
                    <a:pt x="2274" y="2292"/>
                    <a:pt x="2270" y="2304"/>
                  </a:cubicBezTo>
                  <a:cubicBezTo>
                    <a:pt x="2267" y="2316"/>
                    <a:pt x="2254" y="2308"/>
                    <a:pt x="2249" y="2316"/>
                  </a:cubicBezTo>
                  <a:cubicBezTo>
                    <a:pt x="2243" y="2323"/>
                    <a:pt x="2232" y="2328"/>
                    <a:pt x="2226" y="2325"/>
                  </a:cubicBezTo>
                  <a:cubicBezTo>
                    <a:pt x="2221" y="2322"/>
                    <a:pt x="2219" y="2310"/>
                    <a:pt x="2225" y="2303"/>
                  </a:cubicBezTo>
                  <a:cubicBezTo>
                    <a:pt x="2232" y="2295"/>
                    <a:pt x="2232" y="2291"/>
                    <a:pt x="2232" y="2285"/>
                  </a:cubicBezTo>
                  <a:cubicBezTo>
                    <a:pt x="2232" y="2280"/>
                    <a:pt x="2238" y="2275"/>
                    <a:pt x="2246" y="2265"/>
                  </a:cubicBezTo>
                  <a:cubicBezTo>
                    <a:pt x="2253" y="2255"/>
                    <a:pt x="2243" y="2253"/>
                    <a:pt x="2232" y="2255"/>
                  </a:cubicBezTo>
                  <a:cubicBezTo>
                    <a:pt x="2220" y="2257"/>
                    <a:pt x="2225" y="2257"/>
                    <a:pt x="2221" y="2270"/>
                  </a:cubicBezTo>
                  <a:cubicBezTo>
                    <a:pt x="2217" y="2283"/>
                    <a:pt x="2214" y="2283"/>
                    <a:pt x="2199" y="2284"/>
                  </a:cubicBezTo>
                  <a:cubicBezTo>
                    <a:pt x="2184" y="2285"/>
                    <a:pt x="2192" y="2295"/>
                    <a:pt x="2199" y="2298"/>
                  </a:cubicBezTo>
                  <a:cubicBezTo>
                    <a:pt x="2207" y="2302"/>
                    <a:pt x="2207" y="2303"/>
                    <a:pt x="2207" y="2311"/>
                  </a:cubicBezTo>
                  <a:cubicBezTo>
                    <a:pt x="2207" y="2320"/>
                    <a:pt x="2191" y="2314"/>
                    <a:pt x="2184" y="2321"/>
                  </a:cubicBezTo>
                  <a:cubicBezTo>
                    <a:pt x="2178" y="2327"/>
                    <a:pt x="2167" y="2331"/>
                    <a:pt x="2160" y="2324"/>
                  </a:cubicBezTo>
                  <a:cubicBezTo>
                    <a:pt x="2152" y="2318"/>
                    <a:pt x="2144" y="2323"/>
                    <a:pt x="2140" y="2331"/>
                  </a:cubicBezTo>
                  <a:cubicBezTo>
                    <a:pt x="2137" y="2338"/>
                    <a:pt x="2127" y="2336"/>
                    <a:pt x="2123" y="2326"/>
                  </a:cubicBezTo>
                  <a:cubicBezTo>
                    <a:pt x="2119" y="2317"/>
                    <a:pt x="2110" y="2326"/>
                    <a:pt x="2099" y="2331"/>
                  </a:cubicBezTo>
                  <a:cubicBezTo>
                    <a:pt x="2089" y="2335"/>
                    <a:pt x="2088" y="2346"/>
                    <a:pt x="2098" y="2349"/>
                  </a:cubicBezTo>
                  <a:cubicBezTo>
                    <a:pt x="2109" y="2352"/>
                    <a:pt x="2114" y="2352"/>
                    <a:pt x="2109" y="2361"/>
                  </a:cubicBezTo>
                  <a:cubicBezTo>
                    <a:pt x="2104" y="2369"/>
                    <a:pt x="2097" y="2369"/>
                    <a:pt x="2090" y="2380"/>
                  </a:cubicBezTo>
                  <a:cubicBezTo>
                    <a:pt x="2082" y="2391"/>
                    <a:pt x="2069" y="2390"/>
                    <a:pt x="2063" y="2382"/>
                  </a:cubicBezTo>
                  <a:cubicBezTo>
                    <a:pt x="2056" y="2375"/>
                    <a:pt x="2037" y="2372"/>
                    <a:pt x="2033" y="2383"/>
                  </a:cubicBezTo>
                  <a:cubicBezTo>
                    <a:pt x="2028" y="2394"/>
                    <a:pt x="2021" y="2386"/>
                    <a:pt x="2021" y="2398"/>
                  </a:cubicBezTo>
                  <a:cubicBezTo>
                    <a:pt x="2021" y="2410"/>
                    <a:pt x="2035" y="2409"/>
                    <a:pt x="2052" y="2406"/>
                  </a:cubicBezTo>
                  <a:cubicBezTo>
                    <a:pt x="2069" y="2403"/>
                    <a:pt x="2061" y="2413"/>
                    <a:pt x="2069" y="2422"/>
                  </a:cubicBezTo>
                  <a:cubicBezTo>
                    <a:pt x="2078" y="2431"/>
                    <a:pt x="2077" y="2434"/>
                    <a:pt x="2077" y="2446"/>
                  </a:cubicBezTo>
                  <a:cubicBezTo>
                    <a:pt x="2077" y="2457"/>
                    <a:pt x="2052" y="2446"/>
                    <a:pt x="2052" y="2456"/>
                  </a:cubicBezTo>
                  <a:cubicBezTo>
                    <a:pt x="2052" y="2467"/>
                    <a:pt x="2031" y="2457"/>
                    <a:pt x="2004" y="2455"/>
                  </a:cubicBezTo>
                  <a:cubicBezTo>
                    <a:pt x="1977" y="2453"/>
                    <a:pt x="2003" y="2472"/>
                    <a:pt x="2010" y="2478"/>
                  </a:cubicBezTo>
                  <a:cubicBezTo>
                    <a:pt x="2018" y="2483"/>
                    <a:pt x="2037" y="2474"/>
                    <a:pt x="2047" y="2474"/>
                  </a:cubicBezTo>
                  <a:cubicBezTo>
                    <a:pt x="2056" y="2474"/>
                    <a:pt x="2053" y="2494"/>
                    <a:pt x="2060" y="2505"/>
                  </a:cubicBezTo>
                  <a:cubicBezTo>
                    <a:pt x="2066" y="2515"/>
                    <a:pt x="2054" y="2518"/>
                    <a:pt x="2047" y="2521"/>
                  </a:cubicBezTo>
                  <a:cubicBezTo>
                    <a:pt x="2039" y="2524"/>
                    <a:pt x="2040" y="2533"/>
                    <a:pt x="2038" y="2543"/>
                  </a:cubicBezTo>
                  <a:cubicBezTo>
                    <a:pt x="2036" y="2554"/>
                    <a:pt x="2020" y="2548"/>
                    <a:pt x="2011" y="2548"/>
                  </a:cubicBezTo>
                  <a:cubicBezTo>
                    <a:pt x="2003" y="2548"/>
                    <a:pt x="2001" y="2550"/>
                    <a:pt x="2001" y="2560"/>
                  </a:cubicBezTo>
                  <a:cubicBezTo>
                    <a:pt x="2001" y="2569"/>
                    <a:pt x="2028" y="2562"/>
                    <a:pt x="2028" y="2571"/>
                  </a:cubicBezTo>
                  <a:cubicBezTo>
                    <a:pt x="2028" y="2581"/>
                    <a:pt x="2016" y="2581"/>
                    <a:pt x="2001" y="2581"/>
                  </a:cubicBezTo>
                  <a:cubicBezTo>
                    <a:pt x="1985" y="2581"/>
                    <a:pt x="1994" y="2585"/>
                    <a:pt x="1992" y="2598"/>
                  </a:cubicBezTo>
                  <a:cubicBezTo>
                    <a:pt x="1990" y="2611"/>
                    <a:pt x="1973" y="2613"/>
                    <a:pt x="1968" y="2620"/>
                  </a:cubicBezTo>
                  <a:cubicBezTo>
                    <a:pt x="1964" y="2626"/>
                    <a:pt x="1953" y="2623"/>
                    <a:pt x="1948" y="2613"/>
                  </a:cubicBezTo>
                  <a:cubicBezTo>
                    <a:pt x="1942" y="2604"/>
                    <a:pt x="1930" y="2608"/>
                    <a:pt x="1927" y="2621"/>
                  </a:cubicBezTo>
                  <a:cubicBezTo>
                    <a:pt x="1925" y="2634"/>
                    <a:pt x="1933" y="2627"/>
                    <a:pt x="1940" y="2624"/>
                  </a:cubicBezTo>
                  <a:cubicBezTo>
                    <a:pt x="1948" y="2621"/>
                    <a:pt x="1953" y="2635"/>
                    <a:pt x="1962" y="2640"/>
                  </a:cubicBezTo>
                  <a:cubicBezTo>
                    <a:pt x="1970" y="2646"/>
                    <a:pt x="1965" y="2650"/>
                    <a:pt x="1956" y="2651"/>
                  </a:cubicBezTo>
                  <a:cubicBezTo>
                    <a:pt x="1948" y="2652"/>
                    <a:pt x="1955" y="2658"/>
                    <a:pt x="1962" y="2664"/>
                  </a:cubicBezTo>
                  <a:cubicBezTo>
                    <a:pt x="1968" y="2669"/>
                    <a:pt x="1967" y="2683"/>
                    <a:pt x="1968" y="2696"/>
                  </a:cubicBezTo>
                  <a:cubicBezTo>
                    <a:pt x="1969" y="2709"/>
                    <a:pt x="1964" y="2723"/>
                    <a:pt x="1958" y="2724"/>
                  </a:cubicBezTo>
                  <a:cubicBezTo>
                    <a:pt x="1951" y="2725"/>
                    <a:pt x="1949" y="2733"/>
                    <a:pt x="1958" y="2742"/>
                  </a:cubicBezTo>
                  <a:cubicBezTo>
                    <a:pt x="1966" y="2752"/>
                    <a:pt x="1949" y="2752"/>
                    <a:pt x="1947" y="2756"/>
                  </a:cubicBezTo>
                  <a:cubicBezTo>
                    <a:pt x="1945" y="2761"/>
                    <a:pt x="1932" y="2762"/>
                    <a:pt x="1929" y="2771"/>
                  </a:cubicBezTo>
                  <a:cubicBezTo>
                    <a:pt x="1925" y="2781"/>
                    <a:pt x="1931" y="2779"/>
                    <a:pt x="1939" y="2779"/>
                  </a:cubicBezTo>
                  <a:cubicBezTo>
                    <a:pt x="1948" y="2779"/>
                    <a:pt x="1961" y="2781"/>
                    <a:pt x="1951" y="2782"/>
                  </a:cubicBezTo>
                  <a:cubicBezTo>
                    <a:pt x="1941" y="2783"/>
                    <a:pt x="1952" y="2796"/>
                    <a:pt x="1942" y="2797"/>
                  </a:cubicBezTo>
                  <a:cubicBezTo>
                    <a:pt x="1933" y="2798"/>
                    <a:pt x="1924" y="2801"/>
                    <a:pt x="1923" y="2812"/>
                  </a:cubicBezTo>
                  <a:cubicBezTo>
                    <a:pt x="1922" y="2823"/>
                    <a:pt x="1926" y="2833"/>
                    <a:pt x="1909" y="2837"/>
                  </a:cubicBezTo>
                  <a:cubicBezTo>
                    <a:pt x="1892" y="2841"/>
                    <a:pt x="1895" y="2847"/>
                    <a:pt x="1901" y="2851"/>
                  </a:cubicBezTo>
                  <a:cubicBezTo>
                    <a:pt x="1906" y="2855"/>
                    <a:pt x="1906" y="2861"/>
                    <a:pt x="1906" y="2868"/>
                  </a:cubicBezTo>
                  <a:cubicBezTo>
                    <a:pt x="1906" y="2876"/>
                    <a:pt x="1896" y="2882"/>
                    <a:pt x="1883" y="2882"/>
                  </a:cubicBezTo>
                  <a:cubicBezTo>
                    <a:pt x="1870" y="2882"/>
                    <a:pt x="1870" y="2884"/>
                    <a:pt x="1868" y="2894"/>
                  </a:cubicBezTo>
                  <a:cubicBezTo>
                    <a:pt x="1866" y="2904"/>
                    <a:pt x="1864" y="2905"/>
                    <a:pt x="1855" y="2904"/>
                  </a:cubicBezTo>
                  <a:cubicBezTo>
                    <a:pt x="1847" y="2902"/>
                    <a:pt x="1851" y="2885"/>
                    <a:pt x="1852" y="2876"/>
                  </a:cubicBezTo>
                  <a:cubicBezTo>
                    <a:pt x="1853" y="2866"/>
                    <a:pt x="1854" y="2861"/>
                    <a:pt x="1849" y="2859"/>
                  </a:cubicBezTo>
                  <a:cubicBezTo>
                    <a:pt x="1844" y="2858"/>
                    <a:pt x="1837" y="2859"/>
                    <a:pt x="1837" y="2868"/>
                  </a:cubicBezTo>
                  <a:cubicBezTo>
                    <a:pt x="1837" y="2877"/>
                    <a:pt x="1826" y="2882"/>
                    <a:pt x="1813" y="2882"/>
                  </a:cubicBezTo>
                  <a:cubicBezTo>
                    <a:pt x="1801" y="2882"/>
                    <a:pt x="1791" y="2876"/>
                    <a:pt x="1790" y="2863"/>
                  </a:cubicBezTo>
                  <a:cubicBezTo>
                    <a:pt x="1789" y="2850"/>
                    <a:pt x="1783" y="2850"/>
                    <a:pt x="1776" y="2848"/>
                  </a:cubicBezTo>
                  <a:cubicBezTo>
                    <a:pt x="1768" y="2845"/>
                    <a:pt x="1759" y="2848"/>
                    <a:pt x="1753" y="2834"/>
                  </a:cubicBezTo>
                  <a:cubicBezTo>
                    <a:pt x="1748" y="2820"/>
                    <a:pt x="1743" y="2818"/>
                    <a:pt x="1735" y="2819"/>
                  </a:cubicBezTo>
                  <a:cubicBezTo>
                    <a:pt x="1727" y="2820"/>
                    <a:pt x="1718" y="2813"/>
                    <a:pt x="1717" y="2804"/>
                  </a:cubicBezTo>
                  <a:cubicBezTo>
                    <a:pt x="1716" y="2794"/>
                    <a:pt x="1707" y="2793"/>
                    <a:pt x="1698" y="2794"/>
                  </a:cubicBezTo>
                  <a:cubicBezTo>
                    <a:pt x="1690" y="2795"/>
                    <a:pt x="1684" y="2796"/>
                    <a:pt x="1681" y="2807"/>
                  </a:cubicBezTo>
                  <a:cubicBezTo>
                    <a:pt x="1678" y="2818"/>
                    <a:pt x="1663" y="2811"/>
                    <a:pt x="1659" y="2802"/>
                  </a:cubicBezTo>
                  <a:cubicBezTo>
                    <a:pt x="1654" y="2794"/>
                    <a:pt x="1646" y="2794"/>
                    <a:pt x="1626" y="2800"/>
                  </a:cubicBezTo>
                  <a:cubicBezTo>
                    <a:pt x="1607" y="2807"/>
                    <a:pt x="1616" y="2816"/>
                    <a:pt x="1598" y="2816"/>
                  </a:cubicBezTo>
                  <a:cubicBezTo>
                    <a:pt x="1581" y="2816"/>
                    <a:pt x="1580" y="2804"/>
                    <a:pt x="1589" y="2799"/>
                  </a:cubicBezTo>
                  <a:cubicBezTo>
                    <a:pt x="1597" y="2795"/>
                    <a:pt x="1602" y="2778"/>
                    <a:pt x="1598" y="2778"/>
                  </a:cubicBezTo>
                  <a:cubicBezTo>
                    <a:pt x="1595" y="2778"/>
                    <a:pt x="1575" y="2775"/>
                    <a:pt x="1572" y="2764"/>
                  </a:cubicBezTo>
                  <a:cubicBezTo>
                    <a:pt x="1568" y="2753"/>
                    <a:pt x="1552" y="2758"/>
                    <a:pt x="1548" y="2751"/>
                  </a:cubicBezTo>
                  <a:cubicBezTo>
                    <a:pt x="1544" y="2743"/>
                    <a:pt x="1538" y="2742"/>
                    <a:pt x="1529" y="2740"/>
                  </a:cubicBezTo>
                  <a:cubicBezTo>
                    <a:pt x="1519" y="2738"/>
                    <a:pt x="1511" y="2726"/>
                    <a:pt x="1524" y="2725"/>
                  </a:cubicBezTo>
                  <a:cubicBezTo>
                    <a:pt x="1537" y="2724"/>
                    <a:pt x="1540" y="2729"/>
                    <a:pt x="1528" y="2711"/>
                  </a:cubicBezTo>
                  <a:cubicBezTo>
                    <a:pt x="1515" y="2693"/>
                    <a:pt x="1508" y="2705"/>
                    <a:pt x="1503" y="2686"/>
                  </a:cubicBezTo>
                  <a:cubicBezTo>
                    <a:pt x="1497" y="2668"/>
                    <a:pt x="1486" y="2664"/>
                    <a:pt x="1465" y="2654"/>
                  </a:cubicBezTo>
                  <a:cubicBezTo>
                    <a:pt x="1445" y="2644"/>
                    <a:pt x="1457" y="2639"/>
                    <a:pt x="1459" y="2623"/>
                  </a:cubicBezTo>
                  <a:cubicBezTo>
                    <a:pt x="1461" y="2607"/>
                    <a:pt x="1451" y="2605"/>
                    <a:pt x="1445" y="2595"/>
                  </a:cubicBezTo>
                  <a:cubicBezTo>
                    <a:pt x="1438" y="2585"/>
                    <a:pt x="1428" y="2570"/>
                    <a:pt x="1417" y="2570"/>
                  </a:cubicBezTo>
                  <a:cubicBezTo>
                    <a:pt x="1406" y="2570"/>
                    <a:pt x="1405" y="2556"/>
                    <a:pt x="1405" y="2543"/>
                  </a:cubicBezTo>
                  <a:cubicBezTo>
                    <a:pt x="1405" y="2531"/>
                    <a:pt x="1396" y="2526"/>
                    <a:pt x="1388" y="2526"/>
                  </a:cubicBezTo>
                  <a:cubicBezTo>
                    <a:pt x="1379" y="2526"/>
                    <a:pt x="1373" y="2495"/>
                    <a:pt x="1373" y="2480"/>
                  </a:cubicBezTo>
                  <a:cubicBezTo>
                    <a:pt x="1373" y="2465"/>
                    <a:pt x="1386" y="2460"/>
                    <a:pt x="1387" y="2454"/>
                  </a:cubicBezTo>
                  <a:cubicBezTo>
                    <a:pt x="1388" y="2449"/>
                    <a:pt x="1403" y="2443"/>
                    <a:pt x="1416" y="2443"/>
                  </a:cubicBezTo>
                  <a:cubicBezTo>
                    <a:pt x="1429" y="2443"/>
                    <a:pt x="1426" y="2426"/>
                    <a:pt x="1424" y="2423"/>
                  </a:cubicBezTo>
                  <a:cubicBezTo>
                    <a:pt x="1422" y="2420"/>
                    <a:pt x="1411" y="2420"/>
                    <a:pt x="1400" y="2421"/>
                  </a:cubicBezTo>
                  <a:cubicBezTo>
                    <a:pt x="1388" y="2422"/>
                    <a:pt x="1383" y="2431"/>
                    <a:pt x="1380" y="2439"/>
                  </a:cubicBezTo>
                  <a:cubicBezTo>
                    <a:pt x="1377" y="2448"/>
                    <a:pt x="1364" y="2450"/>
                    <a:pt x="1364" y="2456"/>
                  </a:cubicBezTo>
                  <a:cubicBezTo>
                    <a:pt x="1364" y="2463"/>
                    <a:pt x="1360" y="2468"/>
                    <a:pt x="1346" y="2466"/>
                  </a:cubicBezTo>
                  <a:cubicBezTo>
                    <a:pt x="1332" y="2464"/>
                    <a:pt x="1339" y="2439"/>
                    <a:pt x="1343" y="2435"/>
                  </a:cubicBezTo>
                  <a:cubicBezTo>
                    <a:pt x="1346" y="2431"/>
                    <a:pt x="1344" y="2417"/>
                    <a:pt x="1336" y="2415"/>
                  </a:cubicBezTo>
                  <a:cubicBezTo>
                    <a:pt x="1329" y="2414"/>
                    <a:pt x="1332" y="2400"/>
                    <a:pt x="1334" y="2386"/>
                  </a:cubicBezTo>
                  <a:cubicBezTo>
                    <a:pt x="1336" y="2372"/>
                    <a:pt x="1333" y="2368"/>
                    <a:pt x="1323" y="2365"/>
                  </a:cubicBezTo>
                  <a:cubicBezTo>
                    <a:pt x="1314" y="2362"/>
                    <a:pt x="1313" y="2345"/>
                    <a:pt x="1304" y="2329"/>
                  </a:cubicBezTo>
                  <a:cubicBezTo>
                    <a:pt x="1295" y="2314"/>
                    <a:pt x="1292" y="2312"/>
                    <a:pt x="1289" y="2321"/>
                  </a:cubicBezTo>
                  <a:cubicBezTo>
                    <a:pt x="1286" y="2329"/>
                    <a:pt x="1279" y="2332"/>
                    <a:pt x="1273" y="2332"/>
                  </a:cubicBezTo>
                  <a:cubicBezTo>
                    <a:pt x="1266" y="2332"/>
                    <a:pt x="1277" y="2310"/>
                    <a:pt x="1277" y="2297"/>
                  </a:cubicBezTo>
                  <a:cubicBezTo>
                    <a:pt x="1277" y="2284"/>
                    <a:pt x="1251" y="2284"/>
                    <a:pt x="1249" y="2274"/>
                  </a:cubicBezTo>
                  <a:cubicBezTo>
                    <a:pt x="1247" y="2263"/>
                    <a:pt x="1239" y="2249"/>
                    <a:pt x="1235" y="2238"/>
                  </a:cubicBezTo>
                  <a:cubicBezTo>
                    <a:pt x="1231" y="2227"/>
                    <a:pt x="1249" y="2232"/>
                    <a:pt x="1249" y="2222"/>
                  </a:cubicBezTo>
                  <a:cubicBezTo>
                    <a:pt x="1249" y="2212"/>
                    <a:pt x="1260" y="2206"/>
                    <a:pt x="1281" y="2205"/>
                  </a:cubicBezTo>
                  <a:cubicBezTo>
                    <a:pt x="1303" y="2204"/>
                    <a:pt x="1313" y="2194"/>
                    <a:pt x="1313" y="2187"/>
                  </a:cubicBezTo>
                  <a:cubicBezTo>
                    <a:pt x="1313" y="2179"/>
                    <a:pt x="1301" y="2187"/>
                    <a:pt x="1287" y="2187"/>
                  </a:cubicBezTo>
                  <a:cubicBezTo>
                    <a:pt x="1273" y="2187"/>
                    <a:pt x="1261" y="2188"/>
                    <a:pt x="1249" y="2183"/>
                  </a:cubicBezTo>
                  <a:cubicBezTo>
                    <a:pt x="1237" y="2179"/>
                    <a:pt x="1238" y="2159"/>
                    <a:pt x="1231" y="2145"/>
                  </a:cubicBezTo>
                  <a:cubicBezTo>
                    <a:pt x="1223" y="2131"/>
                    <a:pt x="1229" y="2134"/>
                    <a:pt x="1243" y="2133"/>
                  </a:cubicBezTo>
                  <a:cubicBezTo>
                    <a:pt x="1257" y="2132"/>
                    <a:pt x="1265" y="2122"/>
                    <a:pt x="1267" y="2114"/>
                  </a:cubicBezTo>
                  <a:cubicBezTo>
                    <a:pt x="1270" y="2107"/>
                    <a:pt x="1301" y="2103"/>
                    <a:pt x="1311" y="2097"/>
                  </a:cubicBezTo>
                  <a:cubicBezTo>
                    <a:pt x="1322" y="2092"/>
                    <a:pt x="1336" y="2098"/>
                    <a:pt x="1349" y="2106"/>
                  </a:cubicBezTo>
                  <a:cubicBezTo>
                    <a:pt x="1362" y="2113"/>
                    <a:pt x="1376" y="2104"/>
                    <a:pt x="1376" y="2098"/>
                  </a:cubicBezTo>
                  <a:cubicBezTo>
                    <a:pt x="1376" y="2093"/>
                    <a:pt x="1383" y="2096"/>
                    <a:pt x="1392" y="2105"/>
                  </a:cubicBezTo>
                  <a:cubicBezTo>
                    <a:pt x="1401" y="2113"/>
                    <a:pt x="1415" y="2101"/>
                    <a:pt x="1411" y="2095"/>
                  </a:cubicBezTo>
                  <a:cubicBezTo>
                    <a:pt x="1408" y="2090"/>
                    <a:pt x="1397" y="2090"/>
                    <a:pt x="1392" y="2082"/>
                  </a:cubicBezTo>
                  <a:cubicBezTo>
                    <a:pt x="1387" y="2075"/>
                    <a:pt x="1373" y="2079"/>
                    <a:pt x="1366" y="2085"/>
                  </a:cubicBezTo>
                  <a:cubicBezTo>
                    <a:pt x="1360" y="2092"/>
                    <a:pt x="1349" y="2087"/>
                    <a:pt x="1343" y="2079"/>
                  </a:cubicBezTo>
                  <a:cubicBezTo>
                    <a:pt x="1336" y="2071"/>
                    <a:pt x="1329" y="2071"/>
                    <a:pt x="1320" y="2078"/>
                  </a:cubicBezTo>
                  <a:cubicBezTo>
                    <a:pt x="1311" y="2084"/>
                    <a:pt x="1315" y="2092"/>
                    <a:pt x="1290" y="2093"/>
                  </a:cubicBezTo>
                  <a:cubicBezTo>
                    <a:pt x="1265" y="2094"/>
                    <a:pt x="1271" y="2093"/>
                    <a:pt x="1258" y="2107"/>
                  </a:cubicBezTo>
                  <a:cubicBezTo>
                    <a:pt x="1245" y="2121"/>
                    <a:pt x="1242" y="2112"/>
                    <a:pt x="1242" y="2097"/>
                  </a:cubicBezTo>
                  <a:cubicBezTo>
                    <a:pt x="1242" y="2082"/>
                    <a:pt x="1251" y="2083"/>
                    <a:pt x="1262" y="2081"/>
                  </a:cubicBezTo>
                  <a:cubicBezTo>
                    <a:pt x="1273" y="2079"/>
                    <a:pt x="1271" y="2058"/>
                    <a:pt x="1281" y="2052"/>
                  </a:cubicBezTo>
                  <a:cubicBezTo>
                    <a:pt x="1292" y="2047"/>
                    <a:pt x="1311" y="2054"/>
                    <a:pt x="1320" y="2060"/>
                  </a:cubicBezTo>
                  <a:cubicBezTo>
                    <a:pt x="1329" y="2065"/>
                    <a:pt x="1358" y="2059"/>
                    <a:pt x="1367" y="2059"/>
                  </a:cubicBezTo>
                  <a:cubicBezTo>
                    <a:pt x="1377" y="2059"/>
                    <a:pt x="1399" y="2063"/>
                    <a:pt x="1410" y="2067"/>
                  </a:cubicBezTo>
                  <a:cubicBezTo>
                    <a:pt x="1422" y="2071"/>
                    <a:pt x="1444" y="2081"/>
                    <a:pt x="1449" y="2077"/>
                  </a:cubicBezTo>
                  <a:cubicBezTo>
                    <a:pt x="1454" y="2073"/>
                    <a:pt x="1429" y="2065"/>
                    <a:pt x="1421" y="2063"/>
                  </a:cubicBezTo>
                  <a:cubicBezTo>
                    <a:pt x="1414" y="2061"/>
                    <a:pt x="1403" y="2053"/>
                    <a:pt x="1390" y="2051"/>
                  </a:cubicBezTo>
                  <a:cubicBezTo>
                    <a:pt x="1377" y="2049"/>
                    <a:pt x="1390" y="2042"/>
                    <a:pt x="1393" y="2037"/>
                  </a:cubicBezTo>
                  <a:cubicBezTo>
                    <a:pt x="1396" y="2032"/>
                    <a:pt x="1397" y="2024"/>
                    <a:pt x="1389" y="2024"/>
                  </a:cubicBezTo>
                  <a:cubicBezTo>
                    <a:pt x="1380" y="2024"/>
                    <a:pt x="1367" y="2038"/>
                    <a:pt x="1358" y="2037"/>
                  </a:cubicBezTo>
                  <a:cubicBezTo>
                    <a:pt x="1348" y="2036"/>
                    <a:pt x="1344" y="2039"/>
                    <a:pt x="1337" y="2047"/>
                  </a:cubicBezTo>
                  <a:cubicBezTo>
                    <a:pt x="1331" y="2054"/>
                    <a:pt x="1311" y="2047"/>
                    <a:pt x="1307" y="2037"/>
                  </a:cubicBezTo>
                  <a:cubicBezTo>
                    <a:pt x="1303" y="2027"/>
                    <a:pt x="1300" y="2030"/>
                    <a:pt x="1285" y="2037"/>
                  </a:cubicBezTo>
                  <a:cubicBezTo>
                    <a:pt x="1270" y="2045"/>
                    <a:pt x="1264" y="2031"/>
                    <a:pt x="1268" y="2024"/>
                  </a:cubicBezTo>
                  <a:cubicBezTo>
                    <a:pt x="1273" y="2018"/>
                    <a:pt x="1279" y="2012"/>
                    <a:pt x="1281" y="2017"/>
                  </a:cubicBezTo>
                  <a:cubicBezTo>
                    <a:pt x="1284" y="2021"/>
                    <a:pt x="1290" y="2023"/>
                    <a:pt x="1302" y="2019"/>
                  </a:cubicBezTo>
                  <a:cubicBezTo>
                    <a:pt x="1314" y="2015"/>
                    <a:pt x="1317" y="2013"/>
                    <a:pt x="1317" y="2006"/>
                  </a:cubicBezTo>
                  <a:cubicBezTo>
                    <a:pt x="1317" y="1998"/>
                    <a:pt x="1307" y="1999"/>
                    <a:pt x="1289" y="1999"/>
                  </a:cubicBezTo>
                  <a:cubicBezTo>
                    <a:pt x="1271" y="1999"/>
                    <a:pt x="1281" y="1990"/>
                    <a:pt x="1293" y="1987"/>
                  </a:cubicBezTo>
                  <a:cubicBezTo>
                    <a:pt x="1305" y="1983"/>
                    <a:pt x="1309" y="1989"/>
                    <a:pt x="1323" y="1989"/>
                  </a:cubicBezTo>
                  <a:cubicBezTo>
                    <a:pt x="1337" y="1989"/>
                    <a:pt x="1334" y="1997"/>
                    <a:pt x="1343" y="2001"/>
                  </a:cubicBezTo>
                  <a:cubicBezTo>
                    <a:pt x="1351" y="2004"/>
                    <a:pt x="1358" y="2009"/>
                    <a:pt x="1373" y="2012"/>
                  </a:cubicBezTo>
                  <a:cubicBezTo>
                    <a:pt x="1388" y="2016"/>
                    <a:pt x="1396" y="2006"/>
                    <a:pt x="1397" y="1999"/>
                  </a:cubicBezTo>
                  <a:cubicBezTo>
                    <a:pt x="1399" y="1993"/>
                    <a:pt x="1414" y="1997"/>
                    <a:pt x="1415" y="1991"/>
                  </a:cubicBezTo>
                  <a:cubicBezTo>
                    <a:pt x="1416" y="1984"/>
                    <a:pt x="1408" y="1985"/>
                    <a:pt x="1401" y="1984"/>
                  </a:cubicBezTo>
                  <a:cubicBezTo>
                    <a:pt x="1393" y="1983"/>
                    <a:pt x="1397" y="1966"/>
                    <a:pt x="1400" y="1952"/>
                  </a:cubicBezTo>
                  <a:cubicBezTo>
                    <a:pt x="1402" y="1938"/>
                    <a:pt x="1404" y="1933"/>
                    <a:pt x="1403" y="1923"/>
                  </a:cubicBezTo>
                  <a:cubicBezTo>
                    <a:pt x="1402" y="1913"/>
                    <a:pt x="1418" y="1916"/>
                    <a:pt x="1417" y="1909"/>
                  </a:cubicBezTo>
                  <a:cubicBezTo>
                    <a:pt x="1416" y="1903"/>
                    <a:pt x="1426" y="1898"/>
                    <a:pt x="1426" y="1891"/>
                  </a:cubicBezTo>
                  <a:cubicBezTo>
                    <a:pt x="1426" y="1883"/>
                    <a:pt x="1419" y="1880"/>
                    <a:pt x="1413" y="1886"/>
                  </a:cubicBezTo>
                  <a:cubicBezTo>
                    <a:pt x="1406" y="1891"/>
                    <a:pt x="1407" y="1901"/>
                    <a:pt x="1390" y="1892"/>
                  </a:cubicBezTo>
                  <a:cubicBezTo>
                    <a:pt x="1373" y="1883"/>
                    <a:pt x="1386" y="1876"/>
                    <a:pt x="1394" y="1864"/>
                  </a:cubicBezTo>
                  <a:cubicBezTo>
                    <a:pt x="1403" y="1852"/>
                    <a:pt x="1413" y="1861"/>
                    <a:pt x="1419" y="1864"/>
                  </a:cubicBezTo>
                  <a:cubicBezTo>
                    <a:pt x="1425" y="1867"/>
                    <a:pt x="1433" y="1873"/>
                    <a:pt x="1446" y="1870"/>
                  </a:cubicBezTo>
                  <a:cubicBezTo>
                    <a:pt x="1459" y="1868"/>
                    <a:pt x="1447" y="1863"/>
                    <a:pt x="1440" y="1858"/>
                  </a:cubicBezTo>
                  <a:cubicBezTo>
                    <a:pt x="1434" y="1852"/>
                    <a:pt x="1450" y="1849"/>
                    <a:pt x="1447" y="1841"/>
                  </a:cubicBezTo>
                  <a:cubicBezTo>
                    <a:pt x="1444" y="1834"/>
                    <a:pt x="1424" y="1841"/>
                    <a:pt x="1423" y="1846"/>
                  </a:cubicBezTo>
                  <a:cubicBezTo>
                    <a:pt x="1422" y="1850"/>
                    <a:pt x="1410" y="1850"/>
                    <a:pt x="1407" y="1846"/>
                  </a:cubicBezTo>
                  <a:cubicBezTo>
                    <a:pt x="1404" y="1841"/>
                    <a:pt x="1393" y="1840"/>
                    <a:pt x="1390" y="1847"/>
                  </a:cubicBezTo>
                  <a:cubicBezTo>
                    <a:pt x="1387" y="1853"/>
                    <a:pt x="1380" y="1851"/>
                    <a:pt x="1374" y="1849"/>
                  </a:cubicBezTo>
                  <a:cubicBezTo>
                    <a:pt x="1367" y="1847"/>
                    <a:pt x="1358" y="1841"/>
                    <a:pt x="1343" y="1845"/>
                  </a:cubicBezTo>
                  <a:cubicBezTo>
                    <a:pt x="1328" y="1848"/>
                    <a:pt x="1318" y="1832"/>
                    <a:pt x="1309" y="1823"/>
                  </a:cubicBezTo>
                  <a:cubicBezTo>
                    <a:pt x="1301" y="1815"/>
                    <a:pt x="1287" y="1807"/>
                    <a:pt x="1274" y="1807"/>
                  </a:cubicBezTo>
                  <a:cubicBezTo>
                    <a:pt x="1261" y="1807"/>
                    <a:pt x="1249" y="1803"/>
                    <a:pt x="1238" y="1798"/>
                  </a:cubicBezTo>
                  <a:cubicBezTo>
                    <a:pt x="1228" y="1794"/>
                    <a:pt x="1220" y="1793"/>
                    <a:pt x="1198" y="1786"/>
                  </a:cubicBezTo>
                  <a:cubicBezTo>
                    <a:pt x="1175" y="1778"/>
                    <a:pt x="1185" y="1757"/>
                    <a:pt x="1194" y="1751"/>
                  </a:cubicBezTo>
                  <a:cubicBezTo>
                    <a:pt x="1204" y="1746"/>
                    <a:pt x="1233" y="1753"/>
                    <a:pt x="1250" y="1753"/>
                  </a:cubicBezTo>
                  <a:cubicBezTo>
                    <a:pt x="1267" y="1753"/>
                    <a:pt x="1286" y="1754"/>
                    <a:pt x="1291" y="1759"/>
                  </a:cubicBezTo>
                  <a:cubicBezTo>
                    <a:pt x="1296" y="1763"/>
                    <a:pt x="1323" y="1763"/>
                    <a:pt x="1328" y="1772"/>
                  </a:cubicBezTo>
                  <a:cubicBezTo>
                    <a:pt x="1332" y="1780"/>
                    <a:pt x="1335" y="1778"/>
                    <a:pt x="1344" y="1781"/>
                  </a:cubicBezTo>
                  <a:cubicBezTo>
                    <a:pt x="1352" y="1784"/>
                    <a:pt x="1363" y="1797"/>
                    <a:pt x="1371" y="1797"/>
                  </a:cubicBezTo>
                  <a:cubicBezTo>
                    <a:pt x="1378" y="1797"/>
                    <a:pt x="1383" y="1798"/>
                    <a:pt x="1392" y="1804"/>
                  </a:cubicBezTo>
                  <a:cubicBezTo>
                    <a:pt x="1401" y="1809"/>
                    <a:pt x="1414" y="1807"/>
                    <a:pt x="1417" y="1802"/>
                  </a:cubicBezTo>
                  <a:cubicBezTo>
                    <a:pt x="1420" y="1796"/>
                    <a:pt x="1413" y="1792"/>
                    <a:pt x="1403" y="1789"/>
                  </a:cubicBezTo>
                  <a:cubicBezTo>
                    <a:pt x="1393" y="1786"/>
                    <a:pt x="1402" y="1768"/>
                    <a:pt x="1390" y="1767"/>
                  </a:cubicBezTo>
                  <a:cubicBezTo>
                    <a:pt x="1378" y="1766"/>
                    <a:pt x="1389" y="1744"/>
                    <a:pt x="1381" y="1744"/>
                  </a:cubicBezTo>
                  <a:cubicBezTo>
                    <a:pt x="1374" y="1744"/>
                    <a:pt x="1367" y="1739"/>
                    <a:pt x="1361" y="1747"/>
                  </a:cubicBezTo>
                  <a:cubicBezTo>
                    <a:pt x="1354" y="1754"/>
                    <a:pt x="1343" y="1740"/>
                    <a:pt x="1338" y="1733"/>
                  </a:cubicBezTo>
                  <a:cubicBezTo>
                    <a:pt x="1334" y="1725"/>
                    <a:pt x="1352" y="1730"/>
                    <a:pt x="1361" y="1730"/>
                  </a:cubicBezTo>
                  <a:cubicBezTo>
                    <a:pt x="1370" y="1730"/>
                    <a:pt x="1379" y="1726"/>
                    <a:pt x="1379" y="1720"/>
                  </a:cubicBezTo>
                  <a:cubicBezTo>
                    <a:pt x="1379" y="1714"/>
                    <a:pt x="1366" y="1717"/>
                    <a:pt x="1354" y="1718"/>
                  </a:cubicBezTo>
                  <a:cubicBezTo>
                    <a:pt x="1343" y="1719"/>
                    <a:pt x="1339" y="1714"/>
                    <a:pt x="1335" y="1714"/>
                  </a:cubicBezTo>
                  <a:cubicBezTo>
                    <a:pt x="1331" y="1714"/>
                    <a:pt x="1324" y="1711"/>
                    <a:pt x="1323" y="1704"/>
                  </a:cubicBezTo>
                  <a:cubicBezTo>
                    <a:pt x="1322" y="1696"/>
                    <a:pt x="1307" y="1700"/>
                    <a:pt x="1301" y="1708"/>
                  </a:cubicBezTo>
                  <a:cubicBezTo>
                    <a:pt x="1294" y="1717"/>
                    <a:pt x="1279" y="1716"/>
                    <a:pt x="1270" y="1704"/>
                  </a:cubicBezTo>
                  <a:cubicBezTo>
                    <a:pt x="1260" y="1692"/>
                    <a:pt x="1265" y="1690"/>
                    <a:pt x="1276" y="1686"/>
                  </a:cubicBezTo>
                  <a:cubicBezTo>
                    <a:pt x="1287" y="1681"/>
                    <a:pt x="1285" y="1675"/>
                    <a:pt x="1292" y="1674"/>
                  </a:cubicBezTo>
                  <a:cubicBezTo>
                    <a:pt x="1300" y="1673"/>
                    <a:pt x="1305" y="1665"/>
                    <a:pt x="1306" y="1658"/>
                  </a:cubicBezTo>
                  <a:cubicBezTo>
                    <a:pt x="1307" y="1650"/>
                    <a:pt x="1297" y="1651"/>
                    <a:pt x="1293" y="1651"/>
                  </a:cubicBezTo>
                  <a:cubicBezTo>
                    <a:pt x="1289" y="1651"/>
                    <a:pt x="1281" y="1652"/>
                    <a:pt x="1277" y="1660"/>
                  </a:cubicBezTo>
                  <a:cubicBezTo>
                    <a:pt x="1273" y="1667"/>
                    <a:pt x="1271" y="1667"/>
                    <a:pt x="1260" y="1667"/>
                  </a:cubicBezTo>
                  <a:cubicBezTo>
                    <a:pt x="1249" y="1667"/>
                    <a:pt x="1248" y="1651"/>
                    <a:pt x="1259" y="1648"/>
                  </a:cubicBezTo>
                  <a:cubicBezTo>
                    <a:pt x="1270" y="1645"/>
                    <a:pt x="1274" y="1635"/>
                    <a:pt x="1274" y="1630"/>
                  </a:cubicBezTo>
                  <a:cubicBezTo>
                    <a:pt x="1274" y="1624"/>
                    <a:pt x="1256" y="1624"/>
                    <a:pt x="1252" y="1633"/>
                  </a:cubicBezTo>
                  <a:cubicBezTo>
                    <a:pt x="1249" y="1641"/>
                    <a:pt x="1244" y="1637"/>
                    <a:pt x="1233" y="1643"/>
                  </a:cubicBezTo>
                  <a:cubicBezTo>
                    <a:pt x="1222" y="1648"/>
                    <a:pt x="1219" y="1657"/>
                    <a:pt x="1218" y="1674"/>
                  </a:cubicBezTo>
                  <a:cubicBezTo>
                    <a:pt x="1217" y="1691"/>
                    <a:pt x="1191" y="1681"/>
                    <a:pt x="1188" y="1690"/>
                  </a:cubicBezTo>
                  <a:cubicBezTo>
                    <a:pt x="1185" y="1698"/>
                    <a:pt x="1171" y="1700"/>
                    <a:pt x="1163" y="1692"/>
                  </a:cubicBezTo>
                  <a:cubicBezTo>
                    <a:pt x="1156" y="1684"/>
                    <a:pt x="1136" y="1676"/>
                    <a:pt x="1130" y="1684"/>
                  </a:cubicBezTo>
                  <a:cubicBezTo>
                    <a:pt x="1123" y="1693"/>
                    <a:pt x="1116" y="1669"/>
                    <a:pt x="1104" y="1660"/>
                  </a:cubicBezTo>
                  <a:cubicBezTo>
                    <a:pt x="1092" y="1650"/>
                    <a:pt x="1092" y="1646"/>
                    <a:pt x="1101" y="1644"/>
                  </a:cubicBezTo>
                  <a:cubicBezTo>
                    <a:pt x="1109" y="1641"/>
                    <a:pt x="1104" y="1631"/>
                    <a:pt x="1103" y="1623"/>
                  </a:cubicBezTo>
                  <a:cubicBezTo>
                    <a:pt x="1102" y="1616"/>
                    <a:pt x="1121" y="1617"/>
                    <a:pt x="1124" y="1611"/>
                  </a:cubicBezTo>
                  <a:cubicBezTo>
                    <a:pt x="1128" y="1606"/>
                    <a:pt x="1134" y="1606"/>
                    <a:pt x="1134" y="1598"/>
                  </a:cubicBezTo>
                  <a:cubicBezTo>
                    <a:pt x="1134" y="1591"/>
                    <a:pt x="1123" y="1593"/>
                    <a:pt x="1112" y="1592"/>
                  </a:cubicBezTo>
                  <a:cubicBezTo>
                    <a:pt x="1100" y="1591"/>
                    <a:pt x="1102" y="1580"/>
                    <a:pt x="1108" y="1578"/>
                  </a:cubicBezTo>
                  <a:cubicBezTo>
                    <a:pt x="1115" y="1576"/>
                    <a:pt x="1122" y="1567"/>
                    <a:pt x="1118" y="1564"/>
                  </a:cubicBezTo>
                  <a:cubicBezTo>
                    <a:pt x="1114" y="1561"/>
                    <a:pt x="1118" y="1553"/>
                    <a:pt x="1118" y="1548"/>
                  </a:cubicBezTo>
                  <a:cubicBezTo>
                    <a:pt x="1118" y="1543"/>
                    <a:pt x="1105" y="1536"/>
                    <a:pt x="1091" y="1535"/>
                  </a:cubicBezTo>
                  <a:cubicBezTo>
                    <a:pt x="1077" y="1534"/>
                    <a:pt x="1079" y="1521"/>
                    <a:pt x="1089" y="1520"/>
                  </a:cubicBezTo>
                  <a:cubicBezTo>
                    <a:pt x="1099" y="1519"/>
                    <a:pt x="1112" y="1522"/>
                    <a:pt x="1120" y="1517"/>
                  </a:cubicBezTo>
                  <a:cubicBezTo>
                    <a:pt x="1129" y="1511"/>
                    <a:pt x="1135" y="1510"/>
                    <a:pt x="1144" y="1510"/>
                  </a:cubicBezTo>
                  <a:cubicBezTo>
                    <a:pt x="1152" y="1510"/>
                    <a:pt x="1152" y="1518"/>
                    <a:pt x="1151" y="1521"/>
                  </a:cubicBezTo>
                  <a:cubicBezTo>
                    <a:pt x="1150" y="1524"/>
                    <a:pt x="1144" y="1526"/>
                    <a:pt x="1135" y="1535"/>
                  </a:cubicBezTo>
                  <a:cubicBezTo>
                    <a:pt x="1127" y="1544"/>
                    <a:pt x="1127" y="1559"/>
                    <a:pt x="1132" y="1559"/>
                  </a:cubicBezTo>
                  <a:cubicBezTo>
                    <a:pt x="1137" y="1559"/>
                    <a:pt x="1148" y="1554"/>
                    <a:pt x="1147" y="1547"/>
                  </a:cubicBezTo>
                  <a:cubicBezTo>
                    <a:pt x="1146" y="1539"/>
                    <a:pt x="1168" y="1530"/>
                    <a:pt x="1168" y="1523"/>
                  </a:cubicBezTo>
                  <a:cubicBezTo>
                    <a:pt x="1168" y="1517"/>
                    <a:pt x="1161" y="1503"/>
                    <a:pt x="1160" y="1492"/>
                  </a:cubicBezTo>
                  <a:cubicBezTo>
                    <a:pt x="1159" y="1481"/>
                    <a:pt x="1149" y="1477"/>
                    <a:pt x="1145" y="1490"/>
                  </a:cubicBezTo>
                  <a:cubicBezTo>
                    <a:pt x="1141" y="1503"/>
                    <a:pt x="1132" y="1492"/>
                    <a:pt x="1121" y="1485"/>
                  </a:cubicBezTo>
                  <a:cubicBezTo>
                    <a:pt x="1110" y="1477"/>
                    <a:pt x="1110" y="1468"/>
                    <a:pt x="1122" y="1465"/>
                  </a:cubicBezTo>
                  <a:cubicBezTo>
                    <a:pt x="1134" y="1462"/>
                    <a:pt x="1127" y="1453"/>
                    <a:pt x="1127" y="1444"/>
                  </a:cubicBezTo>
                  <a:cubicBezTo>
                    <a:pt x="1127" y="1434"/>
                    <a:pt x="1116" y="1435"/>
                    <a:pt x="1110" y="1444"/>
                  </a:cubicBezTo>
                  <a:cubicBezTo>
                    <a:pt x="1105" y="1452"/>
                    <a:pt x="1088" y="1420"/>
                    <a:pt x="1082" y="1415"/>
                  </a:cubicBezTo>
                  <a:cubicBezTo>
                    <a:pt x="1077" y="1409"/>
                    <a:pt x="1092" y="1409"/>
                    <a:pt x="1093" y="1401"/>
                  </a:cubicBezTo>
                  <a:cubicBezTo>
                    <a:pt x="1094" y="1392"/>
                    <a:pt x="1099" y="1393"/>
                    <a:pt x="1096" y="1383"/>
                  </a:cubicBezTo>
                  <a:cubicBezTo>
                    <a:pt x="1094" y="1374"/>
                    <a:pt x="1093" y="1367"/>
                    <a:pt x="1079" y="1367"/>
                  </a:cubicBezTo>
                  <a:cubicBezTo>
                    <a:pt x="1065" y="1367"/>
                    <a:pt x="1070" y="1358"/>
                    <a:pt x="1070" y="1347"/>
                  </a:cubicBezTo>
                  <a:cubicBezTo>
                    <a:pt x="1070" y="1336"/>
                    <a:pt x="1055" y="1346"/>
                    <a:pt x="1047" y="1350"/>
                  </a:cubicBezTo>
                  <a:cubicBezTo>
                    <a:pt x="1039" y="1354"/>
                    <a:pt x="1043" y="1357"/>
                    <a:pt x="1021" y="1358"/>
                  </a:cubicBezTo>
                  <a:cubicBezTo>
                    <a:pt x="1000" y="1359"/>
                    <a:pt x="1012" y="1348"/>
                    <a:pt x="1022" y="1346"/>
                  </a:cubicBezTo>
                  <a:cubicBezTo>
                    <a:pt x="1033" y="1344"/>
                    <a:pt x="1033" y="1340"/>
                    <a:pt x="1046" y="1337"/>
                  </a:cubicBezTo>
                  <a:cubicBezTo>
                    <a:pt x="1059" y="1334"/>
                    <a:pt x="1056" y="1325"/>
                    <a:pt x="1048" y="1319"/>
                  </a:cubicBezTo>
                  <a:cubicBezTo>
                    <a:pt x="1041" y="1313"/>
                    <a:pt x="1021" y="1315"/>
                    <a:pt x="1006" y="1311"/>
                  </a:cubicBezTo>
                  <a:cubicBezTo>
                    <a:pt x="991" y="1308"/>
                    <a:pt x="1000" y="1299"/>
                    <a:pt x="1012" y="1299"/>
                  </a:cubicBezTo>
                  <a:cubicBezTo>
                    <a:pt x="1023" y="1299"/>
                    <a:pt x="1042" y="1305"/>
                    <a:pt x="1043" y="1299"/>
                  </a:cubicBezTo>
                  <a:cubicBezTo>
                    <a:pt x="1044" y="1292"/>
                    <a:pt x="1047" y="1287"/>
                    <a:pt x="1028" y="1285"/>
                  </a:cubicBezTo>
                  <a:cubicBezTo>
                    <a:pt x="1008" y="1282"/>
                    <a:pt x="1020" y="1277"/>
                    <a:pt x="1019" y="1268"/>
                  </a:cubicBezTo>
                  <a:cubicBezTo>
                    <a:pt x="1018" y="1260"/>
                    <a:pt x="1009" y="1256"/>
                    <a:pt x="996" y="1256"/>
                  </a:cubicBezTo>
                  <a:cubicBezTo>
                    <a:pt x="984" y="1256"/>
                    <a:pt x="983" y="1243"/>
                    <a:pt x="966" y="1239"/>
                  </a:cubicBezTo>
                  <a:cubicBezTo>
                    <a:pt x="950" y="1236"/>
                    <a:pt x="950" y="1225"/>
                    <a:pt x="943" y="1214"/>
                  </a:cubicBezTo>
                  <a:cubicBezTo>
                    <a:pt x="935" y="1202"/>
                    <a:pt x="928" y="1203"/>
                    <a:pt x="919" y="1201"/>
                  </a:cubicBezTo>
                  <a:cubicBezTo>
                    <a:pt x="910" y="1199"/>
                    <a:pt x="904" y="1194"/>
                    <a:pt x="908" y="1192"/>
                  </a:cubicBezTo>
                  <a:cubicBezTo>
                    <a:pt x="913" y="1190"/>
                    <a:pt x="923" y="1190"/>
                    <a:pt x="936" y="1187"/>
                  </a:cubicBezTo>
                  <a:cubicBezTo>
                    <a:pt x="949" y="1184"/>
                    <a:pt x="940" y="1170"/>
                    <a:pt x="936" y="1159"/>
                  </a:cubicBezTo>
                  <a:cubicBezTo>
                    <a:pt x="933" y="1148"/>
                    <a:pt x="917" y="1152"/>
                    <a:pt x="903" y="1155"/>
                  </a:cubicBezTo>
                  <a:cubicBezTo>
                    <a:pt x="889" y="1157"/>
                    <a:pt x="884" y="1148"/>
                    <a:pt x="884" y="1144"/>
                  </a:cubicBezTo>
                  <a:cubicBezTo>
                    <a:pt x="884" y="1139"/>
                    <a:pt x="874" y="1132"/>
                    <a:pt x="863" y="1138"/>
                  </a:cubicBezTo>
                  <a:cubicBezTo>
                    <a:pt x="852" y="1145"/>
                    <a:pt x="842" y="1141"/>
                    <a:pt x="840" y="1123"/>
                  </a:cubicBezTo>
                  <a:cubicBezTo>
                    <a:pt x="837" y="1106"/>
                    <a:pt x="832" y="1112"/>
                    <a:pt x="816" y="1115"/>
                  </a:cubicBezTo>
                  <a:cubicBezTo>
                    <a:pt x="800" y="1118"/>
                    <a:pt x="777" y="1118"/>
                    <a:pt x="777" y="1110"/>
                  </a:cubicBezTo>
                  <a:cubicBezTo>
                    <a:pt x="777" y="1103"/>
                    <a:pt x="770" y="1093"/>
                    <a:pt x="755" y="1091"/>
                  </a:cubicBezTo>
                  <a:cubicBezTo>
                    <a:pt x="740" y="1089"/>
                    <a:pt x="706" y="1091"/>
                    <a:pt x="704" y="1084"/>
                  </a:cubicBezTo>
                  <a:cubicBezTo>
                    <a:pt x="702" y="1076"/>
                    <a:pt x="687" y="1080"/>
                    <a:pt x="670" y="1082"/>
                  </a:cubicBezTo>
                  <a:cubicBezTo>
                    <a:pt x="652" y="1085"/>
                    <a:pt x="644" y="1069"/>
                    <a:pt x="631" y="1069"/>
                  </a:cubicBezTo>
                  <a:cubicBezTo>
                    <a:pt x="618" y="1069"/>
                    <a:pt x="604" y="1078"/>
                    <a:pt x="601" y="1086"/>
                  </a:cubicBezTo>
                  <a:cubicBezTo>
                    <a:pt x="598" y="1093"/>
                    <a:pt x="584" y="1096"/>
                    <a:pt x="579" y="1096"/>
                  </a:cubicBezTo>
                  <a:cubicBezTo>
                    <a:pt x="575" y="1096"/>
                    <a:pt x="563" y="1094"/>
                    <a:pt x="563" y="1088"/>
                  </a:cubicBezTo>
                  <a:cubicBezTo>
                    <a:pt x="563" y="1081"/>
                    <a:pt x="561" y="1079"/>
                    <a:pt x="554" y="1078"/>
                  </a:cubicBezTo>
                  <a:cubicBezTo>
                    <a:pt x="546" y="1077"/>
                    <a:pt x="544" y="1084"/>
                    <a:pt x="542" y="1092"/>
                  </a:cubicBezTo>
                  <a:cubicBezTo>
                    <a:pt x="540" y="1101"/>
                    <a:pt x="507" y="1096"/>
                    <a:pt x="500" y="1096"/>
                  </a:cubicBezTo>
                  <a:cubicBezTo>
                    <a:pt x="492" y="1096"/>
                    <a:pt x="491" y="1100"/>
                    <a:pt x="490" y="1107"/>
                  </a:cubicBezTo>
                  <a:cubicBezTo>
                    <a:pt x="489" y="1115"/>
                    <a:pt x="476" y="1112"/>
                    <a:pt x="471" y="1108"/>
                  </a:cubicBezTo>
                  <a:cubicBezTo>
                    <a:pt x="465" y="1105"/>
                    <a:pt x="463" y="1094"/>
                    <a:pt x="468" y="1085"/>
                  </a:cubicBezTo>
                  <a:cubicBezTo>
                    <a:pt x="472" y="1075"/>
                    <a:pt x="458" y="1081"/>
                    <a:pt x="445" y="1081"/>
                  </a:cubicBezTo>
                  <a:cubicBezTo>
                    <a:pt x="432" y="1081"/>
                    <a:pt x="430" y="1088"/>
                    <a:pt x="430" y="1096"/>
                  </a:cubicBezTo>
                  <a:cubicBezTo>
                    <a:pt x="430" y="1105"/>
                    <a:pt x="422" y="1099"/>
                    <a:pt x="413" y="1099"/>
                  </a:cubicBezTo>
                  <a:cubicBezTo>
                    <a:pt x="403" y="1099"/>
                    <a:pt x="401" y="1091"/>
                    <a:pt x="393" y="1082"/>
                  </a:cubicBezTo>
                  <a:cubicBezTo>
                    <a:pt x="386" y="1074"/>
                    <a:pt x="379" y="1082"/>
                    <a:pt x="374" y="1090"/>
                  </a:cubicBezTo>
                  <a:cubicBezTo>
                    <a:pt x="369" y="1098"/>
                    <a:pt x="386" y="1103"/>
                    <a:pt x="393" y="1106"/>
                  </a:cubicBezTo>
                  <a:cubicBezTo>
                    <a:pt x="401" y="1109"/>
                    <a:pt x="406" y="1115"/>
                    <a:pt x="407" y="1121"/>
                  </a:cubicBezTo>
                  <a:cubicBezTo>
                    <a:pt x="408" y="1128"/>
                    <a:pt x="386" y="1116"/>
                    <a:pt x="370" y="1116"/>
                  </a:cubicBezTo>
                  <a:cubicBezTo>
                    <a:pt x="354" y="1116"/>
                    <a:pt x="341" y="1115"/>
                    <a:pt x="332" y="1110"/>
                  </a:cubicBezTo>
                  <a:cubicBezTo>
                    <a:pt x="324" y="1106"/>
                    <a:pt x="305" y="1100"/>
                    <a:pt x="297" y="1098"/>
                  </a:cubicBezTo>
                  <a:cubicBezTo>
                    <a:pt x="288" y="1095"/>
                    <a:pt x="270" y="1088"/>
                    <a:pt x="259" y="1080"/>
                  </a:cubicBezTo>
                  <a:cubicBezTo>
                    <a:pt x="248" y="1073"/>
                    <a:pt x="233" y="1073"/>
                    <a:pt x="226" y="1066"/>
                  </a:cubicBezTo>
                  <a:cubicBezTo>
                    <a:pt x="218" y="1060"/>
                    <a:pt x="233" y="1053"/>
                    <a:pt x="245" y="1050"/>
                  </a:cubicBezTo>
                  <a:cubicBezTo>
                    <a:pt x="257" y="1047"/>
                    <a:pt x="259" y="1044"/>
                    <a:pt x="271" y="1038"/>
                  </a:cubicBezTo>
                  <a:cubicBezTo>
                    <a:pt x="283" y="1033"/>
                    <a:pt x="293" y="1037"/>
                    <a:pt x="305" y="1035"/>
                  </a:cubicBezTo>
                  <a:cubicBezTo>
                    <a:pt x="317" y="1033"/>
                    <a:pt x="325" y="1023"/>
                    <a:pt x="318" y="1022"/>
                  </a:cubicBezTo>
                  <a:cubicBezTo>
                    <a:pt x="312" y="1021"/>
                    <a:pt x="296" y="1023"/>
                    <a:pt x="291" y="1027"/>
                  </a:cubicBezTo>
                  <a:cubicBezTo>
                    <a:pt x="287" y="1030"/>
                    <a:pt x="275" y="1028"/>
                    <a:pt x="269" y="1028"/>
                  </a:cubicBezTo>
                  <a:cubicBezTo>
                    <a:pt x="262" y="1028"/>
                    <a:pt x="252" y="1027"/>
                    <a:pt x="244" y="1027"/>
                  </a:cubicBezTo>
                  <a:cubicBezTo>
                    <a:pt x="236" y="1027"/>
                    <a:pt x="221" y="1020"/>
                    <a:pt x="215" y="1020"/>
                  </a:cubicBezTo>
                  <a:cubicBezTo>
                    <a:pt x="209" y="1020"/>
                    <a:pt x="201" y="1020"/>
                    <a:pt x="198" y="1014"/>
                  </a:cubicBezTo>
                  <a:cubicBezTo>
                    <a:pt x="195" y="1007"/>
                    <a:pt x="187" y="1001"/>
                    <a:pt x="184" y="1002"/>
                  </a:cubicBezTo>
                  <a:cubicBezTo>
                    <a:pt x="181" y="1003"/>
                    <a:pt x="172" y="1008"/>
                    <a:pt x="167" y="1010"/>
                  </a:cubicBezTo>
                  <a:cubicBezTo>
                    <a:pt x="161" y="1013"/>
                    <a:pt x="150" y="1015"/>
                    <a:pt x="143" y="1006"/>
                  </a:cubicBezTo>
                  <a:cubicBezTo>
                    <a:pt x="135" y="998"/>
                    <a:pt x="133" y="993"/>
                    <a:pt x="117" y="988"/>
                  </a:cubicBezTo>
                  <a:cubicBezTo>
                    <a:pt x="101" y="983"/>
                    <a:pt x="104" y="980"/>
                    <a:pt x="111" y="972"/>
                  </a:cubicBezTo>
                  <a:cubicBezTo>
                    <a:pt x="117" y="963"/>
                    <a:pt x="127" y="964"/>
                    <a:pt x="134" y="957"/>
                  </a:cubicBezTo>
                  <a:cubicBezTo>
                    <a:pt x="142" y="949"/>
                    <a:pt x="120" y="951"/>
                    <a:pt x="157" y="951"/>
                  </a:cubicBezTo>
                  <a:cubicBezTo>
                    <a:pt x="193" y="951"/>
                    <a:pt x="170" y="947"/>
                    <a:pt x="184" y="944"/>
                  </a:cubicBezTo>
                  <a:cubicBezTo>
                    <a:pt x="198" y="941"/>
                    <a:pt x="188" y="949"/>
                    <a:pt x="206" y="952"/>
                  </a:cubicBezTo>
                  <a:cubicBezTo>
                    <a:pt x="225" y="956"/>
                    <a:pt x="252" y="948"/>
                    <a:pt x="255" y="945"/>
                  </a:cubicBezTo>
                  <a:cubicBezTo>
                    <a:pt x="258" y="942"/>
                    <a:pt x="261" y="935"/>
                    <a:pt x="272" y="934"/>
                  </a:cubicBezTo>
                  <a:cubicBezTo>
                    <a:pt x="283" y="933"/>
                    <a:pt x="285" y="932"/>
                    <a:pt x="287" y="929"/>
                  </a:cubicBezTo>
                  <a:cubicBezTo>
                    <a:pt x="289" y="926"/>
                    <a:pt x="340" y="929"/>
                    <a:pt x="353" y="929"/>
                  </a:cubicBezTo>
                  <a:cubicBezTo>
                    <a:pt x="365" y="929"/>
                    <a:pt x="387" y="924"/>
                    <a:pt x="400" y="931"/>
                  </a:cubicBezTo>
                  <a:cubicBezTo>
                    <a:pt x="413" y="937"/>
                    <a:pt x="416" y="929"/>
                    <a:pt x="415" y="924"/>
                  </a:cubicBezTo>
                  <a:cubicBezTo>
                    <a:pt x="414" y="920"/>
                    <a:pt x="419" y="918"/>
                    <a:pt x="430" y="918"/>
                  </a:cubicBezTo>
                  <a:cubicBezTo>
                    <a:pt x="441" y="918"/>
                    <a:pt x="442" y="914"/>
                    <a:pt x="441" y="907"/>
                  </a:cubicBezTo>
                  <a:cubicBezTo>
                    <a:pt x="440" y="901"/>
                    <a:pt x="430" y="900"/>
                    <a:pt x="424" y="899"/>
                  </a:cubicBezTo>
                  <a:cubicBezTo>
                    <a:pt x="417" y="898"/>
                    <a:pt x="413" y="892"/>
                    <a:pt x="402" y="892"/>
                  </a:cubicBezTo>
                  <a:cubicBezTo>
                    <a:pt x="391" y="892"/>
                    <a:pt x="383" y="895"/>
                    <a:pt x="382" y="902"/>
                  </a:cubicBezTo>
                  <a:cubicBezTo>
                    <a:pt x="381" y="908"/>
                    <a:pt x="357" y="903"/>
                    <a:pt x="353" y="909"/>
                  </a:cubicBezTo>
                  <a:cubicBezTo>
                    <a:pt x="348" y="916"/>
                    <a:pt x="341" y="915"/>
                    <a:pt x="331" y="916"/>
                  </a:cubicBezTo>
                  <a:cubicBezTo>
                    <a:pt x="321" y="917"/>
                    <a:pt x="303" y="917"/>
                    <a:pt x="292" y="910"/>
                  </a:cubicBezTo>
                  <a:cubicBezTo>
                    <a:pt x="282" y="904"/>
                    <a:pt x="278" y="907"/>
                    <a:pt x="279" y="914"/>
                  </a:cubicBezTo>
                  <a:cubicBezTo>
                    <a:pt x="281" y="920"/>
                    <a:pt x="271" y="918"/>
                    <a:pt x="259" y="918"/>
                  </a:cubicBezTo>
                  <a:cubicBezTo>
                    <a:pt x="247" y="918"/>
                    <a:pt x="242" y="918"/>
                    <a:pt x="233" y="922"/>
                  </a:cubicBezTo>
                  <a:cubicBezTo>
                    <a:pt x="225" y="927"/>
                    <a:pt x="218" y="928"/>
                    <a:pt x="207" y="919"/>
                  </a:cubicBezTo>
                  <a:cubicBezTo>
                    <a:pt x="197" y="910"/>
                    <a:pt x="187" y="906"/>
                    <a:pt x="185" y="903"/>
                  </a:cubicBezTo>
                  <a:cubicBezTo>
                    <a:pt x="183" y="900"/>
                    <a:pt x="182" y="893"/>
                    <a:pt x="171" y="892"/>
                  </a:cubicBezTo>
                  <a:cubicBezTo>
                    <a:pt x="160" y="891"/>
                    <a:pt x="158" y="884"/>
                    <a:pt x="157" y="877"/>
                  </a:cubicBezTo>
                  <a:cubicBezTo>
                    <a:pt x="156" y="871"/>
                    <a:pt x="145" y="875"/>
                    <a:pt x="135" y="875"/>
                  </a:cubicBezTo>
                  <a:cubicBezTo>
                    <a:pt x="126" y="875"/>
                    <a:pt x="126" y="880"/>
                    <a:pt x="118" y="881"/>
                  </a:cubicBezTo>
                  <a:cubicBezTo>
                    <a:pt x="111" y="883"/>
                    <a:pt x="103" y="870"/>
                    <a:pt x="100" y="865"/>
                  </a:cubicBezTo>
                  <a:cubicBezTo>
                    <a:pt x="97" y="861"/>
                    <a:pt x="88" y="860"/>
                    <a:pt x="75" y="859"/>
                  </a:cubicBezTo>
                  <a:cubicBezTo>
                    <a:pt x="62" y="858"/>
                    <a:pt x="61" y="855"/>
                    <a:pt x="57" y="847"/>
                  </a:cubicBezTo>
                  <a:cubicBezTo>
                    <a:pt x="53" y="840"/>
                    <a:pt x="45" y="845"/>
                    <a:pt x="40" y="845"/>
                  </a:cubicBezTo>
                  <a:cubicBezTo>
                    <a:pt x="34" y="845"/>
                    <a:pt x="45" y="856"/>
                    <a:pt x="49" y="860"/>
                  </a:cubicBezTo>
                  <a:cubicBezTo>
                    <a:pt x="54" y="864"/>
                    <a:pt x="49" y="866"/>
                    <a:pt x="42" y="866"/>
                  </a:cubicBezTo>
                  <a:cubicBezTo>
                    <a:pt x="34" y="866"/>
                    <a:pt x="32" y="848"/>
                    <a:pt x="32" y="845"/>
                  </a:cubicBezTo>
                  <a:cubicBezTo>
                    <a:pt x="32" y="842"/>
                    <a:pt x="30" y="834"/>
                    <a:pt x="15" y="829"/>
                  </a:cubicBezTo>
                  <a:cubicBezTo>
                    <a:pt x="0" y="823"/>
                    <a:pt x="9" y="816"/>
                    <a:pt x="14" y="809"/>
                  </a:cubicBezTo>
                  <a:cubicBezTo>
                    <a:pt x="19" y="803"/>
                    <a:pt x="18" y="799"/>
                    <a:pt x="18" y="792"/>
                  </a:cubicBezTo>
                  <a:cubicBezTo>
                    <a:pt x="18" y="786"/>
                    <a:pt x="19" y="779"/>
                    <a:pt x="33" y="777"/>
                  </a:cubicBezTo>
                  <a:cubicBezTo>
                    <a:pt x="47" y="775"/>
                    <a:pt x="53" y="761"/>
                    <a:pt x="59" y="757"/>
                  </a:cubicBezTo>
                  <a:cubicBezTo>
                    <a:pt x="66" y="752"/>
                    <a:pt x="77" y="746"/>
                    <a:pt x="86" y="754"/>
                  </a:cubicBezTo>
                  <a:cubicBezTo>
                    <a:pt x="95" y="761"/>
                    <a:pt x="98" y="749"/>
                    <a:pt x="107" y="746"/>
                  </a:cubicBezTo>
                  <a:cubicBezTo>
                    <a:pt x="117" y="743"/>
                    <a:pt x="120" y="758"/>
                    <a:pt x="133" y="755"/>
                  </a:cubicBezTo>
                  <a:cubicBezTo>
                    <a:pt x="146" y="751"/>
                    <a:pt x="152" y="747"/>
                    <a:pt x="166" y="743"/>
                  </a:cubicBezTo>
                  <a:cubicBezTo>
                    <a:pt x="179" y="738"/>
                    <a:pt x="192" y="737"/>
                    <a:pt x="195" y="734"/>
                  </a:cubicBezTo>
                  <a:cubicBezTo>
                    <a:pt x="197" y="731"/>
                    <a:pt x="215" y="729"/>
                    <a:pt x="236" y="729"/>
                  </a:cubicBezTo>
                  <a:cubicBezTo>
                    <a:pt x="258" y="729"/>
                    <a:pt x="256" y="716"/>
                    <a:pt x="257" y="708"/>
                  </a:cubicBezTo>
                  <a:cubicBezTo>
                    <a:pt x="258" y="701"/>
                    <a:pt x="279" y="708"/>
                    <a:pt x="283" y="701"/>
                  </a:cubicBezTo>
                  <a:cubicBezTo>
                    <a:pt x="286" y="693"/>
                    <a:pt x="311" y="695"/>
                    <a:pt x="326" y="698"/>
                  </a:cubicBezTo>
                  <a:cubicBezTo>
                    <a:pt x="341" y="700"/>
                    <a:pt x="342" y="695"/>
                    <a:pt x="348" y="690"/>
                  </a:cubicBezTo>
                  <a:cubicBezTo>
                    <a:pt x="355" y="685"/>
                    <a:pt x="393" y="687"/>
                    <a:pt x="411" y="683"/>
                  </a:cubicBezTo>
                  <a:cubicBezTo>
                    <a:pt x="428" y="678"/>
                    <a:pt x="432" y="685"/>
                    <a:pt x="454" y="685"/>
                  </a:cubicBezTo>
                  <a:cubicBezTo>
                    <a:pt x="475" y="685"/>
                    <a:pt x="477" y="676"/>
                    <a:pt x="484" y="665"/>
                  </a:cubicBezTo>
                  <a:cubicBezTo>
                    <a:pt x="490" y="655"/>
                    <a:pt x="510" y="644"/>
                    <a:pt x="522" y="637"/>
                  </a:cubicBezTo>
                  <a:cubicBezTo>
                    <a:pt x="535" y="631"/>
                    <a:pt x="527" y="620"/>
                    <a:pt x="520" y="614"/>
                  </a:cubicBezTo>
                  <a:cubicBezTo>
                    <a:pt x="514" y="607"/>
                    <a:pt x="520" y="590"/>
                    <a:pt x="518" y="577"/>
                  </a:cubicBezTo>
                  <a:cubicBezTo>
                    <a:pt x="516" y="564"/>
                    <a:pt x="525" y="562"/>
                    <a:pt x="544" y="556"/>
                  </a:cubicBezTo>
                  <a:cubicBezTo>
                    <a:pt x="563" y="549"/>
                    <a:pt x="565" y="545"/>
                    <a:pt x="565" y="536"/>
                  </a:cubicBezTo>
                  <a:cubicBezTo>
                    <a:pt x="565" y="528"/>
                    <a:pt x="516" y="551"/>
                    <a:pt x="497" y="554"/>
                  </a:cubicBezTo>
                  <a:cubicBezTo>
                    <a:pt x="477" y="556"/>
                    <a:pt x="475" y="554"/>
                    <a:pt x="473" y="562"/>
                  </a:cubicBezTo>
                  <a:cubicBezTo>
                    <a:pt x="471" y="571"/>
                    <a:pt x="447" y="560"/>
                    <a:pt x="443" y="551"/>
                  </a:cubicBezTo>
                  <a:cubicBezTo>
                    <a:pt x="439" y="543"/>
                    <a:pt x="426" y="547"/>
                    <a:pt x="415" y="556"/>
                  </a:cubicBezTo>
                  <a:cubicBezTo>
                    <a:pt x="404" y="564"/>
                    <a:pt x="404" y="556"/>
                    <a:pt x="374" y="541"/>
                  </a:cubicBezTo>
                  <a:cubicBezTo>
                    <a:pt x="344" y="526"/>
                    <a:pt x="350" y="506"/>
                    <a:pt x="376" y="504"/>
                  </a:cubicBezTo>
                  <a:cubicBezTo>
                    <a:pt x="402" y="502"/>
                    <a:pt x="398" y="483"/>
                    <a:pt x="408" y="478"/>
                  </a:cubicBezTo>
                  <a:cubicBezTo>
                    <a:pt x="419" y="474"/>
                    <a:pt x="479" y="455"/>
                    <a:pt x="479" y="455"/>
                  </a:cubicBezTo>
                  <a:cubicBezTo>
                    <a:pt x="504" y="441"/>
                    <a:pt x="519" y="431"/>
                    <a:pt x="528" y="418"/>
                  </a:cubicBezTo>
                  <a:close/>
                  <a:moveTo>
                    <a:pt x="3144" y="1487"/>
                  </a:moveTo>
                  <a:cubicBezTo>
                    <a:pt x="3144" y="1487"/>
                    <a:pt x="3124" y="1482"/>
                    <a:pt x="3106" y="1490"/>
                  </a:cubicBezTo>
                  <a:cubicBezTo>
                    <a:pt x="3088" y="1497"/>
                    <a:pt x="3043" y="1490"/>
                    <a:pt x="3059" y="1509"/>
                  </a:cubicBezTo>
                  <a:cubicBezTo>
                    <a:pt x="3075" y="1528"/>
                    <a:pt x="3091" y="1541"/>
                    <a:pt x="3105" y="1548"/>
                  </a:cubicBezTo>
                  <a:cubicBezTo>
                    <a:pt x="3119" y="1556"/>
                    <a:pt x="3143" y="1567"/>
                    <a:pt x="3159" y="1575"/>
                  </a:cubicBezTo>
                  <a:cubicBezTo>
                    <a:pt x="3175" y="1584"/>
                    <a:pt x="3192" y="1593"/>
                    <a:pt x="3211" y="1599"/>
                  </a:cubicBezTo>
                  <a:cubicBezTo>
                    <a:pt x="3229" y="1604"/>
                    <a:pt x="3240" y="1594"/>
                    <a:pt x="3224" y="1586"/>
                  </a:cubicBezTo>
                  <a:cubicBezTo>
                    <a:pt x="3208" y="1577"/>
                    <a:pt x="3190" y="1567"/>
                    <a:pt x="3209" y="1568"/>
                  </a:cubicBezTo>
                  <a:cubicBezTo>
                    <a:pt x="3229" y="1569"/>
                    <a:pt x="3249" y="1560"/>
                    <a:pt x="3230" y="1553"/>
                  </a:cubicBezTo>
                  <a:cubicBezTo>
                    <a:pt x="3211" y="1545"/>
                    <a:pt x="3181" y="1539"/>
                    <a:pt x="3195" y="1534"/>
                  </a:cubicBezTo>
                  <a:cubicBezTo>
                    <a:pt x="3208" y="1530"/>
                    <a:pt x="3229" y="1538"/>
                    <a:pt x="3231" y="1530"/>
                  </a:cubicBezTo>
                  <a:cubicBezTo>
                    <a:pt x="3233" y="1523"/>
                    <a:pt x="3256" y="1500"/>
                    <a:pt x="3235" y="1498"/>
                  </a:cubicBezTo>
                  <a:cubicBezTo>
                    <a:pt x="3214" y="1496"/>
                    <a:pt x="3206" y="1495"/>
                    <a:pt x="3193" y="1491"/>
                  </a:cubicBezTo>
                  <a:cubicBezTo>
                    <a:pt x="3181" y="1486"/>
                    <a:pt x="3170" y="1489"/>
                    <a:pt x="3144" y="1487"/>
                  </a:cubicBezTo>
                  <a:close/>
                  <a:moveTo>
                    <a:pt x="3074" y="1439"/>
                  </a:moveTo>
                  <a:cubicBezTo>
                    <a:pt x="3074" y="1439"/>
                    <a:pt x="3050" y="1440"/>
                    <a:pt x="3046" y="1450"/>
                  </a:cubicBezTo>
                  <a:cubicBezTo>
                    <a:pt x="3042" y="1460"/>
                    <a:pt x="3035" y="1473"/>
                    <a:pt x="3052" y="1473"/>
                  </a:cubicBezTo>
                  <a:cubicBezTo>
                    <a:pt x="3070" y="1473"/>
                    <a:pt x="3089" y="1453"/>
                    <a:pt x="3106" y="1463"/>
                  </a:cubicBezTo>
                  <a:cubicBezTo>
                    <a:pt x="3123" y="1473"/>
                    <a:pt x="3141" y="1476"/>
                    <a:pt x="3141" y="1468"/>
                  </a:cubicBezTo>
                  <a:cubicBezTo>
                    <a:pt x="3141" y="1461"/>
                    <a:pt x="3131" y="1451"/>
                    <a:pt x="3117" y="1450"/>
                  </a:cubicBezTo>
                  <a:cubicBezTo>
                    <a:pt x="3102" y="1449"/>
                    <a:pt x="3094" y="1440"/>
                    <a:pt x="3074" y="1439"/>
                  </a:cubicBezTo>
                  <a:close/>
                  <a:moveTo>
                    <a:pt x="3465" y="1200"/>
                  </a:moveTo>
                  <a:cubicBezTo>
                    <a:pt x="3465" y="1200"/>
                    <a:pt x="3428" y="1193"/>
                    <a:pt x="3428" y="1202"/>
                  </a:cubicBezTo>
                  <a:cubicBezTo>
                    <a:pt x="3428" y="1212"/>
                    <a:pt x="3440" y="1216"/>
                    <a:pt x="3435" y="1222"/>
                  </a:cubicBezTo>
                  <a:cubicBezTo>
                    <a:pt x="3430" y="1227"/>
                    <a:pt x="3428" y="1245"/>
                    <a:pt x="3435" y="1245"/>
                  </a:cubicBezTo>
                  <a:cubicBezTo>
                    <a:pt x="3441" y="1245"/>
                    <a:pt x="3478" y="1245"/>
                    <a:pt x="3484" y="1246"/>
                  </a:cubicBezTo>
                  <a:cubicBezTo>
                    <a:pt x="3490" y="1247"/>
                    <a:pt x="3505" y="1247"/>
                    <a:pt x="3512" y="1252"/>
                  </a:cubicBezTo>
                  <a:cubicBezTo>
                    <a:pt x="3518" y="1258"/>
                    <a:pt x="3525" y="1258"/>
                    <a:pt x="3529" y="1248"/>
                  </a:cubicBezTo>
                  <a:cubicBezTo>
                    <a:pt x="3533" y="1239"/>
                    <a:pt x="3530" y="1225"/>
                    <a:pt x="3522" y="1225"/>
                  </a:cubicBezTo>
                  <a:cubicBezTo>
                    <a:pt x="3515" y="1225"/>
                    <a:pt x="3511" y="1240"/>
                    <a:pt x="3500" y="1231"/>
                  </a:cubicBezTo>
                  <a:cubicBezTo>
                    <a:pt x="3489" y="1223"/>
                    <a:pt x="3484" y="1215"/>
                    <a:pt x="3495" y="1213"/>
                  </a:cubicBezTo>
                  <a:cubicBezTo>
                    <a:pt x="3505" y="1211"/>
                    <a:pt x="3512" y="1203"/>
                    <a:pt x="3505" y="1198"/>
                  </a:cubicBezTo>
                  <a:cubicBezTo>
                    <a:pt x="3499" y="1193"/>
                    <a:pt x="3483" y="1189"/>
                    <a:pt x="3483" y="1200"/>
                  </a:cubicBezTo>
                  <a:cubicBezTo>
                    <a:pt x="3483" y="1211"/>
                    <a:pt x="3472" y="1205"/>
                    <a:pt x="3465" y="1200"/>
                  </a:cubicBezTo>
                  <a:close/>
                  <a:moveTo>
                    <a:pt x="1239" y="1696"/>
                  </a:moveTo>
                  <a:cubicBezTo>
                    <a:pt x="1239" y="1696"/>
                    <a:pt x="1235" y="1704"/>
                    <a:pt x="1228" y="1704"/>
                  </a:cubicBezTo>
                  <a:cubicBezTo>
                    <a:pt x="1220" y="1704"/>
                    <a:pt x="1221" y="1715"/>
                    <a:pt x="1226" y="1718"/>
                  </a:cubicBezTo>
                  <a:cubicBezTo>
                    <a:pt x="1232" y="1721"/>
                    <a:pt x="1235" y="1731"/>
                    <a:pt x="1243" y="1728"/>
                  </a:cubicBezTo>
                  <a:cubicBezTo>
                    <a:pt x="1250" y="1726"/>
                    <a:pt x="1256" y="1725"/>
                    <a:pt x="1256" y="1715"/>
                  </a:cubicBezTo>
                  <a:cubicBezTo>
                    <a:pt x="1256" y="1705"/>
                    <a:pt x="1242" y="1684"/>
                    <a:pt x="1239" y="1696"/>
                  </a:cubicBezTo>
                  <a:close/>
                  <a:moveTo>
                    <a:pt x="1153" y="1786"/>
                  </a:moveTo>
                  <a:cubicBezTo>
                    <a:pt x="1153" y="1786"/>
                    <a:pt x="1137" y="1801"/>
                    <a:pt x="1148" y="1804"/>
                  </a:cubicBezTo>
                  <a:cubicBezTo>
                    <a:pt x="1159" y="1806"/>
                    <a:pt x="1169" y="1805"/>
                    <a:pt x="1168" y="1797"/>
                  </a:cubicBezTo>
                  <a:cubicBezTo>
                    <a:pt x="1167" y="1788"/>
                    <a:pt x="1158" y="1777"/>
                    <a:pt x="1153" y="1786"/>
                  </a:cubicBezTo>
                  <a:close/>
                  <a:moveTo>
                    <a:pt x="1210" y="1812"/>
                  </a:moveTo>
                  <a:cubicBezTo>
                    <a:pt x="1210" y="1812"/>
                    <a:pt x="1187" y="1805"/>
                    <a:pt x="1177" y="1814"/>
                  </a:cubicBezTo>
                  <a:cubicBezTo>
                    <a:pt x="1166" y="1823"/>
                    <a:pt x="1151" y="1823"/>
                    <a:pt x="1162" y="1834"/>
                  </a:cubicBezTo>
                  <a:cubicBezTo>
                    <a:pt x="1174" y="1845"/>
                    <a:pt x="1180" y="1849"/>
                    <a:pt x="1166" y="1853"/>
                  </a:cubicBezTo>
                  <a:cubicBezTo>
                    <a:pt x="1153" y="1858"/>
                    <a:pt x="1148" y="1865"/>
                    <a:pt x="1159" y="1871"/>
                  </a:cubicBezTo>
                  <a:cubicBezTo>
                    <a:pt x="1171" y="1876"/>
                    <a:pt x="1159" y="1895"/>
                    <a:pt x="1173" y="1893"/>
                  </a:cubicBezTo>
                  <a:cubicBezTo>
                    <a:pt x="1188" y="1892"/>
                    <a:pt x="1209" y="1885"/>
                    <a:pt x="1219" y="1893"/>
                  </a:cubicBezTo>
                  <a:cubicBezTo>
                    <a:pt x="1229" y="1900"/>
                    <a:pt x="1228" y="1910"/>
                    <a:pt x="1216" y="1914"/>
                  </a:cubicBezTo>
                  <a:cubicBezTo>
                    <a:pt x="1203" y="1918"/>
                    <a:pt x="1208" y="1934"/>
                    <a:pt x="1231" y="1934"/>
                  </a:cubicBezTo>
                  <a:cubicBezTo>
                    <a:pt x="1254" y="1934"/>
                    <a:pt x="1257" y="1919"/>
                    <a:pt x="1271" y="1922"/>
                  </a:cubicBezTo>
                  <a:cubicBezTo>
                    <a:pt x="1284" y="1924"/>
                    <a:pt x="1293" y="1913"/>
                    <a:pt x="1302" y="1913"/>
                  </a:cubicBezTo>
                  <a:cubicBezTo>
                    <a:pt x="1312" y="1913"/>
                    <a:pt x="1336" y="1907"/>
                    <a:pt x="1341" y="1897"/>
                  </a:cubicBezTo>
                  <a:cubicBezTo>
                    <a:pt x="1347" y="1887"/>
                    <a:pt x="1343" y="1869"/>
                    <a:pt x="1336" y="1866"/>
                  </a:cubicBezTo>
                  <a:cubicBezTo>
                    <a:pt x="1329" y="1863"/>
                    <a:pt x="1303" y="1856"/>
                    <a:pt x="1290" y="1844"/>
                  </a:cubicBezTo>
                  <a:cubicBezTo>
                    <a:pt x="1276" y="1832"/>
                    <a:pt x="1250" y="1818"/>
                    <a:pt x="1240" y="1816"/>
                  </a:cubicBezTo>
                  <a:cubicBezTo>
                    <a:pt x="1230" y="1815"/>
                    <a:pt x="1231" y="1816"/>
                    <a:pt x="1210" y="1812"/>
                  </a:cubicBezTo>
                  <a:close/>
                  <a:moveTo>
                    <a:pt x="3405" y="720"/>
                  </a:moveTo>
                  <a:cubicBezTo>
                    <a:pt x="3405" y="720"/>
                    <a:pt x="3391" y="725"/>
                    <a:pt x="3389" y="728"/>
                  </a:cubicBezTo>
                  <a:cubicBezTo>
                    <a:pt x="3386" y="732"/>
                    <a:pt x="3376" y="729"/>
                    <a:pt x="3378" y="737"/>
                  </a:cubicBezTo>
                  <a:cubicBezTo>
                    <a:pt x="3381" y="745"/>
                    <a:pt x="3386" y="740"/>
                    <a:pt x="3391" y="746"/>
                  </a:cubicBezTo>
                  <a:cubicBezTo>
                    <a:pt x="3396" y="752"/>
                    <a:pt x="3406" y="749"/>
                    <a:pt x="3409" y="745"/>
                  </a:cubicBezTo>
                  <a:cubicBezTo>
                    <a:pt x="3412" y="742"/>
                    <a:pt x="3418" y="745"/>
                    <a:pt x="3419" y="734"/>
                  </a:cubicBezTo>
                  <a:cubicBezTo>
                    <a:pt x="3419" y="723"/>
                    <a:pt x="3414" y="712"/>
                    <a:pt x="3405" y="720"/>
                  </a:cubicBezTo>
                  <a:close/>
                  <a:moveTo>
                    <a:pt x="3380" y="791"/>
                  </a:moveTo>
                  <a:cubicBezTo>
                    <a:pt x="3380" y="791"/>
                    <a:pt x="3376" y="797"/>
                    <a:pt x="3383" y="801"/>
                  </a:cubicBezTo>
                  <a:cubicBezTo>
                    <a:pt x="3391" y="805"/>
                    <a:pt x="3384" y="811"/>
                    <a:pt x="3390" y="812"/>
                  </a:cubicBezTo>
                  <a:cubicBezTo>
                    <a:pt x="3396" y="813"/>
                    <a:pt x="3401" y="812"/>
                    <a:pt x="3397" y="804"/>
                  </a:cubicBezTo>
                  <a:cubicBezTo>
                    <a:pt x="3392" y="797"/>
                    <a:pt x="3386" y="785"/>
                    <a:pt x="3380" y="791"/>
                  </a:cubicBezTo>
                  <a:close/>
                  <a:moveTo>
                    <a:pt x="3416" y="788"/>
                  </a:moveTo>
                  <a:cubicBezTo>
                    <a:pt x="3414" y="789"/>
                    <a:pt x="3411" y="795"/>
                    <a:pt x="3405" y="796"/>
                  </a:cubicBezTo>
                  <a:cubicBezTo>
                    <a:pt x="3400" y="797"/>
                    <a:pt x="3404" y="801"/>
                    <a:pt x="3408" y="803"/>
                  </a:cubicBezTo>
                  <a:cubicBezTo>
                    <a:pt x="3412" y="804"/>
                    <a:pt x="3412" y="816"/>
                    <a:pt x="3419" y="817"/>
                  </a:cubicBezTo>
                  <a:cubicBezTo>
                    <a:pt x="3427" y="817"/>
                    <a:pt x="3425" y="810"/>
                    <a:pt x="3430" y="810"/>
                  </a:cubicBezTo>
                  <a:cubicBezTo>
                    <a:pt x="3436" y="810"/>
                    <a:pt x="3438" y="802"/>
                    <a:pt x="3431" y="802"/>
                  </a:cubicBezTo>
                  <a:cubicBezTo>
                    <a:pt x="3423" y="801"/>
                    <a:pt x="3423" y="803"/>
                    <a:pt x="3422" y="797"/>
                  </a:cubicBezTo>
                  <a:cubicBezTo>
                    <a:pt x="3421" y="790"/>
                    <a:pt x="3421" y="786"/>
                    <a:pt x="3416" y="788"/>
                  </a:cubicBezTo>
                  <a:close/>
                  <a:moveTo>
                    <a:pt x="3428" y="821"/>
                  </a:moveTo>
                  <a:cubicBezTo>
                    <a:pt x="3428" y="821"/>
                    <a:pt x="3428" y="831"/>
                    <a:pt x="3423" y="833"/>
                  </a:cubicBezTo>
                  <a:cubicBezTo>
                    <a:pt x="3419" y="836"/>
                    <a:pt x="3416" y="839"/>
                    <a:pt x="3419" y="841"/>
                  </a:cubicBezTo>
                  <a:cubicBezTo>
                    <a:pt x="3421" y="844"/>
                    <a:pt x="3430" y="834"/>
                    <a:pt x="3437" y="832"/>
                  </a:cubicBezTo>
                  <a:cubicBezTo>
                    <a:pt x="3444" y="829"/>
                    <a:pt x="3430" y="812"/>
                    <a:pt x="3428" y="821"/>
                  </a:cubicBezTo>
                  <a:close/>
                  <a:moveTo>
                    <a:pt x="3499" y="862"/>
                  </a:moveTo>
                  <a:cubicBezTo>
                    <a:pt x="3499" y="862"/>
                    <a:pt x="3492" y="868"/>
                    <a:pt x="3485" y="872"/>
                  </a:cubicBezTo>
                  <a:cubicBezTo>
                    <a:pt x="3479" y="877"/>
                    <a:pt x="3479" y="885"/>
                    <a:pt x="3480" y="891"/>
                  </a:cubicBezTo>
                  <a:cubicBezTo>
                    <a:pt x="3482" y="898"/>
                    <a:pt x="3492" y="904"/>
                    <a:pt x="3496" y="900"/>
                  </a:cubicBezTo>
                  <a:cubicBezTo>
                    <a:pt x="3500" y="895"/>
                    <a:pt x="3502" y="892"/>
                    <a:pt x="3506" y="892"/>
                  </a:cubicBezTo>
                  <a:cubicBezTo>
                    <a:pt x="3511" y="892"/>
                    <a:pt x="3520" y="889"/>
                    <a:pt x="3519" y="881"/>
                  </a:cubicBezTo>
                  <a:cubicBezTo>
                    <a:pt x="3518" y="873"/>
                    <a:pt x="3521" y="863"/>
                    <a:pt x="3512" y="862"/>
                  </a:cubicBezTo>
                  <a:cubicBezTo>
                    <a:pt x="3504" y="860"/>
                    <a:pt x="3504" y="856"/>
                    <a:pt x="3499" y="862"/>
                  </a:cubicBezTo>
                  <a:close/>
                  <a:moveTo>
                    <a:pt x="3456" y="751"/>
                  </a:moveTo>
                  <a:cubicBezTo>
                    <a:pt x="3456" y="751"/>
                    <a:pt x="3450" y="757"/>
                    <a:pt x="3442" y="761"/>
                  </a:cubicBezTo>
                  <a:cubicBezTo>
                    <a:pt x="3434" y="766"/>
                    <a:pt x="3437" y="769"/>
                    <a:pt x="3447" y="769"/>
                  </a:cubicBezTo>
                  <a:cubicBezTo>
                    <a:pt x="3457" y="769"/>
                    <a:pt x="3457" y="760"/>
                    <a:pt x="3464" y="760"/>
                  </a:cubicBezTo>
                  <a:cubicBezTo>
                    <a:pt x="3472" y="760"/>
                    <a:pt x="3475" y="751"/>
                    <a:pt x="3469" y="748"/>
                  </a:cubicBezTo>
                  <a:cubicBezTo>
                    <a:pt x="3462" y="745"/>
                    <a:pt x="3462" y="745"/>
                    <a:pt x="3456" y="751"/>
                  </a:cubicBezTo>
                  <a:close/>
                  <a:moveTo>
                    <a:pt x="3476" y="727"/>
                  </a:moveTo>
                  <a:cubicBezTo>
                    <a:pt x="3476" y="727"/>
                    <a:pt x="3465" y="734"/>
                    <a:pt x="3470" y="736"/>
                  </a:cubicBezTo>
                  <a:cubicBezTo>
                    <a:pt x="3475" y="738"/>
                    <a:pt x="3473" y="740"/>
                    <a:pt x="3477" y="744"/>
                  </a:cubicBezTo>
                  <a:cubicBezTo>
                    <a:pt x="3481" y="748"/>
                    <a:pt x="3485" y="740"/>
                    <a:pt x="3485" y="734"/>
                  </a:cubicBezTo>
                  <a:cubicBezTo>
                    <a:pt x="3485" y="728"/>
                    <a:pt x="3484" y="725"/>
                    <a:pt x="3476" y="727"/>
                  </a:cubicBezTo>
                  <a:close/>
                  <a:moveTo>
                    <a:pt x="3492" y="681"/>
                  </a:moveTo>
                  <a:cubicBezTo>
                    <a:pt x="3492" y="681"/>
                    <a:pt x="3485" y="684"/>
                    <a:pt x="3485" y="693"/>
                  </a:cubicBezTo>
                  <a:cubicBezTo>
                    <a:pt x="3485" y="702"/>
                    <a:pt x="3485" y="707"/>
                    <a:pt x="3489" y="711"/>
                  </a:cubicBezTo>
                  <a:cubicBezTo>
                    <a:pt x="3493" y="715"/>
                    <a:pt x="3500" y="718"/>
                    <a:pt x="3501" y="710"/>
                  </a:cubicBezTo>
                  <a:cubicBezTo>
                    <a:pt x="3502" y="703"/>
                    <a:pt x="3502" y="705"/>
                    <a:pt x="3510" y="702"/>
                  </a:cubicBezTo>
                  <a:cubicBezTo>
                    <a:pt x="3517" y="699"/>
                    <a:pt x="3514" y="696"/>
                    <a:pt x="3519" y="696"/>
                  </a:cubicBezTo>
                  <a:cubicBezTo>
                    <a:pt x="3525" y="695"/>
                    <a:pt x="3532" y="694"/>
                    <a:pt x="3527" y="689"/>
                  </a:cubicBezTo>
                  <a:cubicBezTo>
                    <a:pt x="3522" y="684"/>
                    <a:pt x="3517" y="683"/>
                    <a:pt x="3515" y="679"/>
                  </a:cubicBezTo>
                  <a:cubicBezTo>
                    <a:pt x="3514" y="674"/>
                    <a:pt x="3504" y="673"/>
                    <a:pt x="3492" y="681"/>
                  </a:cubicBezTo>
                  <a:close/>
                  <a:moveTo>
                    <a:pt x="3354" y="251"/>
                  </a:moveTo>
                  <a:cubicBezTo>
                    <a:pt x="3354" y="251"/>
                    <a:pt x="3340" y="234"/>
                    <a:pt x="3331" y="237"/>
                  </a:cubicBezTo>
                  <a:cubicBezTo>
                    <a:pt x="3323" y="239"/>
                    <a:pt x="3314" y="239"/>
                    <a:pt x="3313" y="251"/>
                  </a:cubicBezTo>
                  <a:cubicBezTo>
                    <a:pt x="3312" y="262"/>
                    <a:pt x="3327" y="265"/>
                    <a:pt x="3336" y="274"/>
                  </a:cubicBezTo>
                  <a:cubicBezTo>
                    <a:pt x="3344" y="283"/>
                    <a:pt x="3352" y="289"/>
                    <a:pt x="3359" y="290"/>
                  </a:cubicBezTo>
                  <a:cubicBezTo>
                    <a:pt x="3367" y="291"/>
                    <a:pt x="3368" y="284"/>
                    <a:pt x="3375" y="283"/>
                  </a:cubicBezTo>
                  <a:cubicBezTo>
                    <a:pt x="3382" y="282"/>
                    <a:pt x="3381" y="277"/>
                    <a:pt x="3375" y="271"/>
                  </a:cubicBezTo>
                  <a:cubicBezTo>
                    <a:pt x="3369" y="265"/>
                    <a:pt x="3365" y="265"/>
                    <a:pt x="3354" y="251"/>
                  </a:cubicBezTo>
                  <a:close/>
                  <a:moveTo>
                    <a:pt x="3436" y="289"/>
                  </a:moveTo>
                  <a:cubicBezTo>
                    <a:pt x="3436" y="289"/>
                    <a:pt x="3428" y="297"/>
                    <a:pt x="3421" y="297"/>
                  </a:cubicBezTo>
                  <a:cubicBezTo>
                    <a:pt x="3415" y="298"/>
                    <a:pt x="3409" y="306"/>
                    <a:pt x="3417" y="308"/>
                  </a:cubicBezTo>
                  <a:cubicBezTo>
                    <a:pt x="3426" y="310"/>
                    <a:pt x="3429" y="311"/>
                    <a:pt x="3433" y="316"/>
                  </a:cubicBezTo>
                  <a:cubicBezTo>
                    <a:pt x="3438" y="321"/>
                    <a:pt x="3441" y="324"/>
                    <a:pt x="3449" y="324"/>
                  </a:cubicBezTo>
                  <a:cubicBezTo>
                    <a:pt x="3457" y="324"/>
                    <a:pt x="3462" y="326"/>
                    <a:pt x="3466" y="321"/>
                  </a:cubicBezTo>
                  <a:cubicBezTo>
                    <a:pt x="3469" y="315"/>
                    <a:pt x="3480" y="313"/>
                    <a:pt x="3470" y="309"/>
                  </a:cubicBezTo>
                  <a:cubicBezTo>
                    <a:pt x="3461" y="305"/>
                    <a:pt x="3456" y="301"/>
                    <a:pt x="3451" y="297"/>
                  </a:cubicBezTo>
                  <a:cubicBezTo>
                    <a:pt x="3446" y="293"/>
                    <a:pt x="3442" y="283"/>
                    <a:pt x="3436" y="289"/>
                  </a:cubicBezTo>
                  <a:close/>
                  <a:moveTo>
                    <a:pt x="1595" y="121"/>
                  </a:moveTo>
                  <a:cubicBezTo>
                    <a:pt x="1595" y="121"/>
                    <a:pt x="1587" y="119"/>
                    <a:pt x="1578" y="118"/>
                  </a:cubicBezTo>
                  <a:cubicBezTo>
                    <a:pt x="1569" y="117"/>
                    <a:pt x="1559" y="125"/>
                    <a:pt x="1565" y="132"/>
                  </a:cubicBezTo>
                  <a:cubicBezTo>
                    <a:pt x="1572" y="139"/>
                    <a:pt x="1584" y="142"/>
                    <a:pt x="1593" y="142"/>
                  </a:cubicBezTo>
                  <a:cubicBezTo>
                    <a:pt x="1601" y="142"/>
                    <a:pt x="1611" y="145"/>
                    <a:pt x="1615" y="139"/>
                  </a:cubicBezTo>
                  <a:cubicBezTo>
                    <a:pt x="1619" y="133"/>
                    <a:pt x="1621" y="126"/>
                    <a:pt x="1613" y="126"/>
                  </a:cubicBezTo>
                  <a:cubicBezTo>
                    <a:pt x="1606" y="125"/>
                    <a:pt x="1613" y="125"/>
                    <a:pt x="1595" y="121"/>
                  </a:cubicBezTo>
                  <a:close/>
                  <a:moveTo>
                    <a:pt x="148" y="920"/>
                  </a:moveTo>
                  <a:cubicBezTo>
                    <a:pt x="148" y="920"/>
                    <a:pt x="128" y="916"/>
                    <a:pt x="120" y="918"/>
                  </a:cubicBezTo>
                  <a:cubicBezTo>
                    <a:pt x="111" y="919"/>
                    <a:pt x="108" y="926"/>
                    <a:pt x="114" y="926"/>
                  </a:cubicBezTo>
                  <a:cubicBezTo>
                    <a:pt x="120" y="926"/>
                    <a:pt x="124" y="928"/>
                    <a:pt x="124" y="932"/>
                  </a:cubicBezTo>
                  <a:cubicBezTo>
                    <a:pt x="125" y="935"/>
                    <a:pt x="132" y="936"/>
                    <a:pt x="143" y="936"/>
                  </a:cubicBezTo>
                  <a:cubicBezTo>
                    <a:pt x="154" y="936"/>
                    <a:pt x="173" y="940"/>
                    <a:pt x="177" y="935"/>
                  </a:cubicBezTo>
                  <a:cubicBezTo>
                    <a:pt x="181" y="929"/>
                    <a:pt x="194" y="932"/>
                    <a:pt x="186" y="925"/>
                  </a:cubicBezTo>
                  <a:cubicBezTo>
                    <a:pt x="178" y="918"/>
                    <a:pt x="162" y="921"/>
                    <a:pt x="148" y="920"/>
                  </a:cubicBezTo>
                  <a:close/>
                  <a:moveTo>
                    <a:pt x="72" y="919"/>
                  </a:moveTo>
                  <a:cubicBezTo>
                    <a:pt x="72" y="919"/>
                    <a:pt x="53" y="916"/>
                    <a:pt x="50" y="921"/>
                  </a:cubicBezTo>
                  <a:cubicBezTo>
                    <a:pt x="47" y="925"/>
                    <a:pt x="47" y="927"/>
                    <a:pt x="39" y="927"/>
                  </a:cubicBezTo>
                  <a:cubicBezTo>
                    <a:pt x="32" y="927"/>
                    <a:pt x="31" y="935"/>
                    <a:pt x="39" y="935"/>
                  </a:cubicBezTo>
                  <a:cubicBezTo>
                    <a:pt x="47" y="936"/>
                    <a:pt x="48" y="936"/>
                    <a:pt x="50" y="941"/>
                  </a:cubicBezTo>
                  <a:cubicBezTo>
                    <a:pt x="53" y="945"/>
                    <a:pt x="62" y="943"/>
                    <a:pt x="73" y="943"/>
                  </a:cubicBezTo>
                  <a:cubicBezTo>
                    <a:pt x="84" y="943"/>
                    <a:pt x="99" y="948"/>
                    <a:pt x="101" y="942"/>
                  </a:cubicBezTo>
                  <a:cubicBezTo>
                    <a:pt x="103" y="936"/>
                    <a:pt x="110" y="941"/>
                    <a:pt x="110" y="934"/>
                  </a:cubicBezTo>
                  <a:cubicBezTo>
                    <a:pt x="110" y="927"/>
                    <a:pt x="105" y="925"/>
                    <a:pt x="101" y="925"/>
                  </a:cubicBezTo>
                  <a:cubicBezTo>
                    <a:pt x="96" y="926"/>
                    <a:pt x="95" y="925"/>
                    <a:pt x="88" y="922"/>
                  </a:cubicBezTo>
                  <a:cubicBezTo>
                    <a:pt x="82" y="919"/>
                    <a:pt x="80" y="919"/>
                    <a:pt x="72" y="919"/>
                  </a:cubicBezTo>
                  <a:close/>
                </a:path>
              </a:pathLst>
            </a:custGeom>
            <a:grpFill/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6270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28</Words>
  <Application>Microsoft Office PowerPoint</Application>
  <PresentationFormat>On-screen Show (16:9)</PresentationFormat>
  <Paragraphs>20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OUK-Template_Beta_220616</vt:lpstr>
      <vt:lpstr>North America  with country names</vt:lpstr>
      <vt:lpstr>North America  without country names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Orange</cp:lastModifiedBy>
  <cp:revision>16</cp:revision>
  <dcterms:created xsi:type="dcterms:W3CDTF">2016-08-11T14:02:28Z</dcterms:created>
  <dcterms:modified xsi:type="dcterms:W3CDTF">2016-09-20T08:55:35Z</dcterms:modified>
</cp:coreProperties>
</file>