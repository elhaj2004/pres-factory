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72" r:id="rId2"/>
    <p:sldId id="273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30" autoAdjust="0"/>
  </p:normalViewPr>
  <p:slideViewPr>
    <p:cSldViewPr showGuides="1">
      <p:cViewPr varScale="1">
        <p:scale>
          <a:sx n="101" d="100"/>
          <a:sy n="101" d="100"/>
        </p:scale>
        <p:origin x="-204" y="-84"/>
      </p:cViewPr>
      <p:guideLst>
        <p:guide orient="horz" pos="169"/>
        <p:guide orient="horz" pos="636"/>
        <p:guide orient="horz" pos="744"/>
        <p:guide orient="horz" pos="1621"/>
        <p:guide orient="horz" pos="2867"/>
        <p:guide pos="2880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20/09/2016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7038"/>
            <a:ext cx="612775" cy="612775"/>
            <a:chOff x="313535" y="4237038"/>
            <a:chExt cx="612775" cy="612775"/>
          </a:xfrm>
        </p:grpSpPr>
        <p:sp>
          <p:nvSpPr>
            <p:cNvPr id="19" name="Rectangle 5"/>
            <p:cNvSpPr>
              <a:spLocks noChangeArrowheads="1"/>
            </p:cNvSpPr>
            <p:nvPr userDrawn="1"/>
          </p:nvSpPr>
          <p:spPr bwMode="auto">
            <a:xfrm>
              <a:off x="313535" y="4237038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500860" y="4711701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592935" y="4711701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78673" y="4711701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346873" y="4711701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446885" y="4711701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auto">
            <a:xfrm>
              <a:off x="685010" y="4711701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auto">
            <a:xfrm>
              <a:off x="843760" y="4681538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16475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Asia with </a:t>
            </a:r>
            <a:br>
              <a:rPr lang="en-GB" dirty="0"/>
            </a:br>
            <a:r>
              <a:rPr lang="en-GB" dirty="0"/>
              <a:t>country names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846336" y="560387"/>
            <a:ext cx="6542088" cy="4086225"/>
            <a:chOff x="902" y="353"/>
            <a:chExt cx="4121" cy="2574"/>
          </a:xfrm>
          <a:solidFill>
            <a:schemeClr val="bg1"/>
          </a:solidFill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274" y="881"/>
              <a:ext cx="749" cy="946"/>
            </a:xfrm>
            <a:custGeom>
              <a:avLst/>
              <a:gdLst>
                <a:gd name="T0" fmla="*/ 1137 w 1146"/>
                <a:gd name="T1" fmla="*/ 196 h 1448"/>
                <a:gd name="T2" fmla="*/ 1120 w 1146"/>
                <a:gd name="T3" fmla="*/ 130 h 1448"/>
                <a:gd name="T4" fmla="*/ 1001 w 1146"/>
                <a:gd name="T5" fmla="*/ 110 h 1448"/>
                <a:gd name="T6" fmla="*/ 908 w 1146"/>
                <a:gd name="T7" fmla="*/ 80 h 1448"/>
                <a:gd name="T8" fmla="*/ 881 w 1146"/>
                <a:gd name="T9" fmla="*/ 179 h 1448"/>
                <a:gd name="T10" fmla="*/ 818 w 1146"/>
                <a:gd name="T11" fmla="*/ 197 h 1448"/>
                <a:gd name="T12" fmla="*/ 784 w 1146"/>
                <a:gd name="T13" fmla="*/ 274 h 1448"/>
                <a:gd name="T14" fmla="*/ 813 w 1146"/>
                <a:gd name="T15" fmla="*/ 338 h 1448"/>
                <a:gd name="T16" fmla="*/ 845 w 1146"/>
                <a:gd name="T17" fmla="*/ 293 h 1448"/>
                <a:gd name="T18" fmla="*/ 867 w 1146"/>
                <a:gd name="T19" fmla="*/ 266 h 1448"/>
                <a:gd name="T20" fmla="*/ 981 w 1146"/>
                <a:gd name="T21" fmla="*/ 289 h 1448"/>
                <a:gd name="T22" fmla="*/ 1112 w 1146"/>
                <a:gd name="T23" fmla="*/ 222 h 1448"/>
                <a:gd name="T24" fmla="*/ 755 w 1146"/>
                <a:gd name="T25" fmla="*/ 281 h 1448"/>
                <a:gd name="T26" fmla="*/ 886 w 1146"/>
                <a:gd name="T27" fmla="*/ 381 h 1448"/>
                <a:gd name="T28" fmla="*/ 845 w 1146"/>
                <a:gd name="T29" fmla="*/ 377 h 1448"/>
                <a:gd name="T30" fmla="*/ 785 w 1146"/>
                <a:gd name="T31" fmla="*/ 404 h 1448"/>
                <a:gd name="T32" fmla="*/ 790 w 1146"/>
                <a:gd name="T33" fmla="*/ 520 h 1448"/>
                <a:gd name="T34" fmla="*/ 690 w 1146"/>
                <a:gd name="T35" fmla="*/ 673 h 1448"/>
                <a:gd name="T36" fmla="*/ 576 w 1146"/>
                <a:gd name="T37" fmla="*/ 713 h 1448"/>
                <a:gd name="T38" fmla="*/ 515 w 1146"/>
                <a:gd name="T39" fmla="*/ 780 h 1448"/>
                <a:gd name="T40" fmla="*/ 409 w 1146"/>
                <a:gd name="T41" fmla="*/ 782 h 1448"/>
                <a:gd name="T42" fmla="*/ 241 w 1146"/>
                <a:gd name="T43" fmla="*/ 853 h 1448"/>
                <a:gd name="T44" fmla="*/ 279 w 1146"/>
                <a:gd name="T45" fmla="*/ 894 h 1448"/>
                <a:gd name="T46" fmla="*/ 318 w 1146"/>
                <a:gd name="T47" fmla="*/ 873 h 1448"/>
                <a:gd name="T48" fmla="*/ 398 w 1146"/>
                <a:gd name="T49" fmla="*/ 857 h 1448"/>
                <a:gd name="T50" fmla="*/ 490 w 1146"/>
                <a:gd name="T51" fmla="*/ 870 h 1448"/>
                <a:gd name="T52" fmla="*/ 569 w 1146"/>
                <a:gd name="T53" fmla="*/ 880 h 1448"/>
                <a:gd name="T54" fmla="*/ 607 w 1146"/>
                <a:gd name="T55" fmla="*/ 833 h 1448"/>
                <a:gd name="T56" fmla="*/ 745 w 1146"/>
                <a:gd name="T57" fmla="*/ 807 h 1448"/>
                <a:gd name="T58" fmla="*/ 828 w 1146"/>
                <a:gd name="T59" fmla="*/ 802 h 1448"/>
                <a:gd name="T60" fmla="*/ 847 w 1146"/>
                <a:gd name="T61" fmla="*/ 689 h 1448"/>
                <a:gd name="T62" fmla="*/ 894 w 1146"/>
                <a:gd name="T63" fmla="*/ 565 h 1448"/>
                <a:gd name="T64" fmla="*/ 897 w 1146"/>
                <a:gd name="T65" fmla="*/ 412 h 1448"/>
                <a:gd name="T66" fmla="*/ 703 w 1146"/>
                <a:gd name="T67" fmla="*/ 586 h 1448"/>
                <a:gd name="T68" fmla="*/ 456 w 1146"/>
                <a:gd name="T69" fmla="*/ 898 h 1448"/>
                <a:gd name="T70" fmla="*/ 383 w 1146"/>
                <a:gd name="T71" fmla="*/ 894 h 1448"/>
                <a:gd name="T72" fmla="*/ 305 w 1146"/>
                <a:gd name="T73" fmla="*/ 929 h 1448"/>
                <a:gd name="T74" fmla="*/ 349 w 1146"/>
                <a:gd name="T75" fmla="*/ 975 h 1448"/>
                <a:gd name="T76" fmla="*/ 431 w 1146"/>
                <a:gd name="T77" fmla="*/ 935 h 1448"/>
                <a:gd name="T78" fmla="*/ 237 w 1146"/>
                <a:gd name="T79" fmla="*/ 918 h 1448"/>
                <a:gd name="T80" fmla="*/ 140 w 1146"/>
                <a:gd name="T81" fmla="*/ 940 h 1448"/>
                <a:gd name="T82" fmla="*/ 155 w 1146"/>
                <a:gd name="T83" fmla="*/ 973 h 1448"/>
                <a:gd name="T84" fmla="*/ 181 w 1146"/>
                <a:gd name="T85" fmla="*/ 972 h 1448"/>
                <a:gd name="T86" fmla="*/ 165 w 1146"/>
                <a:gd name="T87" fmla="*/ 998 h 1448"/>
                <a:gd name="T88" fmla="*/ 192 w 1146"/>
                <a:gd name="T89" fmla="*/ 1008 h 1448"/>
                <a:gd name="T90" fmla="*/ 172 w 1146"/>
                <a:gd name="T91" fmla="*/ 1086 h 1448"/>
                <a:gd name="T92" fmla="*/ 226 w 1146"/>
                <a:gd name="T93" fmla="*/ 1094 h 1448"/>
                <a:gd name="T94" fmla="*/ 271 w 1146"/>
                <a:gd name="T95" fmla="*/ 1010 h 1448"/>
                <a:gd name="T96" fmla="*/ 85 w 1146"/>
                <a:gd name="T97" fmla="*/ 977 h 1448"/>
                <a:gd name="T98" fmla="*/ 97 w 1146"/>
                <a:gd name="T99" fmla="*/ 958 h 1448"/>
                <a:gd name="T100" fmla="*/ 230 w 1146"/>
                <a:gd name="T101" fmla="*/ 1142 h 1448"/>
                <a:gd name="T102" fmla="*/ 190 w 1146"/>
                <a:gd name="T103" fmla="*/ 1160 h 1448"/>
                <a:gd name="T104" fmla="*/ 120 w 1146"/>
                <a:gd name="T105" fmla="*/ 1305 h 1448"/>
                <a:gd name="T106" fmla="*/ 105 w 1146"/>
                <a:gd name="T107" fmla="*/ 1298 h 1448"/>
                <a:gd name="T108" fmla="*/ 25 w 1146"/>
                <a:gd name="T109" fmla="*/ 1431 h 1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46" h="1448">
                  <a:moveTo>
                    <a:pt x="855" y="37"/>
                  </a:moveTo>
                  <a:cubicBezTo>
                    <a:pt x="850" y="33"/>
                    <a:pt x="855" y="21"/>
                    <a:pt x="855" y="21"/>
                  </a:cubicBezTo>
                  <a:cubicBezTo>
                    <a:pt x="867" y="15"/>
                    <a:pt x="859" y="40"/>
                    <a:pt x="855" y="37"/>
                  </a:cubicBezTo>
                  <a:close/>
                  <a:moveTo>
                    <a:pt x="1137" y="196"/>
                  </a:moveTo>
                  <a:cubicBezTo>
                    <a:pt x="1129" y="192"/>
                    <a:pt x="1139" y="180"/>
                    <a:pt x="1127" y="170"/>
                  </a:cubicBezTo>
                  <a:cubicBezTo>
                    <a:pt x="1116" y="161"/>
                    <a:pt x="1123" y="152"/>
                    <a:pt x="1129" y="139"/>
                  </a:cubicBezTo>
                  <a:cubicBezTo>
                    <a:pt x="1134" y="126"/>
                    <a:pt x="1138" y="115"/>
                    <a:pt x="1130" y="114"/>
                  </a:cubicBezTo>
                  <a:cubicBezTo>
                    <a:pt x="1121" y="113"/>
                    <a:pt x="1130" y="119"/>
                    <a:pt x="1120" y="130"/>
                  </a:cubicBezTo>
                  <a:cubicBezTo>
                    <a:pt x="1110" y="140"/>
                    <a:pt x="1110" y="147"/>
                    <a:pt x="1094" y="147"/>
                  </a:cubicBezTo>
                  <a:cubicBezTo>
                    <a:pt x="1078" y="147"/>
                    <a:pt x="1076" y="146"/>
                    <a:pt x="1071" y="139"/>
                  </a:cubicBezTo>
                  <a:cubicBezTo>
                    <a:pt x="1065" y="133"/>
                    <a:pt x="1069" y="130"/>
                    <a:pt x="1045" y="130"/>
                  </a:cubicBezTo>
                  <a:cubicBezTo>
                    <a:pt x="1021" y="130"/>
                    <a:pt x="1013" y="122"/>
                    <a:pt x="1001" y="110"/>
                  </a:cubicBezTo>
                  <a:cubicBezTo>
                    <a:pt x="989" y="99"/>
                    <a:pt x="964" y="78"/>
                    <a:pt x="957" y="64"/>
                  </a:cubicBezTo>
                  <a:cubicBezTo>
                    <a:pt x="951" y="51"/>
                    <a:pt x="888" y="0"/>
                    <a:pt x="895" y="41"/>
                  </a:cubicBezTo>
                  <a:cubicBezTo>
                    <a:pt x="895" y="41"/>
                    <a:pt x="886" y="58"/>
                    <a:pt x="898" y="60"/>
                  </a:cubicBezTo>
                  <a:cubicBezTo>
                    <a:pt x="911" y="62"/>
                    <a:pt x="908" y="68"/>
                    <a:pt x="908" y="80"/>
                  </a:cubicBezTo>
                  <a:cubicBezTo>
                    <a:pt x="908" y="93"/>
                    <a:pt x="916" y="108"/>
                    <a:pt x="907" y="116"/>
                  </a:cubicBezTo>
                  <a:cubicBezTo>
                    <a:pt x="898" y="123"/>
                    <a:pt x="895" y="130"/>
                    <a:pt x="895" y="138"/>
                  </a:cubicBezTo>
                  <a:cubicBezTo>
                    <a:pt x="895" y="147"/>
                    <a:pt x="898" y="151"/>
                    <a:pt x="891" y="159"/>
                  </a:cubicBezTo>
                  <a:cubicBezTo>
                    <a:pt x="883" y="166"/>
                    <a:pt x="879" y="174"/>
                    <a:pt x="881" y="179"/>
                  </a:cubicBezTo>
                  <a:cubicBezTo>
                    <a:pt x="883" y="184"/>
                    <a:pt x="889" y="202"/>
                    <a:pt x="874" y="205"/>
                  </a:cubicBezTo>
                  <a:cubicBezTo>
                    <a:pt x="859" y="207"/>
                    <a:pt x="858" y="210"/>
                    <a:pt x="851" y="200"/>
                  </a:cubicBezTo>
                  <a:cubicBezTo>
                    <a:pt x="845" y="191"/>
                    <a:pt x="840" y="195"/>
                    <a:pt x="835" y="190"/>
                  </a:cubicBezTo>
                  <a:cubicBezTo>
                    <a:pt x="831" y="184"/>
                    <a:pt x="825" y="190"/>
                    <a:pt x="818" y="197"/>
                  </a:cubicBezTo>
                  <a:cubicBezTo>
                    <a:pt x="812" y="205"/>
                    <a:pt x="817" y="208"/>
                    <a:pt x="819" y="214"/>
                  </a:cubicBezTo>
                  <a:cubicBezTo>
                    <a:pt x="821" y="221"/>
                    <a:pt x="828" y="226"/>
                    <a:pt x="816" y="230"/>
                  </a:cubicBezTo>
                  <a:cubicBezTo>
                    <a:pt x="804" y="235"/>
                    <a:pt x="794" y="236"/>
                    <a:pt x="789" y="247"/>
                  </a:cubicBezTo>
                  <a:cubicBezTo>
                    <a:pt x="785" y="259"/>
                    <a:pt x="781" y="267"/>
                    <a:pt x="784" y="274"/>
                  </a:cubicBezTo>
                  <a:cubicBezTo>
                    <a:pt x="787" y="282"/>
                    <a:pt x="783" y="288"/>
                    <a:pt x="793" y="292"/>
                  </a:cubicBezTo>
                  <a:cubicBezTo>
                    <a:pt x="802" y="297"/>
                    <a:pt x="805" y="303"/>
                    <a:pt x="802" y="308"/>
                  </a:cubicBezTo>
                  <a:cubicBezTo>
                    <a:pt x="799" y="314"/>
                    <a:pt x="796" y="326"/>
                    <a:pt x="799" y="333"/>
                  </a:cubicBezTo>
                  <a:cubicBezTo>
                    <a:pt x="802" y="341"/>
                    <a:pt x="810" y="346"/>
                    <a:pt x="813" y="338"/>
                  </a:cubicBezTo>
                  <a:cubicBezTo>
                    <a:pt x="816" y="331"/>
                    <a:pt x="830" y="337"/>
                    <a:pt x="829" y="324"/>
                  </a:cubicBezTo>
                  <a:cubicBezTo>
                    <a:pt x="828" y="312"/>
                    <a:pt x="822" y="312"/>
                    <a:pt x="841" y="315"/>
                  </a:cubicBezTo>
                  <a:cubicBezTo>
                    <a:pt x="859" y="318"/>
                    <a:pt x="862" y="319"/>
                    <a:pt x="862" y="309"/>
                  </a:cubicBezTo>
                  <a:cubicBezTo>
                    <a:pt x="862" y="300"/>
                    <a:pt x="857" y="296"/>
                    <a:pt x="845" y="293"/>
                  </a:cubicBezTo>
                  <a:cubicBezTo>
                    <a:pt x="833" y="291"/>
                    <a:pt x="832" y="290"/>
                    <a:pt x="826" y="284"/>
                  </a:cubicBezTo>
                  <a:cubicBezTo>
                    <a:pt x="819" y="277"/>
                    <a:pt x="813" y="272"/>
                    <a:pt x="821" y="265"/>
                  </a:cubicBezTo>
                  <a:cubicBezTo>
                    <a:pt x="830" y="257"/>
                    <a:pt x="841" y="255"/>
                    <a:pt x="845" y="262"/>
                  </a:cubicBezTo>
                  <a:cubicBezTo>
                    <a:pt x="849" y="270"/>
                    <a:pt x="861" y="271"/>
                    <a:pt x="867" y="266"/>
                  </a:cubicBezTo>
                  <a:cubicBezTo>
                    <a:pt x="874" y="260"/>
                    <a:pt x="887" y="266"/>
                    <a:pt x="891" y="255"/>
                  </a:cubicBezTo>
                  <a:cubicBezTo>
                    <a:pt x="895" y="244"/>
                    <a:pt x="916" y="245"/>
                    <a:pt x="921" y="254"/>
                  </a:cubicBezTo>
                  <a:cubicBezTo>
                    <a:pt x="926" y="262"/>
                    <a:pt x="929" y="272"/>
                    <a:pt x="943" y="275"/>
                  </a:cubicBezTo>
                  <a:cubicBezTo>
                    <a:pt x="957" y="278"/>
                    <a:pt x="979" y="286"/>
                    <a:pt x="981" y="289"/>
                  </a:cubicBezTo>
                  <a:cubicBezTo>
                    <a:pt x="983" y="292"/>
                    <a:pt x="1011" y="315"/>
                    <a:pt x="1011" y="292"/>
                  </a:cubicBezTo>
                  <a:cubicBezTo>
                    <a:pt x="1011" y="270"/>
                    <a:pt x="1017" y="267"/>
                    <a:pt x="1028" y="253"/>
                  </a:cubicBezTo>
                  <a:cubicBezTo>
                    <a:pt x="1039" y="239"/>
                    <a:pt x="1046" y="226"/>
                    <a:pt x="1063" y="226"/>
                  </a:cubicBezTo>
                  <a:cubicBezTo>
                    <a:pt x="1080" y="226"/>
                    <a:pt x="1105" y="231"/>
                    <a:pt x="1112" y="222"/>
                  </a:cubicBezTo>
                  <a:cubicBezTo>
                    <a:pt x="1120" y="212"/>
                    <a:pt x="1134" y="216"/>
                    <a:pt x="1139" y="210"/>
                  </a:cubicBezTo>
                  <a:cubicBezTo>
                    <a:pt x="1145" y="204"/>
                    <a:pt x="1146" y="200"/>
                    <a:pt x="1137" y="196"/>
                  </a:cubicBezTo>
                  <a:close/>
                  <a:moveTo>
                    <a:pt x="764" y="284"/>
                  </a:moveTo>
                  <a:cubicBezTo>
                    <a:pt x="764" y="277"/>
                    <a:pt x="756" y="270"/>
                    <a:pt x="755" y="281"/>
                  </a:cubicBezTo>
                  <a:cubicBezTo>
                    <a:pt x="755" y="281"/>
                    <a:pt x="752" y="291"/>
                    <a:pt x="759" y="293"/>
                  </a:cubicBezTo>
                  <a:cubicBezTo>
                    <a:pt x="767" y="296"/>
                    <a:pt x="764" y="290"/>
                    <a:pt x="764" y="284"/>
                  </a:cubicBezTo>
                  <a:close/>
                  <a:moveTo>
                    <a:pt x="897" y="412"/>
                  </a:moveTo>
                  <a:cubicBezTo>
                    <a:pt x="887" y="403"/>
                    <a:pt x="886" y="396"/>
                    <a:pt x="886" y="381"/>
                  </a:cubicBezTo>
                  <a:cubicBezTo>
                    <a:pt x="886" y="366"/>
                    <a:pt x="894" y="348"/>
                    <a:pt x="878" y="342"/>
                  </a:cubicBezTo>
                  <a:cubicBezTo>
                    <a:pt x="862" y="335"/>
                    <a:pt x="833" y="344"/>
                    <a:pt x="852" y="351"/>
                  </a:cubicBezTo>
                  <a:cubicBezTo>
                    <a:pt x="872" y="359"/>
                    <a:pt x="876" y="357"/>
                    <a:pt x="868" y="364"/>
                  </a:cubicBezTo>
                  <a:cubicBezTo>
                    <a:pt x="861" y="372"/>
                    <a:pt x="856" y="382"/>
                    <a:pt x="845" y="377"/>
                  </a:cubicBezTo>
                  <a:cubicBezTo>
                    <a:pt x="834" y="372"/>
                    <a:pt x="838" y="355"/>
                    <a:pt x="826" y="357"/>
                  </a:cubicBezTo>
                  <a:cubicBezTo>
                    <a:pt x="813" y="358"/>
                    <a:pt x="812" y="364"/>
                    <a:pt x="813" y="375"/>
                  </a:cubicBezTo>
                  <a:cubicBezTo>
                    <a:pt x="814" y="385"/>
                    <a:pt x="813" y="392"/>
                    <a:pt x="803" y="392"/>
                  </a:cubicBezTo>
                  <a:cubicBezTo>
                    <a:pt x="794" y="392"/>
                    <a:pt x="784" y="394"/>
                    <a:pt x="785" y="404"/>
                  </a:cubicBezTo>
                  <a:cubicBezTo>
                    <a:pt x="786" y="413"/>
                    <a:pt x="797" y="415"/>
                    <a:pt x="797" y="428"/>
                  </a:cubicBezTo>
                  <a:cubicBezTo>
                    <a:pt x="797" y="441"/>
                    <a:pt x="795" y="439"/>
                    <a:pt x="789" y="449"/>
                  </a:cubicBezTo>
                  <a:cubicBezTo>
                    <a:pt x="784" y="458"/>
                    <a:pt x="781" y="456"/>
                    <a:pt x="799" y="481"/>
                  </a:cubicBezTo>
                  <a:cubicBezTo>
                    <a:pt x="799" y="481"/>
                    <a:pt x="798" y="512"/>
                    <a:pt x="790" y="520"/>
                  </a:cubicBezTo>
                  <a:cubicBezTo>
                    <a:pt x="783" y="529"/>
                    <a:pt x="776" y="531"/>
                    <a:pt x="775" y="545"/>
                  </a:cubicBezTo>
                  <a:cubicBezTo>
                    <a:pt x="774" y="559"/>
                    <a:pt x="766" y="577"/>
                    <a:pt x="758" y="588"/>
                  </a:cubicBezTo>
                  <a:cubicBezTo>
                    <a:pt x="751" y="598"/>
                    <a:pt x="720" y="607"/>
                    <a:pt x="715" y="618"/>
                  </a:cubicBezTo>
                  <a:cubicBezTo>
                    <a:pt x="711" y="628"/>
                    <a:pt x="703" y="671"/>
                    <a:pt x="690" y="673"/>
                  </a:cubicBezTo>
                  <a:cubicBezTo>
                    <a:pt x="677" y="675"/>
                    <a:pt x="675" y="658"/>
                    <a:pt x="665" y="658"/>
                  </a:cubicBezTo>
                  <a:cubicBezTo>
                    <a:pt x="656" y="658"/>
                    <a:pt x="639" y="666"/>
                    <a:pt x="632" y="678"/>
                  </a:cubicBezTo>
                  <a:cubicBezTo>
                    <a:pt x="624" y="689"/>
                    <a:pt x="618" y="693"/>
                    <a:pt x="599" y="693"/>
                  </a:cubicBezTo>
                  <a:cubicBezTo>
                    <a:pt x="580" y="693"/>
                    <a:pt x="580" y="704"/>
                    <a:pt x="576" y="713"/>
                  </a:cubicBezTo>
                  <a:cubicBezTo>
                    <a:pt x="573" y="721"/>
                    <a:pt x="567" y="723"/>
                    <a:pt x="556" y="729"/>
                  </a:cubicBezTo>
                  <a:cubicBezTo>
                    <a:pt x="545" y="735"/>
                    <a:pt x="543" y="737"/>
                    <a:pt x="543" y="745"/>
                  </a:cubicBezTo>
                  <a:cubicBezTo>
                    <a:pt x="543" y="752"/>
                    <a:pt x="552" y="774"/>
                    <a:pt x="539" y="777"/>
                  </a:cubicBezTo>
                  <a:cubicBezTo>
                    <a:pt x="526" y="780"/>
                    <a:pt x="521" y="774"/>
                    <a:pt x="515" y="780"/>
                  </a:cubicBezTo>
                  <a:cubicBezTo>
                    <a:pt x="510" y="787"/>
                    <a:pt x="499" y="787"/>
                    <a:pt x="499" y="780"/>
                  </a:cubicBezTo>
                  <a:cubicBezTo>
                    <a:pt x="499" y="774"/>
                    <a:pt x="497" y="762"/>
                    <a:pt x="486" y="763"/>
                  </a:cubicBezTo>
                  <a:cubicBezTo>
                    <a:pt x="476" y="764"/>
                    <a:pt x="458" y="770"/>
                    <a:pt x="444" y="772"/>
                  </a:cubicBezTo>
                  <a:cubicBezTo>
                    <a:pt x="430" y="774"/>
                    <a:pt x="437" y="784"/>
                    <a:pt x="409" y="782"/>
                  </a:cubicBezTo>
                  <a:cubicBezTo>
                    <a:pt x="382" y="781"/>
                    <a:pt x="337" y="777"/>
                    <a:pt x="328" y="792"/>
                  </a:cubicBezTo>
                  <a:cubicBezTo>
                    <a:pt x="320" y="807"/>
                    <a:pt x="302" y="823"/>
                    <a:pt x="292" y="826"/>
                  </a:cubicBezTo>
                  <a:cubicBezTo>
                    <a:pt x="281" y="830"/>
                    <a:pt x="267" y="840"/>
                    <a:pt x="264" y="847"/>
                  </a:cubicBezTo>
                  <a:cubicBezTo>
                    <a:pt x="261" y="853"/>
                    <a:pt x="259" y="851"/>
                    <a:pt x="241" y="853"/>
                  </a:cubicBezTo>
                  <a:cubicBezTo>
                    <a:pt x="224" y="855"/>
                    <a:pt x="218" y="863"/>
                    <a:pt x="218" y="870"/>
                  </a:cubicBezTo>
                  <a:cubicBezTo>
                    <a:pt x="218" y="878"/>
                    <a:pt x="214" y="892"/>
                    <a:pt x="225" y="892"/>
                  </a:cubicBezTo>
                  <a:cubicBezTo>
                    <a:pt x="237" y="892"/>
                    <a:pt x="233" y="886"/>
                    <a:pt x="251" y="887"/>
                  </a:cubicBezTo>
                  <a:cubicBezTo>
                    <a:pt x="269" y="888"/>
                    <a:pt x="277" y="889"/>
                    <a:pt x="279" y="894"/>
                  </a:cubicBezTo>
                  <a:cubicBezTo>
                    <a:pt x="281" y="898"/>
                    <a:pt x="294" y="905"/>
                    <a:pt x="300" y="905"/>
                  </a:cubicBezTo>
                  <a:cubicBezTo>
                    <a:pt x="307" y="905"/>
                    <a:pt x="312" y="897"/>
                    <a:pt x="306" y="894"/>
                  </a:cubicBezTo>
                  <a:cubicBezTo>
                    <a:pt x="299" y="891"/>
                    <a:pt x="297" y="881"/>
                    <a:pt x="305" y="877"/>
                  </a:cubicBezTo>
                  <a:cubicBezTo>
                    <a:pt x="312" y="872"/>
                    <a:pt x="316" y="868"/>
                    <a:pt x="318" y="873"/>
                  </a:cubicBezTo>
                  <a:cubicBezTo>
                    <a:pt x="321" y="879"/>
                    <a:pt x="333" y="888"/>
                    <a:pt x="336" y="880"/>
                  </a:cubicBezTo>
                  <a:cubicBezTo>
                    <a:pt x="338" y="871"/>
                    <a:pt x="344" y="870"/>
                    <a:pt x="348" y="870"/>
                  </a:cubicBezTo>
                  <a:cubicBezTo>
                    <a:pt x="353" y="870"/>
                    <a:pt x="364" y="872"/>
                    <a:pt x="368" y="865"/>
                  </a:cubicBezTo>
                  <a:cubicBezTo>
                    <a:pt x="371" y="857"/>
                    <a:pt x="382" y="859"/>
                    <a:pt x="398" y="857"/>
                  </a:cubicBezTo>
                  <a:cubicBezTo>
                    <a:pt x="414" y="855"/>
                    <a:pt x="424" y="855"/>
                    <a:pt x="430" y="848"/>
                  </a:cubicBezTo>
                  <a:cubicBezTo>
                    <a:pt x="435" y="840"/>
                    <a:pt x="447" y="839"/>
                    <a:pt x="454" y="839"/>
                  </a:cubicBezTo>
                  <a:cubicBezTo>
                    <a:pt x="462" y="839"/>
                    <a:pt x="490" y="836"/>
                    <a:pt x="494" y="846"/>
                  </a:cubicBezTo>
                  <a:cubicBezTo>
                    <a:pt x="498" y="855"/>
                    <a:pt x="504" y="867"/>
                    <a:pt x="490" y="870"/>
                  </a:cubicBezTo>
                  <a:cubicBezTo>
                    <a:pt x="476" y="873"/>
                    <a:pt x="470" y="886"/>
                    <a:pt x="479" y="893"/>
                  </a:cubicBezTo>
                  <a:cubicBezTo>
                    <a:pt x="487" y="899"/>
                    <a:pt x="493" y="901"/>
                    <a:pt x="499" y="911"/>
                  </a:cubicBezTo>
                  <a:cubicBezTo>
                    <a:pt x="506" y="920"/>
                    <a:pt x="520" y="943"/>
                    <a:pt x="531" y="927"/>
                  </a:cubicBezTo>
                  <a:cubicBezTo>
                    <a:pt x="543" y="911"/>
                    <a:pt x="554" y="885"/>
                    <a:pt x="569" y="880"/>
                  </a:cubicBezTo>
                  <a:cubicBezTo>
                    <a:pt x="584" y="874"/>
                    <a:pt x="597" y="877"/>
                    <a:pt x="597" y="867"/>
                  </a:cubicBezTo>
                  <a:cubicBezTo>
                    <a:pt x="597" y="857"/>
                    <a:pt x="598" y="859"/>
                    <a:pt x="586" y="853"/>
                  </a:cubicBezTo>
                  <a:cubicBezTo>
                    <a:pt x="574" y="847"/>
                    <a:pt x="575" y="832"/>
                    <a:pt x="584" y="827"/>
                  </a:cubicBezTo>
                  <a:cubicBezTo>
                    <a:pt x="592" y="823"/>
                    <a:pt x="601" y="825"/>
                    <a:pt x="607" y="833"/>
                  </a:cubicBezTo>
                  <a:cubicBezTo>
                    <a:pt x="614" y="840"/>
                    <a:pt x="636" y="847"/>
                    <a:pt x="649" y="846"/>
                  </a:cubicBezTo>
                  <a:cubicBezTo>
                    <a:pt x="662" y="845"/>
                    <a:pt x="680" y="847"/>
                    <a:pt x="691" y="833"/>
                  </a:cubicBezTo>
                  <a:cubicBezTo>
                    <a:pt x="702" y="819"/>
                    <a:pt x="720" y="827"/>
                    <a:pt x="729" y="825"/>
                  </a:cubicBezTo>
                  <a:cubicBezTo>
                    <a:pt x="739" y="823"/>
                    <a:pt x="730" y="807"/>
                    <a:pt x="745" y="807"/>
                  </a:cubicBezTo>
                  <a:cubicBezTo>
                    <a:pt x="760" y="807"/>
                    <a:pt x="768" y="790"/>
                    <a:pt x="773" y="798"/>
                  </a:cubicBezTo>
                  <a:cubicBezTo>
                    <a:pt x="779" y="807"/>
                    <a:pt x="795" y="789"/>
                    <a:pt x="787" y="807"/>
                  </a:cubicBezTo>
                  <a:cubicBezTo>
                    <a:pt x="780" y="825"/>
                    <a:pt x="782" y="833"/>
                    <a:pt x="791" y="826"/>
                  </a:cubicBezTo>
                  <a:cubicBezTo>
                    <a:pt x="801" y="820"/>
                    <a:pt x="826" y="820"/>
                    <a:pt x="828" y="802"/>
                  </a:cubicBezTo>
                  <a:cubicBezTo>
                    <a:pt x="830" y="784"/>
                    <a:pt x="820" y="782"/>
                    <a:pt x="838" y="778"/>
                  </a:cubicBezTo>
                  <a:cubicBezTo>
                    <a:pt x="857" y="774"/>
                    <a:pt x="858" y="763"/>
                    <a:pt x="847" y="754"/>
                  </a:cubicBezTo>
                  <a:cubicBezTo>
                    <a:pt x="836" y="744"/>
                    <a:pt x="838" y="741"/>
                    <a:pt x="838" y="723"/>
                  </a:cubicBezTo>
                  <a:cubicBezTo>
                    <a:pt x="838" y="704"/>
                    <a:pt x="831" y="695"/>
                    <a:pt x="847" y="689"/>
                  </a:cubicBezTo>
                  <a:cubicBezTo>
                    <a:pt x="863" y="684"/>
                    <a:pt x="874" y="687"/>
                    <a:pt x="870" y="669"/>
                  </a:cubicBezTo>
                  <a:cubicBezTo>
                    <a:pt x="865" y="651"/>
                    <a:pt x="858" y="630"/>
                    <a:pt x="858" y="610"/>
                  </a:cubicBezTo>
                  <a:cubicBezTo>
                    <a:pt x="858" y="590"/>
                    <a:pt x="851" y="580"/>
                    <a:pt x="867" y="577"/>
                  </a:cubicBezTo>
                  <a:cubicBezTo>
                    <a:pt x="883" y="574"/>
                    <a:pt x="892" y="591"/>
                    <a:pt x="894" y="565"/>
                  </a:cubicBezTo>
                  <a:cubicBezTo>
                    <a:pt x="896" y="540"/>
                    <a:pt x="896" y="537"/>
                    <a:pt x="905" y="528"/>
                  </a:cubicBezTo>
                  <a:cubicBezTo>
                    <a:pt x="913" y="518"/>
                    <a:pt x="923" y="519"/>
                    <a:pt x="924" y="503"/>
                  </a:cubicBezTo>
                  <a:cubicBezTo>
                    <a:pt x="925" y="487"/>
                    <a:pt x="934" y="490"/>
                    <a:pt x="928" y="466"/>
                  </a:cubicBezTo>
                  <a:cubicBezTo>
                    <a:pt x="923" y="441"/>
                    <a:pt x="908" y="422"/>
                    <a:pt x="897" y="412"/>
                  </a:cubicBezTo>
                  <a:close/>
                  <a:moveTo>
                    <a:pt x="690" y="580"/>
                  </a:moveTo>
                  <a:cubicBezTo>
                    <a:pt x="690" y="580"/>
                    <a:pt x="682" y="601"/>
                    <a:pt x="687" y="610"/>
                  </a:cubicBezTo>
                  <a:cubicBezTo>
                    <a:pt x="691" y="620"/>
                    <a:pt x="704" y="616"/>
                    <a:pt x="705" y="608"/>
                  </a:cubicBezTo>
                  <a:cubicBezTo>
                    <a:pt x="706" y="601"/>
                    <a:pt x="698" y="594"/>
                    <a:pt x="703" y="586"/>
                  </a:cubicBezTo>
                  <a:cubicBezTo>
                    <a:pt x="707" y="577"/>
                    <a:pt x="700" y="556"/>
                    <a:pt x="690" y="580"/>
                  </a:cubicBezTo>
                  <a:close/>
                  <a:moveTo>
                    <a:pt x="431" y="935"/>
                  </a:moveTo>
                  <a:cubicBezTo>
                    <a:pt x="436" y="926"/>
                    <a:pt x="436" y="917"/>
                    <a:pt x="446" y="915"/>
                  </a:cubicBezTo>
                  <a:cubicBezTo>
                    <a:pt x="455" y="913"/>
                    <a:pt x="456" y="909"/>
                    <a:pt x="456" y="898"/>
                  </a:cubicBezTo>
                  <a:cubicBezTo>
                    <a:pt x="456" y="887"/>
                    <a:pt x="473" y="876"/>
                    <a:pt x="452" y="872"/>
                  </a:cubicBezTo>
                  <a:cubicBezTo>
                    <a:pt x="432" y="869"/>
                    <a:pt x="437" y="856"/>
                    <a:pt x="421" y="864"/>
                  </a:cubicBezTo>
                  <a:cubicBezTo>
                    <a:pt x="405" y="871"/>
                    <a:pt x="395" y="862"/>
                    <a:pt x="395" y="881"/>
                  </a:cubicBezTo>
                  <a:cubicBezTo>
                    <a:pt x="395" y="881"/>
                    <a:pt x="391" y="894"/>
                    <a:pt x="383" y="894"/>
                  </a:cubicBezTo>
                  <a:cubicBezTo>
                    <a:pt x="374" y="894"/>
                    <a:pt x="372" y="911"/>
                    <a:pt x="364" y="902"/>
                  </a:cubicBezTo>
                  <a:cubicBezTo>
                    <a:pt x="357" y="894"/>
                    <a:pt x="357" y="880"/>
                    <a:pt x="345" y="887"/>
                  </a:cubicBezTo>
                  <a:cubicBezTo>
                    <a:pt x="333" y="895"/>
                    <a:pt x="339" y="903"/>
                    <a:pt x="327" y="913"/>
                  </a:cubicBezTo>
                  <a:cubicBezTo>
                    <a:pt x="315" y="923"/>
                    <a:pt x="310" y="926"/>
                    <a:pt x="305" y="929"/>
                  </a:cubicBezTo>
                  <a:cubicBezTo>
                    <a:pt x="299" y="932"/>
                    <a:pt x="303" y="939"/>
                    <a:pt x="312" y="939"/>
                  </a:cubicBezTo>
                  <a:cubicBezTo>
                    <a:pt x="321" y="939"/>
                    <a:pt x="322" y="937"/>
                    <a:pt x="322" y="950"/>
                  </a:cubicBezTo>
                  <a:cubicBezTo>
                    <a:pt x="322" y="964"/>
                    <a:pt x="327" y="975"/>
                    <a:pt x="331" y="975"/>
                  </a:cubicBezTo>
                  <a:cubicBezTo>
                    <a:pt x="336" y="975"/>
                    <a:pt x="339" y="993"/>
                    <a:pt x="349" y="975"/>
                  </a:cubicBezTo>
                  <a:cubicBezTo>
                    <a:pt x="360" y="957"/>
                    <a:pt x="356" y="957"/>
                    <a:pt x="369" y="946"/>
                  </a:cubicBezTo>
                  <a:cubicBezTo>
                    <a:pt x="382" y="935"/>
                    <a:pt x="379" y="929"/>
                    <a:pt x="391" y="929"/>
                  </a:cubicBezTo>
                  <a:cubicBezTo>
                    <a:pt x="403" y="929"/>
                    <a:pt x="406" y="930"/>
                    <a:pt x="409" y="934"/>
                  </a:cubicBezTo>
                  <a:cubicBezTo>
                    <a:pt x="413" y="939"/>
                    <a:pt x="425" y="945"/>
                    <a:pt x="431" y="935"/>
                  </a:cubicBezTo>
                  <a:close/>
                  <a:moveTo>
                    <a:pt x="277" y="944"/>
                  </a:moveTo>
                  <a:cubicBezTo>
                    <a:pt x="267" y="945"/>
                    <a:pt x="270" y="939"/>
                    <a:pt x="267" y="928"/>
                  </a:cubicBezTo>
                  <a:cubicBezTo>
                    <a:pt x="264" y="917"/>
                    <a:pt x="268" y="912"/>
                    <a:pt x="254" y="913"/>
                  </a:cubicBezTo>
                  <a:cubicBezTo>
                    <a:pt x="240" y="914"/>
                    <a:pt x="256" y="923"/>
                    <a:pt x="237" y="918"/>
                  </a:cubicBezTo>
                  <a:cubicBezTo>
                    <a:pt x="218" y="914"/>
                    <a:pt x="227" y="908"/>
                    <a:pt x="222" y="902"/>
                  </a:cubicBezTo>
                  <a:cubicBezTo>
                    <a:pt x="217" y="897"/>
                    <a:pt x="192" y="893"/>
                    <a:pt x="185" y="908"/>
                  </a:cubicBezTo>
                  <a:cubicBezTo>
                    <a:pt x="185" y="908"/>
                    <a:pt x="179" y="919"/>
                    <a:pt x="165" y="924"/>
                  </a:cubicBezTo>
                  <a:cubicBezTo>
                    <a:pt x="151" y="928"/>
                    <a:pt x="141" y="932"/>
                    <a:pt x="140" y="940"/>
                  </a:cubicBezTo>
                  <a:cubicBezTo>
                    <a:pt x="139" y="947"/>
                    <a:pt x="132" y="954"/>
                    <a:pt x="143" y="956"/>
                  </a:cubicBezTo>
                  <a:cubicBezTo>
                    <a:pt x="154" y="958"/>
                    <a:pt x="151" y="970"/>
                    <a:pt x="157" y="963"/>
                  </a:cubicBezTo>
                  <a:cubicBezTo>
                    <a:pt x="162" y="957"/>
                    <a:pt x="175" y="957"/>
                    <a:pt x="174" y="963"/>
                  </a:cubicBezTo>
                  <a:cubicBezTo>
                    <a:pt x="173" y="970"/>
                    <a:pt x="162" y="973"/>
                    <a:pt x="155" y="973"/>
                  </a:cubicBezTo>
                  <a:cubicBezTo>
                    <a:pt x="147" y="973"/>
                    <a:pt x="140" y="976"/>
                    <a:pt x="142" y="981"/>
                  </a:cubicBezTo>
                  <a:cubicBezTo>
                    <a:pt x="144" y="987"/>
                    <a:pt x="151" y="995"/>
                    <a:pt x="157" y="989"/>
                  </a:cubicBezTo>
                  <a:cubicBezTo>
                    <a:pt x="162" y="983"/>
                    <a:pt x="162" y="978"/>
                    <a:pt x="171" y="978"/>
                  </a:cubicBezTo>
                  <a:cubicBezTo>
                    <a:pt x="179" y="978"/>
                    <a:pt x="183" y="979"/>
                    <a:pt x="181" y="972"/>
                  </a:cubicBezTo>
                  <a:cubicBezTo>
                    <a:pt x="180" y="964"/>
                    <a:pt x="185" y="963"/>
                    <a:pt x="188" y="965"/>
                  </a:cubicBezTo>
                  <a:cubicBezTo>
                    <a:pt x="191" y="968"/>
                    <a:pt x="195" y="973"/>
                    <a:pt x="195" y="978"/>
                  </a:cubicBezTo>
                  <a:cubicBezTo>
                    <a:pt x="195" y="984"/>
                    <a:pt x="201" y="989"/>
                    <a:pt x="190" y="991"/>
                  </a:cubicBezTo>
                  <a:cubicBezTo>
                    <a:pt x="179" y="993"/>
                    <a:pt x="171" y="995"/>
                    <a:pt x="165" y="998"/>
                  </a:cubicBezTo>
                  <a:cubicBezTo>
                    <a:pt x="160" y="1000"/>
                    <a:pt x="158" y="1007"/>
                    <a:pt x="158" y="1014"/>
                  </a:cubicBezTo>
                  <a:cubicBezTo>
                    <a:pt x="158" y="1020"/>
                    <a:pt x="171" y="1027"/>
                    <a:pt x="173" y="1016"/>
                  </a:cubicBezTo>
                  <a:cubicBezTo>
                    <a:pt x="175" y="1004"/>
                    <a:pt x="174" y="1004"/>
                    <a:pt x="183" y="1002"/>
                  </a:cubicBezTo>
                  <a:cubicBezTo>
                    <a:pt x="191" y="1000"/>
                    <a:pt x="194" y="1005"/>
                    <a:pt x="192" y="1008"/>
                  </a:cubicBezTo>
                  <a:cubicBezTo>
                    <a:pt x="190" y="1011"/>
                    <a:pt x="193" y="1016"/>
                    <a:pt x="184" y="1022"/>
                  </a:cubicBezTo>
                  <a:cubicBezTo>
                    <a:pt x="174" y="1029"/>
                    <a:pt x="169" y="1042"/>
                    <a:pt x="170" y="1048"/>
                  </a:cubicBezTo>
                  <a:cubicBezTo>
                    <a:pt x="171" y="1053"/>
                    <a:pt x="175" y="1052"/>
                    <a:pt x="178" y="1065"/>
                  </a:cubicBezTo>
                  <a:cubicBezTo>
                    <a:pt x="181" y="1078"/>
                    <a:pt x="162" y="1086"/>
                    <a:pt x="172" y="1086"/>
                  </a:cubicBezTo>
                  <a:cubicBezTo>
                    <a:pt x="181" y="1086"/>
                    <a:pt x="190" y="1095"/>
                    <a:pt x="194" y="1088"/>
                  </a:cubicBezTo>
                  <a:cubicBezTo>
                    <a:pt x="199" y="1082"/>
                    <a:pt x="208" y="1073"/>
                    <a:pt x="211" y="1079"/>
                  </a:cubicBezTo>
                  <a:cubicBezTo>
                    <a:pt x="215" y="1084"/>
                    <a:pt x="197" y="1097"/>
                    <a:pt x="206" y="1099"/>
                  </a:cubicBezTo>
                  <a:cubicBezTo>
                    <a:pt x="215" y="1101"/>
                    <a:pt x="226" y="1103"/>
                    <a:pt x="226" y="1094"/>
                  </a:cubicBezTo>
                  <a:cubicBezTo>
                    <a:pt x="226" y="1084"/>
                    <a:pt x="230" y="1080"/>
                    <a:pt x="236" y="1080"/>
                  </a:cubicBezTo>
                  <a:cubicBezTo>
                    <a:pt x="242" y="1080"/>
                    <a:pt x="258" y="1084"/>
                    <a:pt x="257" y="1064"/>
                  </a:cubicBezTo>
                  <a:cubicBezTo>
                    <a:pt x="256" y="1044"/>
                    <a:pt x="266" y="1045"/>
                    <a:pt x="261" y="1032"/>
                  </a:cubicBezTo>
                  <a:cubicBezTo>
                    <a:pt x="255" y="1019"/>
                    <a:pt x="271" y="1026"/>
                    <a:pt x="271" y="1010"/>
                  </a:cubicBezTo>
                  <a:cubicBezTo>
                    <a:pt x="271" y="994"/>
                    <a:pt x="271" y="991"/>
                    <a:pt x="281" y="985"/>
                  </a:cubicBezTo>
                  <a:cubicBezTo>
                    <a:pt x="291" y="978"/>
                    <a:pt x="285" y="974"/>
                    <a:pt x="286" y="960"/>
                  </a:cubicBezTo>
                  <a:cubicBezTo>
                    <a:pt x="287" y="946"/>
                    <a:pt x="286" y="943"/>
                    <a:pt x="277" y="944"/>
                  </a:cubicBezTo>
                  <a:close/>
                  <a:moveTo>
                    <a:pt x="85" y="977"/>
                  </a:moveTo>
                  <a:cubicBezTo>
                    <a:pt x="69" y="984"/>
                    <a:pt x="69" y="989"/>
                    <a:pt x="72" y="995"/>
                  </a:cubicBezTo>
                  <a:cubicBezTo>
                    <a:pt x="76" y="1002"/>
                    <a:pt x="70" y="991"/>
                    <a:pt x="83" y="989"/>
                  </a:cubicBezTo>
                  <a:cubicBezTo>
                    <a:pt x="96" y="987"/>
                    <a:pt x="109" y="975"/>
                    <a:pt x="107" y="962"/>
                  </a:cubicBezTo>
                  <a:cubicBezTo>
                    <a:pt x="104" y="949"/>
                    <a:pt x="100" y="949"/>
                    <a:pt x="97" y="958"/>
                  </a:cubicBezTo>
                  <a:cubicBezTo>
                    <a:pt x="97" y="958"/>
                    <a:pt x="101" y="971"/>
                    <a:pt x="85" y="977"/>
                  </a:cubicBezTo>
                  <a:close/>
                  <a:moveTo>
                    <a:pt x="219" y="1116"/>
                  </a:moveTo>
                  <a:cubicBezTo>
                    <a:pt x="219" y="1116"/>
                    <a:pt x="209" y="1152"/>
                    <a:pt x="220" y="1152"/>
                  </a:cubicBezTo>
                  <a:cubicBezTo>
                    <a:pt x="231" y="1152"/>
                    <a:pt x="229" y="1149"/>
                    <a:pt x="230" y="1142"/>
                  </a:cubicBezTo>
                  <a:cubicBezTo>
                    <a:pt x="231" y="1134"/>
                    <a:pt x="237" y="1140"/>
                    <a:pt x="237" y="1130"/>
                  </a:cubicBezTo>
                  <a:cubicBezTo>
                    <a:pt x="237" y="1121"/>
                    <a:pt x="221" y="1102"/>
                    <a:pt x="219" y="1116"/>
                  </a:cubicBezTo>
                  <a:close/>
                  <a:moveTo>
                    <a:pt x="187" y="1146"/>
                  </a:moveTo>
                  <a:cubicBezTo>
                    <a:pt x="187" y="1146"/>
                    <a:pt x="186" y="1159"/>
                    <a:pt x="190" y="1160"/>
                  </a:cubicBezTo>
                  <a:cubicBezTo>
                    <a:pt x="194" y="1161"/>
                    <a:pt x="202" y="1161"/>
                    <a:pt x="202" y="1154"/>
                  </a:cubicBezTo>
                  <a:cubicBezTo>
                    <a:pt x="202" y="1146"/>
                    <a:pt x="189" y="1137"/>
                    <a:pt x="187" y="1146"/>
                  </a:cubicBezTo>
                  <a:close/>
                  <a:moveTo>
                    <a:pt x="105" y="1298"/>
                  </a:moveTo>
                  <a:cubicBezTo>
                    <a:pt x="107" y="1305"/>
                    <a:pt x="110" y="1307"/>
                    <a:pt x="120" y="1305"/>
                  </a:cubicBezTo>
                  <a:cubicBezTo>
                    <a:pt x="131" y="1302"/>
                    <a:pt x="132" y="1299"/>
                    <a:pt x="135" y="1294"/>
                  </a:cubicBezTo>
                  <a:cubicBezTo>
                    <a:pt x="139" y="1289"/>
                    <a:pt x="151" y="1277"/>
                    <a:pt x="144" y="1277"/>
                  </a:cubicBezTo>
                  <a:cubicBezTo>
                    <a:pt x="137" y="1277"/>
                    <a:pt x="140" y="1281"/>
                    <a:pt x="125" y="1288"/>
                  </a:cubicBezTo>
                  <a:cubicBezTo>
                    <a:pt x="125" y="1288"/>
                    <a:pt x="104" y="1292"/>
                    <a:pt x="105" y="1298"/>
                  </a:cubicBezTo>
                  <a:close/>
                  <a:moveTo>
                    <a:pt x="34" y="1401"/>
                  </a:moveTo>
                  <a:cubicBezTo>
                    <a:pt x="34" y="1401"/>
                    <a:pt x="21" y="1408"/>
                    <a:pt x="21" y="1419"/>
                  </a:cubicBezTo>
                  <a:cubicBezTo>
                    <a:pt x="21" y="1430"/>
                    <a:pt x="0" y="1435"/>
                    <a:pt x="10" y="1442"/>
                  </a:cubicBezTo>
                  <a:cubicBezTo>
                    <a:pt x="21" y="1448"/>
                    <a:pt x="19" y="1439"/>
                    <a:pt x="25" y="1431"/>
                  </a:cubicBezTo>
                  <a:cubicBezTo>
                    <a:pt x="32" y="1422"/>
                    <a:pt x="29" y="1418"/>
                    <a:pt x="41" y="1416"/>
                  </a:cubicBezTo>
                  <a:cubicBezTo>
                    <a:pt x="53" y="1414"/>
                    <a:pt x="56" y="1408"/>
                    <a:pt x="56" y="1403"/>
                  </a:cubicBezTo>
                  <a:cubicBezTo>
                    <a:pt x="56" y="1398"/>
                    <a:pt x="42" y="1387"/>
                    <a:pt x="34" y="140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151" y="1038"/>
              <a:ext cx="597" cy="378"/>
            </a:xfrm>
            <a:custGeom>
              <a:avLst/>
              <a:gdLst>
                <a:gd name="T0" fmla="*/ 607 w 913"/>
                <a:gd name="T1" fmla="*/ 553 h 578"/>
                <a:gd name="T2" fmla="*/ 641 w 913"/>
                <a:gd name="T3" fmla="*/ 572 h 578"/>
                <a:gd name="T4" fmla="*/ 683 w 913"/>
                <a:gd name="T5" fmla="*/ 554 h 578"/>
                <a:gd name="T6" fmla="*/ 700 w 913"/>
                <a:gd name="T7" fmla="*/ 520 h 578"/>
                <a:gd name="T8" fmla="*/ 762 w 913"/>
                <a:gd name="T9" fmla="*/ 497 h 578"/>
                <a:gd name="T10" fmla="*/ 794 w 913"/>
                <a:gd name="T11" fmla="*/ 440 h 578"/>
                <a:gd name="T12" fmla="*/ 847 w 913"/>
                <a:gd name="T13" fmla="*/ 405 h 578"/>
                <a:gd name="T14" fmla="*/ 893 w 913"/>
                <a:gd name="T15" fmla="*/ 409 h 578"/>
                <a:gd name="T16" fmla="*/ 907 w 913"/>
                <a:gd name="T17" fmla="*/ 407 h 578"/>
                <a:gd name="T18" fmla="*/ 911 w 913"/>
                <a:gd name="T19" fmla="*/ 375 h 578"/>
                <a:gd name="T20" fmla="*/ 844 w 913"/>
                <a:gd name="T21" fmla="*/ 342 h 578"/>
                <a:gd name="T22" fmla="*/ 725 w 913"/>
                <a:gd name="T23" fmla="*/ 272 h 578"/>
                <a:gd name="T24" fmla="*/ 641 w 913"/>
                <a:gd name="T25" fmla="*/ 195 h 578"/>
                <a:gd name="T26" fmla="*/ 608 w 913"/>
                <a:gd name="T27" fmla="*/ 125 h 578"/>
                <a:gd name="T28" fmla="*/ 514 w 913"/>
                <a:gd name="T29" fmla="*/ 119 h 578"/>
                <a:gd name="T30" fmla="*/ 490 w 913"/>
                <a:gd name="T31" fmla="*/ 56 h 578"/>
                <a:gd name="T32" fmla="*/ 417 w 913"/>
                <a:gd name="T33" fmla="*/ 13 h 578"/>
                <a:gd name="T34" fmla="*/ 368 w 913"/>
                <a:gd name="T35" fmla="*/ 27 h 578"/>
                <a:gd name="T36" fmla="*/ 321 w 913"/>
                <a:gd name="T37" fmla="*/ 48 h 578"/>
                <a:gd name="T38" fmla="*/ 301 w 913"/>
                <a:gd name="T39" fmla="*/ 107 h 578"/>
                <a:gd name="T40" fmla="*/ 253 w 913"/>
                <a:gd name="T41" fmla="*/ 113 h 578"/>
                <a:gd name="T42" fmla="*/ 249 w 913"/>
                <a:gd name="T43" fmla="*/ 113 h 578"/>
                <a:gd name="T44" fmla="*/ 243 w 913"/>
                <a:gd name="T45" fmla="*/ 113 h 578"/>
                <a:gd name="T46" fmla="*/ 240 w 913"/>
                <a:gd name="T47" fmla="*/ 113 h 578"/>
                <a:gd name="T48" fmla="*/ 236 w 913"/>
                <a:gd name="T49" fmla="*/ 114 h 578"/>
                <a:gd name="T50" fmla="*/ 231 w 913"/>
                <a:gd name="T51" fmla="*/ 115 h 578"/>
                <a:gd name="T52" fmla="*/ 222 w 913"/>
                <a:gd name="T53" fmla="*/ 118 h 578"/>
                <a:gd name="T54" fmla="*/ 160 w 913"/>
                <a:gd name="T55" fmla="*/ 59 h 578"/>
                <a:gd name="T56" fmla="*/ 87 w 913"/>
                <a:gd name="T57" fmla="*/ 34 h 578"/>
                <a:gd name="T58" fmla="*/ 18 w 913"/>
                <a:gd name="T59" fmla="*/ 71 h 578"/>
                <a:gd name="T60" fmla="*/ 6 w 913"/>
                <a:gd name="T61" fmla="*/ 89 h 578"/>
                <a:gd name="T62" fmla="*/ 9 w 913"/>
                <a:gd name="T63" fmla="*/ 91 h 578"/>
                <a:gd name="T64" fmla="*/ 12 w 913"/>
                <a:gd name="T65" fmla="*/ 92 h 578"/>
                <a:gd name="T66" fmla="*/ 37 w 913"/>
                <a:gd name="T67" fmla="*/ 140 h 578"/>
                <a:gd name="T68" fmla="*/ 24 w 913"/>
                <a:gd name="T69" fmla="*/ 199 h 578"/>
                <a:gd name="T70" fmla="*/ 42 w 913"/>
                <a:gd name="T71" fmla="*/ 230 h 578"/>
                <a:gd name="T72" fmla="*/ 70 w 913"/>
                <a:gd name="T73" fmla="*/ 226 h 578"/>
                <a:gd name="T74" fmla="*/ 39 w 913"/>
                <a:gd name="T75" fmla="*/ 274 h 578"/>
                <a:gd name="T76" fmla="*/ 56 w 913"/>
                <a:gd name="T77" fmla="*/ 283 h 578"/>
                <a:gd name="T78" fmla="*/ 93 w 913"/>
                <a:gd name="T79" fmla="*/ 279 h 578"/>
                <a:gd name="T80" fmla="*/ 90 w 913"/>
                <a:gd name="T81" fmla="*/ 368 h 578"/>
                <a:gd name="T82" fmla="*/ 97 w 913"/>
                <a:gd name="T83" fmla="*/ 411 h 578"/>
                <a:gd name="T84" fmla="*/ 134 w 913"/>
                <a:gd name="T85" fmla="*/ 405 h 578"/>
                <a:gd name="T86" fmla="*/ 167 w 913"/>
                <a:gd name="T87" fmla="*/ 372 h 578"/>
                <a:gd name="T88" fmla="*/ 217 w 913"/>
                <a:gd name="T89" fmla="*/ 356 h 578"/>
                <a:gd name="T90" fmla="*/ 283 w 913"/>
                <a:gd name="T91" fmla="*/ 340 h 578"/>
                <a:gd name="T92" fmla="*/ 328 w 913"/>
                <a:gd name="T93" fmla="*/ 366 h 578"/>
                <a:gd name="T94" fmla="*/ 389 w 913"/>
                <a:gd name="T95" fmla="*/ 388 h 578"/>
                <a:gd name="T96" fmla="*/ 465 w 913"/>
                <a:gd name="T97" fmla="*/ 425 h 578"/>
                <a:gd name="T98" fmla="*/ 519 w 913"/>
                <a:gd name="T99" fmla="*/ 463 h 578"/>
                <a:gd name="T100" fmla="*/ 565 w 913"/>
                <a:gd name="T101" fmla="*/ 484 h 578"/>
                <a:gd name="T102" fmla="*/ 566 w 913"/>
                <a:gd name="T103" fmla="*/ 520 h 578"/>
                <a:gd name="T104" fmla="*/ 569 w 913"/>
                <a:gd name="T105" fmla="*/ 532 h 578"/>
                <a:gd name="T106" fmla="*/ 569 w 913"/>
                <a:gd name="T107" fmla="*/ 535 h 578"/>
                <a:gd name="T108" fmla="*/ 570 w 913"/>
                <a:gd name="T109" fmla="*/ 539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13" h="578">
                  <a:moveTo>
                    <a:pt x="589" y="545"/>
                  </a:moveTo>
                  <a:cubicBezTo>
                    <a:pt x="596" y="555"/>
                    <a:pt x="601" y="553"/>
                    <a:pt x="607" y="553"/>
                  </a:cubicBezTo>
                  <a:cubicBezTo>
                    <a:pt x="612" y="553"/>
                    <a:pt x="627" y="554"/>
                    <a:pt x="629" y="562"/>
                  </a:cubicBezTo>
                  <a:cubicBezTo>
                    <a:pt x="631" y="570"/>
                    <a:pt x="637" y="578"/>
                    <a:pt x="641" y="572"/>
                  </a:cubicBezTo>
                  <a:cubicBezTo>
                    <a:pt x="644" y="566"/>
                    <a:pt x="650" y="556"/>
                    <a:pt x="661" y="560"/>
                  </a:cubicBezTo>
                  <a:cubicBezTo>
                    <a:pt x="673" y="564"/>
                    <a:pt x="679" y="560"/>
                    <a:pt x="683" y="554"/>
                  </a:cubicBezTo>
                  <a:cubicBezTo>
                    <a:pt x="688" y="547"/>
                    <a:pt x="700" y="544"/>
                    <a:pt x="695" y="536"/>
                  </a:cubicBezTo>
                  <a:cubicBezTo>
                    <a:pt x="691" y="529"/>
                    <a:pt x="690" y="522"/>
                    <a:pt x="700" y="520"/>
                  </a:cubicBezTo>
                  <a:cubicBezTo>
                    <a:pt x="710" y="518"/>
                    <a:pt x="717" y="514"/>
                    <a:pt x="733" y="512"/>
                  </a:cubicBezTo>
                  <a:cubicBezTo>
                    <a:pt x="748" y="510"/>
                    <a:pt x="749" y="497"/>
                    <a:pt x="762" y="497"/>
                  </a:cubicBezTo>
                  <a:cubicBezTo>
                    <a:pt x="775" y="497"/>
                    <a:pt x="782" y="486"/>
                    <a:pt x="783" y="472"/>
                  </a:cubicBezTo>
                  <a:cubicBezTo>
                    <a:pt x="783" y="458"/>
                    <a:pt x="791" y="452"/>
                    <a:pt x="794" y="440"/>
                  </a:cubicBezTo>
                  <a:cubicBezTo>
                    <a:pt x="797" y="429"/>
                    <a:pt x="803" y="420"/>
                    <a:pt x="815" y="420"/>
                  </a:cubicBezTo>
                  <a:cubicBezTo>
                    <a:pt x="828" y="420"/>
                    <a:pt x="843" y="416"/>
                    <a:pt x="847" y="405"/>
                  </a:cubicBezTo>
                  <a:cubicBezTo>
                    <a:pt x="850" y="394"/>
                    <a:pt x="860" y="391"/>
                    <a:pt x="867" y="398"/>
                  </a:cubicBezTo>
                  <a:cubicBezTo>
                    <a:pt x="875" y="404"/>
                    <a:pt x="879" y="411"/>
                    <a:pt x="893" y="409"/>
                  </a:cubicBezTo>
                  <a:cubicBezTo>
                    <a:pt x="894" y="409"/>
                    <a:pt x="896" y="409"/>
                    <a:pt x="897" y="409"/>
                  </a:cubicBezTo>
                  <a:cubicBezTo>
                    <a:pt x="900" y="408"/>
                    <a:pt x="903" y="408"/>
                    <a:pt x="907" y="407"/>
                  </a:cubicBezTo>
                  <a:cubicBezTo>
                    <a:pt x="907" y="407"/>
                    <a:pt x="907" y="407"/>
                    <a:pt x="907" y="407"/>
                  </a:cubicBezTo>
                  <a:cubicBezTo>
                    <a:pt x="907" y="396"/>
                    <a:pt x="909" y="385"/>
                    <a:pt x="911" y="375"/>
                  </a:cubicBezTo>
                  <a:cubicBezTo>
                    <a:pt x="913" y="362"/>
                    <a:pt x="905" y="366"/>
                    <a:pt x="897" y="358"/>
                  </a:cubicBezTo>
                  <a:cubicBezTo>
                    <a:pt x="889" y="350"/>
                    <a:pt x="866" y="345"/>
                    <a:pt x="844" y="342"/>
                  </a:cubicBezTo>
                  <a:cubicBezTo>
                    <a:pt x="822" y="339"/>
                    <a:pt x="795" y="321"/>
                    <a:pt x="777" y="300"/>
                  </a:cubicBezTo>
                  <a:cubicBezTo>
                    <a:pt x="759" y="279"/>
                    <a:pt x="734" y="286"/>
                    <a:pt x="725" y="272"/>
                  </a:cubicBezTo>
                  <a:cubicBezTo>
                    <a:pt x="716" y="258"/>
                    <a:pt x="681" y="235"/>
                    <a:pt x="663" y="224"/>
                  </a:cubicBezTo>
                  <a:cubicBezTo>
                    <a:pt x="645" y="213"/>
                    <a:pt x="644" y="214"/>
                    <a:pt x="641" y="195"/>
                  </a:cubicBezTo>
                  <a:cubicBezTo>
                    <a:pt x="638" y="176"/>
                    <a:pt x="628" y="183"/>
                    <a:pt x="621" y="166"/>
                  </a:cubicBezTo>
                  <a:cubicBezTo>
                    <a:pt x="614" y="149"/>
                    <a:pt x="613" y="141"/>
                    <a:pt x="608" y="125"/>
                  </a:cubicBezTo>
                  <a:cubicBezTo>
                    <a:pt x="603" y="109"/>
                    <a:pt x="579" y="110"/>
                    <a:pt x="569" y="124"/>
                  </a:cubicBezTo>
                  <a:cubicBezTo>
                    <a:pt x="559" y="138"/>
                    <a:pt x="534" y="118"/>
                    <a:pt x="514" y="119"/>
                  </a:cubicBezTo>
                  <a:cubicBezTo>
                    <a:pt x="494" y="120"/>
                    <a:pt x="492" y="101"/>
                    <a:pt x="496" y="84"/>
                  </a:cubicBezTo>
                  <a:cubicBezTo>
                    <a:pt x="500" y="67"/>
                    <a:pt x="490" y="66"/>
                    <a:pt x="490" y="56"/>
                  </a:cubicBezTo>
                  <a:cubicBezTo>
                    <a:pt x="490" y="46"/>
                    <a:pt x="478" y="37"/>
                    <a:pt x="456" y="37"/>
                  </a:cubicBezTo>
                  <a:cubicBezTo>
                    <a:pt x="434" y="37"/>
                    <a:pt x="426" y="26"/>
                    <a:pt x="417" y="13"/>
                  </a:cubicBezTo>
                  <a:cubicBezTo>
                    <a:pt x="408" y="0"/>
                    <a:pt x="393" y="0"/>
                    <a:pt x="387" y="11"/>
                  </a:cubicBezTo>
                  <a:cubicBezTo>
                    <a:pt x="381" y="22"/>
                    <a:pt x="383" y="26"/>
                    <a:pt x="368" y="27"/>
                  </a:cubicBezTo>
                  <a:cubicBezTo>
                    <a:pt x="353" y="28"/>
                    <a:pt x="354" y="28"/>
                    <a:pt x="353" y="42"/>
                  </a:cubicBezTo>
                  <a:cubicBezTo>
                    <a:pt x="352" y="56"/>
                    <a:pt x="339" y="49"/>
                    <a:pt x="321" y="48"/>
                  </a:cubicBezTo>
                  <a:cubicBezTo>
                    <a:pt x="303" y="47"/>
                    <a:pt x="301" y="66"/>
                    <a:pt x="294" y="78"/>
                  </a:cubicBezTo>
                  <a:cubicBezTo>
                    <a:pt x="287" y="90"/>
                    <a:pt x="297" y="97"/>
                    <a:pt x="301" y="107"/>
                  </a:cubicBezTo>
                  <a:cubicBezTo>
                    <a:pt x="305" y="117"/>
                    <a:pt x="270" y="117"/>
                    <a:pt x="257" y="114"/>
                  </a:cubicBezTo>
                  <a:cubicBezTo>
                    <a:pt x="256" y="114"/>
                    <a:pt x="254" y="113"/>
                    <a:pt x="253" y="113"/>
                  </a:cubicBezTo>
                  <a:cubicBezTo>
                    <a:pt x="252" y="113"/>
                    <a:pt x="252" y="113"/>
                    <a:pt x="251" y="113"/>
                  </a:cubicBezTo>
                  <a:cubicBezTo>
                    <a:pt x="250" y="113"/>
                    <a:pt x="249" y="113"/>
                    <a:pt x="249" y="113"/>
                  </a:cubicBezTo>
                  <a:cubicBezTo>
                    <a:pt x="248" y="113"/>
                    <a:pt x="248" y="113"/>
                    <a:pt x="247" y="113"/>
                  </a:cubicBezTo>
                  <a:cubicBezTo>
                    <a:pt x="246" y="113"/>
                    <a:pt x="245" y="113"/>
                    <a:pt x="243" y="113"/>
                  </a:cubicBezTo>
                  <a:cubicBezTo>
                    <a:pt x="243" y="113"/>
                    <a:pt x="243" y="113"/>
                    <a:pt x="243" y="113"/>
                  </a:cubicBezTo>
                  <a:cubicBezTo>
                    <a:pt x="242" y="113"/>
                    <a:pt x="241" y="113"/>
                    <a:pt x="240" y="113"/>
                  </a:cubicBezTo>
                  <a:cubicBezTo>
                    <a:pt x="239" y="113"/>
                    <a:pt x="239" y="113"/>
                    <a:pt x="238" y="114"/>
                  </a:cubicBezTo>
                  <a:cubicBezTo>
                    <a:pt x="237" y="114"/>
                    <a:pt x="237" y="114"/>
                    <a:pt x="236" y="114"/>
                  </a:cubicBezTo>
                  <a:cubicBezTo>
                    <a:pt x="235" y="114"/>
                    <a:pt x="235" y="114"/>
                    <a:pt x="234" y="114"/>
                  </a:cubicBezTo>
                  <a:cubicBezTo>
                    <a:pt x="233" y="115"/>
                    <a:pt x="232" y="115"/>
                    <a:pt x="231" y="115"/>
                  </a:cubicBezTo>
                  <a:cubicBezTo>
                    <a:pt x="231" y="115"/>
                    <a:pt x="231" y="115"/>
                    <a:pt x="231" y="115"/>
                  </a:cubicBezTo>
                  <a:cubicBezTo>
                    <a:pt x="228" y="116"/>
                    <a:pt x="225" y="117"/>
                    <a:pt x="222" y="118"/>
                  </a:cubicBezTo>
                  <a:cubicBezTo>
                    <a:pt x="210" y="122"/>
                    <a:pt x="192" y="118"/>
                    <a:pt x="183" y="106"/>
                  </a:cubicBezTo>
                  <a:cubicBezTo>
                    <a:pt x="174" y="94"/>
                    <a:pt x="164" y="72"/>
                    <a:pt x="160" y="59"/>
                  </a:cubicBezTo>
                  <a:cubicBezTo>
                    <a:pt x="156" y="46"/>
                    <a:pt x="137" y="53"/>
                    <a:pt x="127" y="41"/>
                  </a:cubicBezTo>
                  <a:cubicBezTo>
                    <a:pt x="117" y="29"/>
                    <a:pt x="109" y="32"/>
                    <a:pt x="87" y="34"/>
                  </a:cubicBezTo>
                  <a:cubicBezTo>
                    <a:pt x="65" y="36"/>
                    <a:pt x="70" y="48"/>
                    <a:pt x="52" y="48"/>
                  </a:cubicBezTo>
                  <a:cubicBezTo>
                    <a:pt x="34" y="48"/>
                    <a:pt x="27" y="58"/>
                    <a:pt x="18" y="71"/>
                  </a:cubicBezTo>
                  <a:cubicBezTo>
                    <a:pt x="13" y="78"/>
                    <a:pt x="6" y="83"/>
                    <a:pt x="0" y="86"/>
                  </a:cubicBezTo>
                  <a:cubicBezTo>
                    <a:pt x="2" y="87"/>
                    <a:pt x="4" y="88"/>
                    <a:pt x="6" y="89"/>
                  </a:cubicBezTo>
                  <a:cubicBezTo>
                    <a:pt x="6" y="89"/>
                    <a:pt x="6" y="89"/>
                    <a:pt x="6" y="89"/>
                  </a:cubicBezTo>
                  <a:cubicBezTo>
                    <a:pt x="7" y="90"/>
                    <a:pt x="8" y="90"/>
                    <a:pt x="9" y="91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10" y="91"/>
                    <a:pt x="11" y="92"/>
                    <a:pt x="12" y="92"/>
                  </a:cubicBezTo>
                  <a:cubicBezTo>
                    <a:pt x="22" y="95"/>
                    <a:pt x="18" y="108"/>
                    <a:pt x="30" y="114"/>
                  </a:cubicBezTo>
                  <a:cubicBezTo>
                    <a:pt x="42" y="120"/>
                    <a:pt x="37" y="129"/>
                    <a:pt x="37" y="140"/>
                  </a:cubicBezTo>
                  <a:cubicBezTo>
                    <a:pt x="37" y="151"/>
                    <a:pt x="36" y="159"/>
                    <a:pt x="26" y="162"/>
                  </a:cubicBezTo>
                  <a:cubicBezTo>
                    <a:pt x="16" y="165"/>
                    <a:pt x="21" y="192"/>
                    <a:pt x="24" y="199"/>
                  </a:cubicBezTo>
                  <a:cubicBezTo>
                    <a:pt x="27" y="206"/>
                    <a:pt x="31" y="213"/>
                    <a:pt x="33" y="224"/>
                  </a:cubicBezTo>
                  <a:cubicBezTo>
                    <a:pt x="35" y="235"/>
                    <a:pt x="43" y="236"/>
                    <a:pt x="42" y="230"/>
                  </a:cubicBezTo>
                  <a:cubicBezTo>
                    <a:pt x="41" y="224"/>
                    <a:pt x="47" y="212"/>
                    <a:pt x="55" y="212"/>
                  </a:cubicBezTo>
                  <a:cubicBezTo>
                    <a:pt x="63" y="212"/>
                    <a:pt x="71" y="214"/>
                    <a:pt x="70" y="226"/>
                  </a:cubicBezTo>
                  <a:cubicBezTo>
                    <a:pt x="69" y="238"/>
                    <a:pt x="56" y="241"/>
                    <a:pt x="49" y="245"/>
                  </a:cubicBezTo>
                  <a:cubicBezTo>
                    <a:pt x="42" y="249"/>
                    <a:pt x="48" y="261"/>
                    <a:pt x="39" y="274"/>
                  </a:cubicBezTo>
                  <a:cubicBezTo>
                    <a:pt x="30" y="287"/>
                    <a:pt x="40" y="295"/>
                    <a:pt x="48" y="303"/>
                  </a:cubicBezTo>
                  <a:cubicBezTo>
                    <a:pt x="56" y="311"/>
                    <a:pt x="51" y="288"/>
                    <a:pt x="56" y="283"/>
                  </a:cubicBezTo>
                  <a:cubicBezTo>
                    <a:pt x="61" y="278"/>
                    <a:pt x="58" y="269"/>
                    <a:pt x="62" y="261"/>
                  </a:cubicBezTo>
                  <a:cubicBezTo>
                    <a:pt x="66" y="253"/>
                    <a:pt x="78" y="271"/>
                    <a:pt x="93" y="279"/>
                  </a:cubicBezTo>
                  <a:cubicBezTo>
                    <a:pt x="108" y="287"/>
                    <a:pt x="107" y="299"/>
                    <a:pt x="98" y="310"/>
                  </a:cubicBezTo>
                  <a:cubicBezTo>
                    <a:pt x="89" y="321"/>
                    <a:pt x="95" y="354"/>
                    <a:pt x="90" y="368"/>
                  </a:cubicBezTo>
                  <a:cubicBezTo>
                    <a:pt x="85" y="382"/>
                    <a:pt x="97" y="396"/>
                    <a:pt x="97" y="410"/>
                  </a:cubicBezTo>
                  <a:cubicBezTo>
                    <a:pt x="97" y="410"/>
                    <a:pt x="97" y="411"/>
                    <a:pt x="97" y="411"/>
                  </a:cubicBezTo>
                  <a:cubicBezTo>
                    <a:pt x="100" y="411"/>
                    <a:pt x="104" y="412"/>
                    <a:pt x="109" y="412"/>
                  </a:cubicBezTo>
                  <a:cubicBezTo>
                    <a:pt x="121" y="414"/>
                    <a:pt x="122" y="404"/>
                    <a:pt x="134" y="405"/>
                  </a:cubicBezTo>
                  <a:cubicBezTo>
                    <a:pt x="146" y="406"/>
                    <a:pt x="151" y="402"/>
                    <a:pt x="151" y="395"/>
                  </a:cubicBezTo>
                  <a:cubicBezTo>
                    <a:pt x="151" y="388"/>
                    <a:pt x="156" y="378"/>
                    <a:pt x="167" y="372"/>
                  </a:cubicBezTo>
                  <a:cubicBezTo>
                    <a:pt x="177" y="366"/>
                    <a:pt x="185" y="366"/>
                    <a:pt x="187" y="361"/>
                  </a:cubicBezTo>
                  <a:cubicBezTo>
                    <a:pt x="189" y="356"/>
                    <a:pt x="200" y="353"/>
                    <a:pt x="217" y="356"/>
                  </a:cubicBezTo>
                  <a:cubicBezTo>
                    <a:pt x="233" y="358"/>
                    <a:pt x="249" y="360"/>
                    <a:pt x="255" y="352"/>
                  </a:cubicBezTo>
                  <a:cubicBezTo>
                    <a:pt x="261" y="344"/>
                    <a:pt x="273" y="337"/>
                    <a:pt x="283" y="340"/>
                  </a:cubicBezTo>
                  <a:cubicBezTo>
                    <a:pt x="292" y="344"/>
                    <a:pt x="294" y="348"/>
                    <a:pt x="302" y="348"/>
                  </a:cubicBezTo>
                  <a:cubicBezTo>
                    <a:pt x="310" y="348"/>
                    <a:pt x="325" y="362"/>
                    <a:pt x="328" y="366"/>
                  </a:cubicBezTo>
                  <a:cubicBezTo>
                    <a:pt x="331" y="371"/>
                    <a:pt x="349" y="372"/>
                    <a:pt x="359" y="376"/>
                  </a:cubicBezTo>
                  <a:cubicBezTo>
                    <a:pt x="368" y="379"/>
                    <a:pt x="375" y="388"/>
                    <a:pt x="389" y="388"/>
                  </a:cubicBezTo>
                  <a:cubicBezTo>
                    <a:pt x="404" y="388"/>
                    <a:pt x="433" y="388"/>
                    <a:pt x="439" y="399"/>
                  </a:cubicBezTo>
                  <a:cubicBezTo>
                    <a:pt x="445" y="410"/>
                    <a:pt x="447" y="425"/>
                    <a:pt x="465" y="425"/>
                  </a:cubicBezTo>
                  <a:cubicBezTo>
                    <a:pt x="482" y="425"/>
                    <a:pt x="483" y="428"/>
                    <a:pt x="489" y="438"/>
                  </a:cubicBezTo>
                  <a:cubicBezTo>
                    <a:pt x="495" y="448"/>
                    <a:pt x="507" y="463"/>
                    <a:pt x="519" y="463"/>
                  </a:cubicBezTo>
                  <a:cubicBezTo>
                    <a:pt x="530" y="463"/>
                    <a:pt x="563" y="456"/>
                    <a:pt x="563" y="465"/>
                  </a:cubicBezTo>
                  <a:cubicBezTo>
                    <a:pt x="563" y="474"/>
                    <a:pt x="560" y="478"/>
                    <a:pt x="565" y="484"/>
                  </a:cubicBezTo>
                  <a:cubicBezTo>
                    <a:pt x="569" y="490"/>
                    <a:pt x="572" y="494"/>
                    <a:pt x="570" y="500"/>
                  </a:cubicBezTo>
                  <a:cubicBezTo>
                    <a:pt x="568" y="506"/>
                    <a:pt x="565" y="516"/>
                    <a:pt x="566" y="520"/>
                  </a:cubicBezTo>
                  <a:cubicBezTo>
                    <a:pt x="566" y="520"/>
                    <a:pt x="566" y="520"/>
                    <a:pt x="566" y="521"/>
                  </a:cubicBezTo>
                  <a:cubicBezTo>
                    <a:pt x="567" y="523"/>
                    <a:pt x="568" y="527"/>
                    <a:pt x="569" y="532"/>
                  </a:cubicBezTo>
                  <a:cubicBezTo>
                    <a:pt x="569" y="532"/>
                    <a:pt x="569" y="532"/>
                    <a:pt x="569" y="532"/>
                  </a:cubicBezTo>
                  <a:cubicBezTo>
                    <a:pt x="569" y="533"/>
                    <a:pt x="569" y="534"/>
                    <a:pt x="569" y="535"/>
                  </a:cubicBezTo>
                  <a:cubicBezTo>
                    <a:pt x="569" y="535"/>
                    <a:pt x="569" y="535"/>
                    <a:pt x="569" y="536"/>
                  </a:cubicBezTo>
                  <a:cubicBezTo>
                    <a:pt x="569" y="537"/>
                    <a:pt x="569" y="538"/>
                    <a:pt x="570" y="539"/>
                  </a:cubicBezTo>
                  <a:cubicBezTo>
                    <a:pt x="577" y="538"/>
                    <a:pt x="586" y="539"/>
                    <a:pt x="589" y="54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902" y="353"/>
              <a:ext cx="1693" cy="802"/>
            </a:xfrm>
            <a:custGeom>
              <a:avLst/>
              <a:gdLst>
                <a:gd name="T0" fmla="*/ 238 w 2591"/>
                <a:gd name="T1" fmla="*/ 739 h 1228"/>
                <a:gd name="T2" fmla="*/ 380 w 2591"/>
                <a:gd name="T3" fmla="*/ 724 h 1228"/>
                <a:gd name="T4" fmla="*/ 432 w 2591"/>
                <a:gd name="T5" fmla="*/ 794 h 1228"/>
                <a:gd name="T6" fmla="*/ 343 w 2591"/>
                <a:gd name="T7" fmla="*/ 838 h 1228"/>
                <a:gd name="T8" fmla="*/ 282 w 2591"/>
                <a:gd name="T9" fmla="*/ 902 h 1228"/>
                <a:gd name="T10" fmla="*/ 310 w 2591"/>
                <a:gd name="T11" fmla="*/ 1005 h 1228"/>
                <a:gd name="T12" fmla="*/ 387 w 2591"/>
                <a:gd name="T13" fmla="*/ 1091 h 1228"/>
                <a:gd name="T14" fmla="*/ 376 w 2591"/>
                <a:gd name="T15" fmla="*/ 1123 h 1228"/>
                <a:gd name="T16" fmla="*/ 381 w 2591"/>
                <a:gd name="T17" fmla="*/ 1134 h 1228"/>
                <a:gd name="T18" fmla="*/ 541 w 2591"/>
                <a:gd name="T19" fmla="*/ 1107 h 1228"/>
                <a:gd name="T20" fmla="*/ 661 w 2591"/>
                <a:gd name="T21" fmla="*/ 865 h 1228"/>
                <a:gd name="T22" fmla="*/ 824 w 2591"/>
                <a:gd name="T23" fmla="*/ 810 h 1228"/>
                <a:gd name="T24" fmla="*/ 914 w 2591"/>
                <a:gd name="T25" fmla="*/ 773 h 1228"/>
                <a:gd name="T26" fmla="*/ 922 w 2591"/>
                <a:gd name="T27" fmla="*/ 786 h 1228"/>
                <a:gd name="T28" fmla="*/ 918 w 2591"/>
                <a:gd name="T29" fmla="*/ 902 h 1228"/>
                <a:gd name="T30" fmla="*/ 1082 w 2591"/>
                <a:gd name="T31" fmla="*/ 984 h 1228"/>
                <a:gd name="T32" fmla="*/ 1277 w 2591"/>
                <a:gd name="T33" fmla="*/ 1109 h 1228"/>
                <a:gd name="T34" fmla="*/ 1416 w 2591"/>
                <a:gd name="T35" fmla="*/ 1215 h 1228"/>
                <a:gd name="T36" fmla="*/ 1543 w 2591"/>
                <a:gd name="T37" fmla="*/ 1099 h 1228"/>
                <a:gd name="T38" fmla="*/ 1600 w 2591"/>
                <a:gd name="T39" fmla="*/ 1049 h 1228"/>
                <a:gd name="T40" fmla="*/ 1609 w 2591"/>
                <a:gd name="T41" fmla="*/ 1046 h 1228"/>
                <a:gd name="T42" fmla="*/ 1708 w 2591"/>
                <a:gd name="T43" fmla="*/ 1065 h 1228"/>
                <a:gd name="T44" fmla="*/ 1867 w 2591"/>
                <a:gd name="T45" fmla="*/ 1045 h 1228"/>
                <a:gd name="T46" fmla="*/ 2101 w 2591"/>
                <a:gd name="T47" fmla="*/ 1061 h 1228"/>
                <a:gd name="T48" fmla="*/ 2153 w 2591"/>
                <a:gd name="T49" fmla="*/ 1074 h 1228"/>
                <a:gd name="T50" fmla="*/ 2153 w 2591"/>
                <a:gd name="T51" fmla="*/ 1066 h 1228"/>
                <a:gd name="T52" fmla="*/ 2154 w 2591"/>
                <a:gd name="T53" fmla="*/ 1058 h 1228"/>
                <a:gd name="T54" fmla="*/ 2178 w 2591"/>
                <a:gd name="T55" fmla="*/ 971 h 1228"/>
                <a:gd name="T56" fmla="*/ 2211 w 2591"/>
                <a:gd name="T57" fmla="*/ 863 h 1228"/>
                <a:gd name="T58" fmla="*/ 2290 w 2591"/>
                <a:gd name="T59" fmla="*/ 828 h 1228"/>
                <a:gd name="T60" fmla="*/ 2397 w 2591"/>
                <a:gd name="T61" fmla="*/ 721 h 1228"/>
                <a:gd name="T62" fmla="*/ 2499 w 2591"/>
                <a:gd name="T63" fmla="*/ 668 h 1228"/>
                <a:gd name="T64" fmla="*/ 2583 w 2591"/>
                <a:gd name="T65" fmla="*/ 543 h 1228"/>
                <a:gd name="T66" fmla="*/ 2588 w 2591"/>
                <a:gd name="T67" fmla="*/ 538 h 1228"/>
                <a:gd name="T68" fmla="*/ 2590 w 2591"/>
                <a:gd name="T69" fmla="*/ 530 h 1228"/>
                <a:gd name="T70" fmla="*/ 2589 w 2591"/>
                <a:gd name="T71" fmla="*/ 526 h 1228"/>
                <a:gd name="T72" fmla="*/ 2585 w 2591"/>
                <a:gd name="T73" fmla="*/ 522 h 1228"/>
                <a:gd name="T74" fmla="*/ 2447 w 2591"/>
                <a:gd name="T75" fmla="*/ 456 h 1228"/>
                <a:gd name="T76" fmla="*/ 2272 w 2591"/>
                <a:gd name="T77" fmla="*/ 409 h 1228"/>
                <a:gd name="T78" fmla="*/ 2172 w 2591"/>
                <a:gd name="T79" fmla="*/ 378 h 1228"/>
                <a:gd name="T80" fmla="*/ 1944 w 2591"/>
                <a:gd name="T81" fmla="*/ 97 h 1228"/>
                <a:gd name="T82" fmla="*/ 1831 w 2591"/>
                <a:gd name="T83" fmla="*/ 140 h 1228"/>
                <a:gd name="T84" fmla="*/ 1744 w 2591"/>
                <a:gd name="T85" fmla="*/ 162 h 1228"/>
                <a:gd name="T86" fmla="*/ 1721 w 2591"/>
                <a:gd name="T87" fmla="*/ 128 h 1228"/>
                <a:gd name="T88" fmla="*/ 1639 w 2591"/>
                <a:gd name="T89" fmla="*/ 97 h 1228"/>
                <a:gd name="T90" fmla="*/ 1572 w 2591"/>
                <a:gd name="T91" fmla="*/ 67 h 1228"/>
                <a:gd name="T92" fmla="*/ 1474 w 2591"/>
                <a:gd name="T93" fmla="*/ 7 h 1228"/>
                <a:gd name="T94" fmla="*/ 1205 w 2591"/>
                <a:gd name="T95" fmla="*/ 84 h 1228"/>
                <a:gd name="T96" fmla="*/ 997 w 2591"/>
                <a:gd name="T97" fmla="*/ 124 h 1228"/>
                <a:gd name="T98" fmla="*/ 939 w 2591"/>
                <a:gd name="T99" fmla="*/ 171 h 1228"/>
                <a:gd name="T100" fmla="*/ 931 w 2591"/>
                <a:gd name="T101" fmla="*/ 215 h 1228"/>
                <a:gd name="T102" fmla="*/ 878 w 2591"/>
                <a:gd name="T103" fmla="*/ 297 h 1228"/>
                <a:gd name="T104" fmla="*/ 972 w 2591"/>
                <a:gd name="T105" fmla="*/ 364 h 1228"/>
                <a:gd name="T106" fmla="*/ 866 w 2591"/>
                <a:gd name="T107" fmla="*/ 407 h 1228"/>
                <a:gd name="T108" fmla="*/ 725 w 2591"/>
                <a:gd name="T109" fmla="*/ 380 h 1228"/>
                <a:gd name="T110" fmla="*/ 598 w 2591"/>
                <a:gd name="T111" fmla="*/ 421 h 1228"/>
                <a:gd name="T112" fmla="*/ 472 w 2591"/>
                <a:gd name="T113" fmla="*/ 368 h 1228"/>
                <a:gd name="T114" fmla="*/ 321 w 2591"/>
                <a:gd name="T115" fmla="*/ 343 h 1228"/>
                <a:gd name="T116" fmla="*/ 171 w 2591"/>
                <a:gd name="T117" fmla="*/ 410 h 1228"/>
                <a:gd name="T118" fmla="*/ 90 w 2591"/>
                <a:gd name="T119" fmla="*/ 442 h 1228"/>
                <a:gd name="T120" fmla="*/ 39 w 2591"/>
                <a:gd name="T121" fmla="*/ 548 h 1228"/>
                <a:gd name="T122" fmla="*/ 84 w 2591"/>
                <a:gd name="T123" fmla="*/ 650 h 1228"/>
                <a:gd name="T124" fmla="*/ 188 w 2591"/>
                <a:gd name="T125" fmla="*/ 775 h 1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91" h="1228">
                  <a:moveTo>
                    <a:pt x="189" y="772"/>
                  </a:moveTo>
                  <a:cubicBezTo>
                    <a:pt x="189" y="772"/>
                    <a:pt x="189" y="772"/>
                    <a:pt x="189" y="772"/>
                  </a:cubicBezTo>
                  <a:cubicBezTo>
                    <a:pt x="189" y="771"/>
                    <a:pt x="190" y="770"/>
                    <a:pt x="190" y="769"/>
                  </a:cubicBezTo>
                  <a:cubicBezTo>
                    <a:pt x="192" y="761"/>
                    <a:pt x="202" y="755"/>
                    <a:pt x="218" y="754"/>
                  </a:cubicBezTo>
                  <a:cubicBezTo>
                    <a:pt x="234" y="753"/>
                    <a:pt x="233" y="748"/>
                    <a:pt x="238" y="739"/>
                  </a:cubicBezTo>
                  <a:cubicBezTo>
                    <a:pt x="243" y="730"/>
                    <a:pt x="247" y="728"/>
                    <a:pt x="261" y="728"/>
                  </a:cubicBezTo>
                  <a:cubicBezTo>
                    <a:pt x="275" y="728"/>
                    <a:pt x="280" y="723"/>
                    <a:pt x="287" y="717"/>
                  </a:cubicBezTo>
                  <a:cubicBezTo>
                    <a:pt x="294" y="711"/>
                    <a:pt x="297" y="708"/>
                    <a:pt x="309" y="708"/>
                  </a:cubicBezTo>
                  <a:cubicBezTo>
                    <a:pt x="321" y="708"/>
                    <a:pt x="347" y="720"/>
                    <a:pt x="353" y="725"/>
                  </a:cubicBezTo>
                  <a:cubicBezTo>
                    <a:pt x="359" y="730"/>
                    <a:pt x="376" y="730"/>
                    <a:pt x="380" y="724"/>
                  </a:cubicBezTo>
                  <a:cubicBezTo>
                    <a:pt x="384" y="718"/>
                    <a:pt x="396" y="720"/>
                    <a:pt x="408" y="716"/>
                  </a:cubicBezTo>
                  <a:cubicBezTo>
                    <a:pt x="420" y="712"/>
                    <a:pt x="430" y="729"/>
                    <a:pt x="435" y="735"/>
                  </a:cubicBezTo>
                  <a:cubicBezTo>
                    <a:pt x="440" y="741"/>
                    <a:pt x="436" y="747"/>
                    <a:pt x="428" y="748"/>
                  </a:cubicBezTo>
                  <a:cubicBezTo>
                    <a:pt x="420" y="749"/>
                    <a:pt x="423" y="759"/>
                    <a:pt x="432" y="763"/>
                  </a:cubicBezTo>
                  <a:cubicBezTo>
                    <a:pt x="441" y="767"/>
                    <a:pt x="432" y="779"/>
                    <a:pt x="432" y="794"/>
                  </a:cubicBezTo>
                  <a:cubicBezTo>
                    <a:pt x="432" y="809"/>
                    <a:pt x="411" y="805"/>
                    <a:pt x="408" y="812"/>
                  </a:cubicBezTo>
                  <a:cubicBezTo>
                    <a:pt x="405" y="819"/>
                    <a:pt x="411" y="830"/>
                    <a:pt x="423" y="837"/>
                  </a:cubicBezTo>
                  <a:cubicBezTo>
                    <a:pt x="435" y="844"/>
                    <a:pt x="421" y="845"/>
                    <a:pt x="410" y="843"/>
                  </a:cubicBezTo>
                  <a:cubicBezTo>
                    <a:pt x="399" y="841"/>
                    <a:pt x="402" y="836"/>
                    <a:pt x="396" y="836"/>
                  </a:cubicBezTo>
                  <a:cubicBezTo>
                    <a:pt x="390" y="836"/>
                    <a:pt x="358" y="838"/>
                    <a:pt x="343" y="838"/>
                  </a:cubicBezTo>
                  <a:cubicBezTo>
                    <a:pt x="328" y="838"/>
                    <a:pt x="318" y="841"/>
                    <a:pt x="316" y="851"/>
                  </a:cubicBezTo>
                  <a:cubicBezTo>
                    <a:pt x="314" y="861"/>
                    <a:pt x="308" y="871"/>
                    <a:pt x="296" y="873"/>
                  </a:cubicBezTo>
                  <a:cubicBezTo>
                    <a:pt x="284" y="875"/>
                    <a:pt x="296" y="889"/>
                    <a:pt x="310" y="891"/>
                  </a:cubicBezTo>
                  <a:cubicBezTo>
                    <a:pt x="324" y="893"/>
                    <a:pt x="319" y="905"/>
                    <a:pt x="310" y="907"/>
                  </a:cubicBezTo>
                  <a:cubicBezTo>
                    <a:pt x="301" y="909"/>
                    <a:pt x="293" y="908"/>
                    <a:pt x="282" y="902"/>
                  </a:cubicBezTo>
                  <a:cubicBezTo>
                    <a:pt x="271" y="896"/>
                    <a:pt x="266" y="898"/>
                    <a:pt x="257" y="901"/>
                  </a:cubicBezTo>
                  <a:cubicBezTo>
                    <a:pt x="248" y="904"/>
                    <a:pt x="245" y="918"/>
                    <a:pt x="247" y="925"/>
                  </a:cubicBezTo>
                  <a:cubicBezTo>
                    <a:pt x="249" y="932"/>
                    <a:pt x="256" y="930"/>
                    <a:pt x="272" y="936"/>
                  </a:cubicBezTo>
                  <a:cubicBezTo>
                    <a:pt x="288" y="942"/>
                    <a:pt x="297" y="969"/>
                    <a:pt x="303" y="979"/>
                  </a:cubicBezTo>
                  <a:cubicBezTo>
                    <a:pt x="309" y="989"/>
                    <a:pt x="310" y="994"/>
                    <a:pt x="310" y="1005"/>
                  </a:cubicBezTo>
                  <a:cubicBezTo>
                    <a:pt x="310" y="1016"/>
                    <a:pt x="316" y="1018"/>
                    <a:pt x="330" y="1018"/>
                  </a:cubicBezTo>
                  <a:cubicBezTo>
                    <a:pt x="344" y="1018"/>
                    <a:pt x="342" y="1026"/>
                    <a:pt x="348" y="1036"/>
                  </a:cubicBezTo>
                  <a:cubicBezTo>
                    <a:pt x="354" y="1046"/>
                    <a:pt x="377" y="1042"/>
                    <a:pt x="388" y="1043"/>
                  </a:cubicBezTo>
                  <a:cubicBezTo>
                    <a:pt x="399" y="1044"/>
                    <a:pt x="404" y="1061"/>
                    <a:pt x="403" y="1074"/>
                  </a:cubicBezTo>
                  <a:cubicBezTo>
                    <a:pt x="402" y="1087"/>
                    <a:pt x="399" y="1089"/>
                    <a:pt x="387" y="1091"/>
                  </a:cubicBezTo>
                  <a:cubicBezTo>
                    <a:pt x="375" y="1093"/>
                    <a:pt x="384" y="1110"/>
                    <a:pt x="378" y="1119"/>
                  </a:cubicBezTo>
                  <a:cubicBezTo>
                    <a:pt x="378" y="1120"/>
                    <a:pt x="377" y="1120"/>
                    <a:pt x="377" y="1121"/>
                  </a:cubicBezTo>
                  <a:cubicBezTo>
                    <a:pt x="377" y="1121"/>
                    <a:pt x="377" y="1121"/>
                    <a:pt x="377" y="1121"/>
                  </a:cubicBezTo>
                  <a:cubicBezTo>
                    <a:pt x="377" y="1122"/>
                    <a:pt x="377" y="1122"/>
                    <a:pt x="376" y="1123"/>
                  </a:cubicBezTo>
                  <a:cubicBezTo>
                    <a:pt x="376" y="1123"/>
                    <a:pt x="376" y="1123"/>
                    <a:pt x="376" y="1123"/>
                  </a:cubicBezTo>
                  <a:cubicBezTo>
                    <a:pt x="376" y="1124"/>
                    <a:pt x="376" y="1124"/>
                    <a:pt x="376" y="1125"/>
                  </a:cubicBezTo>
                  <a:cubicBezTo>
                    <a:pt x="376" y="1125"/>
                    <a:pt x="376" y="1125"/>
                    <a:pt x="376" y="1125"/>
                  </a:cubicBezTo>
                  <a:cubicBezTo>
                    <a:pt x="376" y="1126"/>
                    <a:pt x="377" y="1126"/>
                    <a:pt x="377" y="1127"/>
                  </a:cubicBezTo>
                  <a:cubicBezTo>
                    <a:pt x="377" y="1127"/>
                    <a:pt x="377" y="1127"/>
                    <a:pt x="377" y="1127"/>
                  </a:cubicBezTo>
                  <a:cubicBezTo>
                    <a:pt x="377" y="1129"/>
                    <a:pt x="379" y="1132"/>
                    <a:pt x="381" y="1134"/>
                  </a:cubicBezTo>
                  <a:cubicBezTo>
                    <a:pt x="387" y="1131"/>
                    <a:pt x="394" y="1126"/>
                    <a:pt x="399" y="1119"/>
                  </a:cubicBezTo>
                  <a:cubicBezTo>
                    <a:pt x="408" y="1106"/>
                    <a:pt x="415" y="1096"/>
                    <a:pt x="433" y="1096"/>
                  </a:cubicBezTo>
                  <a:cubicBezTo>
                    <a:pt x="451" y="1096"/>
                    <a:pt x="446" y="1084"/>
                    <a:pt x="468" y="1082"/>
                  </a:cubicBezTo>
                  <a:cubicBezTo>
                    <a:pt x="490" y="1080"/>
                    <a:pt x="498" y="1077"/>
                    <a:pt x="508" y="1089"/>
                  </a:cubicBezTo>
                  <a:cubicBezTo>
                    <a:pt x="518" y="1101"/>
                    <a:pt x="537" y="1094"/>
                    <a:pt x="541" y="1107"/>
                  </a:cubicBezTo>
                  <a:cubicBezTo>
                    <a:pt x="545" y="1120"/>
                    <a:pt x="555" y="1142"/>
                    <a:pt x="564" y="1154"/>
                  </a:cubicBezTo>
                  <a:cubicBezTo>
                    <a:pt x="573" y="1166"/>
                    <a:pt x="591" y="1170"/>
                    <a:pt x="603" y="1166"/>
                  </a:cubicBezTo>
                  <a:cubicBezTo>
                    <a:pt x="606" y="1165"/>
                    <a:pt x="609" y="1164"/>
                    <a:pt x="612" y="1163"/>
                  </a:cubicBezTo>
                  <a:cubicBezTo>
                    <a:pt x="611" y="878"/>
                    <a:pt x="611" y="878"/>
                    <a:pt x="611" y="878"/>
                  </a:cubicBezTo>
                  <a:cubicBezTo>
                    <a:pt x="611" y="878"/>
                    <a:pt x="644" y="872"/>
                    <a:pt x="661" y="865"/>
                  </a:cubicBezTo>
                  <a:cubicBezTo>
                    <a:pt x="678" y="858"/>
                    <a:pt x="690" y="851"/>
                    <a:pt x="710" y="847"/>
                  </a:cubicBezTo>
                  <a:cubicBezTo>
                    <a:pt x="728" y="843"/>
                    <a:pt x="764" y="828"/>
                    <a:pt x="782" y="834"/>
                  </a:cubicBezTo>
                  <a:cubicBezTo>
                    <a:pt x="784" y="828"/>
                    <a:pt x="785" y="823"/>
                    <a:pt x="787" y="819"/>
                  </a:cubicBezTo>
                  <a:cubicBezTo>
                    <a:pt x="792" y="809"/>
                    <a:pt x="798" y="798"/>
                    <a:pt x="807" y="798"/>
                  </a:cubicBezTo>
                  <a:cubicBezTo>
                    <a:pt x="817" y="798"/>
                    <a:pt x="820" y="803"/>
                    <a:pt x="824" y="810"/>
                  </a:cubicBezTo>
                  <a:cubicBezTo>
                    <a:pt x="828" y="817"/>
                    <a:pt x="828" y="818"/>
                    <a:pt x="839" y="815"/>
                  </a:cubicBezTo>
                  <a:cubicBezTo>
                    <a:pt x="850" y="811"/>
                    <a:pt x="841" y="792"/>
                    <a:pt x="848" y="779"/>
                  </a:cubicBezTo>
                  <a:cubicBezTo>
                    <a:pt x="854" y="766"/>
                    <a:pt x="870" y="782"/>
                    <a:pt x="870" y="782"/>
                  </a:cubicBezTo>
                  <a:cubicBezTo>
                    <a:pt x="884" y="794"/>
                    <a:pt x="897" y="787"/>
                    <a:pt x="907" y="787"/>
                  </a:cubicBezTo>
                  <a:cubicBezTo>
                    <a:pt x="917" y="787"/>
                    <a:pt x="917" y="777"/>
                    <a:pt x="914" y="773"/>
                  </a:cubicBezTo>
                  <a:cubicBezTo>
                    <a:pt x="911" y="770"/>
                    <a:pt x="897" y="767"/>
                    <a:pt x="881" y="758"/>
                  </a:cubicBezTo>
                  <a:cubicBezTo>
                    <a:pt x="864" y="749"/>
                    <a:pt x="893" y="742"/>
                    <a:pt x="905" y="746"/>
                  </a:cubicBezTo>
                  <a:cubicBezTo>
                    <a:pt x="917" y="750"/>
                    <a:pt x="926" y="753"/>
                    <a:pt x="940" y="759"/>
                  </a:cubicBezTo>
                  <a:cubicBezTo>
                    <a:pt x="955" y="764"/>
                    <a:pt x="950" y="769"/>
                    <a:pt x="940" y="776"/>
                  </a:cubicBezTo>
                  <a:cubicBezTo>
                    <a:pt x="931" y="783"/>
                    <a:pt x="932" y="783"/>
                    <a:pt x="922" y="786"/>
                  </a:cubicBezTo>
                  <a:cubicBezTo>
                    <a:pt x="912" y="789"/>
                    <a:pt x="917" y="805"/>
                    <a:pt x="909" y="816"/>
                  </a:cubicBezTo>
                  <a:cubicBezTo>
                    <a:pt x="902" y="827"/>
                    <a:pt x="906" y="840"/>
                    <a:pt x="915" y="844"/>
                  </a:cubicBezTo>
                  <a:cubicBezTo>
                    <a:pt x="924" y="848"/>
                    <a:pt x="921" y="853"/>
                    <a:pt x="921" y="868"/>
                  </a:cubicBezTo>
                  <a:cubicBezTo>
                    <a:pt x="921" y="883"/>
                    <a:pt x="928" y="879"/>
                    <a:pt x="928" y="890"/>
                  </a:cubicBezTo>
                  <a:cubicBezTo>
                    <a:pt x="928" y="901"/>
                    <a:pt x="928" y="898"/>
                    <a:pt x="918" y="902"/>
                  </a:cubicBezTo>
                  <a:cubicBezTo>
                    <a:pt x="916" y="903"/>
                    <a:pt x="914" y="905"/>
                    <a:pt x="911" y="907"/>
                  </a:cubicBezTo>
                  <a:cubicBezTo>
                    <a:pt x="916" y="911"/>
                    <a:pt x="920" y="914"/>
                    <a:pt x="923" y="918"/>
                  </a:cubicBezTo>
                  <a:cubicBezTo>
                    <a:pt x="938" y="937"/>
                    <a:pt x="967" y="955"/>
                    <a:pt x="978" y="971"/>
                  </a:cubicBezTo>
                  <a:cubicBezTo>
                    <a:pt x="989" y="987"/>
                    <a:pt x="990" y="997"/>
                    <a:pt x="1013" y="994"/>
                  </a:cubicBezTo>
                  <a:cubicBezTo>
                    <a:pt x="1036" y="991"/>
                    <a:pt x="1053" y="979"/>
                    <a:pt x="1082" y="984"/>
                  </a:cubicBezTo>
                  <a:cubicBezTo>
                    <a:pt x="1111" y="989"/>
                    <a:pt x="1146" y="998"/>
                    <a:pt x="1159" y="988"/>
                  </a:cubicBezTo>
                  <a:cubicBezTo>
                    <a:pt x="1172" y="978"/>
                    <a:pt x="1188" y="966"/>
                    <a:pt x="1209" y="996"/>
                  </a:cubicBezTo>
                  <a:cubicBezTo>
                    <a:pt x="1230" y="1026"/>
                    <a:pt x="1232" y="1038"/>
                    <a:pt x="1248" y="1039"/>
                  </a:cubicBezTo>
                  <a:cubicBezTo>
                    <a:pt x="1264" y="1040"/>
                    <a:pt x="1259" y="1054"/>
                    <a:pt x="1258" y="1070"/>
                  </a:cubicBezTo>
                  <a:cubicBezTo>
                    <a:pt x="1257" y="1086"/>
                    <a:pt x="1266" y="1095"/>
                    <a:pt x="1277" y="1109"/>
                  </a:cubicBezTo>
                  <a:cubicBezTo>
                    <a:pt x="1288" y="1123"/>
                    <a:pt x="1293" y="1141"/>
                    <a:pt x="1296" y="1156"/>
                  </a:cubicBezTo>
                  <a:cubicBezTo>
                    <a:pt x="1299" y="1171"/>
                    <a:pt x="1300" y="1177"/>
                    <a:pt x="1319" y="1177"/>
                  </a:cubicBezTo>
                  <a:cubicBezTo>
                    <a:pt x="1338" y="1177"/>
                    <a:pt x="1375" y="1163"/>
                    <a:pt x="1380" y="1182"/>
                  </a:cubicBezTo>
                  <a:cubicBezTo>
                    <a:pt x="1385" y="1201"/>
                    <a:pt x="1379" y="1209"/>
                    <a:pt x="1390" y="1212"/>
                  </a:cubicBezTo>
                  <a:cubicBezTo>
                    <a:pt x="1401" y="1215"/>
                    <a:pt x="1417" y="1228"/>
                    <a:pt x="1416" y="1215"/>
                  </a:cubicBezTo>
                  <a:cubicBezTo>
                    <a:pt x="1415" y="1202"/>
                    <a:pt x="1404" y="1195"/>
                    <a:pt x="1417" y="1189"/>
                  </a:cubicBezTo>
                  <a:cubicBezTo>
                    <a:pt x="1430" y="1183"/>
                    <a:pt x="1432" y="1163"/>
                    <a:pt x="1451" y="1155"/>
                  </a:cubicBezTo>
                  <a:cubicBezTo>
                    <a:pt x="1470" y="1147"/>
                    <a:pt x="1472" y="1142"/>
                    <a:pt x="1483" y="1136"/>
                  </a:cubicBezTo>
                  <a:cubicBezTo>
                    <a:pt x="1494" y="1130"/>
                    <a:pt x="1501" y="1132"/>
                    <a:pt x="1512" y="1121"/>
                  </a:cubicBezTo>
                  <a:cubicBezTo>
                    <a:pt x="1523" y="1110"/>
                    <a:pt x="1530" y="1099"/>
                    <a:pt x="1543" y="1099"/>
                  </a:cubicBezTo>
                  <a:cubicBezTo>
                    <a:pt x="1556" y="1099"/>
                    <a:pt x="1561" y="1092"/>
                    <a:pt x="1569" y="1074"/>
                  </a:cubicBezTo>
                  <a:cubicBezTo>
                    <a:pt x="1574" y="1063"/>
                    <a:pt x="1585" y="1054"/>
                    <a:pt x="1596" y="1050"/>
                  </a:cubicBezTo>
                  <a:cubicBezTo>
                    <a:pt x="1596" y="1050"/>
                    <a:pt x="1596" y="1050"/>
                    <a:pt x="1596" y="1050"/>
                  </a:cubicBezTo>
                  <a:cubicBezTo>
                    <a:pt x="1597" y="1050"/>
                    <a:pt x="1598" y="1049"/>
                    <a:pt x="1599" y="1049"/>
                  </a:cubicBezTo>
                  <a:cubicBezTo>
                    <a:pt x="1599" y="1049"/>
                    <a:pt x="1599" y="1049"/>
                    <a:pt x="1600" y="1049"/>
                  </a:cubicBezTo>
                  <a:cubicBezTo>
                    <a:pt x="1601" y="1048"/>
                    <a:pt x="1601" y="1048"/>
                    <a:pt x="1602" y="1048"/>
                  </a:cubicBezTo>
                  <a:cubicBezTo>
                    <a:pt x="1603" y="1048"/>
                    <a:pt x="1603" y="1048"/>
                    <a:pt x="1603" y="1048"/>
                  </a:cubicBezTo>
                  <a:cubicBezTo>
                    <a:pt x="1604" y="1047"/>
                    <a:pt x="1605" y="1047"/>
                    <a:pt x="1606" y="1047"/>
                  </a:cubicBezTo>
                  <a:cubicBezTo>
                    <a:pt x="1606" y="1047"/>
                    <a:pt x="1606" y="1047"/>
                    <a:pt x="1607" y="1047"/>
                  </a:cubicBezTo>
                  <a:cubicBezTo>
                    <a:pt x="1608" y="1047"/>
                    <a:pt x="1608" y="1047"/>
                    <a:pt x="1609" y="1046"/>
                  </a:cubicBezTo>
                  <a:cubicBezTo>
                    <a:pt x="1609" y="1046"/>
                    <a:pt x="1610" y="1046"/>
                    <a:pt x="1611" y="1046"/>
                  </a:cubicBezTo>
                  <a:cubicBezTo>
                    <a:pt x="1611" y="1046"/>
                    <a:pt x="1612" y="1046"/>
                    <a:pt x="1612" y="1046"/>
                  </a:cubicBezTo>
                  <a:cubicBezTo>
                    <a:pt x="1613" y="1046"/>
                    <a:pt x="1614" y="1046"/>
                    <a:pt x="1615" y="1046"/>
                  </a:cubicBezTo>
                  <a:cubicBezTo>
                    <a:pt x="1631" y="1046"/>
                    <a:pt x="1655" y="1047"/>
                    <a:pt x="1667" y="1055"/>
                  </a:cubicBezTo>
                  <a:cubicBezTo>
                    <a:pt x="1679" y="1063"/>
                    <a:pt x="1696" y="1063"/>
                    <a:pt x="1708" y="1065"/>
                  </a:cubicBezTo>
                  <a:cubicBezTo>
                    <a:pt x="1720" y="1067"/>
                    <a:pt x="1732" y="1068"/>
                    <a:pt x="1732" y="1054"/>
                  </a:cubicBezTo>
                  <a:cubicBezTo>
                    <a:pt x="1732" y="1040"/>
                    <a:pt x="1734" y="1028"/>
                    <a:pt x="1743" y="1024"/>
                  </a:cubicBezTo>
                  <a:cubicBezTo>
                    <a:pt x="1752" y="1020"/>
                    <a:pt x="1759" y="1001"/>
                    <a:pt x="1777" y="1011"/>
                  </a:cubicBezTo>
                  <a:cubicBezTo>
                    <a:pt x="1795" y="1021"/>
                    <a:pt x="1797" y="1036"/>
                    <a:pt x="1816" y="1036"/>
                  </a:cubicBezTo>
                  <a:cubicBezTo>
                    <a:pt x="1835" y="1036"/>
                    <a:pt x="1845" y="1054"/>
                    <a:pt x="1867" y="1045"/>
                  </a:cubicBezTo>
                  <a:cubicBezTo>
                    <a:pt x="1889" y="1036"/>
                    <a:pt x="1898" y="1035"/>
                    <a:pt x="1916" y="1037"/>
                  </a:cubicBezTo>
                  <a:cubicBezTo>
                    <a:pt x="1934" y="1039"/>
                    <a:pt x="1953" y="1029"/>
                    <a:pt x="1969" y="1033"/>
                  </a:cubicBezTo>
                  <a:cubicBezTo>
                    <a:pt x="1985" y="1037"/>
                    <a:pt x="1995" y="1037"/>
                    <a:pt x="2021" y="1039"/>
                  </a:cubicBezTo>
                  <a:cubicBezTo>
                    <a:pt x="2047" y="1041"/>
                    <a:pt x="2062" y="1045"/>
                    <a:pt x="2076" y="1049"/>
                  </a:cubicBezTo>
                  <a:cubicBezTo>
                    <a:pt x="2090" y="1053"/>
                    <a:pt x="2094" y="1051"/>
                    <a:pt x="2101" y="1061"/>
                  </a:cubicBezTo>
                  <a:cubicBezTo>
                    <a:pt x="2108" y="1071"/>
                    <a:pt x="2116" y="1075"/>
                    <a:pt x="2126" y="1077"/>
                  </a:cubicBezTo>
                  <a:cubicBezTo>
                    <a:pt x="2132" y="1078"/>
                    <a:pt x="2143" y="1080"/>
                    <a:pt x="2154" y="1082"/>
                  </a:cubicBezTo>
                  <a:cubicBezTo>
                    <a:pt x="2154" y="1081"/>
                    <a:pt x="2154" y="1079"/>
                    <a:pt x="2153" y="1078"/>
                  </a:cubicBezTo>
                  <a:cubicBezTo>
                    <a:pt x="2153" y="1078"/>
                    <a:pt x="2153" y="1078"/>
                    <a:pt x="2153" y="1078"/>
                  </a:cubicBezTo>
                  <a:cubicBezTo>
                    <a:pt x="2153" y="1077"/>
                    <a:pt x="2153" y="1075"/>
                    <a:pt x="2153" y="1074"/>
                  </a:cubicBezTo>
                  <a:cubicBezTo>
                    <a:pt x="2153" y="1074"/>
                    <a:pt x="2153" y="1074"/>
                    <a:pt x="2153" y="1073"/>
                  </a:cubicBezTo>
                  <a:cubicBezTo>
                    <a:pt x="2153" y="1073"/>
                    <a:pt x="2153" y="1072"/>
                    <a:pt x="2153" y="1071"/>
                  </a:cubicBezTo>
                  <a:cubicBezTo>
                    <a:pt x="2153" y="1070"/>
                    <a:pt x="2153" y="1070"/>
                    <a:pt x="2153" y="1070"/>
                  </a:cubicBezTo>
                  <a:cubicBezTo>
                    <a:pt x="2153" y="1069"/>
                    <a:pt x="2153" y="1068"/>
                    <a:pt x="2153" y="1067"/>
                  </a:cubicBezTo>
                  <a:cubicBezTo>
                    <a:pt x="2153" y="1067"/>
                    <a:pt x="2153" y="1067"/>
                    <a:pt x="2153" y="1066"/>
                  </a:cubicBezTo>
                  <a:cubicBezTo>
                    <a:pt x="2153" y="1065"/>
                    <a:pt x="2153" y="1065"/>
                    <a:pt x="2153" y="1064"/>
                  </a:cubicBezTo>
                  <a:cubicBezTo>
                    <a:pt x="2153" y="1064"/>
                    <a:pt x="2153" y="1063"/>
                    <a:pt x="2153" y="1063"/>
                  </a:cubicBezTo>
                  <a:cubicBezTo>
                    <a:pt x="2153" y="1062"/>
                    <a:pt x="2153" y="1062"/>
                    <a:pt x="2153" y="1061"/>
                  </a:cubicBezTo>
                  <a:cubicBezTo>
                    <a:pt x="2153" y="1061"/>
                    <a:pt x="2153" y="1060"/>
                    <a:pt x="2153" y="1060"/>
                  </a:cubicBezTo>
                  <a:cubicBezTo>
                    <a:pt x="2154" y="1059"/>
                    <a:pt x="2154" y="1059"/>
                    <a:pt x="2154" y="1058"/>
                  </a:cubicBezTo>
                  <a:cubicBezTo>
                    <a:pt x="2154" y="1058"/>
                    <a:pt x="2154" y="1057"/>
                    <a:pt x="2154" y="1057"/>
                  </a:cubicBezTo>
                  <a:cubicBezTo>
                    <a:pt x="2154" y="1056"/>
                    <a:pt x="2155" y="1056"/>
                    <a:pt x="2155" y="1055"/>
                  </a:cubicBezTo>
                  <a:cubicBezTo>
                    <a:pt x="2160" y="1045"/>
                    <a:pt x="2179" y="1046"/>
                    <a:pt x="2182" y="1036"/>
                  </a:cubicBezTo>
                  <a:cubicBezTo>
                    <a:pt x="2186" y="1026"/>
                    <a:pt x="2196" y="1028"/>
                    <a:pt x="2190" y="1010"/>
                  </a:cubicBezTo>
                  <a:cubicBezTo>
                    <a:pt x="2185" y="992"/>
                    <a:pt x="2190" y="980"/>
                    <a:pt x="2178" y="971"/>
                  </a:cubicBezTo>
                  <a:cubicBezTo>
                    <a:pt x="2166" y="962"/>
                    <a:pt x="2167" y="958"/>
                    <a:pt x="2166" y="940"/>
                  </a:cubicBezTo>
                  <a:cubicBezTo>
                    <a:pt x="2166" y="921"/>
                    <a:pt x="2171" y="894"/>
                    <a:pt x="2157" y="894"/>
                  </a:cubicBezTo>
                  <a:cubicBezTo>
                    <a:pt x="2143" y="894"/>
                    <a:pt x="2139" y="889"/>
                    <a:pt x="2141" y="878"/>
                  </a:cubicBezTo>
                  <a:cubicBezTo>
                    <a:pt x="2143" y="868"/>
                    <a:pt x="2168" y="875"/>
                    <a:pt x="2169" y="869"/>
                  </a:cubicBezTo>
                  <a:cubicBezTo>
                    <a:pt x="2170" y="863"/>
                    <a:pt x="2206" y="872"/>
                    <a:pt x="2211" y="863"/>
                  </a:cubicBezTo>
                  <a:cubicBezTo>
                    <a:pt x="2216" y="854"/>
                    <a:pt x="2232" y="848"/>
                    <a:pt x="2244" y="851"/>
                  </a:cubicBezTo>
                  <a:cubicBezTo>
                    <a:pt x="2257" y="854"/>
                    <a:pt x="2254" y="864"/>
                    <a:pt x="2274" y="866"/>
                  </a:cubicBezTo>
                  <a:cubicBezTo>
                    <a:pt x="2293" y="867"/>
                    <a:pt x="2306" y="867"/>
                    <a:pt x="2310" y="858"/>
                  </a:cubicBezTo>
                  <a:cubicBezTo>
                    <a:pt x="2313" y="850"/>
                    <a:pt x="2314" y="842"/>
                    <a:pt x="2303" y="842"/>
                  </a:cubicBezTo>
                  <a:cubicBezTo>
                    <a:pt x="2292" y="842"/>
                    <a:pt x="2289" y="836"/>
                    <a:pt x="2290" y="828"/>
                  </a:cubicBezTo>
                  <a:cubicBezTo>
                    <a:pt x="2292" y="821"/>
                    <a:pt x="2298" y="785"/>
                    <a:pt x="2310" y="777"/>
                  </a:cubicBezTo>
                  <a:cubicBezTo>
                    <a:pt x="2322" y="769"/>
                    <a:pt x="2317" y="769"/>
                    <a:pt x="2321" y="753"/>
                  </a:cubicBezTo>
                  <a:cubicBezTo>
                    <a:pt x="2325" y="737"/>
                    <a:pt x="2329" y="727"/>
                    <a:pt x="2333" y="718"/>
                  </a:cubicBezTo>
                  <a:cubicBezTo>
                    <a:pt x="2337" y="710"/>
                    <a:pt x="2336" y="692"/>
                    <a:pt x="2360" y="704"/>
                  </a:cubicBezTo>
                  <a:cubicBezTo>
                    <a:pt x="2384" y="715"/>
                    <a:pt x="2374" y="723"/>
                    <a:pt x="2397" y="721"/>
                  </a:cubicBezTo>
                  <a:cubicBezTo>
                    <a:pt x="2420" y="719"/>
                    <a:pt x="2432" y="718"/>
                    <a:pt x="2443" y="724"/>
                  </a:cubicBezTo>
                  <a:cubicBezTo>
                    <a:pt x="2454" y="730"/>
                    <a:pt x="2461" y="729"/>
                    <a:pt x="2469" y="721"/>
                  </a:cubicBezTo>
                  <a:cubicBezTo>
                    <a:pt x="2477" y="713"/>
                    <a:pt x="2482" y="710"/>
                    <a:pt x="2490" y="709"/>
                  </a:cubicBezTo>
                  <a:cubicBezTo>
                    <a:pt x="2498" y="708"/>
                    <a:pt x="2504" y="704"/>
                    <a:pt x="2502" y="692"/>
                  </a:cubicBezTo>
                  <a:cubicBezTo>
                    <a:pt x="2501" y="680"/>
                    <a:pt x="2504" y="676"/>
                    <a:pt x="2499" y="668"/>
                  </a:cubicBezTo>
                  <a:cubicBezTo>
                    <a:pt x="2494" y="660"/>
                    <a:pt x="2492" y="648"/>
                    <a:pt x="2493" y="638"/>
                  </a:cubicBezTo>
                  <a:cubicBezTo>
                    <a:pt x="2494" y="628"/>
                    <a:pt x="2502" y="600"/>
                    <a:pt x="2522" y="600"/>
                  </a:cubicBezTo>
                  <a:cubicBezTo>
                    <a:pt x="2543" y="600"/>
                    <a:pt x="2570" y="600"/>
                    <a:pt x="2572" y="578"/>
                  </a:cubicBezTo>
                  <a:cubicBezTo>
                    <a:pt x="2574" y="555"/>
                    <a:pt x="2569" y="552"/>
                    <a:pt x="2580" y="545"/>
                  </a:cubicBezTo>
                  <a:cubicBezTo>
                    <a:pt x="2581" y="544"/>
                    <a:pt x="2582" y="544"/>
                    <a:pt x="2583" y="543"/>
                  </a:cubicBezTo>
                  <a:cubicBezTo>
                    <a:pt x="2583" y="543"/>
                    <a:pt x="2583" y="543"/>
                    <a:pt x="2583" y="543"/>
                  </a:cubicBezTo>
                  <a:cubicBezTo>
                    <a:pt x="2584" y="542"/>
                    <a:pt x="2585" y="541"/>
                    <a:pt x="2585" y="540"/>
                  </a:cubicBezTo>
                  <a:cubicBezTo>
                    <a:pt x="2586" y="540"/>
                    <a:pt x="2586" y="540"/>
                    <a:pt x="2586" y="540"/>
                  </a:cubicBezTo>
                  <a:cubicBezTo>
                    <a:pt x="2587" y="539"/>
                    <a:pt x="2587" y="538"/>
                    <a:pt x="2588" y="538"/>
                  </a:cubicBezTo>
                  <a:cubicBezTo>
                    <a:pt x="2588" y="538"/>
                    <a:pt x="2588" y="538"/>
                    <a:pt x="2588" y="538"/>
                  </a:cubicBezTo>
                  <a:cubicBezTo>
                    <a:pt x="2588" y="537"/>
                    <a:pt x="2589" y="536"/>
                    <a:pt x="2589" y="535"/>
                  </a:cubicBezTo>
                  <a:cubicBezTo>
                    <a:pt x="2589" y="535"/>
                    <a:pt x="2589" y="535"/>
                    <a:pt x="2589" y="535"/>
                  </a:cubicBezTo>
                  <a:cubicBezTo>
                    <a:pt x="2590" y="534"/>
                    <a:pt x="2590" y="533"/>
                    <a:pt x="2590" y="531"/>
                  </a:cubicBezTo>
                  <a:cubicBezTo>
                    <a:pt x="2590" y="531"/>
                    <a:pt x="2590" y="531"/>
                    <a:pt x="2590" y="531"/>
                  </a:cubicBezTo>
                  <a:cubicBezTo>
                    <a:pt x="2591" y="531"/>
                    <a:pt x="2591" y="530"/>
                    <a:pt x="2590" y="530"/>
                  </a:cubicBezTo>
                  <a:cubicBezTo>
                    <a:pt x="2590" y="530"/>
                    <a:pt x="2590" y="530"/>
                    <a:pt x="2590" y="529"/>
                  </a:cubicBezTo>
                  <a:cubicBezTo>
                    <a:pt x="2590" y="529"/>
                    <a:pt x="2590" y="529"/>
                    <a:pt x="2590" y="528"/>
                  </a:cubicBezTo>
                  <a:cubicBezTo>
                    <a:pt x="2590" y="528"/>
                    <a:pt x="2590" y="528"/>
                    <a:pt x="2590" y="528"/>
                  </a:cubicBezTo>
                  <a:cubicBezTo>
                    <a:pt x="2590" y="527"/>
                    <a:pt x="2590" y="527"/>
                    <a:pt x="2590" y="527"/>
                  </a:cubicBezTo>
                  <a:cubicBezTo>
                    <a:pt x="2590" y="527"/>
                    <a:pt x="2589" y="526"/>
                    <a:pt x="2589" y="526"/>
                  </a:cubicBezTo>
                  <a:cubicBezTo>
                    <a:pt x="2589" y="526"/>
                    <a:pt x="2589" y="526"/>
                    <a:pt x="2589" y="525"/>
                  </a:cubicBezTo>
                  <a:cubicBezTo>
                    <a:pt x="2589" y="525"/>
                    <a:pt x="2588" y="525"/>
                    <a:pt x="2588" y="525"/>
                  </a:cubicBezTo>
                  <a:cubicBezTo>
                    <a:pt x="2588" y="524"/>
                    <a:pt x="2588" y="524"/>
                    <a:pt x="2587" y="524"/>
                  </a:cubicBezTo>
                  <a:cubicBezTo>
                    <a:pt x="2587" y="524"/>
                    <a:pt x="2587" y="524"/>
                    <a:pt x="2587" y="523"/>
                  </a:cubicBezTo>
                  <a:cubicBezTo>
                    <a:pt x="2586" y="523"/>
                    <a:pt x="2586" y="523"/>
                    <a:pt x="2585" y="522"/>
                  </a:cubicBezTo>
                  <a:cubicBezTo>
                    <a:pt x="2575" y="517"/>
                    <a:pt x="2571" y="514"/>
                    <a:pt x="2571" y="505"/>
                  </a:cubicBezTo>
                  <a:cubicBezTo>
                    <a:pt x="2571" y="496"/>
                    <a:pt x="2561" y="483"/>
                    <a:pt x="2551" y="496"/>
                  </a:cubicBezTo>
                  <a:cubicBezTo>
                    <a:pt x="2541" y="508"/>
                    <a:pt x="2515" y="515"/>
                    <a:pt x="2499" y="508"/>
                  </a:cubicBezTo>
                  <a:cubicBezTo>
                    <a:pt x="2483" y="502"/>
                    <a:pt x="2473" y="501"/>
                    <a:pt x="2466" y="486"/>
                  </a:cubicBezTo>
                  <a:cubicBezTo>
                    <a:pt x="2458" y="472"/>
                    <a:pt x="2468" y="458"/>
                    <a:pt x="2447" y="456"/>
                  </a:cubicBezTo>
                  <a:cubicBezTo>
                    <a:pt x="2426" y="454"/>
                    <a:pt x="2413" y="455"/>
                    <a:pt x="2406" y="437"/>
                  </a:cubicBezTo>
                  <a:cubicBezTo>
                    <a:pt x="2400" y="419"/>
                    <a:pt x="2386" y="395"/>
                    <a:pt x="2371" y="391"/>
                  </a:cubicBezTo>
                  <a:cubicBezTo>
                    <a:pt x="2356" y="387"/>
                    <a:pt x="2340" y="388"/>
                    <a:pt x="2326" y="396"/>
                  </a:cubicBezTo>
                  <a:cubicBezTo>
                    <a:pt x="2313" y="405"/>
                    <a:pt x="2299" y="402"/>
                    <a:pt x="2294" y="410"/>
                  </a:cubicBezTo>
                  <a:cubicBezTo>
                    <a:pt x="2288" y="418"/>
                    <a:pt x="2281" y="416"/>
                    <a:pt x="2272" y="409"/>
                  </a:cubicBezTo>
                  <a:cubicBezTo>
                    <a:pt x="2262" y="402"/>
                    <a:pt x="2251" y="402"/>
                    <a:pt x="2246" y="403"/>
                  </a:cubicBezTo>
                  <a:cubicBezTo>
                    <a:pt x="2240" y="404"/>
                    <a:pt x="2236" y="402"/>
                    <a:pt x="2231" y="394"/>
                  </a:cubicBezTo>
                  <a:cubicBezTo>
                    <a:pt x="2226" y="386"/>
                    <a:pt x="2213" y="402"/>
                    <a:pt x="2213" y="384"/>
                  </a:cubicBezTo>
                  <a:cubicBezTo>
                    <a:pt x="2213" y="366"/>
                    <a:pt x="2200" y="361"/>
                    <a:pt x="2192" y="359"/>
                  </a:cubicBezTo>
                  <a:cubicBezTo>
                    <a:pt x="2184" y="357"/>
                    <a:pt x="2172" y="368"/>
                    <a:pt x="2172" y="378"/>
                  </a:cubicBezTo>
                  <a:cubicBezTo>
                    <a:pt x="2171" y="388"/>
                    <a:pt x="2153" y="422"/>
                    <a:pt x="2136" y="398"/>
                  </a:cubicBezTo>
                  <a:cubicBezTo>
                    <a:pt x="2118" y="374"/>
                    <a:pt x="2070" y="272"/>
                    <a:pt x="2046" y="248"/>
                  </a:cubicBezTo>
                  <a:cubicBezTo>
                    <a:pt x="2022" y="224"/>
                    <a:pt x="1995" y="179"/>
                    <a:pt x="1968" y="162"/>
                  </a:cubicBezTo>
                  <a:cubicBezTo>
                    <a:pt x="1940" y="146"/>
                    <a:pt x="1912" y="135"/>
                    <a:pt x="1920" y="123"/>
                  </a:cubicBezTo>
                  <a:cubicBezTo>
                    <a:pt x="1928" y="111"/>
                    <a:pt x="1944" y="108"/>
                    <a:pt x="1944" y="97"/>
                  </a:cubicBezTo>
                  <a:cubicBezTo>
                    <a:pt x="1944" y="86"/>
                    <a:pt x="1932" y="92"/>
                    <a:pt x="1918" y="94"/>
                  </a:cubicBezTo>
                  <a:cubicBezTo>
                    <a:pt x="1904" y="96"/>
                    <a:pt x="1890" y="102"/>
                    <a:pt x="1885" y="108"/>
                  </a:cubicBezTo>
                  <a:cubicBezTo>
                    <a:pt x="1880" y="115"/>
                    <a:pt x="1879" y="116"/>
                    <a:pt x="1867" y="116"/>
                  </a:cubicBezTo>
                  <a:cubicBezTo>
                    <a:pt x="1855" y="116"/>
                    <a:pt x="1846" y="115"/>
                    <a:pt x="1846" y="122"/>
                  </a:cubicBezTo>
                  <a:cubicBezTo>
                    <a:pt x="1846" y="130"/>
                    <a:pt x="1844" y="139"/>
                    <a:pt x="1831" y="140"/>
                  </a:cubicBezTo>
                  <a:cubicBezTo>
                    <a:pt x="1818" y="141"/>
                    <a:pt x="1808" y="138"/>
                    <a:pt x="1806" y="143"/>
                  </a:cubicBezTo>
                  <a:cubicBezTo>
                    <a:pt x="1803" y="147"/>
                    <a:pt x="1795" y="151"/>
                    <a:pt x="1794" y="156"/>
                  </a:cubicBezTo>
                  <a:cubicBezTo>
                    <a:pt x="1793" y="162"/>
                    <a:pt x="1796" y="180"/>
                    <a:pt x="1787" y="173"/>
                  </a:cubicBezTo>
                  <a:cubicBezTo>
                    <a:pt x="1778" y="166"/>
                    <a:pt x="1771" y="164"/>
                    <a:pt x="1765" y="161"/>
                  </a:cubicBezTo>
                  <a:cubicBezTo>
                    <a:pt x="1759" y="158"/>
                    <a:pt x="1749" y="160"/>
                    <a:pt x="1744" y="162"/>
                  </a:cubicBezTo>
                  <a:cubicBezTo>
                    <a:pt x="1740" y="163"/>
                    <a:pt x="1732" y="187"/>
                    <a:pt x="1721" y="178"/>
                  </a:cubicBezTo>
                  <a:cubicBezTo>
                    <a:pt x="1711" y="169"/>
                    <a:pt x="1704" y="158"/>
                    <a:pt x="1715" y="154"/>
                  </a:cubicBezTo>
                  <a:cubicBezTo>
                    <a:pt x="1726" y="150"/>
                    <a:pt x="1727" y="148"/>
                    <a:pt x="1731" y="141"/>
                  </a:cubicBezTo>
                  <a:cubicBezTo>
                    <a:pt x="1734" y="134"/>
                    <a:pt x="1745" y="130"/>
                    <a:pt x="1739" y="124"/>
                  </a:cubicBezTo>
                  <a:cubicBezTo>
                    <a:pt x="1733" y="117"/>
                    <a:pt x="1727" y="119"/>
                    <a:pt x="1721" y="128"/>
                  </a:cubicBezTo>
                  <a:cubicBezTo>
                    <a:pt x="1715" y="136"/>
                    <a:pt x="1703" y="136"/>
                    <a:pt x="1696" y="129"/>
                  </a:cubicBezTo>
                  <a:cubicBezTo>
                    <a:pt x="1689" y="123"/>
                    <a:pt x="1683" y="109"/>
                    <a:pt x="1679" y="118"/>
                  </a:cubicBezTo>
                  <a:cubicBezTo>
                    <a:pt x="1675" y="127"/>
                    <a:pt x="1667" y="139"/>
                    <a:pt x="1664" y="128"/>
                  </a:cubicBezTo>
                  <a:cubicBezTo>
                    <a:pt x="1661" y="118"/>
                    <a:pt x="1655" y="112"/>
                    <a:pt x="1651" y="108"/>
                  </a:cubicBezTo>
                  <a:cubicBezTo>
                    <a:pt x="1646" y="105"/>
                    <a:pt x="1648" y="88"/>
                    <a:pt x="1639" y="97"/>
                  </a:cubicBezTo>
                  <a:cubicBezTo>
                    <a:pt x="1630" y="106"/>
                    <a:pt x="1623" y="107"/>
                    <a:pt x="1618" y="107"/>
                  </a:cubicBezTo>
                  <a:cubicBezTo>
                    <a:pt x="1613" y="107"/>
                    <a:pt x="1612" y="125"/>
                    <a:pt x="1600" y="118"/>
                  </a:cubicBezTo>
                  <a:cubicBezTo>
                    <a:pt x="1589" y="111"/>
                    <a:pt x="1560" y="106"/>
                    <a:pt x="1568" y="102"/>
                  </a:cubicBezTo>
                  <a:cubicBezTo>
                    <a:pt x="1575" y="98"/>
                    <a:pt x="1579" y="91"/>
                    <a:pt x="1579" y="82"/>
                  </a:cubicBezTo>
                  <a:cubicBezTo>
                    <a:pt x="1578" y="73"/>
                    <a:pt x="1577" y="77"/>
                    <a:pt x="1572" y="67"/>
                  </a:cubicBezTo>
                  <a:cubicBezTo>
                    <a:pt x="1566" y="58"/>
                    <a:pt x="1565" y="53"/>
                    <a:pt x="1562" y="39"/>
                  </a:cubicBezTo>
                  <a:cubicBezTo>
                    <a:pt x="1560" y="25"/>
                    <a:pt x="1555" y="18"/>
                    <a:pt x="1548" y="15"/>
                  </a:cubicBezTo>
                  <a:cubicBezTo>
                    <a:pt x="1540" y="12"/>
                    <a:pt x="1531" y="10"/>
                    <a:pt x="1529" y="17"/>
                  </a:cubicBezTo>
                  <a:cubicBezTo>
                    <a:pt x="1527" y="23"/>
                    <a:pt x="1524" y="33"/>
                    <a:pt x="1510" y="26"/>
                  </a:cubicBezTo>
                  <a:cubicBezTo>
                    <a:pt x="1495" y="19"/>
                    <a:pt x="1495" y="14"/>
                    <a:pt x="1474" y="7"/>
                  </a:cubicBezTo>
                  <a:cubicBezTo>
                    <a:pt x="1452" y="0"/>
                    <a:pt x="1441" y="6"/>
                    <a:pt x="1430" y="14"/>
                  </a:cubicBezTo>
                  <a:cubicBezTo>
                    <a:pt x="1419" y="22"/>
                    <a:pt x="1400" y="9"/>
                    <a:pt x="1393" y="29"/>
                  </a:cubicBezTo>
                  <a:cubicBezTo>
                    <a:pt x="1386" y="49"/>
                    <a:pt x="1372" y="47"/>
                    <a:pt x="1351" y="49"/>
                  </a:cubicBezTo>
                  <a:cubicBezTo>
                    <a:pt x="1330" y="51"/>
                    <a:pt x="1260" y="68"/>
                    <a:pt x="1244" y="70"/>
                  </a:cubicBezTo>
                  <a:cubicBezTo>
                    <a:pt x="1228" y="72"/>
                    <a:pt x="1213" y="73"/>
                    <a:pt x="1205" y="84"/>
                  </a:cubicBezTo>
                  <a:cubicBezTo>
                    <a:pt x="1197" y="95"/>
                    <a:pt x="1180" y="96"/>
                    <a:pt x="1161" y="96"/>
                  </a:cubicBezTo>
                  <a:cubicBezTo>
                    <a:pt x="1142" y="96"/>
                    <a:pt x="1123" y="94"/>
                    <a:pt x="1116" y="102"/>
                  </a:cubicBezTo>
                  <a:cubicBezTo>
                    <a:pt x="1109" y="110"/>
                    <a:pt x="1088" y="104"/>
                    <a:pt x="1075" y="113"/>
                  </a:cubicBezTo>
                  <a:cubicBezTo>
                    <a:pt x="1062" y="122"/>
                    <a:pt x="1054" y="122"/>
                    <a:pt x="1036" y="125"/>
                  </a:cubicBezTo>
                  <a:cubicBezTo>
                    <a:pt x="1018" y="128"/>
                    <a:pt x="1006" y="115"/>
                    <a:pt x="997" y="124"/>
                  </a:cubicBezTo>
                  <a:cubicBezTo>
                    <a:pt x="988" y="133"/>
                    <a:pt x="976" y="132"/>
                    <a:pt x="969" y="127"/>
                  </a:cubicBezTo>
                  <a:cubicBezTo>
                    <a:pt x="962" y="122"/>
                    <a:pt x="951" y="123"/>
                    <a:pt x="947" y="126"/>
                  </a:cubicBezTo>
                  <a:cubicBezTo>
                    <a:pt x="943" y="128"/>
                    <a:pt x="926" y="126"/>
                    <a:pt x="930" y="136"/>
                  </a:cubicBezTo>
                  <a:cubicBezTo>
                    <a:pt x="935" y="146"/>
                    <a:pt x="935" y="155"/>
                    <a:pt x="933" y="160"/>
                  </a:cubicBezTo>
                  <a:cubicBezTo>
                    <a:pt x="931" y="164"/>
                    <a:pt x="932" y="169"/>
                    <a:pt x="939" y="171"/>
                  </a:cubicBezTo>
                  <a:cubicBezTo>
                    <a:pt x="945" y="174"/>
                    <a:pt x="954" y="173"/>
                    <a:pt x="954" y="182"/>
                  </a:cubicBezTo>
                  <a:cubicBezTo>
                    <a:pt x="954" y="191"/>
                    <a:pt x="952" y="196"/>
                    <a:pt x="966" y="198"/>
                  </a:cubicBezTo>
                  <a:cubicBezTo>
                    <a:pt x="980" y="200"/>
                    <a:pt x="994" y="199"/>
                    <a:pt x="995" y="204"/>
                  </a:cubicBezTo>
                  <a:cubicBezTo>
                    <a:pt x="997" y="208"/>
                    <a:pt x="995" y="224"/>
                    <a:pt x="981" y="221"/>
                  </a:cubicBezTo>
                  <a:cubicBezTo>
                    <a:pt x="967" y="218"/>
                    <a:pt x="936" y="210"/>
                    <a:pt x="931" y="215"/>
                  </a:cubicBezTo>
                  <a:cubicBezTo>
                    <a:pt x="925" y="220"/>
                    <a:pt x="927" y="230"/>
                    <a:pt x="920" y="233"/>
                  </a:cubicBezTo>
                  <a:cubicBezTo>
                    <a:pt x="913" y="235"/>
                    <a:pt x="911" y="244"/>
                    <a:pt x="921" y="250"/>
                  </a:cubicBezTo>
                  <a:cubicBezTo>
                    <a:pt x="931" y="257"/>
                    <a:pt x="935" y="271"/>
                    <a:pt x="924" y="278"/>
                  </a:cubicBezTo>
                  <a:cubicBezTo>
                    <a:pt x="913" y="286"/>
                    <a:pt x="908" y="288"/>
                    <a:pt x="899" y="291"/>
                  </a:cubicBezTo>
                  <a:cubicBezTo>
                    <a:pt x="890" y="293"/>
                    <a:pt x="883" y="297"/>
                    <a:pt x="878" y="297"/>
                  </a:cubicBezTo>
                  <a:cubicBezTo>
                    <a:pt x="874" y="298"/>
                    <a:pt x="871" y="307"/>
                    <a:pt x="883" y="312"/>
                  </a:cubicBezTo>
                  <a:cubicBezTo>
                    <a:pt x="896" y="317"/>
                    <a:pt x="897" y="333"/>
                    <a:pt x="907" y="333"/>
                  </a:cubicBezTo>
                  <a:cubicBezTo>
                    <a:pt x="917" y="333"/>
                    <a:pt x="925" y="332"/>
                    <a:pt x="930" y="336"/>
                  </a:cubicBezTo>
                  <a:cubicBezTo>
                    <a:pt x="934" y="340"/>
                    <a:pt x="934" y="344"/>
                    <a:pt x="946" y="347"/>
                  </a:cubicBezTo>
                  <a:cubicBezTo>
                    <a:pt x="957" y="349"/>
                    <a:pt x="968" y="361"/>
                    <a:pt x="972" y="364"/>
                  </a:cubicBezTo>
                  <a:cubicBezTo>
                    <a:pt x="976" y="368"/>
                    <a:pt x="977" y="376"/>
                    <a:pt x="966" y="384"/>
                  </a:cubicBezTo>
                  <a:cubicBezTo>
                    <a:pt x="956" y="391"/>
                    <a:pt x="953" y="407"/>
                    <a:pt x="945" y="407"/>
                  </a:cubicBezTo>
                  <a:cubicBezTo>
                    <a:pt x="937" y="407"/>
                    <a:pt x="933" y="416"/>
                    <a:pt x="923" y="416"/>
                  </a:cubicBezTo>
                  <a:cubicBezTo>
                    <a:pt x="913" y="416"/>
                    <a:pt x="892" y="417"/>
                    <a:pt x="887" y="409"/>
                  </a:cubicBezTo>
                  <a:cubicBezTo>
                    <a:pt x="882" y="402"/>
                    <a:pt x="875" y="393"/>
                    <a:pt x="866" y="407"/>
                  </a:cubicBezTo>
                  <a:cubicBezTo>
                    <a:pt x="858" y="420"/>
                    <a:pt x="845" y="441"/>
                    <a:pt x="836" y="429"/>
                  </a:cubicBezTo>
                  <a:cubicBezTo>
                    <a:pt x="828" y="417"/>
                    <a:pt x="823" y="413"/>
                    <a:pt x="811" y="413"/>
                  </a:cubicBezTo>
                  <a:cubicBezTo>
                    <a:pt x="800" y="413"/>
                    <a:pt x="791" y="411"/>
                    <a:pt x="785" y="403"/>
                  </a:cubicBezTo>
                  <a:cubicBezTo>
                    <a:pt x="779" y="396"/>
                    <a:pt x="769" y="377"/>
                    <a:pt x="760" y="377"/>
                  </a:cubicBezTo>
                  <a:cubicBezTo>
                    <a:pt x="751" y="377"/>
                    <a:pt x="726" y="374"/>
                    <a:pt x="725" y="380"/>
                  </a:cubicBezTo>
                  <a:cubicBezTo>
                    <a:pt x="724" y="386"/>
                    <a:pt x="714" y="402"/>
                    <a:pt x="705" y="397"/>
                  </a:cubicBezTo>
                  <a:cubicBezTo>
                    <a:pt x="696" y="392"/>
                    <a:pt x="681" y="378"/>
                    <a:pt x="671" y="379"/>
                  </a:cubicBezTo>
                  <a:cubicBezTo>
                    <a:pt x="662" y="380"/>
                    <a:pt x="653" y="388"/>
                    <a:pt x="644" y="386"/>
                  </a:cubicBezTo>
                  <a:cubicBezTo>
                    <a:pt x="634" y="384"/>
                    <a:pt x="631" y="389"/>
                    <a:pt x="624" y="399"/>
                  </a:cubicBezTo>
                  <a:cubicBezTo>
                    <a:pt x="616" y="408"/>
                    <a:pt x="609" y="420"/>
                    <a:pt x="598" y="421"/>
                  </a:cubicBezTo>
                  <a:cubicBezTo>
                    <a:pt x="587" y="422"/>
                    <a:pt x="578" y="419"/>
                    <a:pt x="560" y="404"/>
                  </a:cubicBezTo>
                  <a:cubicBezTo>
                    <a:pt x="541" y="388"/>
                    <a:pt x="531" y="387"/>
                    <a:pt x="531" y="395"/>
                  </a:cubicBezTo>
                  <a:cubicBezTo>
                    <a:pt x="531" y="403"/>
                    <a:pt x="534" y="427"/>
                    <a:pt x="522" y="426"/>
                  </a:cubicBezTo>
                  <a:cubicBezTo>
                    <a:pt x="510" y="424"/>
                    <a:pt x="530" y="408"/>
                    <a:pt x="509" y="396"/>
                  </a:cubicBezTo>
                  <a:cubicBezTo>
                    <a:pt x="488" y="384"/>
                    <a:pt x="484" y="371"/>
                    <a:pt x="472" y="368"/>
                  </a:cubicBezTo>
                  <a:cubicBezTo>
                    <a:pt x="460" y="366"/>
                    <a:pt x="461" y="343"/>
                    <a:pt x="443" y="344"/>
                  </a:cubicBezTo>
                  <a:cubicBezTo>
                    <a:pt x="425" y="344"/>
                    <a:pt x="394" y="351"/>
                    <a:pt x="390" y="340"/>
                  </a:cubicBezTo>
                  <a:cubicBezTo>
                    <a:pt x="387" y="328"/>
                    <a:pt x="380" y="324"/>
                    <a:pt x="370" y="324"/>
                  </a:cubicBezTo>
                  <a:cubicBezTo>
                    <a:pt x="359" y="324"/>
                    <a:pt x="348" y="320"/>
                    <a:pt x="347" y="330"/>
                  </a:cubicBezTo>
                  <a:cubicBezTo>
                    <a:pt x="346" y="341"/>
                    <a:pt x="336" y="350"/>
                    <a:pt x="321" y="343"/>
                  </a:cubicBezTo>
                  <a:cubicBezTo>
                    <a:pt x="306" y="336"/>
                    <a:pt x="308" y="324"/>
                    <a:pt x="294" y="323"/>
                  </a:cubicBezTo>
                  <a:cubicBezTo>
                    <a:pt x="279" y="322"/>
                    <a:pt x="275" y="330"/>
                    <a:pt x="269" y="342"/>
                  </a:cubicBezTo>
                  <a:cubicBezTo>
                    <a:pt x="263" y="354"/>
                    <a:pt x="251" y="364"/>
                    <a:pt x="235" y="366"/>
                  </a:cubicBezTo>
                  <a:cubicBezTo>
                    <a:pt x="219" y="367"/>
                    <a:pt x="206" y="369"/>
                    <a:pt x="202" y="379"/>
                  </a:cubicBezTo>
                  <a:cubicBezTo>
                    <a:pt x="198" y="389"/>
                    <a:pt x="191" y="406"/>
                    <a:pt x="171" y="410"/>
                  </a:cubicBezTo>
                  <a:cubicBezTo>
                    <a:pt x="151" y="413"/>
                    <a:pt x="148" y="409"/>
                    <a:pt x="148" y="422"/>
                  </a:cubicBezTo>
                  <a:cubicBezTo>
                    <a:pt x="148" y="434"/>
                    <a:pt x="140" y="448"/>
                    <a:pt x="150" y="454"/>
                  </a:cubicBezTo>
                  <a:cubicBezTo>
                    <a:pt x="161" y="460"/>
                    <a:pt x="165" y="464"/>
                    <a:pt x="154" y="472"/>
                  </a:cubicBezTo>
                  <a:cubicBezTo>
                    <a:pt x="144" y="480"/>
                    <a:pt x="131" y="492"/>
                    <a:pt x="119" y="473"/>
                  </a:cubicBezTo>
                  <a:cubicBezTo>
                    <a:pt x="107" y="454"/>
                    <a:pt x="96" y="449"/>
                    <a:pt x="90" y="442"/>
                  </a:cubicBezTo>
                  <a:cubicBezTo>
                    <a:pt x="84" y="434"/>
                    <a:pt x="77" y="429"/>
                    <a:pt x="68" y="438"/>
                  </a:cubicBezTo>
                  <a:cubicBezTo>
                    <a:pt x="60" y="448"/>
                    <a:pt x="68" y="461"/>
                    <a:pt x="55" y="468"/>
                  </a:cubicBezTo>
                  <a:cubicBezTo>
                    <a:pt x="42" y="474"/>
                    <a:pt x="37" y="484"/>
                    <a:pt x="33" y="492"/>
                  </a:cubicBezTo>
                  <a:cubicBezTo>
                    <a:pt x="29" y="500"/>
                    <a:pt x="26" y="514"/>
                    <a:pt x="32" y="521"/>
                  </a:cubicBezTo>
                  <a:cubicBezTo>
                    <a:pt x="38" y="528"/>
                    <a:pt x="50" y="538"/>
                    <a:pt x="39" y="548"/>
                  </a:cubicBezTo>
                  <a:cubicBezTo>
                    <a:pt x="28" y="557"/>
                    <a:pt x="18" y="566"/>
                    <a:pt x="16" y="575"/>
                  </a:cubicBezTo>
                  <a:cubicBezTo>
                    <a:pt x="14" y="584"/>
                    <a:pt x="0" y="586"/>
                    <a:pt x="12" y="597"/>
                  </a:cubicBezTo>
                  <a:cubicBezTo>
                    <a:pt x="24" y="608"/>
                    <a:pt x="44" y="603"/>
                    <a:pt x="44" y="618"/>
                  </a:cubicBezTo>
                  <a:cubicBezTo>
                    <a:pt x="45" y="632"/>
                    <a:pt x="48" y="655"/>
                    <a:pt x="58" y="655"/>
                  </a:cubicBezTo>
                  <a:cubicBezTo>
                    <a:pt x="69" y="655"/>
                    <a:pt x="74" y="648"/>
                    <a:pt x="84" y="650"/>
                  </a:cubicBezTo>
                  <a:cubicBezTo>
                    <a:pt x="93" y="653"/>
                    <a:pt x="114" y="653"/>
                    <a:pt x="122" y="665"/>
                  </a:cubicBezTo>
                  <a:cubicBezTo>
                    <a:pt x="129" y="677"/>
                    <a:pt x="138" y="695"/>
                    <a:pt x="146" y="700"/>
                  </a:cubicBezTo>
                  <a:cubicBezTo>
                    <a:pt x="153" y="706"/>
                    <a:pt x="164" y="720"/>
                    <a:pt x="163" y="727"/>
                  </a:cubicBezTo>
                  <a:cubicBezTo>
                    <a:pt x="162" y="734"/>
                    <a:pt x="132" y="746"/>
                    <a:pt x="150" y="754"/>
                  </a:cubicBezTo>
                  <a:cubicBezTo>
                    <a:pt x="164" y="760"/>
                    <a:pt x="175" y="762"/>
                    <a:pt x="188" y="775"/>
                  </a:cubicBezTo>
                  <a:cubicBezTo>
                    <a:pt x="188" y="775"/>
                    <a:pt x="188" y="775"/>
                    <a:pt x="188" y="775"/>
                  </a:cubicBezTo>
                  <a:cubicBezTo>
                    <a:pt x="189" y="774"/>
                    <a:pt x="189" y="773"/>
                    <a:pt x="189" y="77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1301" y="894"/>
              <a:ext cx="718" cy="420"/>
            </a:xfrm>
            <a:custGeom>
              <a:avLst/>
              <a:gdLst>
                <a:gd name="T0" fmla="*/ 8 w 1098"/>
                <a:gd name="T1" fmla="*/ 334 h 643"/>
                <a:gd name="T2" fmla="*/ 13 w 1098"/>
                <a:gd name="T3" fmla="*/ 333 h 643"/>
                <a:gd name="T4" fmla="*/ 21 w 1098"/>
                <a:gd name="T5" fmla="*/ 333 h 643"/>
                <a:gd name="T6" fmla="*/ 71 w 1098"/>
                <a:gd name="T7" fmla="*/ 327 h 643"/>
                <a:gd name="T8" fmla="*/ 123 w 1098"/>
                <a:gd name="T9" fmla="*/ 262 h 643"/>
                <a:gd name="T10" fmla="*/ 187 w 1098"/>
                <a:gd name="T11" fmla="*/ 233 h 643"/>
                <a:gd name="T12" fmla="*/ 266 w 1098"/>
                <a:gd name="T13" fmla="*/ 304 h 643"/>
                <a:gd name="T14" fmla="*/ 378 w 1098"/>
                <a:gd name="T15" fmla="*/ 345 h 643"/>
                <a:gd name="T16" fmla="*/ 433 w 1098"/>
                <a:gd name="T17" fmla="*/ 444 h 643"/>
                <a:gd name="T18" fmla="*/ 614 w 1098"/>
                <a:gd name="T19" fmla="*/ 562 h 643"/>
                <a:gd name="T20" fmla="*/ 677 w 1098"/>
                <a:gd name="T21" fmla="*/ 627 h 643"/>
                <a:gd name="T22" fmla="*/ 682 w 1098"/>
                <a:gd name="T23" fmla="*/ 627 h 643"/>
                <a:gd name="T24" fmla="*/ 687 w 1098"/>
                <a:gd name="T25" fmla="*/ 626 h 643"/>
                <a:gd name="T26" fmla="*/ 692 w 1098"/>
                <a:gd name="T27" fmla="*/ 626 h 643"/>
                <a:gd name="T28" fmla="*/ 696 w 1098"/>
                <a:gd name="T29" fmla="*/ 626 h 643"/>
                <a:gd name="T30" fmla="*/ 701 w 1098"/>
                <a:gd name="T31" fmla="*/ 626 h 643"/>
                <a:gd name="T32" fmla="*/ 704 w 1098"/>
                <a:gd name="T33" fmla="*/ 627 h 643"/>
                <a:gd name="T34" fmla="*/ 707 w 1098"/>
                <a:gd name="T35" fmla="*/ 628 h 643"/>
                <a:gd name="T36" fmla="*/ 730 w 1098"/>
                <a:gd name="T37" fmla="*/ 643 h 643"/>
                <a:gd name="T38" fmla="*/ 735 w 1098"/>
                <a:gd name="T39" fmla="*/ 643 h 643"/>
                <a:gd name="T40" fmla="*/ 738 w 1098"/>
                <a:gd name="T41" fmla="*/ 643 h 643"/>
                <a:gd name="T42" fmla="*/ 742 w 1098"/>
                <a:gd name="T43" fmla="*/ 643 h 643"/>
                <a:gd name="T44" fmla="*/ 778 w 1098"/>
                <a:gd name="T45" fmla="*/ 594 h 643"/>
                <a:gd name="T46" fmla="*/ 770 w 1098"/>
                <a:gd name="T47" fmla="*/ 536 h 643"/>
                <a:gd name="T48" fmla="*/ 722 w 1098"/>
                <a:gd name="T49" fmla="*/ 477 h 643"/>
                <a:gd name="T50" fmla="*/ 801 w 1098"/>
                <a:gd name="T51" fmla="*/ 469 h 643"/>
                <a:gd name="T52" fmla="*/ 827 w 1098"/>
                <a:gd name="T53" fmla="*/ 413 h 643"/>
                <a:gd name="T54" fmla="*/ 901 w 1098"/>
                <a:gd name="T55" fmla="*/ 372 h 643"/>
                <a:gd name="T56" fmla="*/ 936 w 1098"/>
                <a:gd name="T57" fmla="*/ 394 h 643"/>
                <a:gd name="T58" fmla="*/ 931 w 1098"/>
                <a:gd name="T59" fmla="*/ 414 h 643"/>
                <a:gd name="T60" fmla="*/ 937 w 1098"/>
                <a:gd name="T61" fmla="*/ 414 h 643"/>
                <a:gd name="T62" fmla="*/ 952 w 1098"/>
                <a:gd name="T63" fmla="*/ 412 h 643"/>
                <a:gd name="T64" fmla="*/ 957 w 1098"/>
                <a:gd name="T65" fmla="*/ 411 h 643"/>
                <a:gd name="T66" fmla="*/ 961 w 1098"/>
                <a:gd name="T67" fmla="*/ 410 h 643"/>
                <a:gd name="T68" fmla="*/ 966 w 1098"/>
                <a:gd name="T69" fmla="*/ 411 h 643"/>
                <a:gd name="T70" fmla="*/ 1047 w 1098"/>
                <a:gd name="T71" fmla="*/ 395 h 643"/>
                <a:gd name="T72" fmla="*/ 1031 w 1098"/>
                <a:gd name="T73" fmla="*/ 348 h 643"/>
                <a:gd name="T74" fmla="*/ 926 w 1098"/>
                <a:gd name="T75" fmla="*/ 325 h 643"/>
                <a:gd name="T76" fmla="*/ 958 w 1098"/>
                <a:gd name="T77" fmla="*/ 245 h 643"/>
                <a:gd name="T78" fmla="*/ 901 w 1098"/>
                <a:gd name="T79" fmla="*/ 293 h 643"/>
                <a:gd name="T80" fmla="*/ 806 w 1098"/>
                <a:gd name="T81" fmla="*/ 361 h 643"/>
                <a:gd name="T82" fmla="*/ 769 w 1098"/>
                <a:gd name="T83" fmla="*/ 354 h 643"/>
                <a:gd name="T84" fmla="*/ 666 w 1098"/>
                <a:gd name="T85" fmla="*/ 281 h 643"/>
                <a:gd name="T86" fmla="*/ 598 w 1098"/>
                <a:gd name="T87" fmla="*/ 168 h 643"/>
                <a:gd name="T88" fmla="*/ 402 w 1098"/>
                <a:gd name="T89" fmla="*/ 166 h 643"/>
                <a:gd name="T90" fmla="*/ 300 w 1098"/>
                <a:gd name="T91" fmla="*/ 79 h 643"/>
                <a:gd name="T92" fmla="*/ 197 w 1098"/>
                <a:gd name="T93" fmla="*/ 125 h 643"/>
                <a:gd name="T94" fmla="*/ 162 w 1098"/>
                <a:gd name="T95" fmla="*/ 29 h 643"/>
                <a:gd name="T96" fmla="*/ 50 w 1098"/>
                <a:gd name="T97" fmla="*/ 37 h 643"/>
                <a:gd name="T98" fmla="*/ 1 w 1098"/>
                <a:gd name="T99" fmla="*/ 335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98" h="643">
                  <a:moveTo>
                    <a:pt x="4" y="334"/>
                  </a:moveTo>
                  <a:cubicBezTo>
                    <a:pt x="5" y="334"/>
                    <a:pt x="5" y="334"/>
                    <a:pt x="6" y="334"/>
                  </a:cubicBezTo>
                  <a:cubicBezTo>
                    <a:pt x="7" y="334"/>
                    <a:pt x="7" y="334"/>
                    <a:pt x="8" y="334"/>
                  </a:cubicBezTo>
                  <a:cubicBezTo>
                    <a:pt x="9" y="333"/>
                    <a:pt x="9" y="333"/>
                    <a:pt x="10" y="333"/>
                  </a:cubicBezTo>
                  <a:cubicBezTo>
                    <a:pt x="11" y="333"/>
                    <a:pt x="12" y="333"/>
                    <a:pt x="13" y="333"/>
                  </a:cubicBezTo>
                  <a:cubicBezTo>
                    <a:pt x="13" y="333"/>
                    <a:pt x="13" y="333"/>
                    <a:pt x="13" y="333"/>
                  </a:cubicBezTo>
                  <a:cubicBezTo>
                    <a:pt x="15" y="333"/>
                    <a:pt x="16" y="333"/>
                    <a:pt x="17" y="333"/>
                  </a:cubicBezTo>
                  <a:cubicBezTo>
                    <a:pt x="18" y="333"/>
                    <a:pt x="18" y="333"/>
                    <a:pt x="19" y="333"/>
                  </a:cubicBezTo>
                  <a:cubicBezTo>
                    <a:pt x="19" y="333"/>
                    <a:pt x="20" y="333"/>
                    <a:pt x="21" y="333"/>
                  </a:cubicBezTo>
                  <a:cubicBezTo>
                    <a:pt x="22" y="333"/>
                    <a:pt x="22" y="333"/>
                    <a:pt x="23" y="333"/>
                  </a:cubicBezTo>
                  <a:cubicBezTo>
                    <a:pt x="24" y="333"/>
                    <a:pt x="26" y="334"/>
                    <a:pt x="27" y="334"/>
                  </a:cubicBezTo>
                  <a:cubicBezTo>
                    <a:pt x="40" y="337"/>
                    <a:pt x="75" y="337"/>
                    <a:pt x="71" y="327"/>
                  </a:cubicBezTo>
                  <a:cubicBezTo>
                    <a:pt x="67" y="317"/>
                    <a:pt x="57" y="310"/>
                    <a:pt x="64" y="298"/>
                  </a:cubicBezTo>
                  <a:cubicBezTo>
                    <a:pt x="71" y="286"/>
                    <a:pt x="73" y="267"/>
                    <a:pt x="91" y="268"/>
                  </a:cubicBezTo>
                  <a:cubicBezTo>
                    <a:pt x="109" y="269"/>
                    <a:pt x="122" y="276"/>
                    <a:pt x="123" y="262"/>
                  </a:cubicBezTo>
                  <a:cubicBezTo>
                    <a:pt x="124" y="248"/>
                    <a:pt x="123" y="248"/>
                    <a:pt x="138" y="247"/>
                  </a:cubicBezTo>
                  <a:cubicBezTo>
                    <a:pt x="153" y="246"/>
                    <a:pt x="151" y="242"/>
                    <a:pt x="157" y="231"/>
                  </a:cubicBezTo>
                  <a:cubicBezTo>
                    <a:pt x="163" y="220"/>
                    <a:pt x="178" y="220"/>
                    <a:pt x="187" y="233"/>
                  </a:cubicBezTo>
                  <a:cubicBezTo>
                    <a:pt x="196" y="246"/>
                    <a:pt x="204" y="257"/>
                    <a:pt x="226" y="257"/>
                  </a:cubicBezTo>
                  <a:cubicBezTo>
                    <a:pt x="248" y="257"/>
                    <a:pt x="260" y="266"/>
                    <a:pt x="260" y="276"/>
                  </a:cubicBezTo>
                  <a:cubicBezTo>
                    <a:pt x="260" y="286"/>
                    <a:pt x="270" y="287"/>
                    <a:pt x="266" y="304"/>
                  </a:cubicBezTo>
                  <a:cubicBezTo>
                    <a:pt x="262" y="321"/>
                    <a:pt x="264" y="340"/>
                    <a:pt x="284" y="339"/>
                  </a:cubicBezTo>
                  <a:cubicBezTo>
                    <a:pt x="304" y="338"/>
                    <a:pt x="329" y="358"/>
                    <a:pt x="339" y="344"/>
                  </a:cubicBezTo>
                  <a:cubicBezTo>
                    <a:pt x="349" y="330"/>
                    <a:pt x="373" y="329"/>
                    <a:pt x="378" y="345"/>
                  </a:cubicBezTo>
                  <a:cubicBezTo>
                    <a:pt x="383" y="361"/>
                    <a:pt x="384" y="369"/>
                    <a:pt x="391" y="386"/>
                  </a:cubicBezTo>
                  <a:cubicBezTo>
                    <a:pt x="398" y="403"/>
                    <a:pt x="408" y="396"/>
                    <a:pt x="411" y="415"/>
                  </a:cubicBezTo>
                  <a:cubicBezTo>
                    <a:pt x="414" y="434"/>
                    <a:pt x="415" y="433"/>
                    <a:pt x="433" y="444"/>
                  </a:cubicBezTo>
                  <a:cubicBezTo>
                    <a:pt x="451" y="455"/>
                    <a:pt x="486" y="478"/>
                    <a:pt x="495" y="492"/>
                  </a:cubicBezTo>
                  <a:cubicBezTo>
                    <a:pt x="504" y="506"/>
                    <a:pt x="529" y="499"/>
                    <a:pt x="547" y="520"/>
                  </a:cubicBezTo>
                  <a:cubicBezTo>
                    <a:pt x="565" y="541"/>
                    <a:pt x="592" y="559"/>
                    <a:pt x="614" y="562"/>
                  </a:cubicBezTo>
                  <a:cubicBezTo>
                    <a:pt x="636" y="565"/>
                    <a:pt x="659" y="570"/>
                    <a:pt x="667" y="578"/>
                  </a:cubicBezTo>
                  <a:cubicBezTo>
                    <a:pt x="675" y="586"/>
                    <a:pt x="683" y="582"/>
                    <a:pt x="681" y="595"/>
                  </a:cubicBezTo>
                  <a:cubicBezTo>
                    <a:pt x="679" y="605"/>
                    <a:pt x="677" y="616"/>
                    <a:pt x="677" y="627"/>
                  </a:cubicBezTo>
                  <a:cubicBezTo>
                    <a:pt x="677" y="627"/>
                    <a:pt x="677" y="627"/>
                    <a:pt x="677" y="627"/>
                  </a:cubicBezTo>
                  <a:cubicBezTo>
                    <a:pt x="679" y="627"/>
                    <a:pt x="680" y="627"/>
                    <a:pt x="681" y="627"/>
                  </a:cubicBezTo>
                  <a:cubicBezTo>
                    <a:pt x="681" y="627"/>
                    <a:pt x="682" y="627"/>
                    <a:pt x="682" y="627"/>
                  </a:cubicBezTo>
                  <a:cubicBezTo>
                    <a:pt x="683" y="627"/>
                    <a:pt x="683" y="627"/>
                    <a:pt x="684" y="626"/>
                  </a:cubicBezTo>
                  <a:cubicBezTo>
                    <a:pt x="684" y="626"/>
                    <a:pt x="685" y="626"/>
                    <a:pt x="685" y="626"/>
                  </a:cubicBezTo>
                  <a:cubicBezTo>
                    <a:pt x="686" y="626"/>
                    <a:pt x="686" y="626"/>
                    <a:pt x="687" y="626"/>
                  </a:cubicBezTo>
                  <a:cubicBezTo>
                    <a:pt x="688" y="626"/>
                    <a:pt x="689" y="626"/>
                    <a:pt x="689" y="626"/>
                  </a:cubicBezTo>
                  <a:cubicBezTo>
                    <a:pt x="690" y="626"/>
                    <a:pt x="690" y="626"/>
                    <a:pt x="690" y="626"/>
                  </a:cubicBezTo>
                  <a:cubicBezTo>
                    <a:pt x="691" y="626"/>
                    <a:pt x="692" y="626"/>
                    <a:pt x="692" y="626"/>
                  </a:cubicBezTo>
                  <a:cubicBezTo>
                    <a:pt x="693" y="626"/>
                    <a:pt x="693" y="626"/>
                    <a:pt x="693" y="626"/>
                  </a:cubicBezTo>
                  <a:cubicBezTo>
                    <a:pt x="694" y="626"/>
                    <a:pt x="695" y="626"/>
                    <a:pt x="695" y="626"/>
                  </a:cubicBezTo>
                  <a:cubicBezTo>
                    <a:pt x="696" y="626"/>
                    <a:pt x="696" y="626"/>
                    <a:pt x="696" y="626"/>
                  </a:cubicBezTo>
                  <a:cubicBezTo>
                    <a:pt x="697" y="626"/>
                    <a:pt x="698" y="626"/>
                    <a:pt x="699" y="626"/>
                  </a:cubicBezTo>
                  <a:cubicBezTo>
                    <a:pt x="699" y="626"/>
                    <a:pt x="699" y="626"/>
                    <a:pt x="699" y="626"/>
                  </a:cubicBezTo>
                  <a:cubicBezTo>
                    <a:pt x="700" y="626"/>
                    <a:pt x="700" y="626"/>
                    <a:pt x="701" y="626"/>
                  </a:cubicBezTo>
                  <a:cubicBezTo>
                    <a:pt x="701" y="626"/>
                    <a:pt x="701" y="626"/>
                    <a:pt x="702" y="627"/>
                  </a:cubicBezTo>
                  <a:cubicBezTo>
                    <a:pt x="702" y="627"/>
                    <a:pt x="703" y="627"/>
                    <a:pt x="703" y="627"/>
                  </a:cubicBezTo>
                  <a:cubicBezTo>
                    <a:pt x="703" y="627"/>
                    <a:pt x="704" y="627"/>
                    <a:pt x="704" y="627"/>
                  </a:cubicBezTo>
                  <a:cubicBezTo>
                    <a:pt x="704" y="627"/>
                    <a:pt x="705" y="627"/>
                    <a:pt x="705" y="628"/>
                  </a:cubicBezTo>
                  <a:cubicBezTo>
                    <a:pt x="706" y="628"/>
                    <a:pt x="706" y="628"/>
                    <a:pt x="706" y="628"/>
                  </a:cubicBezTo>
                  <a:cubicBezTo>
                    <a:pt x="706" y="628"/>
                    <a:pt x="706" y="628"/>
                    <a:pt x="707" y="628"/>
                  </a:cubicBezTo>
                  <a:cubicBezTo>
                    <a:pt x="707" y="628"/>
                    <a:pt x="707" y="629"/>
                    <a:pt x="707" y="629"/>
                  </a:cubicBezTo>
                  <a:cubicBezTo>
                    <a:pt x="707" y="629"/>
                    <a:pt x="708" y="629"/>
                    <a:pt x="708" y="630"/>
                  </a:cubicBezTo>
                  <a:cubicBezTo>
                    <a:pt x="712" y="636"/>
                    <a:pt x="718" y="641"/>
                    <a:pt x="730" y="643"/>
                  </a:cubicBezTo>
                  <a:cubicBezTo>
                    <a:pt x="731" y="643"/>
                    <a:pt x="732" y="643"/>
                    <a:pt x="732" y="643"/>
                  </a:cubicBezTo>
                  <a:cubicBezTo>
                    <a:pt x="733" y="643"/>
                    <a:pt x="733" y="643"/>
                    <a:pt x="733" y="643"/>
                  </a:cubicBezTo>
                  <a:cubicBezTo>
                    <a:pt x="734" y="643"/>
                    <a:pt x="734" y="643"/>
                    <a:pt x="735" y="643"/>
                  </a:cubicBezTo>
                  <a:cubicBezTo>
                    <a:pt x="735" y="643"/>
                    <a:pt x="736" y="643"/>
                    <a:pt x="736" y="643"/>
                  </a:cubicBezTo>
                  <a:cubicBezTo>
                    <a:pt x="736" y="643"/>
                    <a:pt x="737" y="643"/>
                    <a:pt x="737" y="643"/>
                  </a:cubicBezTo>
                  <a:cubicBezTo>
                    <a:pt x="738" y="643"/>
                    <a:pt x="738" y="643"/>
                    <a:pt x="738" y="643"/>
                  </a:cubicBezTo>
                  <a:cubicBezTo>
                    <a:pt x="739" y="643"/>
                    <a:pt x="739" y="643"/>
                    <a:pt x="740" y="643"/>
                  </a:cubicBezTo>
                  <a:cubicBezTo>
                    <a:pt x="740" y="643"/>
                    <a:pt x="741" y="643"/>
                    <a:pt x="741" y="643"/>
                  </a:cubicBezTo>
                  <a:cubicBezTo>
                    <a:pt x="741" y="643"/>
                    <a:pt x="742" y="643"/>
                    <a:pt x="742" y="643"/>
                  </a:cubicBezTo>
                  <a:cubicBezTo>
                    <a:pt x="745" y="642"/>
                    <a:pt x="747" y="642"/>
                    <a:pt x="749" y="641"/>
                  </a:cubicBezTo>
                  <a:cubicBezTo>
                    <a:pt x="749" y="634"/>
                    <a:pt x="750" y="624"/>
                    <a:pt x="758" y="619"/>
                  </a:cubicBezTo>
                  <a:cubicBezTo>
                    <a:pt x="770" y="612"/>
                    <a:pt x="766" y="596"/>
                    <a:pt x="778" y="594"/>
                  </a:cubicBezTo>
                  <a:cubicBezTo>
                    <a:pt x="790" y="592"/>
                    <a:pt x="792" y="586"/>
                    <a:pt x="791" y="574"/>
                  </a:cubicBezTo>
                  <a:cubicBezTo>
                    <a:pt x="790" y="562"/>
                    <a:pt x="785" y="559"/>
                    <a:pt x="779" y="555"/>
                  </a:cubicBezTo>
                  <a:cubicBezTo>
                    <a:pt x="773" y="551"/>
                    <a:pt x="769" y="547"/>
                    <a:pt x="770" y="536"/>
                  </a:cubicBezTo>
                  <a:cubicBezTo>
                    <a:pt x="771" y="525"/>
                    <a:pt x="786" y="507"/>
                    <a:pt x="769" y="508"/>
                  </a:cubicBezTo>
                  <a:cubicBezTo>
                    <a:pt x="752" y="509"/>
                    <a:pt x="744" y="512"/>
                    <a:pt x="736" y="500"/>
                  </a:cubicBezTo>
                  <a:cubicBezTo>
                    <a:pt x="728" y="488"/>
                    <a:pt x="720" y="485"/>
                    <a:pt x="722" y="477"/>
                  </a:cubicBezTo>
                  <a:cubicBezTo>
                    <a:pt x="724" y="469"/>
                    <a:pt x="735" y="468"/>
                    <a:pt x="741" y="466"/>
                  </a:cubicBezTo>
                  <a:cubicBezTo>
                    <a:pt x="747" y="464"/>
                    <a:pt x="756" y="451"/>
                    <a:pt x="765" y="462"/>
                  </a:cubicBezTo>
                  <a:cubicBezTo>
                    <a:pt x="774" y="473"/>
                    <a:pt x="787" y="470"/>
                    <a:pt x="801" y="469"/>
                  </a:cubicBezTo>
                  <a:cubicBezTo>
                    <a:pt x="815" y="468"/>
                    <a:pt x="803" y="449"/>
                    <a:pt x="814" y="443"/>
                  </a:cubicBezTo>
                  <a:cubicBezTo>
                    <a:pt x="825" y="437"/>
                    <a:pt x="814" y="428"/>
                    <a:pt x="812" y="424"/>
                  </a:cubicBezTo>
                  <a:cubicBezTo>
                    <a:pt x="810" y="420"/>
                    <a:pt x="813" y="413"/>
                    <a:pt x="827" y="413"/>
                  </a:cubicBezTo>
                  <a:cubicBezTo>
                    <a:pt x="841" y="413"/>
                    <a:pt x="851" y="406"/>
                    <a:pt x="851" y="391"/>
                  </a:cubicBezTo>
                  <a:cubicBezTo>
                    <a:pt x="851" y="376"/>
                    <a:pt x="867" y="368"/>
                    <a:pt x="872" y="374"/>
                  </a:cubicBezTo>
                  <a:cubicBezTo>
                    <a:pt x="877" y="380"/>
                    <a:pt x="892" y="386"/>
                    <a:pt x="901" y="372"/>
                  </a:cubicBezTo>
                  <a:cubicBezTo>
                    <a:pt x="910" y="358"/>
                    <a:pt x="915" y="359"/>
                    <a:pt x="921" y="358"/>
                  </a:cubicBezTo>
                  <a:cubicBezTo>
                    <a:pt x="927" y="357"/>
                    <a:pt x="939" y="362"/>
                    <a:pt x="942" y="367"/>
                  </a:cubicBezTo>
                  <a:cubicBezTo>
                    <a:pt x="945" y="372"/>
                    <a:pt x="943" y="391"/>
                    <a:pt x="936" y="394"/>
                  </a:cubicBezTo>
                  <a:cubicBezTo>
                    <a:pt x="929" y="397"/>
                    <a:pt x="918" y="409"/>
                    <a:pt x="928" y="413"/>
                  </a:cubicBezTo>
                  <a:cubicBezTo>
                    <a:pt x="929" y="413"/>
                    <a:pt x="930" y="414"/>
                    <a:pt x="930" y="414"/>
                  </a:cubicBezTo>
                  <a:cubicBezTo>
                    <a:pt x="931" y="414"/>
                    <a:pt x="931" y="414"/>
                    <a:pt x="931" y="414"/>
                  </a:cubicBezTo>
                  <a:cubicBezTo>
                    <a:pt x="932" y="414"/>
                    <a:pt x="932" y="414"/>
                    <a:pt x="933" y="414"/>
                  </a:cubicBezTo>
                  <a:cubicBezTo>
                    <a:pt x="933" y="414"/>
                    <a:pt x="934" y="414"/>
                    <a:pt x="934" y="414"/>
                  </a:cubicBezTo>
                  <a:cubicBezTo>
                    <a:pt x="935" y="414"/>
                    <a:pt x="936" y="414"/>
                    <a:pt x="937" y="414"/>
                  </a:cubicBezTo>
                  <a:cubicBezTo>
                    <a:pt x="937" y="414"/>
                    <a:pt x="937" y="414"/>
                    <a:pt x="937" y="414"/>
                  </a:cubicBezTo>
                  <a:cubicBezTo>
                    <a:pt x="938" y="414"/>
                    <a:pt x="939" y="414"/>
                    <a:pt x="940" y="414"/>
                  </a:cubicBezTo>
                  <a:cubicBezTo>
                    <a:pt x="944" y="413"/>
                    <a:pt x="948" y="412"/>
                    <a:pt x="952" y="412"/>
                  </a:cubicBezTo>
                  <a:cubicBezTo>
                    <a:pt x="952" y="411"/>
                    <a:pt x="953" y="411"/>
                    <a:pt x="953" y="411"/>
                  </a:cubicBezTo>
                  <a:cubicBezTo>
                    <a:pt x="954" y="411"/>
                    <a:pt x="954" y="411"/>
                    <a:pt x="955" y="411"/>
                  </a:cubicBezTo>
                  <a:cubicBezTo>
                    <a:pt x="955" y="411"/>
                    <a:pt x="956" y="411"/>
                    <a:pt x="957" y="411"/>
                  </a:cubicBezTo>
                  <a:cubicBezTo>
                    <a:pt x="957" y="411"/>
                    <a:pt x="957" y="411"/>
                    <a:pt x="958" y="411"/>
                  </a:cubicBezTo>
                  <a:cubicBezTo>
                    <a:pt x="959" y="411"/>
                    <a:pt x="959" y="410"/>
                    <a:pt x="960" y="410"/>
                  </a:cubicBezTo>
                  <a:cubicBezTo>
                    <a:pt x="961" y="410"/>
                    <a:pt x="961" y="410"/>
                    <a:pt x="961" y="410"/>
                  </a:cubicBezTo>
                  <a:cubicBezTo>
                    <a:pt x="962" y="410"/>
                    <a:pt x="962" y="410"/>
                    <a:pt x="963" y="410"/>
                  </a:cubicBezTo>
                  <a:cubicBezTo>
                    <a:pt x="963" y="410"/>
                    <a:pt x="964" y="411"/>
                    <a:pt x="964" y="411"/>
                  </a:cubicBezTo>
                  <a:cubicBezTo>
                    <a:pt x="965" y="411"/>
                    <a:pt x="965" y="411"/>
                    <a:pt x="966" y="411"/>
                  </a:cubicBezTo>
                  <a:cubicBezTo>
                    <a:pt x="975" y="414"/>
                    <a:pt x="990" y="419"/>
                    <a:pt x="999" y="419"/>
                  </a:cubicBezTo>
                  <a:cubicBezTo>
                    <a:pt x="1008" y="419"/>
                    <a:pt x="1021" y="425"/>
                    <a:pt x="1022" y="412"/>
                  </a:cubicBezTo>
                  <a:cubicBezTo>
                    <a:pt x="1023" y="399"/>
                    <a:pt x="1030" y="395"/>
                    <a:pt x="1047" y="395"/>
                  </a:cubicBezTo>
                  <a:cubicBezTo>
                    <a:pt x="1064" y="395"/>
                    <a:pt x="1070" y="390"/>
                    <a:pt x="1075" y="385"/>
                  </a:cubicBezTo>
                  <a:cubicBezTo>
                    <a:pt x="1080" y="380"/>
                    <a:pt x="1098" y="376"/>
                    <a:pt x="1069" y="365"/>
                  </a:cubicBezTo>
                  <a:cubicBezTo>
                    <a:pt x="1040" y="354"/>
                    <a:pt x="1041" y="363"/>
                    <a:pt x="1031" y="348"/>
                  </a:cubicBezTo>
                  <a:cubicBezTo>
                    <a:pt x="1021" y="333"/>
                    <a:pt x="1003" y="309"/>
                    <a:pt x="997" y="325"/>
                  </a:cubicBezTo>
                  <a:cubicBezTo>
                    <a:pt x="991" y="341"/>
                    <a:pt x="980" y="357"/>
                    <a:pt x="960" y="347"/>
                  </a:cubicBezTo>
                  <a:cubicBezTo>
                    <a:pt x="940" y="337"/>
                    <a:pt x="942" y="325"/>
                    <a:pt x="926" y="325"/>
                  </a:cubicBezTo>
                  <a:cubicBezTo>
                    <a:pt x="910" y="325"/>
                    <a:pt x="905" y="313"/>
                    <a:pt x="917" y="306"/>
                  </a:cubicBezTo>
                  <a:cubicBezTo>
                    <a:pt x="929" y="299"/>
                    <a:pt x="949" y="290"/>
                    <a:pt x="957" y="281"/>
                  </a:cubicBezTo>
                  <a:cubicBezTo>
                    <a:pt x="964" y="273"/>
                    <a:pt x="969" y="260"/>
                    <a:pt x="958" y="245"/>
                  </a:cubicBezTo>
                  <a:cubicBezTo>
                    <a:pt x="958" y="245"/>
                    <a:pt x="958" y="246"/>
                    <a:pt x="958" y="246"/>
                  </a:cubicBezTo>
                  <a:cubicBezTo>
                    <a:pt x="950" y="264"/>
                    <a:pt x="945" y="271"/>
                    <a:pt x="932" y="271"/>
                  </a:cubicBezTo>
                  <a:cubicBezTo>
                    <a:pt x="919" y="271"/>
                    <a:pt x="912" y="282"/>
                    <a:pt x="901" y="293"/>
                  </a:cubicBezTo>
                  <a:cubicBezTo>
                    <a:pt x="890" y="304"/>
                    <a:pt x="883" y="302"/>
                    <a:pt x="872" y="308"/>
                  </a:cubicBezTo>
                  <a:cubicBezTo>
                    <a:pt x="861" y="314"/>
                    <a:pt x="859" y="319"/>
                    <a:pt x="840" y="327"/>
                  </a:cubicBezTo>
                  <a:cubicBezTo>
                    <a:pt x="821" y="335"/>
                    <a:pt x="819" y="355"/>
                    <a:pt x="806" y="361"/>
                  </a:cubicBezTo>
                  <a:cubicBezTo>
                    <a:pt x="793" y="367"/>
                    <a:pt x="804" y="374"/>
                    <a:pt x="805" y="387"/>
                  </a:cubicBezTo>
                  <a:cubicBezTo>
                    <a:pt x="806" y="400"/>
                    <a:pt x="790" y="387"/>
                    <a:pt x="779" y="384"/>
                  </a:cubicBezTo>
                  <a:cubicBezTo>
                    <a:pt x="768" y="381"/>
                    <a:pt x="774" y="373"/>
                    <a:pt x="769" y="354"/>
                  </a:cubicBezTo>
                  <a:cubicBezTo>
                    <a:pt x="764" y="335"/>
                    <a:pt x="727" y="349"/>
                    <a:pt x="708" y="349"/>
                  </a:cubicBezTo>
                  <a:cubicBezTo>
                    <a:pt x="689" y="349"/>
                    <a:pt x="688" y="343"/>
                    <a:pt x="685" y="328"/>
                  </a:cubicBezTo>
                  <a:cubicBezTo>
                    <a:pt x="682" y="313"/>
                    <a:pt x="677" y="295"/>
                    <a:pt x="666" y="281"/>
                  </a:cubicBezTo>
                  <a:cubicBezTo>
                    <a:pt x="655" y="267"/>
                    <a:pt x="646" y="258"/>
                    <a:pt x="647" y="242"/>
                  </a:cubicBezTo>
                  <a:cubicBezTo>
                    <a:pt x="648" y="226"/>
                    <a:pt x="653" y="212"/>
                    <a:pt x="637" y="211"/>
                  </a:cubicBezTo>
                  <a:cubicBezTo>
                    <a:pt x="621" y="210"/>
                    <a:pt x="619" y="198"/>
                    <a:pt x="598" y="168"/>
                  </a:cubicBezTo>
                  <a:cubicBezTo>
                    <a:pt x="577" y="138"/>
                    <a:pt x="561" y="150"/>
                    <a:pt x="548" y="160"/>
                  </a:cubicBezTo>
                  <a:cubicBezTo>
                    <a:pt x="535" y="170"/>
                    <a:pt x="500" y="161"/>
                    <a:pt x="471" y="156"/>
                  </a:cubicBezTo>
                  <a:cubicBezTo>
                    <a:pt x="442" y="151"/>
                    <a:pt x="425" y="163"/>
                    <a:pt x="402" y="166"/>
                  </a:cubicBezTo>
                  <a:cubicBezTo>
                    <a:pt x="379" y="169"/>
                    <a:pt x="378" y="159"/>
                    <a:pt x="367" y="143"/>
                  </a:cubicBezTo>
                  <a:cubicBezTo>
                    <a:pt x="356" y="127"/>
                    <a:pt x="327" y="109"/>
                    <a:pt x="312" y="90"/>
                  </a:cubicBezTo>
                  <a:cubicBezTo>
                    <a:pt x="309" y="86"/>
                    <a:pt x="305" y="83"/>
                    <a:pt x="300" y="79"/>
                  </a:cubicBezTo>
                  <a:cubicBezTo>
                    <a:pt x="292" y="86"/>
                    <a:pt x="285" y="99"/>
                    <a:pt x="283" y="107"/>
                  </a:cubicBezTo>
                  <a:cubicBezTo>
                    <a:pt x="280" y="117"/>
                    <a:pt x="265" y="113"/>
                    <a:pt x="255" y="122"/>
                  </a:cubicBezTo>
                  <a:cubicBezTo>
                    <a:pt x="245" y="132"/>
                    <a:pt x="220" y="127"/>
                    <a:pt x="197" y="125"/>
                  </a:cubicBezTo>
                  <a:cubicBezTo>
                    <a:pt x="174" y="123"/>
                    <a:pt x="165" y="111"/>
                    <a:pt x="155" y="104"/>
                  </a:cubicBezTo>
                  <a:cubicBezTo>
                    <a:pt x="145" y="97"/>
                    <a:pt x="151" y="77"/>
                    <a:pt x="151" y="55"/>
                  </a:cubicBezTo>
                  <a:cubicBezTo>
                    <a:pt x="151" y="32"/>
                    <a:pt x="157" y="35"/>
                    <a:pt x="162" y="29"/>
                  </a:cubicBezTo>
                  <a:cubicBezTo>
                    <a:pt x="166" y="25"/>
                    <a:pt x="169" y="15"/>
                    <a:pt x="171" y="6"/>
                  </a:cubicBezTo>
                  <a:cubicBezTo>
                    <a:pt x="153" y="0"/>
                    <a:pt x="117" y="15"/>
                    <a:pt x="99" y="19"/>
                  </a:cubicBezTo>
                  <a:cubicBezTo>
                    <a:pt x="79" y="23"/>
                    <a:pt x="67" y="30"/>
                    <a:pt x="50" y="37"/>
                  </a:cubicBezTo>
                  <a:cubicBezTo>
                    <a:pt x="33" y="44"/>
                    <a:pt x="0" y="50"/>
                    <a:pt x="0" y="50"/>
                  </a:cubicBezTo>
                  <a:cubicBezTo>
                    <a:pt x="1" y="335"/>
                    <a:pt x="1" y="335"/>
                    <a:pt x="1" y="335"/>
                  </a:cubicBezTo>
                  <a:cubicBezTo>
                    <a:pt x="1" y="335"/>
                    <a:pt x="1" y="335"/>
                    <a:pt x="1" y="335"/>
                  </a:cubicBezTo>
                  <a:cubicBezTo>
                    <a:pt x="2" y="335"/>
                    <a:pt x="3" y="335"/>
                    <a:pt x="4" y="33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772" y="1127"/>
              <a:ext cx="323" cy="212"/>
            </a:xfrm>
            <a:custGeom>
              <a:avLst/>
              <a:gdLst>
                <a:gd name="T0" fmla="*/ 375 w 495"/>
                <a:gd name="T1" fmla="*/ 128 h 324"/>
                <a:gd name="T2" fmla="*/ 318 w 495"/>
                <a:gd name="T3" fmla="*/ 127 h 324"/>
                <a:gd name="T4" fmla="*/ 245 w 495"/>
                <a:gd name="T5" fmla="*/ 116 h 324"/>
                <a:gd name="T6" fmla="*/ 186 w 495"/>
                <a:gd name="T7" fmla="*/ 108 h 324"/>
                <a:gd name="T8" fmla="*/ 139 w 495"/>
                <a:gd name="T9" fmla="*/ 79 h 324"/>
                <a:gd name="T10" fmla="*/ 208 w 495"/>
                <a:gd name="T11" fmla="*/ 71 h 324"/>
                <a:gd name="T12" fmla="*/ 217 w 495"/>
                <a:gd name="T13" fmla="*/ 57 h 324"/>
                <a:gd name="T14" fmla="*/ 214 w 495"/>
                <a:gd name="T15" fmla="*/ 57 h 324"/>
                <a:gd name="T16" fmla="*/ 211 w 495"/>
                <a:gd name="T17" fmla="*/ 57 h 324"/>
                <a:gd name="T18" fmla="*/ 208 w 495"/>
                <a:gd name="T19" fmla="*/ 56 h 324"/>
                <a:gd name="T20" fmla="*/ 222 w 495"/>
                <a:gd name="T21" fmla="*/ 10 h 324"/>
                <a:gd name="T22" fmla="*/ 181 w 495"/>
                <a:gd name="T23" fmla="*/ 15 h 324"/>
                <a:gd name="T24" fmla="*/ 131 w 495"/>
                <a:gd name="T25" fmla="*/ 34 h 324"/>
                <a:gd name="T26" fmla="*/ 92 w 495"/>
                <a:gd name="T27" fmla="*/ 67 h 324"/>
                <a:gd name="T28" fmla="*/ 81 w 495"/>
                <a:gd name="T29" fmla="*/ 112 h 324"/>
                <a:gd name="T30" fmla="*/ 21 w 495"/>
                <a:gd name="T31" fmla="*/ 109 h 324"/>
                <a:gd name="T32" fmla="*/ 16 w 495"/>
                <a:gd name="T33" fmla="*/ 143 h 324"/>
                <a:gd name="T34" fmla="*/ 50 w 495"/>
                <a:gd name="T35" fmla="*/ 179 h 324"/>
                <a:gd name="T36" fmla="*/ 71 w 495"/>
                <a:gd name="T37" fmla="*/ 217 h 324"/>
                <a:gd name="T38" fmla="*/ 38 w 495"/>
                <a:gd name="T39" fmla="*/ 262 h 324"/>
                <a:gd name="T40" fmla="*/ 32 w 495"/>
                <a:gd name="T41" fmla="*/ 284 h 324"/>
                <a:gd name="T42" fmla="*/ 33 w 495"/>
                <a:gd name="T43" fmla="*/ 285 h 324"/>
                <a:gd name="T44" fmla="*/ 34 w 495"/>
                <a:gd name="T45" fmla="*/ 285 h 324"/>
                <a:gd name="T46" fmla="*/ 35 w 495"/>
                <a:gd name="T47" fmla="*/ 286 h 324"/>
                <a:gd name="T48" fmla="*/ 36 w 495"/>
                <a:gd name="T49" fmla="*/ 287 h 324"/>
                <a:gd name="T50" fmla="*/ 37 w 495"/>
                <a:gd name="T51" fmla="*/ 288 h 324"/>
                <a:gd name="T52" fmla="*/ 51 w 495"/>
                <a:gd name="T53" fmla="*/ 305 h 324"/>
                <a:gd name="T54" fmla="*/ 111 w 495"/>
                <a:gd name="T55" fmla="*/ 277 h 324"/>
                <a:gd name="T56" fmla="*/ 139 w 495"/>
                <a:gd name="T57" fmla="*/ 271 h 324"/>
                <a:gd name="T58" fmla="*/ 188 w 495"/>
                <a:gd name="T59" fmla="*/ 249 h 324"/>
                <a:gd name="T60" fmla="*/ 233 w 495"/>
                <a:gd name="T61" fmla="*/ 189 h 324"/>
                <a:gd name="T62" fmla="*/ 265 w 495"/>
                <a:gd name="T63" fmla="*/ 234 h 324"/>
                <a:gd name="T64" fmla="*/ 270 w 495"/>
                <a:gd name="T65" fmla="*/ 277 h 324"/>
                <a:gd name="T66" fmla="*/ 309 w 495"/>
                <a:gd name="T67" fmla="*/ 315 h 324"/>
                <a:gd name="T68" fmla="*/ 382 w 495"/>
                <a:gd name="T69" fmla="*/ 271 h 324"/>
                <a:gd name="T70" fmla="*/ 433 w 495"/>
                <a:gd name="T71" fmla="*/ 277 h 324"/>
                <a:gd name="T72" fmla="*/ 491 w 495"/>
                <a:gd name="T73" fmla="*/ 276 h 324"/>
                <a:gd name="T74" fmla="*/ 494 w 495"/>
                <a:gd name="T75" fmla="*/ 267 h 324"/>
                <a:gd name="T76" fmla="*/ 494 w 495"/>
                <a:gd name="T77" fmla="*/ 263 h 324"/>
                <a:gd name="T78" fmla="*/ 495 w 495"/>
                <a:gd name="T79" fmla="*/ 259 h 324"/>
                <a:gd name="T80" fmla="*/ 494 w 495"/>
                <a:gd name="T81" fmla="*/ 255 h 324"/>
                <a:gd name="T82" fmla="*/ 494 w 495"/>
                <a:gd name="T83" fmla="*/ 251 h 324"/>
                <a:gd name="T84" fmla="*/ 492 w 495"/>
                <a:gd name="T85" fmla="*/ 248 h 324"/>
                <a:gd name="T86" fmla="*/ 485 w 495"/>
                <a:gd name="T87" fmla="*/ 214 h 324"/>
                <a:gd name="T88" fmla="*/ 446 w 495"/>
                <a:gd name="T89" fmla="*/ 177 h 324"/>
                <a:gd name="T90" fmla="*/ 419 w 495"/>
                <a:gd name="T91" fmla="*/ 142 h 324"/>
                <a:gd name="T92" fmla="*/ 419 w 495"/>
                <a:gd name="T93" fmla="*/ 139 h 324"/>
                <a:gd name="T94" fmla="*/ 419 w 495"/>
                <a:gd name="T95" fmla="*/ 116 h 324"/>
                <a:gd name="T96" fmla="*/ 398 w 495"/>
                <a:gd name="T97" fmla="*/ 117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5" h="324">
                  <a:moveTo>
                    <a:pt x="398" y="117"/>
                  </a:moveTo>
                  <a:cubicBezTo>
                    <a:pt x="385" y="117"/>
                    <a:pt x="384" y="125"/>
                    <a:pt x="375" y="128"/>
                  </a:cubicBezTo>
                  <a:cubicBezTo>
                    <a:pt x="366" y="131"/>
                    <a:pt x="361" y="130"/>
                    <a:pt x="351" y="121"/>
                  </a:cubicBezTo>
                  <a:cubicBezTo>
                    <a:pt x="341" y="112"/>
                    <a:pt x="323" y="119"/>
                    <a:pt x="318" y="127"/>
                  </a:cubicBezTo>
                  <a:cubicBezTo>
                    <a:pt x="313" y="135"/>
                    <a:pt x="294" y="126"/>
                    <a:pt x="283" y="114"/>
                  </a:cubicBezTo>
                  <a:cubicBezTo>
                    <a:pt x="272" y="102"/>
                    <a:pt x="251" y="107"/>
                    <a:pt x="245" y="116"/>
                  </a:cubicBezTo>
                  <a:cubicBezTo>
                    <a:pt x="239" y="125"/>
                    <a:pt x="227" y="122"/>
                    <a:pt x="221" y="117"/>
                  </a:cubicBezTo>
                  <a:cubicBezTo>
                    <a:pt x="215" y="112"/>
                    <a:pt x="202" y="112"/>
                    <a:pt x="186" y="108"/>
                  </a:cubicBezTo>
                  <a:cubicBezTo>
                    <a:pt x="170" y="104"/>
                    <a:pt x="170" y="112"/>
                    <a:pt x="146" y="112"/>
                  </a:cubicBezTo>
                  <a:cubicBezTo>
                    <a:pt x="122" y="112"/>
                    <a:pt x="136" y="88"/>
                    <a:pt x="139" y="79"/>
                  </a:cubicBezTo>
                  <a:cubicBezTo>
                    <a:pt x="142" y="70"/>
                    <a:pt x="157" y="60"/>
                    <a:pt x="170" y="60"/>
                  </a:cubicBezTo>
                  <a:cubicBezTo>
                    <a:pt x="183" y="60"/>
                    <a:pt x="191" y="71"/>
                    <a:pt x="208" y="71"/>
                  </a:cubicBezTo>
                  <a:cubicBezTo>
                    <a:pt x="217" y="71"/>
                    <a:pt x="220" y="64"/>
                    <a:pt x="220" y="57"/>
                  </a:cubicBezTo>
                  <a:cubicBezTo>
                    <a:pt x="219" y="57"/>
                    <a:pt x="218" y="57"/>
                    <a:pt x="217" y="57"/>
                  </a:cubicBezTo>
                  <a:cubicBezTo>
                    <a:pt x="217" y="57"/>
                    <a:pt x="217" y="57"/>
                    <a:pt x="217" y="57"/>
                  </a:cubicBezTo>
                  <a:cubicBezTo>
                    <a:pt x="216" y="57"/>
                    <a:pt x="215" y="57"/>
                    <a:pt x="214" y="57"/>
                  </a:cubicBezTo>
                  <a:cubicBezTo>
                    <a:pt x="214" y="57"/>
                    <a:pt x="213" y="57"/>
                    <a:pt x="213" y="57"/>
                  </a:cubicBezTo>
                  <a:cubicBezTo>
                    <a:pt x="212" y="57"/>
                    <a:pt x="212" y="57"/>
                    <a:pt x="211" y="57"/>
                  </a:cubicBezTo>
                  <a:cubicBezTo>
                    <a:pt x="211" y="57"/>
                    <a:pt x="211" y="57"/>
                    <a:pt x="210" y="57"/>
                  </a:cubicBezTo>
                  <a:cubicBezTo>
                    <a:pt x="210" y="57"/>
                    <a:pt x="209" y="56"/>
                    <a:pt x="208" y="56"/>
                  </a:cubicBezTo>
                  <a:cubicBezTo>
                    <a:pt x="198" y="52"/>
                    <a:pt x="209" y="40"/>
                    <a:pt x="216" y="37"/>
                  </a:cubicBezTo>
                  <a:cubicBezTo>
                    <a:pt x="223" y="34"/>
                    <a:pt x="225" y="15"/>
                    <a:pt x="222" y="10"/>
                  </a:cubicBezTo>
                  <a:cubicBezTo>
                    <a:pt x="219" y="5"/>
                    <a:pt x="207" y="0"/>
                    <a:pt x="201" y="1"/>
                  </a:cubicBezTo>
                  <a:cubicBezTo>
                    <a:pt x="195" y="2"/>
                    <a:pt x="190" y="1"/>
                    <a:pt x="181" y="15"/>
                  </a:cubicBezTo>
                  <a:cubicBezTo>
                    <a:pt x="172" y="29"/>
                    <a:pt x="157" y="23"/>
                    <a:pt x="152" y="17"/>
                  </a:cubicBezTo>
                  <a:cubicBezTo>
                    <a:pt x="147" y="11"/>
                    <a:pt x="131" y="19"/>
                    <a:pt x="131" y="34"/>
                  </a:cubicBezTo>
                  <a:cubicBezTo>
                    <a:pt x="131" y="49"/>
                    <a:pt x="121" y="56"/>
                    <a:pt x="107" y="56"/>
                  </a:cubicBezTo>
                  <a:cubicBezTo>
                    <a:pt x="93" y="56"/>
                    <a:pt x="90" y="63"/>
                    <a:pt x="92" y="67"/>
                  </a:cubicBezTo>
                  <a:cubicBezTo>
                    <a:pt x="94" y="71"/>
                    <a:pt x="105" y="80"/>
                    <a:pt x="94" y="86"/>
                  </a:cubicBezTo>
                  <a:cubicBezTo>
                    <a:pt x="83" y="92"/>
                    <a:pt x="95" y="111"/>
                    <a:pt x="81" y="112"/>
                  </a:cubicBezTo>
                  <a:cubicBezTo>
                    <a:pt x="67" y="113"/>
                    <a:pt x="54" y="116"/>
                    <a:pt x="45" y="105"/>
                  </a:cubicBezTo>
                  <a:cubicBezTo>
                    <a:pt x="36" y="94"/>
                    <a:pt x="27" y="107"/>
                    <a:pt x="21" y="109"/>
                  </a:cubicBezTo>
                  <a:cubicBezTo>
                    <a:pt x="15" y="111"/>
                    <a:pt x="4" y="112"/>
                    <a:pt x="2" y="120"/>
                  </a:cubicBezTo>
                  <a:cubicBezTo>
                    <a:pt x="0" y="128"/>
                    <a:pt x="8" y="131"/>
                    <a:pt x="16" y="143"/>
                  </a:cubicBezTo>
                  <a:cubicBezTo>
                    <a:pt x="24" y="155"/>
                    <a:pt x="32" y="152"/>
                    <a:pt x="49" y="151"/>
                  </a:cubicBezTo>
                  <a:cubicBezTo>
                    <a:pt x="66" y="150"/>
                    <a:pt x="51" y="168"/>
                    <a:pt x="50" y="179"/>
                  </a:cubicBezTo>
                  <a:cubicBezTo>
                    <a:pt x="49" y="190"/>
                    <a:pt x="53" y="194"/>
                    <a:pt x="59" y="198"/>
                  </a:cubicBezTo>
                  <a:cubicBezTo>
                    <a:pt x="65" y="202"/>
                    <a:pt x="70" y="205"/>
                    <a:pt x="71" y="217"/>
                  </a:cubicBezTo>
                  <a:cubicBezTo>
                    <a:pt x="72" y="229"/>
                    <a:pt x="70" y="235"/>
                    <a:pt x="58" y="237"/>
                  </a:cubicBezTo>
                  <a:cubicBezTo>
                    <a:pt x="46" y="239"/>
                    <a:pt x="50" y="255"/>
                    <a:pt x="38" y="262"/>
                  </a:cubicBezTo>
                  <a:cubicBezTo>
                    <a:pt x="30" y="267"/>
                    <a:pt x="29" y="277"/>
                    <a:pt x="29" y="284"/>
                  </a:cubicBezTo>
                  <a:cubicBezTo>
                    <a:pt x="30" y="284"/>
                    <a:pt x="31" y="284"/>
                    <a:pt x="32" y="284"/>
                  </a:cubicBezTo>
                  <a:cubicBezTo>
                    <a:pt x="32" y="284"/>
                    <a:pt x="32" y="284"/>
                    <a:pt x="32" y="285"/>
                  </a:cubicBezTo>
                  <a:cubicBezTo>
                    <a:pt x="33" y="285"/>
                    <a:pt x="33" y="285"/>
                    <a:pt x="33" y="285"/>
                  </a:cubicBezTo>
                  <a:cubicBezTo>
                    <a:pt x="33" y="285"/>
                    <a:pt x="33" y="285"/>
                    <a:pt x="34" y="285"/>
                  </a:cubicBezTo>
                  <a:cubicBezTo>
                    <a:pt x="34" y="285"/>
                    <a:pt x="34" y="285"/>
                    <a:pt x="34" y="285"/>
                  </a:cubicBezTo>
                  <a:cubicBezTo>
                    <a:pt x="34" y="285"/>
                    <a:pt x="35" y="285"/>
                    <a:pt x="35" y="285"/>
                  </a:cubicBezTo>
                  <a:cubicBezTo>
                    <a:pt x="35" y="285"/>
                    <a:pt x="35" y="286"/>
                    <a:pt x="35" y="286"/>
                  </a:cubicBezTo>
                  <a:cubicBezTo>
                    <a:pt x="35" y="286"/>
                    <a:pt x="36" y="286"/>
                    <a:pt x="36" y="286"/>
                  </a:cubicBezTo>
                  <a:cubicBezTo>
                    <a:pt x="36" y="286"/>
                    <a:pt x="36" y="286"/>
                    <a:pt x="36" y="287"/>
                  </a:cubicBezTo>
                  <a:cubicBezTo>
                    <a:pt x="36" y="287"/>
                    <a:pt x="36" y="287"/>
                    <a:pt x="37" y="287"/>
                  </a:cubicBezTo>
                  <a:cubicBezTo>
                    <a:pt x="37" y="287"/>
                    <a:pt x="37" y="288"/>
                    <a:pt x="37" y="288"/>
                  </a:cubicBezTo>
                  <a:cubicBezTo>
                    <a:pt x="37" y="288"/>
                    <a:pt x="37" y="289"/>
                    <a:pt x="37" y="289"/>
                  </a:cubicBezTo>
                  <a:cubicBezTo>
                    <a:pt x="39" y="299"/>
                    <a:pt x="38" y="306"/>
                    <a:pt x="51" y="305"/>
                  </a:cubicBezTo>
                  <a:cubicBezTo>
                    <a:pt x="63" y="303"/>
                    <a:pt x="62" y="287"/>
                    <a:pt x="81" y="287"/>
                  </a:cubicBezTo>
                  <a:cubicBezTo>
                    <a:pt x="101" y="287"/>
                    <a:pt x="97" y="269"/>
                    <a:pt x="111" y="277"/>
                  </a:cubicBezTo>
                  <a:cubicBezTo>
                    <a:pt x="124" y="286"/>
                    <a:pt x="127" y="293"/>
                    <a:pt x="135" y="293"/>
                  </a:cubicBezTo>
                  <a:cubicBezTo>
                    <a:pt x="142" y="293"/>
                    <a:pt x="139" y="282"/>
                    <a:pt x="139" y="271"/>
                  </a:cubicBezTo>
                  <a:cubicBezTo>
                    <a:pt x="138" y="261"/>
                    <a:pt x="143" y="254"/>
                    <a:pt x="158" y="257"/>
                  </a:cubicBezTo>
                  <a:cubicBezTo>
                    <a:pt x="173" y="259"/>
                    <a:pt x="187" y="269"/>
                    <a:pt x="188" y="249"/>
                  </a:cubicBezTo>
                  <a:cubicBezTo>
                    <a:pt x="189" y="229"/>
                    <a:pt x="193" y="224"/>
                    <a:pt x="204" y="218"/>
                  </a:cubicBezTo>
                  <a:cubicBezTo>
                    <a:pt x="215" y="212"/>
                    <a:pt x="223" y="189"/>
                    <a:pt x="233" y="189"/>
                  </a:cubicBezTo>
                  <a:cubicBezTo>
                    <a:pt x="243" y="189"/>
                    <a:pt x="254" y="195"/>
                    <a:pt x="256" y="209"/>
                  </a:cubicBezTo>
                  <a:cubicBezTo>
                    <a:pt x="258" y="223"/>
                    <a:pt x="251" y="228"/>
                    <a:pt x="265" y="234"/>
                  </a:cubicBezTo>
                  <a:cubicBezTo>
                    <a:pt x="278" y="240"/>
                    <a:pt x="275" y="247"/>
                    <a:pt x="272" y="253"/>
                  </a:cubicBezTo>
                  <a:cubicBezTo>
                    <a:pt x="269" y="260"/>
                    <a:pt x="269" y="271"/>
                    <a:pt x="270" y="277"/>
                  </a:cubicBezTo>
                  <a:cubicBezTo>
                    <a:pt x="271" y="284"/>
                    <a:pt x="257" y="304"/>
                    <a:pt x="269" y="314"/>
                  </a:cubicBezTo>
                  <a:cubicBezTo>
                    <a:pt x="281" y="324"/>
                    <a:pt x="300" y="323"/>
                    <a:pt x="309" y="315"/>
                  </a:cubicBezTo>
                  <a:cubicBezTo>
                    <a:pt x="317" y="307"/>
                    <a:pt x="332" y="307"/>
                    <a:pt x="340" y="299"/>
                  </a:cubicBezTo>
                  <a:cubicBezTo>
                    <a:pt x="348" y="291"/>
                    <a:pt x="367" y="273"/>
                    <a:pt x="382" y="271"/>
                  </a:cubicBezTo>
                  <a:cubicBezTo>
                    <a:pt x="397" y="269"/>
                    <a:pt x="408" y="270"/>
                    <a:pt x="412" y="275"/>
                  </a:cubicBezTo>
                  <a:cubicBezTo>
                    <a:pt x="416" y="279"/>
                    <a:pt x="427" y="281"/>
                    <a:pt x="433" y="277"/>
                  </a:cubicBezTo>
                  <a:cubicBezTo>
                    <a:pt x="439" y="273"/>
                    <a:pt x="447" y="267"/>
                    <a:pt x="457" y="269"/>
                  </a:cubicBezTo>
                  <a:cubicBezTo>
                    <a:pt x="465" y="271"/>
                    <a:pt x="480" y="271"/>
                    <a:pt x="491" y="276"/>
                  </a:cubicBezTo>
                  <a:cubicBezTo>
                    <a:pt x="491" y="276"/>
                    <a:pt x="491" y="275"/>
                    <a:pt x="491" y="275"/>
                  </a:cubicBezTo>
                  <a:cubicBezTo>
                    <a:pt x="492" y="273"/>
                    <a:pt x="493" y="270"/>
                    <a:pt x="494" y="267"/>
                  </a:cubicBezTo>
                  <a:cubicBezTo>
                    <a:pt x="494" y="267"/>
                    <a:pt x="494" y="267"/>
                    <a:pt x="494" y="267"/>
                  </a:cubicBezTo>
                  <a:cubicBezTo>
                    <a:pt x="494" y="266"/>
                    <a:pt x="494" y="264"/>
                    <a:pt x="494" y="263"/>
                  </a:cubicBezTo>
                  <a:cubicBezTo>
                    <a:pt x="494" y="263"/>
                    <a:pt x="494" y="263"/>
                    <a:pt x="494" y="263"/>
                  </a:cubicBezTo>
                  <a:cubicBezTo>
                    <a:pt x="494" y="262"/>
                    <a:pt x="495" y="260"/>
                    <a:pt x="495" y="259"/>
                  </a:cubicBezTo>
                  <a:cubicBezTo>
                    <a:pt x="495" y="259"/>
                    <a:pt x="495" y="259"/>
                    <a:pt x="495" y="259"/>
                  </a:cubicBezTo>
                  <a:cubicBezTo>
                    <a:pt x="494" y="257"/>
                    <a:pt x="494" y="256"/>
                    <a:pt x="494" y="255"/>
                  </a:cubicBezTo>
                  <a:cubicBezTo>
                    <a:pt x="494" y="255"/>
                    <a:pt x="494" y="255"/>
                    <a:pt x="494" y="254"/>
                  </a:cubicBezTo>
                  <a:cubicBezTo>
                    <a:pt x="494" y="253"/>
                    <a:pt x="494" y="252"/>
                    <a:pt x="494" y="251"/>
                  </a:cubicBezTo>
                  <a:cubicBezTo>
                    <a:pt x="493" y="251"/>
                    <a:pt x="493" y="250"/>
                    <a:pt x="493" y="250"/>
                  </a:cubicBezTo>
                  <a:cubicBezTo>
                    <a:pt x="493" y="249"/>
                    <a:pt x="493" y="248"/>
                    <a:pt x="492" y="248"/>
                  </a:cubicBezTo>
                  <a:cubicBezTo>
                    <a:pt x="492" y="246"/>
                    <a:pt x="491" y="245"/>
                    <a:pt x="491" y="244"/>
                  </a:cubicBezTo>
                  <a:cubicBezTo>
                    <a:pt x="485" y="234"/>
                    <a:pt x="485" y="223"/>
                    <a:pt x="485" y="214"/>
                  </a:cubicBezTo>
                  <a:cubicBezTo>
                    <a:pt x="485" y="205"/>
                    <a:pt x="480" y="185"/>
                    <a:pt x="474" y="183"/>
                  </a:cubicBezTo>
                  <a:cubicBezTo>
                    <a:pt x="468" y="181"/>
                    <a:pt x="451" y="172"/>
                    <a:pt x="446" y="177"/>
                  </a:cubicBezTo>
                  <a:cubicBezTo>
                    <a:pt x="441" y="183"/>
                    <a:pt x="429" y="187"/>
                    <a:pt x="427" y="177"/>
                  </a:cubicBezTo>
                  <a:cubicBezTo>
                    <a:pt x="424" y="166"/>
                    <a:pt x="419" y="157"/>
                    <a:pt x="419" y="142"/>
                  </a:cubicBezTo>
                  <a:cubicBezTo>
                    <a:pt x="419" y="141"/>
                    <a:pt x="419" y="141"/>
                    <a:pt x="419" y="140"/>
                  </a:cubicBezTo>
                  <a:cubicBezTo>
                    <a:pt x="419" y="140"/>
                    <a:pt x="419" y="139"/>
                    <a:pt x="419" y="139"/>
                  </a:cubicBezTo>
                  <a:cubicBezTo>
                    <a:pt x="419" y="139"/>
                    <a:pt x="419" y="138"/>
                    <a:pt x="419" y="138"/>
                  </a:cubicBezTo>
                  <a:cubicBezTo>
                    <a:pt x="419" y="132"/>
                    <a:pt x="419" y="125"/>
                    <a:pt x="419" y="116"/>
                  </a:cubicBezTo>
                  <a:cubicBezTo>
                    <a:pt x="419" y="116"/>
                    <a:pt x="419" y="116"/>
                    <a:pt x="419" y="116"/>
                  </a:cubicBezTo>
                  <a:cubicBezTo>
                    <a:pt x="411" y="116"/>
                    <a:pt x="406" y="117"/>
                    <a:pt x="398" y="11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852" y="1007"/>
              <a:ext cx="458" cy="209"/>
            </a:xfrm>
            <a:custGeom>
              <a:avLst/>
              <a:gdLst>
                <a:gd name="T0" fmla="*/ 648 w 702"/>
                <a:gd name="T1" fmla="*/ 60 h 319"/>
                <a:gd name="T2" fmla="*/ 568 w 702"/>
                <a:gd name="T3" fmla="*/ 38 h 319"/>
                <a:gd name="T4" fmla="*/ 463 w 702"/>
                <a:gd name="T5" fmla="*/ 36 h 319"/>
                <a:gd name="T6" fmla="*/ 363 w 702"/>
                <a:gd name="T7" fmla="*/ 35 h 319"/>
                <a:gd name="T8" fmla="*/ 290 w 702"/>
                <a:gd name="T9" fmla="*/ 23 h 319"/>
                <a:gd name="T10" fmla="*/ 255 w 702"/>
                <a:gd name="T11" fmla="*/ 64 h 319"/>
                <a:gd name="T12" fmla="*/ 162 w 702"/>
                <a:gd name="T13" fmla="*/ 45 h 319"/>
                <a:gd name="T14" fmla="*/ 158 w 702"/>
                <a:gd name="T15" fmla="*/ 45 h 319"/>
                <a:gd name="T16" fmla="*/ 154 w 702"/>
                <a:gd name="T17" fmla="*/ 46 h 319"/>
                <a:gd name="T18" fmla="*/ 150 w 702"/>
                <a:gd name="T19" fmla="*/ 47 h 319"/>
                <a:gd name="T20" fmla="*/ 147 w 702"/>
                <a:gd name="T21" fmla="*/ 48 h 319"/>
                <a:gd name="T22" fmla="*/ 143 w 702"/>
                <a:gd name="T23" fmla="*/ 49 h 319"/>
                <a:gd name="T24" fmla="*/ 116 w 702"/>
                <a:gd name="T25" fmla="*/ 72 h 319"/>
                <a:gd name="T26" fmla="*/ 75 w 702"/>
                <a:gd name="T27" fmla="*/ 133 h 319"/>
                <a:gd name="T28" fmla="*/ 118 w 702"/>
                <a:gd name="T29" fmla="*/ 174 h 319"/>
                <a:gd name="T30" fmla="*/ 189 w 702"/>
                <a:gd name="T31" fmla="*/ 175 h 319"/>
                <a:gd name="T32" fmla="*/ 233 w 702"/>
                <a:gd name="T33" fmla="*/ 212 h 319"/>
                <a:gd name="T34" fmla="*/ 180 w 702"/>
                <a:gd name="T35" fmla="*/ 239 h 319"/>
                <a:gd name="T36" fmla="*/ 124 w 702"/>
                <a:gd name="T37" fmla="*/ 238 h 319"/>
                <a:gd name="T38" fmla="*/ 121 w 702"/>
                <a:gd name="T39" fmla="*/ 237 h 319"/>
                <a:gd name="T40" fmla="*/ 118 w 702"/>
                <a:gd name="T41" fmla="*/ 237 h 319"/>
                <a:gd name="T42" fmla="*/ 115 w 702"/>
                <a:gd name="T43" fmla="*/ 238 h 319"/>
                <a:gd name="T44" fmla="*/ 111 w 702"/>
                <a:gd name="T45" fmla="*/ 238 h 319"/>
                <a:gd name="T46" fmla="*/ 98 w 702"/>
                <a:gd name="T47" fmla="*/ 241 h 319"/>
                <a:gd name="T48" fmla="*/ 48 w 702"/>
                <a:gd name="T49" fmla="*/ 244 h 319"/>
                <a:gd name="T50" fmla="*/ 24 w 702"/>
                <a:gd name="T51" fmla="*/ 296 h 319"/>
                <a:gd name="T52" fmla="*/ 99 w 702"/>
                <a:gd name="T53" fmla="*/ 301 h 319"/>
                <a:gd name="T54" fmla="*/ 161 w 702"/>
                <a:gd name="T55" fmla="*/ 298 h 319"/>
                <a:gd name="T56" fmla="*/ 229 w 702"/>
                <a:gd name="T57" fmla="*/ 305 h 319"/>
                <a:gd name="T58" fmla="*/ 276 w 702"/>
                <a:gd name="T59" fmla="*/ 301 h 319"/>
                <a:gd name="T60" fmla="*/ 297 w 702"/>
                <a:gd name="T61" fmla="*/ 300 h 319"/>
                <a:gd name="T62" fmla="*/ 297 w 702"/>
                <a:gd name="T63" fmla="*/ 297 h 319"/>
                <a:gd name="T64" fmla="*/ 298 w 702"/>
                <a:gd name="T65" fmla="*/ 289 h 319"/>
                <a:gd name="T66" fmla="*/ 298 w 702"/>
                <a:gd name="T67" fmla="*/ 286 h 319"/>
                <a:gd name="T68" fmla="*/ 299 w 702"/>
                <a:gd name="T69" fmla="*/ 282 h 319"/>
                <a:gd name="T70" fmla="*/ 300 w 702"/>
                <a:gd name="T71" fmla="*/ 279 h 319"/>
                <a:gd name="T72" fmla="*/ 300 w 702"/>
                <a:gd name="T73" fmla="*/ 275 h 319"/>
                <a:gd name="T74" fmla="*/ 301 w 702"/>
                <a:gd name="T75" fmla="*/ 273 h 319"/>
                <a:gd name="T76" fmla="*/ 303 w 702"/>
                <a:gd name="T77" fmla="*/ 267 h 319"/>
                <a:gd name="T78" fmla="*/ 305 w 702"/>
                <a:gd name="T79" fmla="*/ 265 h 319"/>
                <a:gd name="T80" fmla="*/ 306 w 702"/>
                <a:gd name="T81" fmla="*/ 263 h 319"/>
                <a:gd name="T82" fmla="*/ 308 w 702"/>
                <a:gd name="T83" fmla="*/ 261 h 319"/>
                <a:gd name="T84" fmla="*/ 310 w 702"/>
                <a:gd name="T85" fmla="*/ 259 h 319"/>
                <a:gd name="T86" fmla="*/ 312 w 702"/>
                <a:gd name="T87" fmla="*/ 259 h 319"/>
                <a:gd name="T88" fmla="*/ 351 w 702"/>
                <a:gd name="T89" fmla="*/ 241 h 319"/>
                <a:gd name="T90" fmla="*/ 392 w 702"/>
                <a:gd name="T91" fmla="*/ 222 h 319"/>
                <a:gd name="T92" fmla="*/ 423 w 702"/>
                <a:gd name="T93" fmla="*/ 237 h 319"/>
                <a:gd name="T94" fmla="*/ 477 w 702"/>
                <a:gd name="T95" fmla="*/ 207 h 319"/>
                <a:gd name="T96" fmla="*/ 583 w 702"/>
                <a:gd name="T97" fmla="*/ 169 h 319"/>
                <a:gd name="T98" fmla="*/ 679 w 702"/>
                <a:gd name="T99" fmla="*/ 113 h 319"/>
                <a:gd name="T100" fmla="*/ 702 w 702"/>
                <a:gd name="T101" fmla="*/ 101 h 319"/>
                <a:gd name="T102" fmla="*/ 702 w 702"/>
                <a:gd name="T103" fmla="*/ 98 h 319"/>
                <a:gd name="T104" fmla="*/ 702 w 702"/>
                <a:gd name="T105" fmla="*/ 95 h 319"/>
                <a:gd name="T106" fmla="*/ 702 w 702"/>
                <a:gd name="T107" fmla="*/ 92 h 319"/>
                <a:gd name="T108" fmla="*/ 702 w 702"/>
                <a:gd name="T109" fmla="*/ 89 h 319"/>
                <a:gd name="T110" fmla="*/ 701 w 702"/>
                <a:gd name="T111" fmla="*/ 81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02" h="319">
                  <a:moveTo>
                    <a:pt x="673" y="76"/>
                  </a:moveTo>
                  <a:cubicBezTo>
                    <a:pt x="663" y="74"/>
                    <a:pt x="655" y="70"/>
                    <a:pt x="648" y="60"/>
                  </a:cubicBezTo>
                  <a:cubicBezTo>
                    <a:pt x="641" y="50"/>
                    <a:pt x="637" y="52"/>
                    <a:pt x="623" y="48"/>
                  </a:cubicBezTo>
                  <a:cubicBezTo>
                    <a:pt x="609" y="44"/>
                    <a:pt x="594" y="40"/>
                    <a:pt x="568" y="38"/>
                  </a:cubicBezTo>
                  <a:cubicBezTo>
                    <a:pt x="542" y="36"/>
                    <a:pt x="532" y="36"/>
                    <a:pt x="516" y="32"/>
                  </a:cubicBezTo>
                  <a:cubicBezTo>
                    <a:pt x="500" y="28"/>
                    <a:pt x="481" y="38"/>
                    <a:pt x="463" y="36"/>
                  </a:cubicBezTo>
                  <a:cubicBezTo>
                    <a:pt x="445" y="34"/>
                    <a:pt x="436" y="35"/>
                    <a:pt x="414" y="44"/>
                  </a:cubicBezTo>
                  <a:cubicBezTo>
                    <a:pt x="392" y="53"/>
                    <a:pt x="382" y="35"/>
                    <a:pt x="363" y="35"/>
                  </a:cubicBezTo>
                  <a:cubicBezTo>
                    <a:pt x="344" y="35"/>
                    <a:pt x="342" y="20"/>
                    <a:pt x="324" y="10"/>
                  </a:cubicBezTo>
                  <a:cubicBezTo>
                    <a:pt x="306" y="0"/>
                    <a:pt x="299" y="19"/>
                    <a:pt x="290" y="23"/>
                  </a:cubicBezTo>
                  <a:cubicBezTo>
                    <a:pt x="281" y="27"/>
                    <a:pt x="279" y="39"/>
                    <a:pt x="279" y="53"/>
                  </a:cubicBezTo>
                  <a:cubicBezTo>
                    <a:pt x="279" y="67"/>
                    <a:pt x="267" y="66"/>
                    <a:pt x="255" y="64"/>
                  </a:cubicBezTo>
                  <a:cubicBezTo>
                    <a:pt x="243" y="62"/>
                    <a:pt x="226" y="62"/>
                    <a:pt x="214" y="54"/>
                  </a:cubicBezTo>
                  <a:cubicBezTo>
                    <a:pt x="202" y="46"/>
                    <a:pt x="178" y="45"/>
                    <a:pt x="162" y="45"/>
                  </a:cubicBezTo>
                  <a:cubicBezTo>
                    <a:pt x="161" y="45"/>
                    <a:pt x="160" y="45"/>
                    <a:pt x="159" y="45"/>
                  </a:cubicBezTo>
                  <a:cubicBezTo>
                    <a:pt x="159" y="45"/>
                    <a:pt x="158" y="45"/>
                    <a:pt x="158" y="45"/>
                  </a:cubicBezTo>
                  <a:cubicBezTo>
                    <a:pt x="157" y="45"/>
                    <a:pt x="156" y="45"/>
                    <a:pt x="156" y="45"/>
                  </a:cubicBezTo>
                  <a:cubicBezTo>
                    <a:pt x="155" y="46"/>
                    <a:pt x="155" y="46"/>
                    <a:pt x="154" y="46"/>
                  </a:cubicBezTo>
                  <a:cubicBezTo>
                    <a:pt x="153" y="46"/>
                    <a:pt x="153" y="46"/>
                    <a:pt x="153" y="46"/>
                  </a:cubicBezTo>
                  <a:cubicBezTo>
                    <a:pt x="152" y="46"/>
                    <a:pt x="151" y="46"/>
                    <a:pt x="150" y="47"/>
                  </a:cubicBezTo>
                  <a:cubicBezTo>
                    <a:pt x="150" y="47"/>
                    <a:pt x="150" y="47"/>
                    <a:pt x="149" y="47"/>
                  </a:cubicBezTo>
                  <a:cubicBezTo>
                    <a:pt x="148" y="47"/>
                    <a:pt x="148" y="47"/>
                    <a:pt x="147" y="48"/>
                  </a:cubicBezTo>
                  <a:cubicBezTo>
                    <a:pt x="146" y="48"/>
                    <a:pt x="146" y="48"/>
                    <a:pt x="146" y="48"/>
                  </a:cubicBezTo>
                  <a:cubicBezTo>
                    <a:pt x="145" y="48"/>
                    <a:pt x="144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2" y="53"/>
                    <a:pt x="122" y="61"/>
                    <a:pt x="116" y="72"/>
                  </a:cubicBezTo>
                  <a:cubicBezTo>
                    <a:pt x="127" y="87"/>
                    <a:pt x="122" y="100"/>
                    <a:pt x="115" y="108"/>
                  </a:cubicBezTo>
                  <a:cubicBezTo>
                    <a:pt x="107" y="117"/>
                    <a:pt x="87" y="126"/>
                    <a:pt x="75" y="133"/>
                  </a:cubicBezTo>
                  <a:cubicBezTo>
                    <a:pt x="63" y="140"/>
                    <a:pt x="68" y="152"/>
                    <a:pt x="84" y="152"/>
                  </a:cubicBezTo>
                  <a:cubicBezTo>
                    <a:pt x="100" y="152"/>
                    <a:pt x="98" y="164"/>
                    <a:pt x="118" y="174"/>
                  </a:cubicBezTo>
                  <a:cubicBezTo>
                    <a:pt x="138" y="184"/>
                    <a:pt x="149" y="168"/>
                    <a:pt x="155" y="152"/>
                  </a:cubicBezTo>
                  <a:cubicBezTo>
                    <a:pt x="161" y="136"/>
                    <a:pt x="179" y="160"/>
                    <a:pt x="189" y="175"/>
                  </a:cubicBezTo>
                  <a:cubicBezTo>
                    <a:pt x="199" y="190"/>
                    <a:pt x="198" y="181"/>
                    <a:pt x="227" y="192"/>
                  </a:cubicBezTo>
                  <a:cubicBezTo>
                    <a:pt x="256" y="203"/>
                    <a:pt x="238" y="207"/>
                    <a:pt x="233" y="212"/>
                  </a:cubicBezTo>
                  <a:cubicBezTo>
                    <a:pt x="228" y="217"/>
                    <a:pt x="222" y="222"/>
                    <a:pt x="205" y="222"/>
                  </a:cubicBezTo>
                  <a:cubicBezTo>
                    <a:pt x="188" y="222"/>
                    <a:pt x="181" y="226"/>
                    <a:pt x="180" y="239"/>
                  </a:cubicBezTo>
                  <a:cubicBezTo>
                    <a:pt x="179" y="252"/>
                    <a:pt x="166" y="246"/>
                    <a:pt x="157" y="246"/>
                  </a:cubicBezTo>
                  <a:cubicBezTo>
                    <a:pt x="148" y="246"/>
                    <a:pt x="133" y="241"/>
                    <a:pt x="124" y="238"/>
                  </a:cubicBezTo>
                  <a:cubicBezTo>
                    <a:pt x="123" y="238"/>
                    <a:pt x="123" y="238"/>
                    <a:pt x="122" y="238"/>
                  </a:cubicBezTo>
                  <a:cubicBezTo>
                    <a:pt x="122" y="238"/>
                    <a:pt x="121" y="237"/>
                    <a:pt x="121" y="237"/>
                  </a:cubicBezTo>
                  <a:cubicBezTo>
                    <a:pt x="120" y="237"/>
                    <a:pt x="120" y="237"/>
                    <a:pt x="119" y="237"/>
                  </a:cubicBezTo>
                  <a:cubicBezTo>
                    <a:pt x="119" y="237"/>
                    <a:pt x="119" y="237"/>
                    <a:pt x="118" y="237"/>
                  </a:cubicBezTo>
                  <a:cubicBezTo>
                    <a:pt x="117" y="237"/>
                    <a:pt x="117" y="238"/>
                    <a:pt x="116" y="238"/>
                  </a:cubicBezTo>
                  <a:cubicBezTo>
                    <a:pt x="115" y="238"/>
                    <a:pt x="115" y="238"/>
                    <a:pt x="115" y="238"/>
                  </a:cubicBezTo>
                  <a:cubicBezTo>
                    <a:pt x="114" y="238"/>
                    <a:pt x="113" y="238"/>
                    <a:pt x="113" y="238"/>
                  </a:cubicBezTo>
                  <a:cubicBezTo>
                    <a:pt x="112" y="238"/>
                    <a:pt x="112" y="238"/>
                    <a:pt x="111" y="238"/>
                  </a:cubicBezTo>
                  <a:cubicBezTo>
                    <a:pt x="111" y="238"/>
                    <a:pt x="110" y="238"/>
                    <a:pt x="110" y="239"/>
                  </a:cubicBezTo>
                  <a:cubicBezTo>
                    <a:pt x="106" y="239"/>
                    <a:pt x="102" y="240"/>
                    <a:pt x="98" y="241"/>
                  </a:cubicBezTo>
                  <a:cubicBezTo>
                    <a:pt x="98" y="248"/>
                    <a:pt x="95" y="255"/>
                    <a:pt x="86" y="255"/>
                  </a:cubicBezTo>
                  <a:cubicBezTo>
                    <a:pt x="69" y="255"/>
                    <a:pt x="61" y="244"/>
                    <a:pt x="48" y="244"/>
                  </a:cubicBezTo>
                  <a:cubicBezTo>
                    <a:pt x="35" y="244"/>
                    <a:pt x="20" y="254"/>
                    <a:pt x="17" y="263"/>
                  </a:cubicBezTo>
                  <a:cubicBezTo>
                    <a:pt x="14" y="272"/>
                    <a:pt x="0" y="296"/>
                    <a:pt x="24" y="296"/>
                  </a:cubicBezTo>
                  <a:cubicBezTo>
                    <a:pt x="48" y="296"/>
                    <a:pt x="48" y="288"/>
                    <a:pt x="64" y="292"/>
                  </a:cubicBezTo>
                  <a:cubicBezTo>
                    <a:pt x="80" y="296"/>
                    <a:pt x="93" y="296"/>
                    <a:pt x="99" y="301"/>
                  </a:cubicBezTo>
                  <a:cubicBezTo>
                    <a:pt x="105" y="306"/>
                    <a:pt x="117" y="309"/>
                    <a:pt x="123" y="300"/>
                  </a:cubicBezTo>
                  <a:cubicBezTo>
                    <a:pt x="129" y="291"/>
                    <a:pt x="150" y="286"/>
                    <a:pt x="161" y="298"/>
                  </a:cubicBezTo>
                  <a:cubicBezTo>
                    <a:pt x="172" y="310"/>
                    <a:pt x="191" y="319"/>
                    <a:pt x="196" y="311"/>
                  </a:cubicBezTo>
                  <a:cubicBezTo>
                    <a:pt x="201" y="303"/>
                    <a:pt x="219" y="296"/>
                    <a:pt x="229" y="305"/>
                  </a:cubicBezTo>
                  <a:cubicBezTo>
                    <a:pt x="239" y="314"/>
                    <a:pt x="244" y="315"/>
                    <a:pt x="253" y="312"/>
                  </a:cubicBezTo>
                  <a:cubicBezTo>
                    <a:pt x="262" y="309"/>
                    <a:pt x="263" y="301"/>
                    <a:pt x="276" y="301"/>
                  </a:cubicBezTo>
                  <a:cubicBezTo>
                    <a:pt x="284" y="301"/>
                    <a:pt x="289" y="300"/>
                    <a:pt x="297" y="300"/>
                  </a:cubicBezTo>
                  <a:cubicBezTo>
                    <a:pt x="297" y="300"/>
                    <a:pt x="297" y="300"/>
                    <a:pt x="297" y="300"/>
                  </a:cubicBezTo>
                  <a:cubicBezTo>
                    <a:pt x="297" y="299"/>
                    <a:pt x="297" y="298"/>
                    <a:pt x="297" y="297"/>
                  </a:cubicBezTo>
                  <a:cubicBezTo>
                    <a:pt x="297" y="297"/>
                    <a:pt x="297" y="297"/>
                    <a:pt x="297" y="297"/>
                  </a:cubicBezTo>
                  <a:cubicBezTo>
                    <a:pt x="298" y="294"/>
                    <a:pt x="298" y="292"/>
                    <a:pt x="298" y="290"/>
                  </a:cubicBezTo>
                  <a:cubicBezTo>
                    <a:pt x="298" y="289"/>
                    <a:pt x="298" y="289"/>
                    <a:pt x="298" y="289"/>
                  </a:cubicBezTo>
                  <a:cubicBezTo>
                    <a:pt x="298" y="288"/>
                    <a:pt x="298" y="287"/>
                    <a:pt x="298" y="286"/>
                  </a:cubicBezTo>
                  <a:cubicBezTo>
                    <a:pt x="298" y="286"/>
                    <a:pt x="298" y="286"/>
                    <a:pt x="298" y="286"/>
                  </a:cubicBezTo>
                  <a:cubicBezTo>
                    <a:pt x="299" y="285"/>
                    <a:pt x="299" y="284"/>
                    <a:pt x="299" y="283"/>
                  </a:cubicBezTo>
                  <a:cubicBezTo>
                    <a:pt x="299" y="282"/>
                    <a:pt x="299" y="282"/>
                    <a:pt x="299" y="282"/>
                  </a:cubicBezTo>
                  <a:cubicBezTo>
                    <a:pt x="299" y="281"/>
                    <a:pt x="299" y="280"/>
                    <a:pt x="299" y="279"/>
                  </a:cubicBezTo>
                  <a:cubicBezTo>
                    <a:pt x="299" y="279"/>
                    <a:pt x="300" y="279"/>
                    <a:pt x="300" y="279"/>
                  </a:cubicBezTo>
                  <a:cubicBezTo>
                    <a:pt x="300" y="278"/>
                    <a:pt x="300" y="277"/>
                    <a:pt x="300" y="276"/>
                  </a:cubicBezTo>
                  <a:cubicBezTo>
                    <a:pt x="300" y="276"/>
                    <a:pt x="300" y="276"/>
                    <a:pt x="300" y="275"/>
                  </a:cubicBezTo>
                  <a:cubicBezTo>
                    <a:pt x="301" y="275"/>
                    <a:pt x="301" y="274"/>
                    <a:pt x="301" y="273"/>
                  </a:cubicBezTo>
                  <a:cubicBezTo>
                    <a:pt x="301" y="273"/>
                    <a:pt x="301" y="273"/>
                    <a:pt x="301" y="273"/>
                  </a:cubicBezTo>
                  <a:cubicBezTo>
                    <a:pt x="302" y="271"/>
                    <a:pt x="302" y="269"/>
                    <a:pt x="303" y="268"/>
                  </a:cubicBezTo>
                  <a:cubicBezTo>
                    <a:pt x="303" y="267"/>
                    <a:pt x="303" y="267"/>
                    <a:pt x="303" y="267"/>
                  </a:cubicBezTo>
                  <a:cubicBezTo>
                    <a:pt x="304" y="266"/>
                    <a:pt x="304" y="266"/>
                    <a:pt x="304" y="265"/>
                  </a:cubicBezTo>
                  <a:cubicBezTo>
                    <a:pt x="304" y="265"/>
                    <a:pt x="305" y="265"/>
                    <a:pt x="305" y="265"/>
                  </a:cubicBezTo>
                  <a:cubicBezTo>
                    <a:pt x="305" y="264"/>
                    <a:pt x="305" y="264"/>
                    <a:pt x="306" y="263"/>
                  </a:cubicBezTo>
                  <a:cubicBezTo>
                    <a:pt x="306" y="263"/>
                    <a:pt x="306" y="263"/>
                    <a:pt x="306" y="263"/>
                  </a:cubicBezTo>
                  <a:cubicBezTo>
                    <a:pt x="307" y="262"/>
                    <a:pt x="307" y="262"/>
                    <a:pt x="308" y="261"/>
                  </a:cubicBezTo>
                  <a:cubicBezTo>
                    <a:pt x="308" y="261"/>
                    <a:pt x="308" y="261"/>
                    <a:pt x="308" y="261"/>
                  </a:cubicBezTo>
                  <a:cubicBezTo>
                    <a:pt x="308" y="260"/>
                    <a:pt x="309" y="260"/>
                    <a:pt x="309" y="260"/>
                  </a:cubicBezTo>
                  <a:cubicBezTo>
                    <a:pt x="310" y="260"/>
                    <a:pt x="310" y="260"/>
                    <a:pt x="310" y="259"/>
                  </a:cubicBezTo>
                  <a:cubicBezTo>
                    <a:pt x="310" y="259"/>
                    <a:pt x="311" y="259"/>
                    <a:pt x="311" y="259"/>
                  </a:cubicBezTo>
                  <a:cubicBezTo>
                    <a:pt x="312" y="259"/>
                    <a:pt x="312" y="259"/>
                    <a:pt x="312" y="259"/>
                  </a:cubicBezTo>
                  <a:cubicBezTo>
                    <a:pt x="313" y="258"/>
                    <a:pt x="313" y="258"/>
                    <a:pt x="314" y="258"/>
                  </a:cubicBezTo>
                  <a:cubicBezTo>
                    <a:pt x="334" y="255"/>
                    <a:pt x="346" y="251"/>
                    <a:pt x="351" y="241"/>
                  </a:cubicBezTo>
                  <a:cubicBezTo>
                    <a:pt x="357" y="231"/>
                    <a:pt x="363" y="229"/>
                    <a:pt x="372" y="229"/>
                  </a:cubicBezTo>
                  <a:cubicBezTo>
                    <a:pt x="381" y="229"/>
                    <a:pt x="387" y="229"/>
                    <a:pt x="392" y="222"/>
                  </a:cubicBezTo>
                  <a:cubicBezTo>
                    <a:pt x="397" y="215"/>
                    <a:pt x="412" y="215"/>
                    <a:pt x="413" y="225"/>
                  </a:cubicBezTo>
                  <a:cubicBezTo>
                    <a:pt x="413" y="234"/>
                    <a:pt x="412" y="237"/>
                    <a:pt x="423" y="237"/>
                  </a:cubicBezTo>
                  <a:cubicBezTo>
                    <a:pt x="435" y="237"/>
                    <a:pt x="436" y="228"/>
                    <a:pt x="447" y="229"/>
                  </a:cubicBezTo>
                  <a:cubicBezTo>
                    <a:pt x="457" y="229"/>
                    <a:pt x="473" y="233"/>
                    <a:pt x="477" y="207"/>
                  </a:cubicBezTo>
                  <a:cubicBezTo>
                    <a:pt x="481" y="182"/>
                    <a:pt x="495" y="179"/>
                    <a:pt x="511" y="179"/>
                  </a:cubicBezTo>
                  <a:cubicBezTo>
                    <a:pt x="527" y="179"/>
                    <a:pt x="581" y="184"/>
                    <a:pt x="583" y="169"/>
                  </a:cubicBezTo>
                  <a:cubicBezTo>
                    <a:pt x="585" y="155"/>
                    <a:pt x="616" y="138"/>
                    <a:pt x="635" y="130"/>
                  </a:cubicBezTo>
                  <a:cubicBezTo>
                    <a:pt x="653" y="122"/>
                    <a:pt x="663" y="115"/>
                    <a:pt x="679" y="113"/>
                  </a:cubicBezTo>
                  <a:cubicBezTo>
                    <a:pt x="694" y="111"/>
                    <a:pt x="701" y="113"/>
                    <a:pt x="702" y="103"/>
                  </a:cubicBezTo>
                  <a:cubicBezTo>
                    <a:pt x="702" y="102"/>
                    <a:pt x="702" y="101"/>
                    <a:pt x="702" y="101"/>
                  </a:cubicBezTo>
                  <a:cubicBezTo>
                    <a:pt x="702" y="100"/>
                    <a:pt x="702" y="100"/>
                    <a:pt x="702" y="100"/>
                  </a:cubicBezTo>
                  <a:cubicBezTo>
                    <a:pt x="702" y="99"/>
                    <a:pt x="702" y="99"/>
                    <a:pt x="702" y="98"/>
                  </a:cubicBezTo>
                  <a:cubicBezTo>
                    <a:pt x="702" y="98"/>
                    <a:pt x="702" y="97"/>
                    <a:pt x="702" y="97"/>
                  </a:cubicBezTo>
                  <a:cubicBezTo>
                    <a:pt x="702" y="97"/>
                    <a:pt x="702" y="96"/>
                    <a:pt x="702" y="95"/>
                  </a:cubicBezTo>
                  <a:cubicBezTo>
                    <a:pt x="702" y="95"/>
                    <a:pt x="702" y="95"/>
                    <a:pt x="702" y="94"/>
                  </a:cubicBezTo>
                  <a:cubicBezTo>
                    <a:pt x="702" y="94"/>
                    <a:pt x="702" y="93"/>
                    <a:pt x="702" y="92"/>
                  </a:cubicBezTo>
                  <a:cubicBezTo>
                    <a:pt x="702" y="92"/>
                    <a:pt x="702" y="92"/>
                    <a:pt x="702" y="91"/>
                  </a:cubicBezTo>
                  <a:cubicBezTo>
                    <a:pt x="702" y="90"/>
                    <a:pt x="702" y="90"/>
                    <a:pt x="702" y="89"/>
                  </a:cubicBezTo>
                  <a:cubicBezTo>
                    <a:pt x="702" y="89"/>
                    <a:pt x="702" y="89"/>
                    <a:pt x="702" y="88"/>
                  </a:cubicBezTo>
                  <a:cubicBezTo>
                    <a:pt x="701" y="86"/>
                    <a:pt x="701" y="83"/>
                    <a:pt x="701" y="81"/>
                  </a:cubicBezTo>
                  <a:cubicBezTo>
                    <a:pt x="690" y="79"/>
                    <a:pt x="679" y="77"/>
                    <a:pt x="673" y="7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2623" y="538"/>
              <a:ext cx="1338" cy="566"/>
            </a:xfrm>
            <a:custGeom>
              <a:avLst/>
              <a:gdLst>
                <a:gd name="T0" fmla="*/ 30 w 2048"/>
                <a:gd name="T1" fmla="*/ 313 h 865"/>
                <a:gd name="T2" fmla="*/ 116 w 2048"/>
                <a:gd name="T3" fmla="*/ 351 h 865"/>
                <a:gd name="T4" fmla="*/ 164 w 2048"/>
                <a:gd name="T5" fmla="*/ 395 h 865"/>
                <a:gd name="T6" fmla="*/ 206 w 2048"/>
                <a:gd name="T7" fmla="*/ 472 h 865"/>
                <a:gd name="T8" fmla="*/ 180 w 2048"/>
                <a:gd name="T9" fmla="*/ 542 h 865"/>
                <a:gd name="T10" fmla="*/ 266 w 2048"/>
                <a:gd name="T11" fmla="*/ 584 h 865"/>
                <a:gd name="T12" fmla="*/ 374 w 2048"/>
                <a:gd name="T13" fmla="*/ 599 h 865"/>
                <a:gd name="T14" fmla="*/ 455 w 2048"/>
                <a:gd name="T15" fmla="*/ 649 h 865"/>
                <a:gd name="T16" fmla="*/ 507 w 2048"/>
                <a:gd name="T17" fmla="*/ 708 h 865"/>
                <a:gd name="T18" fmla="*/ 570 w 2048"/>
                <a:gd name="T19" fmla="*/ 767 h 865"/>
                <a:gd name="T20" fmla="*/ 747 w 2048"/>
                <a:gd name="T21" fmla="*/ 781 h 865"/>
                <a:gd name="T22" fmla="*/ 892 w 2048"/>
                <a:gd name="T23" fmla="*/ 793 h 865"/>
                <a:gd name="T24" fmla="*/ 990 w 2048"/>
                <a:gd name="T25" fmla="*/ 835 h 865"/>
                <a:gd name="T26" fmla="*/ 1102 w 2048"/>
                <a:gd name="T27" fmla="*/ 853 h 865"/>
                <a:gd name="T28" fmla="*/ 1203 w 2048"/>
                <a:gd name="T29" fmla="*/ 802 h 865"/>
                <a:gd name="T30" fmla="*/ 1363 w 2048"/>
                <a:gd name="T31" fmla="*/ 790 h 865"/>
                <a:gd name="T32" fmla="*/ 1491 w 2048"/>
                <a:gd name="T33" fmla="*/ 717 h 865"/>
                <a:gd name="T34" fmla="*/ 1499 w 2048"/>
                <a:gd name="T35" fmla="*/ 638 h 865"/>
                <a:gd name="T36" fmla="*/ 1564 w 2048"/>
                <a:gd name="T37" fmla="*/ 585 h 865"/>
                <a:gd name="T38" fmla="*/ 1674 w 2048"/>
                <a:gd name="T39" fmla="*/ 592 h 865"/>
                <a:gd name="T40" fmla="*/ 1811 w 2048"/>
                <a:gd name="T41" fmla="*/ 522 h 865"/>
                <a:gd name="T42" fmla="*/ 1946 w 2048"/>
                <a:gd name="T43" fmla="*/ 449 h 865"/>
                <a:gd name="T44" fmla="*/ 2043 w 2048"/>
                <a:gd name="T45" fmla="*/ 455 h 865"/>
                <a:gd name="T46" fmla="*/ 1945 w 2048"/>
                <a:gd name="T47" fmla="*/ 351 h 865"/>
                <a:gd name="T48" fmla="*/ 1852 w 2048"/>
                <a:gd name="T49" fmla="*/ 361 h 865"/>
                <a:gd name="T50" fmla="*/ 1767 w 2048"/>
                <a:gd name="T51" fmla="*/ 336 h 865"/>
                <a:gd name="T52" fmla="*/ 1810 w 2048"/>
                <a:gd name="T53" fmla="*/ 248 h 865"/>
                <a:gd name="T54" fmla="*/ 1836 w 2048"/>
                <a:gd name="T55" fmla="*/ 194 h 865"/>
                <a:gd name="T56" fmla="*/ 1804 w 2048"/>
                <a:gd name="T57" fmla="*/ 182 h 865"/>
                <a:gd name="T58" fmla="*/ 1724 w 2048"/>
                <a:gd name="T59" fmla="*/ 168 h 865"/>
                <a:gd name="T60" fmla="*/ 1646 w 2048"/>
                <a:gd name="T61" fmla="*/ 180 h 865"/>
                <a:gd name="T62" fmla="*/ 1575 w 2048"/>
                <a:gd name="T63" fmla="*/ 224 h 865"/>
                <a:gd name="T64" fmla="*/ 1464 w 2048"/>
                <a:gd name="T65" fmla="*/ 254 h 865"/>
                <a:gd name="T66" fmla="*/ 1324 w 2048"/>
                <a:gd name="T67" fmla="*/ 241 h 865"/>
                <a:gd name="T68" fmla="*/ 1238 w 2048"/>
                <a:gd name="T69" fmla="*/ 187 h 865"/>
                <a:gd name="T70" fmla="*/ 1157 w 2048"/>
                <a:gd name="T71" fmla="*/ 154 h 865"/>
                <a:gd name="T72" fmla="*/ 1081 w 2048"/>
                <a:gd name="T73" fmla="*/ 152 h 865"/>
                <a:gd name="T74" fmla="*/ 997 w 2048"/>
                <a:gd name="T75" fmla="*/ 170 h 865"/>
                <a:gd name="T76" fmla="*/ 921 w 2048"/>
                <a:gd name="T77" fmla="*/ 121 h 865"/>
                <a:gd name="T78" fmla="*/ 873 w 2048"/>
                <a:gd name="T79" fmla="*/ 65 h 865"/>
                <a:gd name="T80" fmla="*/ 787 w 2048"/>
                <a:gd name="T81" fmla="*/ 40 h 865"/>
                <a:gd name="T82" fmla="*/ 715 w 2048"/>
                <a:gd name="T83" fmla="*/ 12 h 865"/>
                <a:gd name="T84" fmla="*/ 654 w 2048"/>
                <a:gd name="T85" fmla="*/ 62 h 865"/>
                <a:gd name="T86" fmla="*/ 650 w 2048"/>
                <a:gd name="T87" fmla="*/ 124 h 865"/>
                <a:gd name="T88" fmla="*/ 659 w 2048"/>
                <a:gd name="T89" fmla="*/ 176 h 865"/>
                <a:gd name="T90" fmla="*/ 607 w 2048"/>
                <a:gd name="T91" fmla="*/ 206 h 865"/>
                <a:gd name="T92" fmla="*/ 547 w 2048"/>
                <a:gd name="T93" fmla="*/ 197 h 865"/>
                <a:gd name="T94" fmla="*/ 477 w 2048"/>
                <a:gd name="T95" fmla="*/ 191 h 865"/>
                <a:gd name="T96" fmla="*/ 417 w 2048"/>
                <a:gd name="T97" fmla="*/ 144 h 865"/>
                <a:gd name="T98" fmla="*/ 322 w 2048"/>
                <a:gd name="T99" fmla="*/ 130 h 865"/>
                <a:gd name="T100" fmla="*/ 259 w 2048"/>
                <a:gd name="T101" fmla="*/ 127 h 865"/>
                <a:gd name="T102" fmla="*/ 165 w 2048"/>
                <a:gd name="T103" fmla="*/ 168 h 865"/>
                <a:gd name="T104" fmla="*/ 102 w 2048"/>
                <a:gd name="T105" fmla="*/ 218 h 865"/>
                <a:gd name="T106" fmla="*/ 11 w 2048"/>
                <a:gd name="T107" fmla="*/ 254 h 865"/>
                <a:gd name="T108" fmla="*/ 6 w 2048"/>
                <a:gd name="T109" fmla="*/ 259 h 865"/>
                <a:gd name="T110" fmla="*/ 3 w 2048"/>
                <a:gd name="T111" fmla="*/ 261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48" h="865">
                  <a:moveTo>
                    <a:pt x="2" y="278"/>
                  </a:moveTo>
                  <a:cubicBezTo>
                    <a:pt x="6" y="289"/>
                    <a:pt x="10" y="289"/>
                    <a:pt x="12" y="296"/>
                  </a:cubicBezTo>
                  <a:cubicBezTo>
                    <a:pt x="14" y="303"/>
                    <a:pt x="16" y="308"/>
                    <a:pt x="30" y="313"/>
                  </a:cubicBezTo>
                  <a:cubicBezTo>
                    <a:pt x="44" y="318"/>
                    <a:pt x="47" y="320"/>
                    <a:pt x="49" y="326"/>
                  </a:cubicBezTo>
                  <a:cubicBezTo>
                    <a:pt x="51" y="332"/>
                    <a:pt x="68" y="349"/>
                    <a:pt x="81" y="350"/>
                  </a:cubicBezTo>
                  <a:cubicBezTo>
                    <a:pt x="94" y="351"/>
                    <a:pt x="112" y="344"/>
                    <a:pt x="116" y="351"/>
                  </a:cubicBezTo>
                  <a:cubicBezTo>
                    <a:pt x="120" y="358"/>
                    <a:pt x="126" y="357"/>
                    <a:pt x="134" y="359"/>
                  </a:cubicBezTo>
                  <a:cubicBezTo>
                    <a:pt x="142" y="361"/>
                    <a:pt x="151" y="370"/>
                    <a:pt x="154" y="375"/>
                  </a:cubicBezTo>
                  <a:cubicBezTo>
                    <a:pt x="157" y="380"/>
                    <a:pt x="163" y="385"/>
                    <a:pt x="164" y="395"/>
                  </a:cubicBezTo>
                  <a:cubicBezTo>
                    <a:pt x="165" y="405"/>
                    <a:pt x="167" y="415"/>
                    <a:pt x="180" y="425"/>
                  </a:cubicBezTo>
                  <a:cubicBezTo>
                    <a:pt x="193" y="435"/>
                    <a:pt x="190" y="445"/>
                    <a:pt x="202" y="450"/>
                  </a:cubicBezTo>
                  <a:cubicBezTo>
                    <a:pt x="214" y="455"/>
                    <a:pt x="220" y="466"/>
                    <a:pt x="206" y="472"/>
                  </a:cubicBezTo>
                  <a:cubicBezTo>
                    <a:pt x="192" y="478"/>
                    <a:pt x="190" y="493"/>
                    <a:pt x="197" y="498"/>
                  </a:cubicBezTo>
                  <a:cubicBezTo>
                    <a:pt x="204" y="503"/>
                    <a:pt x="213" y="505"/>
                    <a:pt x="200" y="514"/>
                  </a:cubicBezTo>
                  <a:cubicBezTo>
                    <a:pt x="187" y="523"/>
                    <a:pt x="181" y="533"/>
                    <a:pt x="180" y="542"/>
                  </a:cubicBezTo>
                  <a:cubicBezTo>
                    <a:pt x="179" y="551"/>
                    <a:pt x="170" y="555"/>
                    <a:pt x="186" y="563"/>
                  </a:cubicBezTo>
                  <a:cubicBezTo>
                    <a:pt x="202" y="571"/>
                    <a:pt x="194" y="580"/>
                    <a:pt x="212" y="582"/>
                  </a:cubicBezTo>
                  <a:cubicBezTo>
                    <a:pt x="230" y="584"/>
                    <a:pt x="253" y="580"/>
                    <a:pt x="266" y="584"/>
                  </a:cubicBezTo>
                  <a:cubicBezTo>
                    <a:pt x="279" y="588"/>
                    <a:pt x="283" y="591"/>
                    <a:pt x="296" y="591"/>
                  </a:cubicBezTo>
                  <a:cubicBezTo>
                    <a:pt x="309" y="591"/>
                    <a:pt x="317" y="589"/>
                    <a:pt x="328" y="590"/>
                  </a:cubicBezTo>
                  <a:cubicBezTo>
                    <a:pt x="339" y="591"/>
                    <a:pt x="366" y="586"/>
                    <a:pt x="374" y="599"/>
                  </a:cubicBezTo>
                  <a:cubicBezTo>
                    <a:pt x="382" y="612"/>
                    <a:pt x="387" y="615"/>
                    <a:pt x="397" y="618"/>
                  </a:cubicBezTo>
                  <a:cubicBezTo>
                    <a:pt x="407" y="621"/>
                    <a:pt x="415" y="621"/>
                    <a:pt x="421" y="628"/>
                  </a:cubicBezTo>
                  <a:cubicBezTo>
                    <a:pt x="427" y="635"/>
                    <a:pt x="440" y="647"/>
                    <a:pt x="455" y="649"/>
                  </a:cubicBezTo>
                  <a:cubicBezTo>
                    <a:pt x="470" y="651"/>
                    <a:pt x="481" y="652"/>
                    <a:pt x="486" y="662"/>
                  </a:cubicBezTo>
                  <a:cubicBezTo>
                    <a:pt x="491" y="672"/>
                    <a:pt x="484" y="675"/>
                    <a:pt x="495" y="682"/>
                  </a:cubicBezTo>
                  <a:cubicBezTo>
                    <a:pt x="506" y="689"/>
                    <a:pt x="506" y="697"/>
                    <a:pt x="507" y="708"/>
                  </a:cubicBezTo>
                  <a:cubicBezTo>
                    <a:pt x="508" y="719"/>
                    <a:pt x="510" y="727"/>
                    <a:pt x="521" y="736"/>
                  </a:cubicBezTo>
                  <a:cubicBezTo>
                    <a:pt x="532" y="745"/>
                    <a:pt x="534" y="739"/>
                    <a:pt x="542" y="756"/>
                  </a:cubicBezTo>
                  <a:cubicBezTo>
                    <a:pt x="550" y="773"/>
                    <a:pt x="556" y="768"/>
                    <a:pt x="570" y="767"/>
                  </a:cubicBezTo>
                  <a:cubicBezTo>
                    <a:pt x="584" y="766"/>
                    <a:pt x="611" y="760"/>
                    <a:pt x="631" y="771"/>
                  </a:cubicBezTo>
                  <a:cubicBezTo>
                    <a:pt x="651" y="782"/>
                    <a:pt x="674" y="778"/>
                    <a:pt x="687" y="778"/>
                  </a:cubicBezTo>
                  <a:cubicBezTo>
                    <a:pt x="700" y="778"/>
                    <a:pt x="729" y="789"/>
                    <a:pt x="747" y="781"/>
                  </a:cubicBezTo>
                  <a:cubicBezTo>
                    <a:pt x="765" y="773"/>
                    <a:pt x="774" y="772"/>
                    <a:pt x="786" y="773"/>
                  </a:cubicBezTo>
                  <a:cubicBezTo>
                    <a:pt x="798" y="774"/>
                    <a:pt x="809" y="774"/>
                    <a:pt x="823" y="780"/>
                  </a:cubicBezTo>
                  <a:cubicBezTo>
                    <a:pt x="837" y="786"/>
                    <a:pt x="867" y="774"/>
                    <a:pt x="892" y="793"/>
                  </a:cubicBezTo>
                  <a:cubicBezTo>
                    <a:pt x="917" y="812"/>
                    <a:pt x="916" y="817"/>
                    <a:pt x="930" y="817"/>
                  </a:cubicBezTo>
                  <a:cubicBezTo>
                    <a:pt x="944" y="817"/>
                    <a:pt x="946" y="824"/>
                    <a:pt x="963" y="824"/>
                  </a:cubicBezTo>
                  <a:cubicBezTo>
                    <a:pt x="980" y="824"/>
                    <a:pt x="979" y="828"/>
                    <a:pt x="990" y="835"/>
                  </a:cubicBezTo>
                  <a:cubicBezTo>
                    <a:pt x="1001" y="842"/>
                    <a:pt x="1005" y="843"/>
                    <a:pt x="1019" y="841"/>
                  </a:cubicBezTo>
                  <a:cubicBezTo>
                    <a:pt x="1033" y="839"/>
                    <a:pt x="1049" y="829"/>
                    <a:pt x="1062" y="843"/>
                  </a:cubicBezTo>
                  <a:cubicBezTo>
                    <a:pt x="1075" y="857"/>
                    <a:pt x="1091" y="865"/>
                    <a:pt x="1102" y="853"/>
                  </a:cubicBezTo>
                  <a:cubicBezTo>
                    <a:pt x="1113" y="841"/>
                    <a:pt x="1113" y="836"/>
                    <a:pt x="1126" y="836"/>
                  </a:cubicBezTo>
                  <a:cubicBezTo>
                    <a:pt x="1139" y="836"/>
                    <a:pt x="1135" y="822"/>
                    <a:pt x="1153" y="821"/>
                  </a:cubicBezTo>
                  <a:cubicBezTo>
                    <a:pt x="1171" y="820"/>
                    <a:pt x="1188" y="805"/>
                    <a:pt x="1203" y="802"/>
                  </a:cubicBezTo>
                  <a:cubicBezTo>
                    <a:pt x="1218" y="799"/>
                    <a:pt x="1246" y="791"/>
                    <a:pt x="1260" y="791"/>
                  </a:cubicBezTo>
                  <a:cubicBezTo>
                    <a:pt x="1274" y="791"/>
                    <a:pt x="1282" y="788"/>
                    <a:pt x="1310" y="791"/>
                  </a:cubicBezTo>
                  <a:cubicBezTo>
                    <a:pt x="1338" y="794"/>
                    <a:pt x="1350" y="794"/>
                    <a:pt x="1363" y="790"/>
                  </a:cubicBezTo>
                  <a:cubicBezTo>
                    <a:pt x="1376" y="786"/>
                    <a:pt x="1393" y="774"/>
                    <a:pt x="1409" y="774"/>
                  </a:cubicBezTo>
                  <a:cubicBezTo>
                    <a:pt x="1425" y="774"/>
                    <a:pt x="1435" y="768"/>
                    <a:pt x="1450" y="755"/>
                  </a:cubicBezTo>
                  <a:cubicBezTo>
                    <a:pt x="1465" y="742"/>
                    <a:pt x="1462" y="725"/>
                    <a:pt x="1491" y="717"/>
                  </a:cubicBezTo>
                  <a:cubicBezTo>
                    <a:pt x="1520" y="709"/>
                    <a:pt x="1522" y="700"/>
                    <a:pt x="1530" y="695"/>
                  </a:cubicBezTo>
                  <a:cubicBezTo>
                    <a:pt x="1538" y="690"/>
                    <a:pt x="1543" y="678"/>
                    <a:pt x="1526" y="669"/>
                  </a:cubicBezTo>
                  <a:cubicBezTo>
                    <a:pt x="1509" y="660"/>
                    <a:pt x="1497" y="644"/>
                    <a:pt x="1499" y="638"/>
                  </a:cubicBezTo>
                  <a:cubicBezTo>
                    <a:pt x="1501" y="632"/>
                    <a:pt x="1501" y="626"/>
                    <a:pt x="1509" y="621"/>
                  </a:cubicBezTo>
                  <a:cubicBezTo>
                    <a:pt x="1517" y="616"/>
                    <a:pt x="1513" y="591"/>
                    <a:pt x="1529" y="588"/>
                  </a:cubicBezTo>
                  <a:cubicBezTo>
                    <a:pt x="1545" y="585"/>
                    <a:pt x="1549" y="573"/>
                    <a:pt x="1564" y="585"/>
                  </a:cubicBezTo>
                  <a:cubicBezTo>
                    <a:pt x="1579" y="597"/>
                    <a:pt x="1579" y="602"/>
                    <a:pt x="1594" y="604"/>
                  </a:cubicBezTo>
                  <a:cubicBezTo>
                    <a:pt x="1609" y="606"/>
                    <a:pt x="1622" y="614"/>
                    <a:pt x="1638" y="609"/>
                  </a:cubicBezTo>
                  <a:cubicBezTo>
                    <a:pt x="1654" y="604"/>
                    <a:pt x="1662" y="595"/>
                    <a:pt x="1674" y="592"/>
                  </a:cubicBezTo>
                  <a:cubicBezTo>
                    <a:pt x="1686" y="589"/>
                    <a:pt x="1693" y="557"/>
                    <a:pt x="1709" y="557"/>
                  </a:cubicBezTo>
                  <a:cubicBezTo>
                    <a:pt x="1725" y="557"/>
                    <a:pt x="1755" y="571"/>
                    <a:pt x="1774" y="558"/>
                  </a:cubicBezTo>
                  <a:cubicBezTo>
                    <a:pt x="1793" y="545"/>
                    <a:pt x="1803" y="542"/>
                    <a:pt x="1811" y="522"/>
                  </a:cubicBezTo>
                  <a:cubicBezTo>
                    <a:pt x="1819" y="502"/>
                    <a:pt x="1823" y="484"/>
                    <a:pt x="1850" y="481"/>
                  </a:cubicBezTo>
                  <a:cubicBezTo>
                    <a:pt x="1877" y="478"/>
                    <a:pt x="1884" y="464"/>
                    <a:pt x="1904" y="465"/>
                  </a:cubicBezTo>
                  <a:cubicBezTo>
                    <a:pt x="1924" y="466"/>
                    <a:pt x="1931" y="449"/>
                    <a:pt x="1946" y="449"/>
                  </a:cubicBezTo>
                  <a:cubicBezTo>
                    <a:pt x="1961" y="449"/>
                    <a:pt x="1976" y="445"/>
                    <a:pt x="1985" y="451"/>
                  </a:cubicBezTo>
                  <a:cubicBezTo>
                    <a:pt x="1994" y="457"/>
                    <a:pt x="1994" y="469"/>
                    <a:pt x="2010" y="463"/>
                  </a:cubicBezTo>
                  <a:cubicBezTo>
                    <a:pt x="2026" y="457"/>
                    <a:pt x="2038" y="461"/>
                    <a:pt x="2043" y="455"/>
                  </a:cubicBezTo>
                  <a:cubicBezTo>
                    <a:pt x="2048" y="449"/>
                    <a:pt x="2048" y="430"/>
                    <a:pt x="2033" y="419"/>
                  </a:cubicBezTo>
                  <a:cubicBezTo>
                    <a:pt x="2018" y="408"/>
                    <a:pt x="1989" y="386"/>
                    <a:pt x="1982" y="374"/>
                  </a:cubicBezTo>
                  <a:cubicBezTo>
                    <a:pt x="1975" y="362"/>
                    <a:pt x="1952" y="354"/>
                    <a:pt x="1945" y="351"/>
                  </a:cubicBezTo>
                  <a:cubicBezTo>
                    <a:pt x="1938" y="348"/>
                    <a:pt x="1914" y="345"/>
                    <a:pt x="1906" y="353"/>
                  </a:cubicBezTo>
                  <a:cubicBezTo>
                    <a:pt x="1898" y="361"/>
                    <a:pt x="1891" y="376"/>
                    <a:pt x="1879" y="375"/>
                  </a:cubicBezTo>
                  <a:cubicBezTo>
                    <a:pt x="1867" y="374"/>
                    <a:pt x="1866" y="357"/>
                    <a:pt x="1852" y="361"/>
                  </a:cubicBezTo>
                  <a:cubicBezTo>
                    <a:pt x="1838" y="365"/>
                    <a:pt x="1807" y="357"/>
                    <a:pt x="1803" y="363"/>
                  </a:cubicBezTo>
                  <a:cubicBezTo>
                    <a:pt x="1799" y="369"/>
                    <a:pt x="1796" y="385"/>
                    <a:pt x="1780" y="371"/>
                  </a:cubicBezTo>
                  <a:cubicBezTo>
                    <a:pt x="1764" y="357"/>
                    <a:pt x="1752" y="339"/>
                    <a:pt x="1767" y="336"/>
                  </a:cubicBezTo>
                  <a:cubicBezTo>
                    <a:pt x="1782" y="333"/>
                    <a:pt x="1785" y="335"/>
                    <a:pt x="1785" y="317"/>
                  </a:cubicBezTo>
                  <a:cubicBezTo>
                    <a:pt x="1785" y="299"/>
                    <a:pt x="1781" y="296"/>
                    <a:pt x="1793" y="285"/>
                  </a:cubicBezTo>
                  <a:cubicBezTo>
                    <a:pt x="1805" y="274"/>
                    <a:pt x="1798" y="258"/>
                    <a:pt x="1810" y="248"/>
                  </a:cubicBezTo>
                  <a:cubicBezTo>
                    <a:pt x="1820" y="240"/>
                    <a:pt x="1827" y="214"/>
                    <a:pt x="1838" y="197"/>
                  </a:cubicBezTo>
                  <a:cubicBezTo>
                    <a:pt x="1838" y="197"/>
                    <a:pt x="1838" y="197"/>
                    <a:pt x="1838" y="197"/>
                  </a:cubicBezTo>
                  <a:cubicBezTo>
                    <a:pt x="1838" y="196"/>
                    <a:pt x="1837" y="195"/>
                    <a:pt x="1836" y="194"/>
                  </a:cubicBezTo>
                  <a:cubicBezTo>
                    <a:pt x="1836" y="194"/>
                    <a:pt x="1836" y="194"/>
                    <a:pt x="1836" y="194"/>
                  </a:cubicBezTo>
                  <a:cubicBezTo>
                    <a:pt x="1836" y="193"/>
                    <a:pt x="1835" y="192"/>
                    <a:pt x="1834" y="191"/>
                  </a:cubicBezTo>
                  <a:cubicBezTo>
                    <a:pt x="1827" y="182"/>
                    <a:pt x="1816" y="184"/>
                    <a:pt x="1804" y="182"/>
                  </a:cubicBezTo>
                  <a:cubicBezTo>
                    <a:pt x="1792" y="180"/>
                    <a:pt x="1789" y="186"/>
                    <a:pt x="1783" y="192"/>
                  </a:cubicBezTo>
                  <a:cubicBezTo>
                    <a:pt x="1777" y="198"/>
                    <a:pt x="1757" y="196"/>
                    <a:pt x="1745" y="189"/>
                  </a:cubicBezTo>
                  <a:cubicBezTo>
                    <a:pt x="1733" y="182"/>
                    <a:pt x="1742" y="175"/>
                    <a:pt x="1724" y="168"/>
                  </a:cubicBezTo>
                  <a:cubicBezTo>
                    <a:pt x="1706" y="162"/>
                    <a:pt x="1701" y="161"/>
                    <a:pt x="1686" y="162"/>
                  </a:cubicBezTo>
                  <a:cubicBezTo>
                    <a:pt x="1671" y="162"/>
                    <a:pt x="1674" y="163"/>
                    <a:pt x="1664" y="170"/>
                  </a:cubicBezTo>
                  <a:cubicBezTo>
                    <a:pt x="1654" y="176"/>
                    <a:pt x="1659" y="177"/>
                    <a:pt x="1646" y="180"/>
                  </a:cubicBezTo>
                  <a:cubicBezTo>
                    <a:pt x="1633" y="182"/>
                    <a:pt x="1633" y="189"/>
                    <a:pt x="1621" y="194"/>
                  </a:cubicBezTo>
                  <a:cubicBezTo>
                    <a:pt x="1608" y="200"/>
                    <a:pt x="1611" y="204"/>
                    <a:pt x="1609" y="215"/>
                  </a:cubicBezTo>
                  <a:cubicBezTo>
                    <a:pt x="1607" y="226"/>
                    <a:pt x="1589" y="224"/>
                    <a:pt x="1575" y="224"/>
                  </a:cubicBezTo>
                  <a:cubicBezTo>
                    <a:pt x="1561" y="224"/>
                    <a:pt x="1559" y="230"/>
                    <a:pt x="1546" y="232"/>
                  </a:cubicBezTo>
                  <a:cubicBezTo>
                    <a:pt x="1533" y="234"/>
                    <a:pt x="1519" y="237"/>
                    <a:pt x="1498" y="237"/>
                  </a:cubicBezTo>
                  <a:cubicBezTo>
                    <a:pt x="1477" y="237"/>
                    <a:pt x="1480" y="253"/>
                    <a:pt x="1464" y="254"/>
                  </a:cubicBezTo>
                  <a:cubicBezTo>
                    <a:pt x="1448" y="254"/>
                    <a:pt x="1418" y="253"/>
                    <a:pt x="1401" y="253"/>
                  </a:cubicBezTo>
                  <a:cubicBezTo>
                    <a:pt x="1383" y="253"/>
                    <a:pt x="1383" y="248"/>
                    <a:pt x="1365" y="240"/>
                  </a:cubicBezTo>
                  <a:cubicBezTo>
                    <a:pt x="1347" y="231"/>
                    <a:pt x="1339" y="240"/>
                    <a:pt x="1324" y="241"/>
                  </a:cubicBezTo>
                  <a:cubicBezTo>
                    <a:pt x="1309" y="242"/>
                    <a:pt x="1309" y="230"/>
                    <a:pt x="1297" y="226"/>
                  </a:cubicBezTo>
                  <a:cubicBezTo>
                    <a:pt x="1286" y="221"/>
                    <a:pt x="1281" y="214"/>
                    <a:pt x="1280" y="198"/>
                  </a:cubicBezTo>
                  <a:cubicBezTo>
                    <a:pt x="1279" y="182"/>
                    <a:pt x="1254" y="187"/>
                    <a:pt x="1238" y="187"/>
                  </a:cubicBezTo>
                  <a:cubicBezTo>
                    <a:pt x="1222" y="187"/>
                    <a:pt x="1219" y="170"/>
                    <a:pt x="1207" y="159"/>
                  </a:cubicBezTo>
                  <a:cubicBezTo>
                    <a:pt x="1195" y="148"/>
                    <a:pt x="1186" y="162"/>
                    <a:pt x="1174" y="162"/>
                  </a:cubicBezTo>
                  <a:cubicBezTo>
                    <a:pt x="1162" y="163"/>
                    <a:pt x="1165" y="156"/>
                    <a:pt x="1157" y="154"/>
                  </a:cubicBezTo>
                  <a:cubicBezTo>
                    <a:pt x="1150" y="152"/>
                    <a:pt x="1145" y="154"/>
                    <a:pt x="1135" y="148"/>
                  </a:cubicBezTo>
                  <a:cubicBezTo>
                    <a:pt x="1125" y="142"/>
                    <a:pt x="1121" y="144"/>
                    <a:pt x="1105" y="144"/>
                  </a:cubicBezTo>
                  <a:cubicBezTo>
                    <a:pt x="1089" y="144"/>
                    <a:pt x="1092" y="151"/>
                    <a:pt x="1081" y="152"/>
                  </a:cubicBezTo>
                  <a:cubicBezTo>
                    <a:pt x="1069" y="152"/>
                    <a:pt x="1070" y="152"/>
                    <a:pt x="1056" y="159"/>
                  </a:cubicBezTo>
                  <a:cubicBezTo>
                    <a:pt x="1042" y="166"/>
                    <a:pt x="1042" y="172"/>
                    <a:pt x="1031" y="174"/>
                  </a:cubicBezTo>
                  <a:cubicBezTo>
                    <a:pt x="1021" y="176"/>
                    <a:pt x="1008" y="177"/>
                    <a:pt x="997" y="170"/>
                  </a:cubicBezTo>
                  <a:cubicBezTo>
                    <a:pt x="987" y="162"/>
                    <a:pt x="981" y="163"/>
                    <a:pt x="960" y="158"/>
                  </a:cubicBezTo>
                  <a:cubicBezTo>
                    <a:pt x="939" y="152"/>
                    <a:pt x="939" y="147"/>
                    <a:pt x="929" y="141"/>
                  </a:cubicBezTo>
                  <a:cubicBezTo>
                    <a:pt x="919" y="135"/>
                    <a:pt x="922" y="132"/>
                    <a:pt x="921" y="121"/>
                  </a:cubicBezTo>
                  <a:cubicBezTo>
                    <a:pt x="919" y="110"/>
                    <a:pt x="919" y="102"/>
                    <a:pt x="913" y="96"/>
                  </a:cubicBezTo>
                  <a:cubicBezTo>
                    <a:pt x="908" y="91"/>
                    <a:pt x="908" y="83"/>
                    <a:pt x="905" y="73"/>
                  </a:cubicBezTo>
                  <a:cubicBezTo>
                    <a:pt x="901" y="63"/>
                    <a:pt x="888" y="64"/>
                    <a:pt x="873" y="65"/>
                  </a:cubicBezTo>
                  <a:cubicBezTo>
                    <a:pt x="857" y="66"/>
                    <a:pt x="853" y="56"/>
                    <a:pt x="843" y="55"/>
                  </a:cubicBezTo>
                  <a:cubicBezTo>
                    <a:pt x="834" y="54"/>
                    <a:pt x="826" y="49"/>
                    <a:pt x="818" y="42"/>
                  </a:cubicBezTo>
                  <a:cubicBezTo>
                    <a:pt x="810" y="36"/>
                    <a:pt x="803" y="39"/>
                    <a:pt x="787" y="40"/>
                  </a:cubicBezTo>
                  <a:cubicBezTo>
                    <a:pt x="772" y="40"/>
                    <a:pt x="766" y="40"/>
                    <a:pt x="761" y="33"/>
                  </a:cubicBezTo>
                  <a:cubicBezTo>
                    <a:pt x="757" y="26"/>
                    <a:pt x="753" y="26"/>
                    <a:pt x="743" y="24"/>
                  </a:cubicBezTo>
                  <a:cubicBezTo>
                    <a:pt x="732" y="22"/>
                    <a:pt x="727" y="23"/>
                    <a:pt x="715" y="12"/>
                  </a:cubicBezTo>
                  <a:cubicBezTo>
                    <a:pt x="703" y="0"/>
                    <a:pt x="704" y="12"/>
                    <a:pt x="702" y="20"/>
                  </a:cubicBezTo>
                  <a:cubicBezTo>
                    <a:pt x="700" y="29"/>
                    <a:pt x="696" y="30"/>
                    <a:pt x="681" y="35"/>
                  </a:cubicBezTo>
                  <a:cubicBezTo>
                    <a:pt x="667" y="40"/>
                    <a:pt x="663" y="60"/>
                    <a:pt x="654" y="62"/>
                  </a:cubicBezTo>
                  <a:cubicBezTo>
                    <a:pt x="645" y="65"/>
                    <a:pt x="648" y="75"/>
                    <a:pt x="643" y="83"/>
                  </a:cubicBezTo>
                  <a:cubicBezTo>
                    <a:pt x="637" y="91"/>
                    <a:pt x="638" y="94"/>
                    <a:pt x="639" y="104"/>
                  </a:cubicBezTo>
                  <a:cubicBezTo>
                    <a:pt x="639" y="113"/>
                    <a:pt x="647" y="115"/>
                    <a:pt x="650" y="124"/>
                  </a:cubicBezTo>
                  <a:cubicBezTo>
                    <a:pt x="653" y="134"/>
                    <a:pt x="655" y="136"/>
                    <a:pt x="666" y="142"/>
                  </a:cubicBezTo>
                  <a:cubicBezTo>
                    <a:pt x="677" y="149"/>
                    <a:pt x="677" y="155"/>
                    <a:pt x="669" y="160"/>
                  </a:cubicBezTo>
                  <a:cubicBezTo>
                    <a:pt x="661" y="164"/>
                    <a:pt x="663" y="167"/>
                    <a:pt x="659" y="176"/>
                  </a:cubicBezTo>
                  <a:cubicBezTo>
                    <a:pt x="654" y="186"/>
                    <a:pt x="649" y="186"/>
                    <a:pt x="637" y="188"/>
                  </a:cubicBezTo>
                  <a:cubicBezTo>
                    <a:pt x="625" y="190"/>
                    <a:pt x="625" y="194"/>
                    <a:pt x="621" y="200"/>
                  </a:cubicBezTo>
                  <a:cubicBezTo>
                    <a:pt x="617" y="206"/>
                    <a:pt x="609" y="202"/>
                    <a:pt x="607" y="206"/>
                  </a:cubicBezTo>
                  <a:cubicBezTo>
                    <a:pt x="604" y="211"/>
                    <a:pt x="603" y="214"/>
                    <a:pt x="599" y="208"/>
                  </a:cubicBezTo>
                  <a:cubicBezTo>
                    <a:pt x="594" y="202"/>
                    <a:pt x="589" y="208"/>
                    <a:pt x="585" y="199"/>
                  </a:cubicBezTo>
                  <a:cubicBezTo>
                    <a:pt x="581" y="190"/>
                    <a:pt x="561" y="197"/>
                    <a:pt x="547" y="197"/>
                  </a:cubicBezTo>
                  <a:cubicBezTo>
                    <a:pt x="533" y="197"/>
                    <a:pt x="539" y="190"/>
                    <a:pt x="527" y="186"/>
                  </a:cubicBezTo>
                  <a:cubicBezTo>
                    <a:pt x="516" y="183"/>
                    <a:pt x="507" y="186"/>
                    <a:pt x="500" y="194"/>
                  </a:cubicBezTo>
                  <a:cubicBezTo>
                    <a:pt x="493" y="201"/>
                    <a:pt x="485" y="196"/>
                    <a:pt x="477" y="191"/>
                  </a:cubicBezTo>
                  <a:cubicBezTo>
                    <a:pt x="469" y="186"/>
                    <a:pt x="462" y="192"/>
                    <a:pt x="455" y="182"/>
                  </a:cubicBezTo>
                  <a:cubicBezTo>
                    <a:pt x="449" y="173"/>
                    <a:pt x="438" y="180"/>
                    <a:pt x="427" y="176"/>
                  </a:cubicBezTo>
                  <a:cubicBezTo>
                    <a:pt x="415" y="172"/>
                    <a:pt x="413" y="155"/>
                    <a:pt x="417" y="144"/>
                  </a:cubicBezTo>
                  <a:cubicBezTo>
                    <a:pt x="420" y="132"/>
                    <a:pt x="384" y="137"/>
                    <a:pt x="363" y="137"/>
                  </a:cubicBezTo>
                  <a:cubicBezTo>
                    <a:pt x="343" y="137"/>
                    <a:pt x="338" y="138"/>
                    <a:pt x="335" y="131"/>
                  </a:cubicBezTo>
                  <a:cubicBezTo>
                    <a:pt x="331" y="124"/>
                    <a:pt x="329" y="127"/>
                    <a:pt x="322" y="130"/>
                  </a:cubicBezTo>
                  <a:cubicBezTo>
                    <a:pt x="315" y="132"/>
                    <a:pt x="307" y="129"/>
                    <a:pt x="307" y="122"/>
                  </a:cubicBezTo>
                  <a:cubicBezTo>
                    <a:pt x="306" y="116"/>
                    <a:pt x="299" y="116"/>
                    <a:pt x="287" y="117"/>
                  </a:cubicBezTo>
                  <a:cubicBezTo>
                    <a:pt x="274" y="118"/>
                    <a:pt x="276" y="128"/>
                    <a:pt x="259" y="127"/>
                  </a:cubicBezTo>
                  <a:cubicBezTo>
                    <a:pt x="241" y="126"/>
                    <a:pt x="252" y="143"/>
                    <a:pt x="238" y="142"/>
                  </a:cubicBezTo>
                  <a:cubicBezTo>
                    <a:pt x="224" y="142"/>
                    <a:pt x="215" y="144"/>
                    <a:pt x="205" y="153"/>
                  </a:cubicBezTo>
                  <a:cubicBezTo>
                    <a:pt x="196" y="162"/>
                    <a:pt x="183" y="167"/>
                    <a:pt x="165" y="168"/>
                  </a:cubicBezTo>
                  <a:cubicBezTo>
                    <a:pt x="147" y="168"/>
                    <a:pt x="143" y="184"/>
                    <a:pt x="130" y="184"/>
                  </a:cubicBezTo>
                  <a:cubicBezTo>
                    <a:pt x="117" y="184"/>
                    <a:pt x="121" y="196"/>
                    <a:pt x="119" y="204"/>
                  </a:cubicBezTo>
                  <a:cubicBezTo>
                    <a:pt x="116" y="212"/>
                    <a:pt x="112" y="221"/>
                    <a:pt x="102" y="218"/>
                  </a:cubicBezTo>
                  <a:cubicBezTo>
                    <a:pt x="92" y="216"/>
                    <a:pt x="87" y="218"/>
                    <a:pt x="75" y="226"/>
                  </a:cubicBezTo>
                  <a:cubicBezTo>
                    <a:pt x="63" y="234"/>
                    <a:pt x="54" y="227"/>
                    <a:pt x="42" y="227"/>
                  </a:cubicBezTo>
                  <a:cubicBezTo>
                    <a:pt x="30" y="227"/>
                    <a:pt x="20" y="242"/>
                    <a:pt x="11" y="254"/>
                  </a:cubicBezTo>
                  <a:cubicBezTo>
                    <a:pt x="10" y="255"/>
                    <a:pt x="9" y="256"/>
                    <a:pt x="8" y="256"/>
                  </a:cubicBezTo>
                  <a:cubicBezTo>
                    <a:pt x="8" y="257"/>
                    <a:pt x="8" y="257"/>
                    <a:pt x="8" y="257"/>
                  </a:cubicBezTo>
                  <a:cubicBezTo>
                    <a:pt x="7" y="258"/>
                    <a:pt x="6" y="258"/>
                    <a:pt x="6" y="259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5" y="260"/>
                    <a:pt x="4" y="260"/>
                    <a:pt x="3" y="261"/>
                  </a:cubicBezTo>
                  <a:cubicBezTo>
                    <a:pt x="3" y="261"/>
                    <a:pt x="3" y="261"/>
                    <a:pt x="3" y="261"/>
                  </a:cubicBezTo>
                  <a:cubicBezTo>
                    <a:pt x="2" y="261"/>
                    <a:pt x="2" y="261"/>
                    <a:pt x="1" y="262"/>
                  </a:cubicBezTo>
                  <a:cubicBezTo>
                    <a:pt x="0" y="268"/>
                    <a:pt x="0" y="274"/>
                    <a:pt x="2" y="27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2637" y="1807"/>
              <a:ext cx="195" cy="245"/>
            </a:xfrm>
            <a:custGeom>
              <a:avLst/>
              <a:gdLst>
                <a:gd name="T0" fmla="*/ 291 w 298"/>
                <a:gd name="T1" fmla="*/ 356 h 376"/>
                <a:gd name="T2" fmla="*/ 287 w 298"/>
                <a:gd name="T3" fmla="*/ 325 h 376"/>
                <a:gd name="T4" fmla="*/ 286 w 298"/>
                <a:gd name="T5" fmla="*/ 323 h 376"/>
                <a:gd name="T6" fmla="*/ 286 w 298"/>
                <a:gd name="T7" fmla="*/ 321 h 376"/>
                <a:gd name="T8" fmla="*/ 287 w 298"/>
                <a:gd name="T9" fmla="*/ 317 h 376"/>
                <a:gd name="T10" fmla="*/ 288 w 298"/>
                <a:gd name="T11" fmla="*/ 306 h 376"/>
                <a:gd name="T12" fmla="*/ 288 w 298"/>
                <a:gd name="T13" fmla="*/ 304 h 376"/>
                <a:gd name="T14" fmla="*/ 287 w 298"/>
                <a:gd name="T15" fmla="*/ 302 h 376"/>
                <a:gd name="T16" fmla="*/ 286 w 298"/>
                <a:gd name="T17" fmla="*/ 300 h 376"/>
                <a:gd name="T18" fmla="*/ 275 w 298"/>
                <a:gd name="T19" fmla="*/ 250 h 376"/>
                <a:gd name="T20" fmla="*/ 269 w 298"/>
                <a:gd name="T21" fmla="*/ 201 h 376"/>
                <a:gd name="T22" fmla="*/ 239 w 298"/>
                <a:gd name="T23" fmla="*/ 212 h 376"/>
                <a:gd name="T24" fmla="*/ 210 w 298"/>
                <a:gd name="T25" fmla="*/ 236 h 376"/>
                <a:gd name="T26" fmla="*/ 193 w 298"/>
                <a:gd name="T27" fmla="*/ 192 h 376"/>
                <a:gd name="T28" fmla="*/ 219 w 298"/>
                <a:gd name="T29" fmla="*/ 167 h 376"/>
                <a:gd name="T30" fmla="*/ 248 w 298"/>
                <a:gd name="T31" fmla="*/ 151 h 376"/>
                <a:gd name="T32" fmla="*/ 271 w 298"/>
                <a:gd name="T33" fmla="*/ 122 h 376"/>
                <a:gd name="T34" fmla="*/ 261 w 298"/>
                <a:gd name="T35" fmla="*/ 97 h 376"/>
                <a:gd name="T36" fmla="*/ 204 w 298"/>
                <a:gd name="T37" fmla="*/ 96 h 376"/>
                <a:gd name="T38" fmla="*/ 127 w 298"/>
                <a:gd name="T39" fmla="*/ 91 h 376"/>
                <a:gd name="T40" fmla="*/ 108 w 298"/>
                <a:gd name="T41" fmla="*/ 59 h 376"/>
                <a:gd name="T42" fmla="*/ 103 w 298"/>
                <a:gd name="T43" fmla="*/ 26 h 376"/>
                <a:gd name="T44" fmla="*/ 60 w 298"/>
                <a:gd name="T45" fmla="*/ 20 h 376"/>
                <a:gd name="T46" fmla="*/ 39 w 298"/>
                <a:gd name="T47" fmla="*/ 12 h 376"/>
                <a:gd name="T48" fmla="*/ 37 w 298"/>
                <a:gd name="T49" fmla="*/ 12 h 376"/>
                <a:gd name="T50" fmla="*/ 35 w 298"/>
                <a:gd name="T51" fmla="*/ 12 h 376"/>
                <a:gd name="T52" fmla="*/ 34 w 298"/>
                <a:gd name="T53" fmla="*/ 11 h 376"/>
                <a:gd name="T54" fmla="*/ 32 w 298"/>
                <a:gd name="T55" fmla="*/ 11 h 376"/>
                <a:gd name="T56" fmla="*/ 31 w 298"/>
                <a:gd name="T57" fmla="*/ 10 h 376"/>
                <a:gd name="T58" fmla="*/ 30 w 298"/>
                <a:gd name="T59" fmla="*/ 9 h 376"/>
                <a:gd name="T60" fmla="*/ 21 w 298"/>
                <a:gd name="T61" fmla="*/ 0 h 376"/>
                <a:gd name="T62" fmla="*/ 21 w 298"/>
                <a:gd name="T63" fmla="*/ 7 h 376"/>
                <a:gd name="T64" fmla="*/ 7 w 298"/>
                <a:gd name="T65" fmla="*/ 31 h 376"/>
                <a:gd name="T66" fmla="*/ 8 w 298"/>
                <a:gd name="T67" fmla="*/ 48 h 376"/>
                <a:gd name="T68" fmla="*/ 30 w 298"/>
                <a:gd name="T69" fmla="*/ 71 h 376"/>
                <a:gd name="T70" fmla="*/ 51 w 298"/>
                <a:gd name="T71" fmla="*/ 91 h 376"/>
                <a:gd name="T72" fmla="*/ 20 w 298"/>
                <a:gd name="T73" fmla="*/ 106 h 376"/>
                <a:gd name="T74" fmla="*/ 10 w 298"/>
                <a:gd name="T75" fmla="*/ 133 h 376"/>
                <a:gd name="T76" fmla="*/ 38 w 298"/>
                <a:gd name="T77" fmla="*/ 172 h 376"/>
                <a:gd name="T78" fmla="*/ 49 w 298"/>
                <a:gd name="T79" fmla="*/ 231 h 376"/>
                <a:gd name="T80" fmla="*/ 53 w 298"/>
                <a:gd name="T81" fmla="*/ 285 h 376"/>
                <a:gd name="T82" fmla="*/ 61 w 298"/>
                <a:gd name="T83" fmla="*/ 341 h 376"/>
                <a:gd name="T84" fmla="*/ 102 w 298"/>
                <a:gd name="T85" fmla="*/ 319 h 376"/>
                <a:gd name="T86" fmla="*/ 166 w 298"/>
                <a:gd name="T87" fmla="*/ 304 h 376"/>
                <a:gd name="T88" fmla="*/ 191 w 298"/>
                <a:gd name="T89" fmla="*/ 270 h 376"/>
                <a:gd name="T90" fmla="*/ 232 w 298"/>
                <a:gd name="T91" fmla="*/ 286 h 376"/>
                <a:gd name="T92" fmla="*/ 254 w 298"/>
                <a:gd name="T93" fmla="*/ 369 h 376"/>
                <a:gd name="T94" fmla="*/ 269 w 298"/>
                <a:gd name="T95" fmla="*/ 354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8" h="376">
                  <a:moveTo>
                    <a:pt x="269" y="354"/>
                  </a:moveTo>
                  <a:cubicBezTo>
                    <a:pt x="271" y="350"/>
                    <a:pt x="285" y="355"/>
                    <a:pt x="291" y="356"/>
                  </a:cubicBezTo>
                  <a:cubicBezTo>
                    <a:pt x="298" y="356"/>
                    <a:pt x="295" y="346"/>
                    <a:pt x="289" y="340"/>
                  </a:cubicBezTo>
                  <a:cubicBezTo>
                    <a:pt x="282" y="333"/>
                    <a:pt x="289" y="330"/>
                    <a:pt x="287" y="325"/>
                  </a:cubicBezTo>
                  <a:cubicBezTo>
                    <a:pt x="286" y="325"/>
                    <a:pt x="286" y="324"/>
                    <a:pt x="286" y="323"/>
                  </a:cubicBezTo>
                  <a:cubicBezTo>
                    <a:pt x="286" y="323"/>
                    <a:pt x="286" y="323"/>
                    <a:pt x="286" y="323"/>
                  </a:cubicBezTo>
                  <a:cubicBezTo>
                    <a:pt x="286" y="322"/>
                    <a:pt x="286" y="322"/>
                    <a:pt x="286" y="321"/>
                  </a:cubicBezTo>
                  <a:cubicBezTo>
                    <a:pt x="286" y="321"/>
                    <a:pt x="286" y="321"/>
                    <a:pt x="286" y="321"/>
                  </a:cubicBezTo>
                  <a:cubicBezTo>
                    <a:pt x="286" y="320"/>
                    <a:pt x="286" y="319"/>
                    <a:pt x="287" y="319"/>
                  </a:cubicBezTo>
                  <a:cubicBezTo>
                    <a:pt x="287" y="318"/>
                    <a:pt x="287" y="317"/>
                    <a:pt x="287" y="317"/>
                  </a:cubicBezTo>
                  <a:cubicBezTo>
                    <a:pt x="287" y="317"/>
                    <a:pt x="287" y="316"/>
                    <a:pt x="287" y="316"/>
                  </a:cubicBezTo>
                  <a:cubicBezTo>
                    <a:pt x="287" y="313"/>
                    <a:pt x="288" y="310"/>
                    <a:pt x="288" y="306"/>
                  </a:cubicBezTo>
                  <a:cubicBezTo>
                    <a:pt x="288" y="306"/>
                    <a:pt x="288" y="306"/>
                    <a:pt x="288" y="306"/>
                  </a:cubicBezTo>
                  <a:cubicBezTo>
                    <a:pt x="288" y="305"/>
                    <a:pt x="288" y="305"/>
                    <a:pt x="288" y="304"/>
                  </a:cubicBezTo>
                  <a:cubicBezTo>
                    <a:pt x="288" y="304"/>
                    <a:pt x="288" y="304"/>
                    <a:pt x="288" y="304"/>
                  </a:cubicBezTo>
                  <a:cubicBezTo>
                    <a:pt x="287" y="303"/>
                    <a:pt x="287" y="303"/>
                    <a:pt x="287" y="302"/>
                  </a:cubicBezTo>
                  <a:cubicBezTo>
                    <a:pt x="287" y="302"/>
                    <a:pt x="287" y="302"/>
                    <a:pt x="287" y="302"/>
                  </a:cubicBezTo>
                  <a:cubicBezTo>
                    <a:pt x="287" y="301"/>
                    <a:pt x="286" y="301"/>
                    <a:pt x="286" y="300"/>
                  </a:cubicBezTo>
                  <a:cubicBezTo>
                    <a:pt x="281" y="296"/>
                    <a:pt x="285" y="285"/>
                    <a:pt x="285" y="272"/>
                  </a:cubicBezTo>
                  <a:cubicBezTo>
                    <a:pt x="286" y="258"/>
                    <a:pt x="276" y="256"/>
                    <a:pt x="275" y="250"/>
                  </a:cubicBezTo>
                  <a:cubicBezTo>
                    <a:pt x="275" y="244"/>
                    <a:pt x="272" y="238"/>
                    <a:pt x="269" y="234"/>
                  </a:cubicBezTo>
                  <a:cubicBezTo>
                    <a:pt x="265" y="231"/>
                    <a:pt x="269" y="210"/>
                    <a:pt x="269" y="201"/>
                  </a:cubicBezTo>
                  <a:cubicBezTo>
                    <a:pt x="269" y="192"/>
                    <a:pt x="259" y="195"/>
                    <a:pt x="247" y="198"/>
                  </a:cubicBezTo>
                  <a:cubicBezTo>
                    <a:pt x="236" y="200"/>
                    <a:pt x="244" y="210"/>
                    <a:pt x="239" y="212"/>
                  </a:cubicBezTo>
                  <a:cubicBezTo>
                    <a:pt x="235" y="213"/>
                    <a:pt x="237" y="226"/>
                    <a:pt x="233" y="239"/>
                  </a:cubicBezTo>
                  <a:cubicBezTo>
                    <a:pt x="228" y="252"/>
                    <a:pt x="217" y="236"/>
                    <a:pt x="210" y="236"/>
                  </a:cubicBezTo>
                  <a:cubicBezTo>
                    <a:pt x="203" y="236"/>
                    <a:pt x="201" y="232"/>
                    <a:pt x="201" y="223"/>
                  </a:cubicBezTo>
                  <a:cubicBezTo>
                    <a:pt x="201" y="214"/>
                    <a:pt x="195" y="198"/>
                    <a:pt x="193" y="192"/>
                  </a:cubicBezTo>
                  <a:cubicBezTo>
                    <a:pt x="191" y="185"/>
                    <a:pt x="202" y="183"/>
                    <a:pt x="202" y="178"/>
                  </a:cubicBezTo>
                  <a:cubicBezTo>
                    <a:pt x="202" y="172"/>
                    <a:pt x="218" y="171"/>
                    <a:pt x="219" y="167"/>
                  </a:cubicBezTo>
                  <a:cubicBezTo>
                    <a:pt x="219" y="163"/>
                    <a:pt x="227" y="164"/>
                    <a:pt x="233" y="163"/>
                  </a:cubicBezTo>
                  <a:cubicBezTo>
                    <a:pt x="238" y="162"/>
                    <a:pt x="246" y="158"/>
                    <a:pt x="248" y="151"/>
                  </a:cubicBezTo>
                  <a:cubicBezTo>
                    <a:pt x="250" y="144"/>
                    <a:pt x="260" y="140"/>
                    <a:pt x="260" y="134"/>
                  </a:cubicBezTo>
                  <a:cubicBezTo>
                    <a:pt x="260" y="128"/>
                    <a:pt x="261" y="125"/>
                    <a:pt x="271" y="122"/>
                  </a:cubicBezTo>
                  <a:cubicBezTo>
                    <a:pt x="280" y="120"/>
                    <a:pt x="275" y="112"/>
                    <a:pt x="272" y="108"/>
                  </a:cubicBezTo>
                  <a:cubicBezTo>
                    <a:pt x="269" y="105"/>
                    <a:pt x="269" y="98"/>
                    <a:pt x="261" y="97"/>
                  </a:cubicBezTo>
                  <a:cubicBezTo>
                    <a:pt x="253" y="96"/>
                    <a:pt x="247" y="94"/>
                    <a:pt x="229" y="100"/>
                  </a:cubicBezTo>
                  <a:cubicBezTo>
                    <a:pt x="210" y="105"/>
                    <a:pt x="217" y="97"/>
                    <a:pt x="204" y="96"/>
                  </a:cubicBezTo>
                  <a:cubicBezTo>
                    <a:pt x="191" y="94"/>
                    <a:pt x="163" y="98"/>
                    <a:pt x="154" y="98"/>
                  </a:cubicBezTo>
                  <a:cubicBezTo>
                    <a:pt x="145" y="97"/>
                    <a:pt x="132" y="96"/>
                    <a:pt x="127" y="91"/>
                  </a:cubicBezTo>
                  <a:cubicBezTo>
                    <a:pt x="121" y="86"/>
                    <a:pt x="115" y="86"/>
                    <a:pt x="108" y="82"/>
                  </a:cubicBezTo>
                  <a:cubicBezTo>
                    <a:pt x="101" y="78"/>
                    <a:pt x="114" y="65"/>
                    <a:pt x="108" y="59"/>
                  </a:cubicBezTo>
                  <a:cubicBezTo>
                    <a:pt x="102" y="53"/>
                    <a:pt x="112" y="44"/>
                    <a:pt x="112" y="36"/>
                  </a:cubicBezTo>
                  <a:cubicBezTo>
                    <a:pt x="112" y="28"/>
                    <a:pt x="112" y="24"/>
                    <a:pt x="103" y="26"/>
                  </a:cubicBezTo>
                  <a:cubicBezTo>
                    <a:pt x="95" y="28"/>
                    <a:pt x="90" y="38"/>
                    <a:pt x="79" y="36"/>
                  </a:cubicBezTo>
                  <a:cubicBezTo>
                    <a:pt x="67" y="34"/>
                    <a:pt x="64" y="28"/>
                    <a:pt x="60" y="20"/>
                  </a:cubicBezTo>
                  <a:cubicBezTo>
                    <a:pt x="56" y="11"/>
                    <a:pt x="53" y="12"/>
                    <a:pt x="41" y="12"/>
                  </a:cubicBezTo>
                  <a:cubicBezTo>
                    <a:pt x="40" y="12"/>
                    <a:pt x="39" y="12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6" y="12"/>
                    <a:pt x="35" y="12"/>
                    <a:pt x="35" y="12"/>
                  </a:cubicBezTo>
                  <a:cubicBezTo>
                    <a:pt x="35" y="12"/>
                    <a:pt x="35" y="12"/>
                    <a:pt x="34" y="12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1"/>
                    <a:pt x="32" y="11"/>
                    <a:pt x="32" y="11"/>
                  </a:cubicBezTo>
                  <a:cubicBezTo>
                    <a:pt x="32" y="11"/>
                    <a:pt x="32" y="11"/>
                    <a:pt x="32" y="10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27" y="7"/>
                    <a:pt x="25" y="4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3"/>
                    <a:pt x="20" y="5"/>
                    <a:pt x="21" y="7"/>
                  </a:cubicBezTo>
                  <a:cubicBezTo>
                    <a:pt x="22" y="11"/>
                    <a:pt x="26" y="20"/>
                    <a:pt x="17" y="21"/>
                  </a:cubicBezTo>
                  <a:cubicBezTo>
                    <a:pt x="9" y="23"/>
                    <a:pt x="13" y="30"/>
                    <a:pt x="7" y="31"/>
                  </a:cubicBezTo>
                  <a:cubicBezTo>
                    <a:pt x="1" y="32"/>
                    <a:pt x="0" y="38"/>
                    <a:pt x="0" y="43"/>
                  </a:cubicBezTo>
                  <a:cubicBezTo>
                    <a:pt x="0" y="47"/>
                    <a:pt x="4" y="47"/>
                    <a:pt x="8" y="48"/>
                  </a:cubicBezTo>
                  <a:cubicBezTo>
                    <a:pt x="11" y="50"/>
                    <a:pt x="15" y="51"/>
                    <a:pt x="17" y="56"/>
                  </a:cubicBezTo>
                  <a:cubicBezTo>
                    <a:pt x="19" y="61"/>
                    <a:pt x="24" y="70"/>
                    <a:pt x="30" y="71"/>
                  </a:cubicBezTo>
                  <a:cubicBezTo>
                    <a:pt x="35" y="72"/>
                    <a:pt x="54" y="74"/>
                    <a:pt x="55" y="76"/>
                  </a:cubicBezTo>
                  <a:cubicBezTo>
                    <a:pt x="56" y="77"/>
                    <a:pt x="54" y="84"/>
                    <a:pt x="51" y="91"/>
                  </a:cubicBezTo>
                  <a:cubicBezTo>
                    <a:pt x="48" y="97"/>
                    <a:pt x="42" y="97"/>
                    <a:pt x="33" y="97"/>
                  </a:cubicBezTo>
                  <a:cubicBezTo>
                    <a:pt x="23" y="97"/>
                    <a:pt x="20" y="103"/>
                    <a:pt x="20" y="106"/>
                  </a:cubicBezTo>
                  <a:cubicBezTo>
                    <a:pt x="20" y="109"/>
                    <a:pt x="8" y="110"/>
                    <a:pt x="7" y="116"/>
                  </a:cubicBezTo>
                  <a:cubicBezTo>
                    <a:pt x="6" y="121"/>
                    <a:pt x="5" y="128"/>
                    <a:pt x="10" y="133"/>
                  </a:cubicBezTo>
                  <a:cubicBezTo>
                    <a:pt x="16" y="139"/>
                    <a:pt x="19" y="144"/>
                    <a:pt x="24" y="147"/>
                  </a:cubicBezTo>
                  <a:cubicBezTo>
                    <a:pt x="30" y="150"/>
                    <a:pt x="42" y="162"/>
                    <a:pt x="38" y="172"/>
                  </a:cubicBezTo>
                  <a:cubicBezTo>
                    <a:pt x="35" y="182"/>
                    <a:pt x="35" y="204"/>
                    <a:pt x="38" y="213"/>
                  </a:cubicBezTo>
                  <a:cubicBezTo>
                    <a:pt x="42" y="223"/>
                    <a:pt x="44" y="226"/>
                    <a:pt x="49" y="231"/>
                  </a:cubicBezTo>
                  <a:cubicBezTo>
                    <a:pt x="55" y="235"/>
                    <a:pt x="54" y="242"/>
                    <a:pt x="54" y="250"/>
                  </a:cubicBezTo>
                  <a:cubicBezTo>
                    <a:pt x="54" y="257"/>
                    <a:pt x="51" y="277"/>
                    <a:pt x="53" y="285"/>
                  </a:cubicBezTo>
                  <a:cubicBezTo>
                    <a:pt x="55" y="292"/>
                    <a:pt x="60" y="293"/>
                    <a:pt x="60" y="299"/>
                  </a:cubicBezTo>
                  <a:cubicBezTo>
                    <a:pt x="60" y="304"/>
                    <a:pt x="62" y="328"/>
                    <a:pt x="61" y="341"/>
                  </a:cubicBezTo>
                  <a:cubicBezTo>
                    <a:pt x="68" y="345"/>
                    <a:pt x="72" y="340"/>
                    <a:pt x="75" y="329"/>
                  </a:cubicBezTo>
                  <a:cubicBezTo>
                    <a:pt x="77" y="316"/>
                    <a:pt x="93" y="326"/>
                    <a:pt x="102" y="319"/>
                  </a:cubicBezTo>
                  <a:cubicBezTo>
                    <a:pt x="110" y="311"/>
                    <a:pt x="128" y="313"/>
                    <a:pt x="139" y="316"/>
                  </a:cubicBezTo>
                  <a:cubicBezTo>
                    <a:pt x="151" y="319"/>
                    <a:pt x="162" y="317"/>
                    <a:pt x="166" y="304"/>
                  </a:cubicBezTo>
                  <a:cubicBezTo>
                    <a:pt x="171" y="291"/>
                    <a:pt x="178" y="303"/>
                    <a:pt x="188" y="297"/>
                  </a:cubicBezTo>
                  <a:cubicBezTo>
                    <a:pt x="198" y="291"/>
                    <a:pt x="196" y="284"/>
                    <a:pt x="191" y="270"/>
                  </a:cubicBezTo>
                  <a:cubicBezTo>
                    <a:pt x="185" y="256"/>
                    <a:pt x="202" y="261"/>
                    <a:pt x="214" y="261"/>
                  </a:cubicBezTo>
                  <a:cubicBezTo>
                    <a:pt x="225" y="261"/>
                    <a:pt x="226" y="274"/>
                    <a:pt x="232" y="286"/>
                  </a:cubicBezTo>
                  <a:cubicBezTo>
                    <a:pt x="238" y="297"/>
                    <a:pt x="239" y="304"/>
                    <a:pt x="241" y="326"/>
                  </a:cubicBezTo>
                  <a:cubicBezTo>
                    <a:pt x="242" y="347"/>
                    <a:pt x="249" y="352"/>
                    <a:pt x="254" y="369"/>
                  </a:cubicBezTo>
                  <a:cubicBezTo>
                    <a:pt x="254" y="371"/>
                    <a:pt x="255" y="374"/>
                    <a:pt x="257" y="376"/>
                  </a:cubicBezTo>
                  <a:cubicBezTo>
                    <a:pt x="270" y="371"/>
                    <a:pt x="267" y="358"/>
                    <a:pt x="269" y="35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3"/>
            <p:cNvSpPr>
              <a:spLocks noEditPoints="1"/>
            </p:cNvSpPr>
            <p:nvPr/>
          </p:nvSpPr>
          <p:spPr bwMode="auto">
            <a:xfrm>
              <a:off x="1999" y="2642"/>
              <a:ext cx="48" cy="285"/>
            </a:xfrm>
            <a:custGeom>
              <a:avLst/>
              <a:gdLst>
                <a:gd name="T0" fmla="*/ 41 w 73"/>
                <a:gd name="T1" fmla="*/ 11 h 436"/>
                <a:gd name="T2" fmla="*/ 33 w 73"/>
                <a:gd name="T3" fmla="*/ 18 h 436"/>
                <a:gd name="T4" fmla="*/ 23 w 73"/>
                <a:gd name="T5" fmla="*/ 23 h 436"/>
                <a:gd name="T6" fmla="*/ 11 w 73"/>
                <a:gd name="T7" fmla="*/ 18 h 436"/>
                <a:gd name="T8" fmla="*/ 18 w 73"/>
                <a:gd name="T9" fmla="*/ 5 h 436"/>
                <a:gd name="T10" fmla="*/ 28 w 73"/>
                <a:gd name="T11" fmla="*/ 2 h 436"/>
                <a:gd name="T12" fmla="*/ 41 w 73"/>
                <a:gd name="T13" fmla="*/ 11 h 436"/>
                <a:gd name="T14" fmla="*/ 57 w 73"/>
                <a:gd name="T15" fmla="*/ 77 h 436"/>
                <a:gd name="T16" fmla="*/ 51 w 73"/>
                <a:gd name="T17" fmla="*/ 86 h 436"/>
                <a:gd name="T18" fmla="*/ 58 w 73"/>
                <a:gd name="T19" fmla="*/ 96 h 436"/>
                <a:gd name="T20" fmla="*/ 67 w 73"/>
                <a:gd name="T21" fmla="*/ 88 h 436"/>
                <a:gd name="T22" fmla="*/ 57 w 73"/>
                <a:gd name="T23" fmla="*/ 77 h 436"/>
                <a:gd name="T24" fmla="*/ 18 w 73"/>
                <a:gd name="T25" fmla="*/ 144 h 436"/>
                <a:gd name="T26" fmla="*/ 5 w 73"/>
                <a:gd name="T27" fmla="*/ 148 h 436"/>
                <a:gd name="T28" fmla="*/ 2 w 73"/>
                <a:gd name="T29" fmla="*/ 158 h 436"/>
                <a:gd name="T30" fmla="*/ 19 w 73"/>
                <a:gd name="T31" fmla="*/ 159 h 436"/>
                <a:gd name="T32" fmla="*/ 18 w 73"/>
                <a:gd name="T33" fmla="*/ 144 h 436"/>
                <a:gd name="T34" fmla="*/ 60 w 73"/>
                <a:gd name="T35" fmla="*/ 201 h 436"/>
                <a:gd name="T36" fmla="*/ 45 w 73"/>
                <a:gd name="T37" fmla="*/ 210 h 436"/>
                <a:gd name="T38" fmla="*/ 53 w 73"/>
                <a:gd name="T39" fmla="*/ 230 h 436"/>
                <a:gd name="T40" fmla="*/ 66 w 73"/>
                <a:gd name="T41" fmla="*/ 213 h 436"/>
                <a:gd name="T42" fmla="*/ 68 w 73"/>
                <a:gd name="T43" fmla="*/ 200 h 436"/>
                <a:gd name="T44" fmla="*/ 60 w 73"/>
                <a:gd name="T45" fmla="*/ 201 h 436"/>
                <a:gd name="T46" fmla="*/ 23 w 73"/>
                <a:gd name="T47" fmla="*/ 246 h 436"/>
                <a:gd name="T48" fmla="*/ 7 w 73"/>
                <a:gd name="T49" fmla="*/ 251 h 436"/>
                <a:gd name="T50" fmla="*/ 16 w 73"/>
                <a:gd name="T51" fmla="*/ 268 h 436"/>
                <a:gd name="T52" fmla="*/ 23 w 73"/>
                <a:gd name="T53" fmla="*/ 246 h 436"/>
                <a:gd name="T54" fmla="*/ 55 w 73"/>
                <a:gd name="T55" fmla="*/ 295 h 436"/>
                <a:gd name="T56" fmla="*/ 44 w 73"/>
                <a:gd name="T57" fmla="*/ 302 h 436"/>
                <a:gd name="T58" fmla="*/ 47 w 73"/>
                <a:gd name="T59" fmla="*/ 318 h 436"/>
                <a:gd name="T60" fmla="*/ 56 w 73"/>
                <a:gd name="T61" fmla="*/ 309 h 436"/>
                <a:gd name="T62" fmla="*/ 55 w 73"/>
                <a:gd name="T63" fmla="*/ 295 h 436"/>
                <a:gd name="T64" fmla="*/ 40 w 73"/>
                <a:gd name="T65" fmla="*/ 405 h 436"/>
                <a:gd name="T66" fmla="*/ 33 w 73"/>
                <a:gd name="T67" fmla="*/ 421 h 436"/>
                <a:gd name="T68" fmla="*/ 40 w 73"/>
                <a:gd name="T69" fmla="*/ 436 h 436"/>
                <a:gd name="T70" fmla="*/ 45 w 73"/>
                <a:gd name="T71" fmla="*/ 420 h 436"/>
                <a:gd name="T72" fmla="*/ 40 w 73"/>
                <a:gd name="T73" fmla="*/ 405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3" h="436">
                  <a:moveTo>
                    <a:pt x="41" y="11"/>
                  </a:moveTo>
                  <a:cubicBezTo>
                    <a:pt x="41" y="15"/>
                    <a:pt x="38" y="18"/>
                    <a:pt x="33" y="18"/>
                  </a:cubicBezTo>
                  <a:cubicBezTo>
                    <a:pt x="29" y="18"/>
                    <a:pt x="28" y="18"/>
                    <a:pt x="23" y="23"/>
                  </a:cubicBezTo>
                  <a:cubicBezTo>
                    <a:pt x="19" y="29"/>
                    <a:pt x="13" y="23"/>
                    <a:pt x="11" y="18"/>
                  </a:cubicBezTo>
                  <a:cubicBezTo>
                    <a:pt x="9" y="12"/>
                    <a:pt x="15" y="11"/>
                    <a:pt x="18" y="5"/>
                  </a:cubicBezTo>
                  <a:cubicBezTo>
                    <a:pt x="20" y="0"/>
                    <a:pt x="28" y="2"/>
                    <a:pt x="28" y="2"/>
                  </a:cubicBezTo>
                  <a:cubicBezTo>
                    <a:pt x="35" y="4"/>
                    <a:pt x="41" y="7"/>
                    <a:pt x="41" y="11"/>
                  </a:cubicBezTo>
                  <a:close/>
                  <a:moveTo>
                    <a:pt x="57" y="77"/>
                  </a:moveTo>
                  <a:cubicBezTo>
                    <a:pt x="57" y="77"/>
                    <a:pt x="51" y="80"/>
                    <a:pt x="51" y="86"/>
                  </a:cubicBezTo>
                  <a:cubicBezTo>
                    <a:pt x="51" y="92"/>
                    <a:pt x="53" y="96"/>
                    <a:pt x="58" y="96"/>
                  </a:cubicBezTo>
                  <a:cubicBezTo>
                    <a:pt x="62" y="96"/>
                    <a:pt x="67" y="97"/>
                    <a:pt x="67" y="88"/>
                  </a:cubicBezTo>
                  <a:cubicBezTo>
                    <a:pt x="67" y="79"/>
                    <a:pt x="62" y="70"/>
                    <a:pt x="57" y="77"/>
                  </a:cubicBezTo>
                  <a:close/>
                  <a:moveTo>
                    <a:pt x="18" y="144"/>
                  </a:moveTo>
                  <a:cubicBezTo>
                    <a:pt x="18" y="144"/>
                    <a:pt x="10" y="144"/>
                    <a:pt x="5" y="148"/>
                  </a:cubicBezTo>
                  <a:cubicBezTo>
                    <a:pt x="0" y="153"/>
                    <a:pt x="0" y="157"/>
                    <a:pt x="2" y="158"/>
                  </a:cubicBezTo>
                  <a:cubicBezTo>
                    <a:pt x="3" y="159"/>
                    <a:pt x="15" y="163"/>
                    <a:pt x="19" y="159"/>
                  </a:cubicBezTo>
                  <a:cubicBezTo>
                    <a:pt x="23" y="154"/>
                    <a:pt x="25" y="143"/>
                    <a:pt x="18" y="144"/>
                  </a:cubicBezTo>
                  <a:close/>
                  <a:moveTo>
                    <a:pt x="60" y="201"/>
                  </a:moveTo>
                  <a:cubicBezTo>
                    <a:pt x="60" y="201"/>
                    <a:pt x="46" y="200"/>
                    <a:pt x="45" y="210"/>
                  </a:cubicBezTo>
                  <a:cubicBezTo>
                    <a:pt x="43" y="219"/>
                    <a:pt x="46" y="230"/>
                    <a:pt x="53" y="230"/>
                  </a:cubicBezTo>
                  <a:cubicBezTo>
                    <a:pt x="60" y="230"/>
                    <a:pt x="60" y="215"/>
                    <a:pt x="66" y="213"/>
                  </a:cubicBezTo>
                  <a:cubicBezTo>
                    <a:pt x="73" y="212"/>
                    <a:pt x="72" y="204"/>
                    <a:pt x="68" y="200"/>
                  </a:cubicBezTo>
                  <a:cubicBezTo>
                    <a:pt x="64" y="197"/>
                    <a:pt x="66" y="201"/>
                    <a:pt x="60" y="201"/>
                  </a:cubicBezTo>
                  <a:close/>
                  <a:moveTo>
                    <a:pt x="23" y="246"/>
                  </a:moveTo>
                  <a:cubicBezTo>
                    <a:pt x="23" y="246"/>
                    <a:pt x="7" y="244"/>
                    <a:pt x="7" y="251"/>
                  </a:cubicBezTo>
                  <a:cubicBezTo>
                    <a:pt x="7" y="259"/>
                    <a:pt x="7" y="265"/>
                    <a:pt x="16" y="268"/>
                  </a:cubicBezTo>
                  <a:cubicBezTo>
                    <a:pt x="24" y="270"/>
                    <a:pt x="37" y="249"/>
                    <a:pt x="23" y="246"/>
                  </a:cubicBezTo>
                  <a:close/>
                  <a:moveTo>
                    <a:pt x="55" y="295"/>
                  </a:moveTo>
                  <a:cubicBezTo>
                    <a:pt x="55" y="295"/>
                    <a:pt x="46" y="295"/>
                    <a:pt x="44" y="302"/>
                  </a:cubicBezTo>
                  <a:cubicBezTo>
                    <a:pt x="43" y="309"/>
                    <a:pt x="41" y="317"/>
                    <a:pt x="47" y="318"/>
                  </a:cubicBezTo>
                  <a:cubicBezTo>
                    <a:pt x="53" y="319"/>
                    <a:pt x="47" y="312"/>
                    <a:pt x="56" y="309"/>
                  </a:cubicBezTo>
                  <a:cubicBezTo>
                    <a:pt x="64" y="305"/>
                    <a:pt x="64" y="297"/>
                    <a:pt x="55" y="295"/>
                  </a:cubicBezTo>
                  <a:close/>
                  <a:moveTo>
                    <a:pt x="40" y="405"/>
                  </a:moveTo>
                  <a:cubicBezTo>
                    <a:pt x="40" y="405"/>
                    <a:pt x="31" y="413"/>
                    <a:pt x="33" y="421"/>
                  </a:cubicBezTo>
                  <a:cubicBezTo>
                    <a:pt x="35" y="429"/>
                    <a:pt x="33" y="436"/>
                    <a:pt x="40" y="436"/>
                  </a:cubicBezTo>
                  <a:cubicBezTo>
                    <a:pt x="47" y="436"/>
                    <a:pt x="45" y="433"/>
                    <a:pt x="45" y="420"/>
                  </a:cubicBezTo>
                  <a:cubicBezTo>
                    <a:pt x="45" y="408"/>
                    <a:pt x="45" y="401"/>
                    <a:pt x="40" y="40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2304" y="1631"/>
              <a:ext cx="340" cy="185"/>
            </a:xfrm>
            <a:custGeom>
              <a:avLst/>
              <a:gdLst>
                <a:gd name="T0" fmla="*/ 508 w 519"/>
                <a:gd name="T1" fmla="*/ 239 h 283"/>
                <a:gd name="T2" fmla="*/ 504 w 519"/>
                <a:gd name="T3" fmla="*/ 210 h 283"/>
                <a:gd name="T4" fmla="*/ 510 w 519"/>
                <a:gd name="T5" fmla="*/ 200 h 283"/>
                <a:gd name="T6" fmla="*/ 514 w 519"/>
                <a:gd name="T7" fmla="*/ 186 h 283"/>
                <a:gd name="T8" fmla="*/ 514 w 519"/>
                <a:gd name="T9" fmla="*/ 173 h 283"/>
                <a:gd name="T10" fmla="*/ 498 w 519"/>
                <a:gd name="T11" fmla="*/ 173 h 283"/>
                <a:gd name="T12" fmla="*/ 480 w 519"/>
                <a:gd name="T13" fmla="*/ 182 h 283"/>
                <a:gd name="T14" fmla="*/ 459 w 519"/>
                <a:gd name="T15" fmla="*/ 183 h 283"/>
                <a:gd name="T16" fmla="*/ 435 w 519"/>
                <a:gd name="T17" fmla="*/ 168 h 283"/>
                <a:gd name="T18" fmla="*/ 419 w 519"/>
                <a:gd name="T19" fmla="*/ 174 h 283"/>
                <a:gd name="T20" fmla="*/ 396 w 519"/>
                <a:gd name="T21" fmla="*/ 169 h 283"/>
                <a:gd name="T22" fmla="*/ 382 w 519"/>
                <a:gd name="T23" fmla="*/ 156 h 283"/>
                <a:gd name="T24" fmla="*/ 348 w 519"/>
                <a:gd name="T25" fmla="*/ 147 h 283"/>
                <a:gd name="T26" fmla="*/ 330 w 519"/>
                <a:gd name="T27" fmla="*/ 135 h 283"/>
                <a:gd name="T28" fmla="*/ 304 w 519"/>
                <a:gd name="T29" fmla="*/ 125 h 283"/>
                <a:gd name="T30" fmla="*/ 283 w 519"/>
                <a:gd name="T31" fmla="*/ 108 h 283"/>
                <a:gd name="T32" fmla="*/ 250 w 519"/>
                <a:gd name="T33" fmla="*/ 103 h 283"/>
                <a:gd name="T34" fmla="*/ 225 w 519"/>
                <a:gd name="T35" fmla="*/ 85 h 283"/>
                <a:gd name="T36" fmla="*/ 205 w 519"/>
                <a:gd name="T37" fmla="*/ 69 h 283"/>
                <a:gd name="T38" fmla="*/ 170 w 519"/>
                <a:gd name="T39" fmla="*/ 41 h 283"/>
                <a:gd name="T40" fmla="*/ 148 w 519"/>
                <a:gd name="T41" fmla="*/ 34 h 283"/>
                <a:gd name="T42" fmla="*/ 135 w 519"/>
                <a:gd name="T43" fmla="*/ 17 h 283"/>
                <a:gd name="T44" fmla="*/ 114 w 519"/>
                <a:gd name="T45" fmla="*/ 9 h 283"/>
                <a:gd name="T46" fmla="*/ 98 w 519"/>
                <a:gd name="T47" fmla="*/ 0 h 283"/>
                <a:gd name="T48" fmla="*/ 86 w 519"/>
                <a:gd name="T49" fmla="*/ 10 h 283"/>
                <a:gd name="T50" fmla="*/ 78 w 519"/>
                <a:gd name="T51" fmla="*/ 26 h 283"/>
                <a:gd name="T52" fmla="*/ 63 w 519"/>
                <a:gd name="T53" fmla="*/ 19 h 283"/>
                <a:gd name="T54" fmla="*/ 52 w 519"/>
                <a:gd name="T55" fmla="*/ 16 h 283"/>
                <a:gd name="T56" fmla="*/ 43 w 519"/>
                <a:gd name="T57" fmla="*/ 32 h 283"/>
                <a:gd name="T58" fmla="*/ 25 w 519"/>
                <a:gd name="T59" fmla="*/ 48 h 283"/>
                <a:gd name="T60" fmla="*/ 18 w 519"/>
                <a:gd name="T61" fmla="*/ 70 h 283"/>
                <a:gd name="T62" fmla="*/ 13 w 519"/>
                <a:gd name="T63" fmla="*/ 86 h 283"/>
                <a:gd name="T64" fmla="*/ 4 w 519"/>
                <a:gd name="T65" fmla="*/ 104 h 283"/>
                <a:gd name="T66" fmla="*/ 17 w 519"/>
                <a:gd name="T67" fmla="*/ 127 h 283"/>
                <a:gd name="T68" fmla="*/ 43 w 519"/>
                <a:gd name="T69" fmla="*/ 134 h 283"/>
                <a:gd name="T70" fmla="*/ 62 w 519"/>
                <a:gd name="T71" fmla="*/ 144 h 283"/>
                <a:gd name="T72" fmla="*/ 84 w 519"/>
                <a:gd name="T73" fmla="*/ 157 h 283"/>
                <a:gd name="T74" fmla="*/ 106 w 519"/>
                <a:gd name="T75" fmla="*/ 178 h 283"/>
                <a:gd name="T76" fmla="*/ 122 w 519"/>
                <a:gd name="T77" fmla="*/ 180 h 283"/>
                <a:gd name="T78" fmla="*/ 136 w 519"/>
                <a:gd name="T79" fmla="*/ 180 h 283"/>
                <a:gd name="T80" fmla="*/ 160 w 519"/>
                <a:gd name="T81" fmla="*/ 193 h 283"/>
                <a:gd name="T82" fmla="*/ 182 w 519"/>
                <a:gd name="T83" fmla="*/ 202 h 283"/>
                <a:gd name="T84" fmla="*/ 198 w 519"/>
                <a:gd name="T85" fmla="*/ 214 h 283"/>
                <a:gd name="T86" fmla="*/ 222 w 519"/>
                <a:gd name="T87" fmla="*/ 209 h 283"/>
                <a:gd name="T88" fmla="*/ 246 w 519"/>
                <a:gd name="T89" fmla="*/ 214 h 283"/>
                <a:gd name="T90" fmla="*/ 263 w 519"/>
                <a:gd name="T91" fmla="*/ 206 h 283"/>
                <a:gd name="T92" fmla="*/ 284 w 519"/>
                <a:gd name="T93" fmla="*/ 214 h 283"/>
                <a:gd name="T94" fmla="*/ 298 w 519"/>
                <a:gd name="T95" fmla="*/ 233 h 283"/>
                <a:gd name="T96" fmla="*/ 318 w 519"/>
                <a:gd name="T97" fmla="*/ 246 h 283"/>
                <a:gd name="T98" fmla="*/ 342 w 519"/>
                <a:gd name="T99" fmla="*/ 254 h 283"/>
                <a:gd name="T100" fmla="*/ 364 w 519"/>
                <a:gd name="T101" fmla="*/ 256 h 283"/>
                <a:gd name="T102" fmla="*/ 386 w 519"/>
                <a:gd name="T103" fmla="*/ 266 h 283"/>
                <a:gd name="T104" fmla="*/ 426 w 519"/>
                <a:gd name="T105" fmla="*/ 274 h 283"/>
                <a:gd name="T106" fmla="*/ 450 w 519"/>
                <a:gd name="T107" fmla="*/ 272 h 283"/>
                <a:gd name="T108" fmla="*/ 475 w 519"/>
                <a:gd name="T109" fmla="*/ 276 h 283"/>
                <a:gd name="T110" fmla="*/ 502 w 519"/>
                <a:gd name="T111" fmla="*/ 276 h 283"/>
                <a:gd name="T112" fmla="*/ 519 w 519"/>
                <a:gd name="T113" fmla="*/ 263 h 283"/>
                <a:gd name="T114" fmla="*/ 513 w 519"/>
                <a:gd name="T115" fmla="*/ 251 h 283"/>
                <a:gd name="T116" fmla="*/ 508 w 519"/>
                <a:gd name="T117" fmla="*/ 239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19" h="283">
                  <a:moveTo>
                    <a:pt x="508" y="239"/>
                  </a:moveTo>
                  <a:cubicBezTo>
                    <a:pt x="503" y="237"/>
                    <a:pt x="505" y="215"/>
                    <a:pt x="504" y="210"/>
                  </a:cubicBezTo>
                  <a:cubicBezTo>
                    <a:pt x="503" y="205"/>
                    <a:pt x="505" y="200"/>
                    <a:pt x="510" y="200"/>
                  </a:cubicBezTo>
                  <a:cubicBezTo>
                    <a:pt x="516" y="199"/>
                    <a:pt x="514" y="192"/>
                    <a:pt x="514" y="186"/>
                  </a:cubicBezTo>
                  <a:cubicBezTo>
                    <a:pt x="514" y="184"/>
                    <a:pt x="514" y="178"/>
                    <a:pt x="514" y="173"/>
                  </a:cubicBezTo>
                  <a:cubicBezTo>
                    <a:pt x="509" y="173"/>
                    <a:pt x="503" y="173"/>
                    <a:pt x="498" y="173"/>
                  </a:cubicBezTo>
                  <a:cubicBezTo>
                    <a:pt x="487" y="173"/>
                    <a:pt x="487" y="182"/>
                    <a:pt x="480" y="182"/>
                  </a:cubicBezTo>
                  <a:cubicBezTo>
                    <a:pt x="474" y="182"/>
                    <a:pt x="462" y="184"/>
                    <a:pt x="459" y="183"/>
                  </a:cubicBezTo>
                  <a:cubicBezTo>
                    <a:pt x="455" y="183"/>
                    <a:pt x="442" y="175"/>
                    <a:pt x="435" y="168"/>
                  </a:cubicBezTo>
                  <a:cubicBezTo>
                    <a:pt x="429" y="161"/>
                    <a:pt x="422" y="168"/>
                    <a:pt x="419" y="174"/>
                  </a:cubicBezTo>
                  <a:cubicBezTo>
                    <a:pt x="416" y="180"/>
                    <a:pt x="404" y="170"/>
                    <a:pt x="396" y="169"/>
                  </a:cubicBezTo>
                  <a:cubicBezTo>
                    <a:pt x="387" y="169"/>
                    <a:pt x="386" y="160"/>
                    <a:pt x="382" y="156"/>
                  </a:cubicBezTo>
                  <a:cubicBezTo>
                    <a:pt x="378" y="152"/>
                    <a:pt x="355" y="147"/>
                    <a:pt x="348" y="147"/>
                  </a:cubicBezTo>
                  <a:cubicBezTo>
                    <a:pt x="340" y="146"/>
                    <a:pt x="334" y="143"/>
                    <a:pt x="330" y="135"/>
                  </a:cubicBezTo>
                  <a:cubicBezTo>
                    <a:pt x="326" y="126"/>
                    <a:pt x="314" y="127"/>
                    <a:pt x="304" y="125"/>
                  </a:cubicBezTo>
                  <a:cubicBezTo>
                    <a:pt x="293" y="123"/>
                    <a:pt x="291" y="116"/>
                    <a:pt x="283" y="108"/>
                  </a:cubicBezTo>
                  <a:cubicBezTo>
                    <a:pt x="276" y="99"/>
                    <a:pt x="265" y="103"/>
                    <a:pt x="250" y="103"/>
                  </a:cubicBezTo>
                  <a:cubicBezTo>
                    <a:pt x="236" y="103"/>
                    <a:pt x="233" y="92"/>
                    <a:pt x="225" y="85"/>
                  </a:cubicBezTo>
                  <a:cubicBezTo>
                    <a:pt x="217" y="77"/>
                    <a:pt x="217" y="73"/>
                    <a:pt x="205" y="69"/>
                  </a:cubicBezTo>
                  <a:cubicBezTo>
                    <a:pt x="193" y="66"/>
                    <a:pt x="174" y="46"/>
                    <a:pt x="170" y="41"/>
                  </a:cubicBezTo>
                  <a:cubicBezTo>
                    <a:pt x="166" y="35"/>
                    <a:pt x="156" y="36"/>
                    <a:pt x="148" y="34"/>
                  </a:cubicBezTo>
                  <a:cubicBezTo>
                    <a:pt x="140" y="33"/>
                    <a:pt x="137" y="23"/>
                    <a:pt x="135" y="17"/>
                  </a:cubicBezTo>
                  <a:cubicBezTo>
                    <a:pt x="132" y="11"/>
                    <a:pt x="121" y="9"/>
                    <a:pt x="114" y="9"/>
                  </a:cubicBezTo>
                  <a:cubicBezTo>
                    <a:pt x="107" y="9"/>
                    <a:pt x="105" y="0"/>
                    <a:pt x="98" y="0"/>
                  </a:cubicBezTo>
                  <a:cubicBezTo>
                    <a:pt x="92" y="1"/>
                    <a:pt x="93" y="9"/>
                    <a:pt x="86" y="10"/>
                  </a:cubicBezTo>
                  <a:cubicBezTo>
                    <a:pt x="80" y="11"/>
                    <a:pt x="82" y="26"/>
                    <a:pt x="78" y="26"/>
                  </a:cubicBezTo>
                  <a:cubicBezTo>
                    <a:pt x="73" y="25"/>
                    <a:pt x="72" y="24"/>
                    <a:pt x="63" y="19"/>
                  </a:cubicBezTo>
                  <a:cubicBezTo>
                    <a:pt x="59" y="17"/>
                    <a:pt x="55" y="16"/>
                    <a:pt x="52" y="16"/>
                  </a:cubicBezTo>
                  <a:cubicBezTo>
                    <a:pt x="54" y="22"/>
                    <a:pt x="52" y="26"/>
                    <a:pt x="43" y="32"/>
                  </a:cubicBezTo>
                  <a:cubicBezTo>
                    <a:pt x="32" y="38"/>
                    <a:pt x="28" y="39"/>
                    <a:pt x="25" y="48"/>
                  </a:cubicBezTo>
                  <a:cubicBezTo>
                    <a:pt x="22" y="58"/>
                    <a:pt x="18" y="61"/>
                    <a:pt x="18" y="70"/>
                  </a:cubicBezTo>
                  <a:cubicBezTo>
                    <a:pt x="19" y="78"/>
                    <a:pt x="18" y="81"/>
                    <a:pt x="13" y="86"/>
                  </a:cubicBezTo>
                  <a:cubicBezTo>
                    <a:pt x="8" y="90"/>
                    <a:pt x="0" y="90"/>
                    <a:pt x="4" y="104"/>
                  </a:cubicBezTo>
                  <a:cubicBezTo>
                    <a:pt x="7" y="117"/>
                    <a:pt x="6" y="125"/>
                    <a:pt x="17" y="127"/>
                  </a:cubicBezTo>
                  <a:cubicBezTo>
                    <a:pt x="28" y="129"/>
                    <a:pt x="39" y="128"/>
                    <a:pt x="43" y="134"/>
                  </a:cubicBezTo>
                  <a:cubicBezTo>
                    <a:pt x="47" y="141"/>
                    <a:pt x="54" y="142"/>
                    <a:pt x="62" y="144"/>
                  </a:cubicBezTo>
                  <a:cubicBezTo>
                    <a:pt x="70" y="145"/>
                    <a:pt x="79" y="146"/>
                    <a:pt x="84" y="157"/>
                  </a:cubicBezTo>
                  <a:cubicBezTo>
                    <a:pt x="90" y="168"/>
                    <a:pt x="100" y="171"/>
                    <a:pt x="106" y="178"/>
                  </a:cubicBezTo>
                  <a:cubicBezTo>
                    <a:pt x="112" y="184"/>
                    <a:pt x="118" y="183"/>
                    <a:pt x="122" y="180"/>
                  </a:cubicBezTo>
                  <a:cubicBezTo>
                    <a:pt x="126" y="176"/>
                    <a:pt x="130" y="170"/>
                    <a:pt x="136" y="180"/>
                  </a:cubicBezTo>
                  <a:cubicBezTo>
                    <a:pt x="141" y="189"/>
                    <a:pt x="151" y="194"/>
                    <a:pt x="160" y="193"/>
                  </a:cubicBezTo>
                  <a:cubicBezTo>
                    <a:pt x="170" y="192"/>
                    <a:pt x="178" y="193"/>
                    <a:pt x="182" y="202"/>
                  </a:cubicBezTo>
                  <a:cubicBezTo>
                    <a:pt x="186" y="210"/>
                    <a:pt x="189" y="216"/>
                    <a:pt x="198" y="214"/>
                  </a:cubicBezTo>
                  <a:cubicBezTo>
                    <a:pt x="208" y="211"/>
                    <a:pt x="214" y="206"/>
                    <a:pt x="222" y="209"/>
                  </a:cubicBezTo>
                  <a:cubicBezTo>
                    <a:pt x="230" y="212"/>
                    <a:pt x="240" y="218"/>
                    <a:pt x="246" y="214"/>
                  </a:cubicBezTo>
                  <a:cubicBezTo>
                    <a:pt x="253" y="209"/>
                    <a:pt x="254" y="205"/>
                    <a:pt x="263" y="206"/>
                  </a:cubicBezTo>
                  <a:cubicBezTo>
                    <a:pt x="272" y="206"/>
                    <a:pt x="279" y="204"/>
                    <a:pt x="284" y="214"/>
                  </a:cubicBezTo>
                  <a:cubicBezTo>
                    <a:pt x="290" y="224"/>
                    <a:pt x="296" y="225"/>
                    <a:pt x="298" y="233"/>
                  </a:cubicBezTo>
                  <a:cubicBezTo>
                    <a:pt x="300" y="241"/>
                    <a:pt x="307" y="244"/>
                    <a:pt x="318" y="246"/>
                  </a:cubicBezTo>
                  <a:cubicBezTo>
                    <a:pt x="328" y="248"/>
                    <a:pt x="326" y="256"/>
                    <a:pt x="342" y="254"/>
                  </a:cubicBezTo>
                  <a:cubicBezTo>
                    <a:pt x="358" y="252"/>
                    <a:pt x="360" y="250"/>
                    <a:pt x="364" y="256"/>
                  </a:cubicBezTo>
                  <a:cubicBezTo>
                    <a:pt x="368" y="263"/>
                    <a:pt x="369" y="264"/>
                    <a:pt x="386" y="266"/>
                  </a:cubicBezTo>
                  <a:cubicBezTo>
                    <a:pt x="402" y="267"/>
                    <a:pt x="416" y="274"/>
                    <a:pt x="426" y="274"/>
                  </a:cubicBezTo>
                  <a:cubicBezTo>
                    <a:pt x="437" y="274"/>
                    <a:pt x="438" y="266"/>
                    <a:pt x="450" y="272"/>
                  </a:cubicBezTo>
                  <a:cubicBezTo>
                    <a:pt x="462" y="278"/>
                    <a:pt x="464" y="278"/>
                    <a:pt x="475" y="276"/>
                  </a:cubicBezTo>
                  <a:cubicBezTo>
                    <a:pt x="486" y="275"/>
                    <a:pt x="496" y="283"/>
                    <a:pt x="502" y="276"/>
                  </a:cubicBezTo>
                  <a:cubicBezTo>
                    <a:pt x="506" y="270"/>
                    <a:pt x="512" y="263"/>
                    <a:pt x="519" y="263"/>
                  </a:cubicBezTo>
                  <a:cubicBezTo>
                    <a:pt x="517" y="257"/>
                    <a:pt x="513" y="255"/>
                    <a:pt x="513" y="251"/>
                  </a:cubicBezTo>
                  <a:cubicBezTo>
                    <a:pt x="513" y="245"/>
                    <a:pt x="512" y="241"/>
                    <a:pt x="508" y="23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2664" y="1722"/>
              <a:ext cx="148" cy="81"/>
            </a:xfrm>
            <a:custGeom>
              <a:avLst/>
              <a:gdLst>
                <a:gd name="T0" fmla="*/ 4 w 226"/>
                <a:gd name="T1" fmla="*/ 76 h 124"/>
                <a:gd name="T2" fmla="*/ 6 w 226"/>
                <a:gd name="T3" fmla="*/ 95 h 124"/>
                <a:gd name="T4" fmla="*/ 20 w 226"/>
                <a:gd name="T5" fmla="*/ 111 h 124"/>
                <a:gd name="T6" fmla="*/ 46 w 226"/>
                <a:gd name="T7" fmla="*/ 117 h 124"/>
                <a:gd name="T8" fmla="*/ 67 w 226"/>
                <a:gd name="T9" fmla="*/ 123 h 124"/>
                <a:gd name="T10" fmla="*/ 88 w 226"/>
                <a:gd name="T11" fmla="*/ 116 h 124"/>
                <a:gd name="T12" fmla="*/ 100 w 226"/>
                <a:gd name="T13" fmla="*/ 107 h 124"/>
                <a:gd name="T14" fmla="*/ 112 w 226"/>
                <a:gd name="T15" fmla="*/ 114 h 124"/>
                <a:gd name="T16" fmla="*/ 129 w 226"/>
                <a:gd name="T17" fmla="*/ 116 h 124"/>
                <a:gd name="T18" fmla="*/ 159 w 226"/>
                <a:gd name="T19" fmla="*/ 110 h 124"/>
                <a:gd name="T20" fmla="*/ 190 w 226"/>
                <a:gd name="T21" fmla="*/ 110 h 124"/>
                <a:gd name="T22" fmla="*/ 220 w 226"/>
                <a:gd name="T23" fmla="*/ 107 h 124"/>
                <a:gd name="T24" fmla="*/ 207 w 226"/>
                <a:gd name="T25" fmla="*/ 93 h 124"/>
                <a:gd name="T26" fmla="*/ 199 w 226"/>
                <a:gd name="T27" fmla="*/ 70 h 124"/>
                <a:gd name="T28" fmla="*/ 180 w 226"/>
                <a:gd name="T29" fmla="*/ 61 h 124"/>
                <a:gd name="T30" fmla="*/ 182 w 226"/>
                <a:gd name="T31" fmla="*/ 51 h 124"/>
                <a:gd name="T32" fmla="*/ 191 w 226"/>
                <a:gd name="T33" fmla="*/ 50 h 124"/>
                <a:gd name="T34" fmla="*/ 183 w 226"/>
                <a:gd name="T35" fmla="*/ 36 h 124"/>
                <a:gd name="T36" fmla="*/ 170 w 226"/>
                <a:gd name="T37" fmla="*/ 25 h 124"/>
                <a:gd name="T38" fmla="*/ 142 w 226"/>
                <a:gd name="T39" fmla="*/ 27 h 124"/>
                <a:gd name="T40" fmla="*/ 118 w 226"/>
                <a:gd name="T41" fmla="*/ 29 h 124"/>
                <a:gd name="T42" fmla="*/ 100 w 226"/>
                <a:gd name="T43" fmla="*/ 13 h 124"/>
                <a:gd name="T44" fmla="*/ 83 w 226"/>
                <a:gd name="T45" fmla="*/ 5 h 124"/>
                <a:gd name="T46" fmla="*/ 68 w 226"/>
                <a:gd name="T47" fmla="*/ 9 h 124"/>
                <a:gd name="T48" fmla="*/ 46 w 226"/>
                <a:gd name="T49" fmla="*/ 27 h 124"/>
                <a:gd name="T50" fmla="*/ 32 w 226"/>
                <a:gd name="T51" fmla="*/ 43 h 124"/>
                <a:gd name="T52" fmla="*/ 21 w 226"/>
                <a:gd name="T53" fmla="*/ 61 h 124"/>
                <a:gd name="T54" fmla="*/ 7 w 226"/>
                <a:gd name="T55" fmla="*/ 64 h 124"/>
                <a:gd name="T56" fmla="*/ 4 w 226"/>
                <a:gd name="T57" fmla="*/ 7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6" h="124">
                  <a:moveTo>
                    <a:pt x="4" y="76"/>
                  </a:moveTo>
                  <a:cubicBezTo>
                    <a:pt x="5" y="86"/>
                    <a:pt x="0" y="93"/>
                    <a:pt x="6" y="95"/>
                  </a:cubicBezTo>
                  <a:cubicBezTo>
                    <a:pt x="13" y="98"/>
                    <a:pt x="11" y="111"/>
                    <a:pt x="20" y="111"/>
                  </a:cubicBezTo>
                  <a:cubicBezTo>
                    <a:pt x="30" y="111"/>
                    <a:pt x="44" y="114"/>
                    <a:pt x="46" y="117"/>
                  </a:cubicBezTo>
                  <a:cubicBezTo>
                    <a:pt x="48" y="121"/>
                    <a:pt x="60" y="123"/>
                    <a:pt x="67" y="123"/>
                  </a:cubicBezTo>
                  <a:cubicBezTo>
                    <a:pt x="74" y="122"/>
                    <a:pt x="85" y="124"/>
                    <a:pt x="88" y="116"/>
                  </a:cubicBezTo>
                  <a:cubicBezTo>
                    <a:pt x="91" y="108"/>
                    <a:pt x="92" y="107"/>
                    <a:pt x="100" y="107"/>
                  </a:cubicBezTo>
                  <a:cubicBezTo>
                    <a:pt x="107" y="107"/>
                    <a:pt x="112" y="109"/>
                    <a:pt x="112" y="114"/>
                  </a:cubicBezTo>
                  <a:cubicBezTo>
                    <a:pt x="113" y="120"/>
                    <a:pt x="125" y="123"/>
                    <a:pt x="129" y="116"/>
                  </a:cubicBezTo>
                  <a:cubicBezTo>
                    <a:pt x="132" y="110"/>
                    <a:pt x="149" y="110"/>
                    <a:pt x="159" y="110"/>
                  </a:cubicBezTo>
                  <a:cubicBezTo>
                    <a:pt x="168" y="110"/>
                    <a:pt x="178" y="110"/>
                    <a:pt x="190" y="110"/>
                  </a:cubicBezTo>
                  <a:cubicBezTo>
                    <a:pt x="202" y="110"/>
                    <a:pt x="226" y="113"/>
                    <a:pt x="220" y="107"/>
                  </a:cubicBezTo>
                  <a:cubicBezTo>
                    <a:pt x="214" y="101"/>
                    <a:pt x="208" y="97"/>
                    <a:pt x="207" y="93"/>
                  </a:cubicBezTo>
                  <a:cubicBezTo>
                    <a:pt x="206" y="89"/>
                    <a:pt x="208" y="72"/>
                    <a:pt x="199" y="70"/>
                  </a:cubicBezTo>
                  <a:cubicBezTo>
                    <a:pt x="189" y="69"/>
                    <a:pt x="181" y="63"/>
                    <a:pt x="180" y="61"/>
                  </a:cubicBezTo>
                  <a:cubicBezTo>
                    <a:pt x="178" y="58"/>
                    <a:pt x="178" y="53"/>
                    <a:pt x="182" y="51"/>
                  </a:cubicBezTo>
                  <a:cubicBezTo>
                    <a:pt x="184" y="50"/>
                    <a:pt x="188" y="52"/>
                    <a:pt x="191" y="50"/>
                  </a:cubicBezTo>
                  <a:cubicBezTo>
                    <a:pt x="187" y="49"/>
                    <a:pt x="189" y="38"/>
                    <a:pt x="183" y="36"/>
                  </a:cubicBezTo>
                  <a:cubicBezTo>
                    <a:pt x="175" y="33"/>
                    <a:pt x="178" y="30"/>
                    <a:pt x="170" y="25"/>
                  </a:cubicBezTo>
                  <a:cubicBezTo>
                    <a:pt x="161" y="20"/>
                    <a:pt x="149" y="28"/>
                    <a:pt x="142" y="27"/>
                  </a:cubicBezTo>
                  <a:cubicBezTo>
                    <a:pt x="135" y="26"/>
                    <a:pt x="127" y="29"/>
                    <a:pt x="118" y="29"/>
                  </a:cubicBezTo>
                  <a:cubicBezTo>
                    <a:pt x="110" y="30"/>
                    <a:pt x="107" y="15"/>
                    <a:pt x="100" y="13"/>
                  </a:cubicBezTo>
                  <a:cubicBezTo>
                    <a:pt x="92" y="11"/>
                    <a:pt x="87" y="9"/>
                    <a:pt x="83" y="5"/>
                  </a:cubicBezTo>
                  <a:cubicBezTo>
                    <a:pt x="78" y="0"/>
                    <a:pt x="73" y="8"/>
                    <a:pt x="68" y="9"/>
                  </a:cubicBezTo>
                  <a:cubicBezTo>
                    <a:pt x="63" y="10"/>
                    <a:pt x="54" y="25"/>
                    <a:pt x="46" y="27"/>
                  </a:cubicBezTo>
                  <a:cubicBezTo>
                    <a:pt x="39" y="30"/>
                    <a:pt x="37" y="41"/>
                    <a:pt x="32" y="43"/>
                  </a:cubicBezTo>
                  <a:cubicBezTo>
                    <a:pt x="27" y="45"/>
                    <a:pt x="25" y="50"/>
                    <a:pt x="21" y="61"/>
                  </a:cubicBezTo>
                  <a:cubicBezTo>
                    <a:pt x="17" y="70"/>
                    <a:pt x="11" y="68"/>
                    <a:pt x="7" y="64"/>
                  </a:cubicBezTo>
                  <a:cubicBezTo>
                    <a:pt x="5" y="68"/>
                    <a:pt x="4" y="72"/>
                    <a:pt x="4" y="7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283" y="2873"/>
              <a:ext cx="25" cy="18"/>
            </a:xfrm>
            <a:custGeom>
              <a:avLst/>
              <a:gdLst>
                <a:gd name="T0" fmla="*/ 28 w 38"/>
                <a:gd name="T1" fmla="*/ 2 h 27"/>
                <a:gd name="T2" fmla="*/ 7 w 38"/>
                <a:gd name="T3" fmla="*/ 8 h 27"/>
                <a:gd name="T4" fmla="*/ 0 w 38"/>
                <a:gd name="T5" fmla="*/ 23 h 27"/>
                <a:gd name="T6" fmla="*/ 38 w 38"/>
                <a:gd name="T7" fmla="*/ 6 h 27"/>
                <a:gd name="T8" fmla="*/ 28 w 38"/>
                <a:gd name="T9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7">
                  <a:moveTo>
                    <a:pt x="28" y="2"/>
                  </a:moveTo>
                  <a:cubicBezTo>
                    <a:pt x="24" y="0"/>
                    <a:pt x="17" y="6"/>
                    <a:pt x="7" y="8"/>
                  </a:cubicBezTo>
                  <a:cubicBezTo>
                    <a:pt x="2" y="10"/>
                    <a:pt x="0" y="17"/>
                    <a:pt x="0" y="23"/>
                  </a:cubicBezTo>
                  <a:cubicBezTo>
                    <a:pt x="11" y="27"/>
                    <a:pt x="33" y="20"/>
                    <a:pt x="38" y="6"/>
                  </a:cubicBezTo>
                  <a:cubicBezTo>
                    <a:pt x="34" y="5"/>
                    <a:pt x="32" y="3"/>
                    <a:pt x="28" y="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2291" y="2525"/>
              <a:ext cx="109" cy="174"/>
            </a:xfrm>
            <a:custGeom>
              <a:avLst/>
              <a:gdLst>
                <a:gd name="T0" fmla="*/ 154 w 166"/>
                <a:gd name="T1" fmla="*/ 130 h 266"/>
                <a:gd name="T2" fmla="*/ 118 w 166"/>
                <a:gd name="T3" fmla="*/ 108 h 266"/>
                <a:gd name="T4" fmla="*/ 69 w 166"/>
                <a:gd name="T5" fmla="*/ 25 h 266"/>
                <a:gd name="T6" fmla="*/ 28 w 166"/>
                <a:gd name="T7" fmla="*/ 2 h 266"/>
                <a:gd name="T8" fmla="*/ 23 w 166"/>
                <a:gd name="T9" fmla="*/ 19 h 266"/>
                <a:gd name="T10" fmla="*/ 29 w 166"/>
                <a:gd name="T11" fmla="*/ 42 h 266"/>
                <a:gd name="T12" fmla="*/ 24 w 166"/>
                <a:gd name="T13" fmla="*/ 62 h 266"/>
                <a:gd name="T14" fmla="*/ 6 w 166"/>
                <a:gd name="T15" fmla="*/ 76 h 266"/>
                <a:gd name="T16" fmla="*/ 4 w 166"/>
                <a:gd name="T17" fmla="*/ 104 h 266"/>
                <a:gd name="T18" fmla="*/ 2 w 166"/>
                <a:gd name="T19" fmla="*/ 133 h 266"/>
                <a:gd name="T20" fmla="*/ 2 w 166"/>
                <a:gd name="T21" fmla="*/ 177 h 266"/>
                <a:gd name="T22" fmla="*/ 6 w 166"/>
                <a:gd name="T23" fmla="*/ 201 h 266"/>
                <a:gd name="T24" fmla="*/ 12 w 166"/>
                <a:gd name="T25" fmla="*/ 227 h 266"/>
                <a:gd name="T26" fmla="*/ 29 w 166"/>
                <a:gd name="T27" fmla="*/ 251 h 266"/>
                <a:gd name="T28" fmla="*/ 50 w 166"/>
                <a:gd name="T29" fmla="*/ 264 h 266"/>
                <a:gd name="T30" fmla="*/ 71 w 166"/>
                <a:gd name="T31" fmla="*/ 261 h 266"/>
                <a:gd name="T32" fmla="*/ 100 w 166"/>
                <a:gd name="T33" fmla="*/ 248 h 266"/>
                <a:gd name="T34" fmla="*/ 142 w 166"/>
                <a:gd name="T35" fmla="*/ 216 h 266"/>
                <a:gd name="T36" fmla="*/ 146 w 166"/>
                <a:gd name="T37" fmla="*/ 178 h 266"/>
                <a:gd name="T38" fmla="*/ 154 w 166"/>
                <a:gd name="T39" fmla="*/ 13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6" h="266">
                  <a:moveTo>
                    <a:pt x="154" y="130"/>
                  </a:moveTo>
                  <a:cubicBezTo>
                    <a:pt x="142" y="122"/>
                    <a:pt x="120" y="126"/>
                    <a:pt x="118" y="108"/>
                  </a:cubicBezTo>
                  <a:cubicBezTo>
                    <a:pt x="115" y="89"/>
                    <a:pt x="79" y="33"/>
                    <a:pt x="69" y="25"/>
                  </a:cubicBezTo>
                  <a:cubicBezTo>
                    <a:pt x="58" y="18"/>
                    <a:pt x="46" y="0"/>
                    <a:pt x="28" y="2"/>
                  </a:cubicBezTo>
                  <a:cubicBezTo>
                    <a:pt x="28" y="2"/>
                    <a:pt x="14" y="12"/>
                    <a:pt x="23" y="19"/>
                  </a:cubicBezTo>
                  <a:cubicBezTo>
                    <a:pt x="32" y="26"/>
                    <a:pt x="30" y="26"/>
                    <a:pt x="29" y="42"/>
                  </a:cubicBezTo>
                  <a:cubicBezTo>
                    <a:pt x="29" y="58"/>
                    <a:pt x="33" y="58"/>
                    <a:pt x="24" y="62"/>
                  </a:cubicBezTo>
                  <a:cubicBezTo>
                    <a:pt x="15" y="66"/>
                    <a:pt x="5" y="65"/>
                    <a:pt x="6" y="76"/>
                  </a:cubicBezTo>
                  <a:cubicBezTo>
                    <a:pt x="7" y="86"/>
                    <a:pt x="8" y="98"/>
                    <a:pt x="4" y="104"/>
                  </a:cubicBezTo>
                  <a:cubicBezTo>
                    <a:pt x="1" y="110"/>
                    <a:pt x="3" y="126"/>
                    <a:pt x="2" y="133"/>
                  </a:cubicBezTo>
                  <a:cubicBezTo>
                    <a:pt x="0" y="140"/>
                    <a:pt x="2" y="166"/>
                    <a:pt x="2" y="177"/>
                  </a:cubicBezTo>
                  <a:cubicBezTo>
                    <a:pt x="2" y="187"/>
                    <a:pt x="1" y="191"/>
                    <a:pt x="6" y="201"/>
                  </a:cubicBezTo>
                  <a:cubicBezTo>
                    <a:pt x="10" y="211"/>
                    <a:pt x="10" y="217"/>
                    <a:pt x="12" y="227"/>
                  </a:cubicBezTo>
                  <a:cubicBezTo>
                    <a:pt x="14" y="237"/>
                    <a:pt x="22" y="242"/>
                    <a:pt x="29" y="251"/>
                  </a:cubicBezTo>
                  <a:cubicBezTo>
                    <a:pt x="36" y="260"/>
                    <a:pt x="42" y="261"/>
                    <a:pt x="50" y="264"/>
                  </a:cubicBezTo>
                  <a:cubicBezTo>
                    <a:pt x="58" y="266"/>
                    <a:pt x="66" y="265"/>
                    <a:pt x="71" y="261"/>
                  </a:cubicBezTo>
                  <a:cubicBezTo>
                    <a:pt x="75" y="256"/>
                    <a:pt x="90" y="251"/>
                    <a:pt x="100" y="248"/>
                  </a:cubicBezTo>
                  <a:cubicBezTo>
                    <a:pt x="111" y="246"/>
                    <a:pt x="141" y="225"/>
                    <a:pt x="142" y="216"/>
                  </a:cubicBezTo>
                  <a:cubicBezTo>
                    <a:pt x="144" y="208"/>
                    <a:pt x="142" y="189"/>
                    <a:pt x="146" y="178"/>
                  </a:cubicBezTo>
                  <a:cubicBezTo>
                    <a:pt x="150" y="167"/>
                    <a:pt x="166" y="138"/>
                    <a:pt x="154" y="13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4217" y="1480"/>
              <a:ext cx="38" cy="21"/>
            </a:xfrm>
            <a:custGeom>
              <a:avLst/>
              <a:gdLst>
                <a:gd name="T0" fmla="*/ 29 w 58"/>
                <a:gd name="T1" fmla="*/ 12 h 33"/>
                <a:gd name="T2" fmla="*/ 6 w 58"/>
                <a:gd name="T3" fmla="*/ 13 h 33"/>
                <a:gd name="T4" fmla="*/ 18 w 58"/>
                <a:gd name="T5" fmla="*/ 32 h 33"/>
                <a:gd name="T6" fmla="*/ 44 w 58"/>
                <a:gd name="T7" fmla="*/ 26 h 33"/>
                <a:gd name="T8" fmla="*/ 50 w 58"/>
                <a:gd name="T9" fmla="*/ 9 h 33"/>
                <a:gd name="T10" fmla="*/ 29 w 58"/>
                <a:gd name="T11" fmla="*/ 1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33">
                  <a:moveTo>
                    <a:pt x="29" y="12"/>
                  </a:moveTo>
                  <a:cubicBezTo>
                    <a:pt x="29" y="12"/>
                    <a:pt x="13" y="11"/>
                    <a:pt x="6" y="13"/>
                  </a:cubicBezTo>
                  <a:cubicBezTo>
                    <a:pt x="0" y="15"/>
                    <a:pt x="0" y="31"/>
                    <a:pt x="18" y="32"/>
                  </a:cubicBezTo>
                  <a:cubicBezTo>
                    <a:pt x="36" y="33"/>
                    <a:pt x="41" y="33"/>
                    <a:pt x="44" y="26"/>
                  </a:cubicBezTo>
                  <a:cubicBezTo>
                    <a:pt x="47" y="18"/>
                    <a:pt x="58" y="17"/>
                    <a:pt x="50" y="9"/>
                  </a:cubicBezTo>
                  <a:cubicBezTo>
                    <a:pt x="43" y="0"/>
                    <a:pt x="35" y="1"/>
                    <a:pt x="29" y="1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4345" y="1420"/>
              <a:ext cx="17" cy="32"/>
            </a:xfrm>
            <a:custGeom>
              <a:avLst/>
              <a:gdLst>
                <a:gd name="T0" fmla="*/ 18 w 25"/>
                <a:gd name="T1" fmla="*/ 37 h 50"/>
                <a:gd name="T2" fmla="*/ 9 w 25"/>
                <a:gd name="T3" fmla="*/ 19 h 50"/>
                <a:gd name="T4" fmla="*/ 4 w 25"/>
                <a:gd name="T5" fmla="*/ 38 h 50"/>
                <a:gd name="T6" fmla="*/ 18 w 25"/>
                <a:gd name="T7" fmla="*/ 3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50">
                  <a:moveTo>
                    <a:pt x="18" y="37"/>
                  </a:moveTo>
                  <a:cubicBezTo>
                    <a:pt x="18" y="26"/>
                    <a:pt x="25" y="0"/>
                    <a:pt x="9" y="19"/>
                  </a:cubicBezTo>
                  <a:cubicBezTo>
                    <a:pt x="9" y="19"/>
                    <a:pt x="0" y="25"/>
                    <a:pt x="4" y="38"/>
                  </a:cubicBezTo>
                  <a:cubicBezTo>
                    <a:pt x="8" y="50"/>
                    <a:pt x="18" y="47"/>
                    <a:pt x="18" y="3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4215" y="1242"/>
              <a:ext cx="151" cy="206"/>
            </a:xfrm>
            <a:custGeom>
              <a:avLst/>
              <a:gdLst>
                <a:gd name="T0" fmla="*/ 133 w 232"/>
                <a:gd name="T1" fmla="*/ 21 h 314"/>
                <a:gd name="T2" fmla="*/ 87 w 232"/>
                <a:gd name="T3" fmla="*/ 21 h 314"/>
                <a:gd name="T4" fmla="*/ 44 w 232"/>
                <a:gd name="T5" fmla="*/ 52 h 314"/>
                <a:gd name="T6" fmla="*/ 35 w 232"/>
                <a:gd name="T7" fmla="*/ 70 h 314"/>
                <a:gd name="T8" fmla="*/ 43 w 232"/>
                <a:gd name="T9" fmla="*/ 110 h 314"/>
                <a:gd name="T10" fmla="*/ 23 w 232"/>
                <a:gd name="T11" fmla="*/ 128 h 314"/>
                <a:gd name="T12" fmla="*/ 23 w 232"/>
                <a:gd name="T13" fmla="*/ 148 h 314"/>
                <a:gd name="T14" fmla="*/ 34 w 232"/>
                <a:gd name="T15" fmla="*/ 196 h 314"/>
                <a:gd name="T16" fmla="*/ 18 w 232"/>
                <a:gd name="T17" fmla="*/ 240 h 314"/>
                <a:gd name="T18" fmla="*/ 21 w 232"/>
                <a:gd name="T19" fmla="*/ 271 h 314"/>
                <a:gd name="T20" fmla="*/ 10 w 232"/>
                <a:gd name="T21" fmla="*/ 300 h 314"/>
                <a:gd name="T22" fmla="*/ 37 w 232"/>
                <a:gd name="T23" fmla="*/ 302 h 314"/>
                <a:gd name="T24" fmla="*/ 83 w 232"/>
                <a:gd name="T25" fmla="*/ 303 h 314"/>
                <a:gd name="T26" fmla="*/ 119 w 232"/>
                <a:gd name="T27" fmla="*/ 277 h 314"/>
                <a:gd name="T28" fmla="*/ 165 w 232"/>
                <a:gd name="T29" fmla="*/ 273 h 314"/>
                <a:gd name="T30" fmla="*/ 203 w 232"/>
                <a:gd name="T31" fmla="*/ 249 h 314"/>
                <a:gd name="T32" fmla="*/ 220 w 232"/>
                <a:gd name="T33" fmla="*/ 191 h 314"/>
                <a:gd name="T34" fmla="*/ 216 w 232"/>
                <a:gd name="T35" fmla="*/ 121 h 314"/>
                <a:gd name="T36" fmla="*/ 182 w 232"/>
                <a:gd name="T37" fmla="*/ 67 h 314"/>
                <a:gd name="T38" fmla="*/ 153 w 232"/>
                <a:gd name="T39" fmla="*/ 9 h 314"/>
                <a:gd name="T40" fmla="*/ 149 w 232"/>
                <a:gd name="T41" fmla="*/ 0 h 314"/>
                <a:gd name="T42" fmla="*/ 133 w 232"/>
                <a:gd name="T43" fmla="*/ 21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2" h="314">
                  <a:moveTo>
                    <a:pt x="133" y="21"/>
                  </a:moveTo>
                  <a:cubicBezTo>
                    <a:pt x="126" y="34"/>
                    <a:pt x="107" y="24"/>
                    <a:pt x="87" y="21"/>
                  </a:cubicBezTo>
                  <a:cubicBezTo>
                    <a:pt x="68" y="19"/>
                    <a:pt x="53" y="37"/>
                    <a:pt x="44" y="52"/>
                  </a:cubicBezTo>
                  <a:cubicBezTo>
                    <a:pt x="40" y="59"/>
                    <a:pt x="37" y="65"/>
                    <a:pt x="35" y="70"/>
                  </a:cubicBezTo>
                  <a:cubicBezTo>
                    <a:pt x="38" y="79"/>
                    <a:pt x="38" y="92"/>
                    <a:pt x="43" y="110"/>
                  </a:cubicBezTo>
                  <a:cubicBezTo>
                    <a:pt x="50" y="138"/>
                    <a:pt x="41" y="125"/>
                    <a:pt x="23" y="128"/>
                  </a:cubicBezTo>
                  <a:cubicBezTo>
                    <a:pt x="4" y="131"/>
                    <a:pt x="13" y="140"/>
                    <a:pt x="23" y="148"/>
                  </a:cubicBezTo>
                  <a:cubicBezTo>
                    <a:pt x="33" y="157"/>
                    <a:pt x="27" y="167"/>
                    <a:pt x="34" y="196"/>
                  </a:cubicBezTo>
                  <a:cubicBezTo>
                    <a:pt x="41" y="224"/>
                    <a:pt x="28" y="226"/>
                    <a:pt x="18" y="240"/>
                  </a:cubicBezTo>
                  <a:cubicBezTo>
                    <a:pt x="8" y="254"/>
                    <a:pt x="14" y="254"/>
                    <a:pt x="21" y="271"/>
                  </a:cubicBezTo>
                  <a:cubicBezTo>
                    <a:pt x="28" y="289"/>
                    <a:pt x="20" y="287"/>
                    <a:pt x="10" y="300"/>
                  </a:cubicBezTo>
                  <a:cubicBezTo>
                    <a:pt x="0" y="313"/>
                    <a:pt x="14" y="314"/>
                    <a:pt x="37" y="302"/>
                  </a:cubicBezTo>
                  <a:cubicBezTo>
                    <a:pt x="60" y="289"/>
                    <a:pt x="66" y="314"/>
                    <a:pt x="83" y="303"/>
                  </a:cubicBezTo>
                  <a:cubicBezTo>
                    <a:pt x="100" y="292"/>
                    <a:pt x="103" y="283"/>
                    <a:pt x="119" y="277"/>
                  </a:cubicBezTo>
                  <a:cubicBezTo>
                    <a:pt x="134" y="271"/>
                    <a:pt x="140" y="284"/>
                    <a:pt x="165" y="273"/>
                  </a:cubicBezTo>
                  <a:cubicBezTo>
                    <a:pt x="189" y="261"/>
                    <a:pt x="175" y="254"/>
                    <a:pt x="203" y="249"/>
                  </a:cubicBezTo>
                  <a:cubicBezTo>
                    <a:pt x="232" y="243"/>
                    <a:pt x="213" y="220"/>
                    <a:pt x="220" y="191"/>
                  </a:cubicBezTo>
                  <a:cubicBezTo>
                    <a:pt x="228" y="163"/>
                    <a:pt x="220" y="140"/>
                    <a:pt x="216" y="121"/>
                  </a:cubicBezTo>
                  <a:cubicBezTo>
                    <a:pt x="212" y="102"/>
                    <a:pt x="200" y="91"/>
                    <a:pt x="182" y="67"/>
                  </a:cubicBezTo>
                  <a:cubicBezTo>
                    <a:pt x="163" y="42"/>
                    <a:pt x="160" y="32"/>
                    <a:pt x="153" y="9"/>
                  </a:cubicBezTo>
                  <a:cubicBezTo>
                    <a:pt x="152" y="6"/>
                    <a:pt x="151" y="3"/>
                    <a:pt x="149" y="0"/>
                  </a:cubicBezTo>
                  <a:cubicBezTo>
                    <a:pt x="143" y="5"/>
                    <a:pt x="139" y="12"/>
                    <a:pt x="133" y="2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4136" y="1024"/>
              <a:ext cx="269" cy="269"/>
            </a:xfrm>
            <a:custGeom>
              <a:avLst/>
              <a:gdLst>
                <a:gd name="T0" fmla="*/ 402 w 412"/>
                <a:gd name="T1" fmla="*/ 31 h 411"/>
                <a:gd name="T2" fmla="*/ 402 w 412"/>
                <a:gd name="T3" fmla="*/ 31 h 411"/>
                <a:gd name="T4" fmla="*/ 398 w 412"/>
                <a:gd name="T5" fmla="*/ 32 h 411"/>
                <a:gd name="T6" fmla="*/ 397 w 412"/>
                <a:gd name="T7" fmla="*/ 32 h 411"/>
                <a:gd name="T8" fmla="*/ 395 w 412"/>
                <a:gd name="T9" fmla="*/ 32 h 411"/>
                <a:gd name="T10" fmla="*/ 393 w 412"/>
                <a:gd name="T11" fmla="*/ 31 h 411"/>
                <a:gd name="T12" fmla="*/ 387 w 412"/>
                <a:gd name="T13" fmla="*/ 15 h 411"/>
                <a:gd name="T14" fmla="*/ 366 w 412"/>
                <a:gd name="T15" fmla="*/ 3 h 411"/>
                <a:gd name="T16" fmla="*/ 360 w 412"/>
                <a:gd name="T17" fmla="*/ 19 h 411"/>
                <a:gd name="T18" fmla="*/ 351 w 412"/>
                <a:gd name="T19" fmla="*/ 34 h 411"/>
                <a:gd name="T20" fmla="*/ 332 w 412"/>
                <a:gd name="T21" fmla="*/ 49 h 411"/>
                <a:gd name="T22" fmla="*/ 316 w 412"/>
                <a:gd name="T23" fmla="*/ 67 h 411"/>
                <a:gd name="T24" fmla="*/ 267 w 412"/>
                <a:gd name="T25" fmla="*/ 78 h 411"/>
                <a:gd name="T26" fmla="*/ 248 w 412"/>
                <a:gd name="T27" fmla="*/ 90 h 411"/>
                <a:gd name="T28" fmla="*/ 254 w 412"/>
                <a:gd name="T29" fmla="*/ 110 h 411"/>
                <a:gd name="T30" fmla="*/ 255 w 412"/>
                <a:gd name="T31" fmla="*/ 123 h 411"/>
                <a:gd name="T32" fmla="*/ 236 w 412"/>
                <a:gd name="T33" fmla="*/ 127 h 411"/>
                <a:gd name="T34" fmla="*/ 209 w 412"/>
                <a:gd name="T35" fmla="*/ 125 h 411"/>
                <a:gd name="T36" fmla="*/ 186 w 412"/>
                <a:gd name="T37" fmla="*/ 111 h 411"/>
                <a:gd name="T38" fmla="*/ 172 w 412"/>
                <a:gd name="T39" fmla="*/ 95 h 411"/>
                <a:gd name="T40" fmla="*/ 154 w 412"/>
                <a:gd name="T41" fmla="*/ 112 h 411"/>
                <a:gd name="T42" fmla="*/ 134 w 412"/>
                <a:gd name="T43" fmla="*/ 146 h 411"/>
                <a:gd name="T44" fmla="*/ 106 w 412"/>
                <a:gd name="T45" fmla="*/ 164 h 411"/>
                <a:gd name="T46" fmla="*/ 88 w 412"/>
                <a:gd name="T47" fmla="*/ 179 h 411"/>
                <a:gd name="T48" fmla="*/ 61 w 412"/>
                <a:gd name="T49" fmla="*/ 190 h 411"/>
                <a:gd name="T50" fmla="*/ 16 w 412"/>
                <a:gd name="T51" fmla="*/ 215 h 411"/>
                <a:gd name="T52" fmla="*/ 0 w 412"/>
                <a:gd name="T53" fmla="*/ 242 h 411"/>
                <a:gd name="T54" fmla="*/ 49 w 412"/>
                <a:gd name="T55" fmla="*/ 259 h 411"/>
                <a:gd name="T56" fmla="*/ 76 w 412"/>
                <a:gd name="T57" fmla="*/ 280 h 411"/>
                <a:gd name="T58" fmla="*/ 71 w 412"/>
                <a:gd name="T59" fmla="*/ 316 h 411"/>
                <a:gd name="T60" fmla="*/ 48 w 412"/>
                <a:gd name="T61" fmla="*/ 347 h 411"/>
                <a:gd name="T62" fmla="*/ 58 w 412"/>
                <a:gd name="T63" fmla="*/ 389 h 411"/>
                <a:gd name="T64" fmla="*/ 88 w 412"/>
                <a:gd name="T65" fmla="*/ 390 h 411"/>
                <a:gd name="T66" fmla="*/ 144 w 412"/>
                <a:gd name="T67" fmla="*/ 393 h 411"/>
                <a:gd name="T68" fmla="*/ 156 w 412"/>
                <a:gd name="T69" fmla="*/ 404 h 411"/>
                <a:gd name="T70" fmla="*/ 165 w 412"/>
                <a:gd name="T71" fmla="*/ 386 h 411"/>
                <a:gd name="T72" fmla="*/ 208 w 412"/>
                <a:gd name="T73" fmla="*/ 355 h 411"/>
                <a:gd name="T74" fmla="*/ 254 w 412"/>
                <a:gd name="T75" fmla="*/ 355 h 411"/>
                <a:gd name="T76" fmla="*/ 270 w 412"/>
                <a:gd name="T77" fmla="*/ 334 h 411"/>
                <a:gd name="T78" fmla="*/ 220 w 412"/>
                <a:gd name="T79" fmla="*/ 297 h 411"/>
                <a:gd name="T80" fmla="*/ 235 w 412"/>
                <a:gd name="T81" fmla="*/ 244 h 411"/>
                <a:gd name="T82" fmla="*/ 271 w 412"/>
                <a:gd name="T83" fmla="*/ 216 h 411"/>
                <a:gd name="T84" fmla="*/ 327 w 412"/>
                <a:gd name="T85" fmla="*/ 181 h 411"/>
                <a:gd name="T86" fmla="*/ 354 w 412"/>
                <a:gd name="T87" fmla="*/ 144 h 411"/>
                <a:gd name="T88" fmla="*/ 360 w 412"/>
                <a:gd name="T89" fmla="*/ 97 h 411"/>
                <a:gd name="T90" fmla="*/ 412 w 412"/>
                <a:gd name="T91" fmla="*/ 48 h 411"/>
                <a:gd name="T92" fmla="*/ 412 w 412"/>
                <a:gd name="T93" fmla="*/ 47 h 411"/>
                <a:gd name="T94" fmla="*/ 405 w 412"/>
                <a:gd name="T95" fmla="*/ 38 h 411"/>
                <a:gd name="T96" fmla="*/ 402 w 412"/>
                <a:gd name="T97" fmla="*/ 3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2" h="411">
                  <a:moveTo>
                    <a:pt x="402" y="31"/>
                  </a:moveTo>
                  <a:cubicBezTo>
                    <a:pt x="402" y="31"/>
                    <a:pt x="402" y="31"/>
                    <a:pt x="402" y="31"/>
                  </a:cubicBezTo>
                  <a:cubicBezTo>
                    <a:pt x="401" y="32"/>
                    <a:pt x="399" y="32"/>
                    <a:pt x="398" y="32"/>
                  </a:cubicBezTo>
                  <a:cubicBezTo>
                    <a:pt x="397" y="32"/>
                    <a:pt x="397" y="32"/>
                    <a:pt x="397" y="32"/>
                  </a:cubicBezTo>
                  <a:cubicBezTo>
                    <a:pt x="396" y="32"/>
                    <a:pt x="396" y="32"/>
                    <a:pt x="395" y="32"/>
                  </a:cubicBezTo>
                  <a:cubicBezTo>
                    <a:pt x="395" y="32"/>
                    <a:pt x="394" y="32"/>
                    <a:pt x="393" y="31"/>
                  </a:cubicBezTo>
                  <a:cubicBezTo>
                    <a:pt x="387" y="28"/>
                    <a:pt x="388" y="20"/>
                    <a:pt x="387" y="15"/>
                  </a:cubicBezTo>
                  <a:cubicBezTo>
                    <a:pt x="386" y="9"/>
                    <a:pt x="375" y="0"/>
                    <a:pt x="366" y="3"/>
                  </a:cubicBezTo>
                  <a:cubicBezTo>
                    <a:pt x="356" y="5"/>
                    <a:pt x="368" y="15"/>
                    <a:pt x="360" y="19"/>
                  </a:cubicBezTo>
                  <a:cubicBezTo>
                    <a:pt x="352" y="23"/>
                    <a:pt x="351" y="25"/>
                    <a:pt x="351" y="34"/>
                  </a:cubicBezTo>
                  <a:cubicBezTo>
                    <a:pt x="351" y="43"/>
                    <a:pt x="340" y="49"/>
                    <a:pt x="332" y="49"/>
                  </a:cubicBezTo>
                  <a:cubicBezTo>
                    <a:pt x="324" y="49"/>
                    <a:pt x="320" y="59"/>
                    <a:pt x="316" y="67"/>
                  </a:cubicBezTo>
                  <a:cubicBezTo>
                    <a:pt x="312" y="75"/>
                    <a:pt x="285" y="79"/>
                    <a:pt x="267" y="78"/>
                  </a:cubicBezTo>
                  <a:cubicBezTo>
                    <a:pt x="249" y="77"/>
                    <a:pt x="241" y="83"/>
                    <a:pt x="248" y="90"/>
                  </a:cubicBezTo>
                  <a:cubicBezTo>
                    <a:pt x="256" y="97"/>
                    <a:pt x="250" y="107"/>
                    <a:pt x="254" y="110"/>
                  </a:cubicBezTo>
                  <a:cubicBezTo>
                    <a:pt x="259" y="113"/>
                    <a:pt x="261" y="122"/>
                    <a:pt x="255" y="123"/>
                  </a:cubicBezTo>
                  <a:cubicBezTo>
                    <a:pt x="249" y="125"/>
                    <a:pt x="240" y="122"/>
                    <a:pt x="236" y="127"/>
                  </a:cubicBezTo>
                  <a:cubicBezTo>
                    <a:pt x="232" y="133"/>
                    <a:pt x="214" y="132"/>
                    <a:pt x="209" y="125"/>
                  </a:cubicBezTo>
                  <a:cubicBezTo>
                    <a:pt x="204" y="119"/>
                    <a:pt x="190" y="111"/>
                    <a:pt x="186" y="111"/>
                  </a:cubicBezTo>
                  <a:cubicBezTo>
                    <a:pt x="182" y="111"/>
                    <a:pt x="187" y="95"/>
                    <a:pt x="172" y="95"/>
                  </a:cubicBezTo>
                  <a:cubicBezTo>
                    <a:pt x="158" y="95"/>
                    <a:pt x="156" y="101"/>
                    <a:pt x="154" y="112"/>
                  </a:cubicBezTo>
                  <a:cubicBezTo>
                    <a:pt x="152" y="123"/>
                    <a:pt x="144" y="137"/>
                    <a:pt x="134" y="146"/>
                  </a:cubicBezTo>
                  <a:cubicBezTo>
                    <a:pt x="124" y="155"/>
                    <a:pt x="114" y="162"/>
                    <a:pt x="106" y="164"/>
                  </a:cubicBezTo>
                  <a:cubicBezTo>
                    <a:pt x="97" y="166"/>
                    <a:pt x="95" y="173"/>
                    <a:pt x="88" y="179"/>
                  </a:cubicBezTo>
                  <a:cubicBezTo>
                    <a:pt x="82" y="185"/>
                    <a:pt x="69" y="183"/>
                    <a:pt x="61" y="190"/>
                  </a:cubicBezTo>
                  <a:cubicBezTo>
                    <a:pt x="53" y="197"/>
                    <a:pt x="26" y="207"/>
                    <a:pt x="16" y="215"/>
                  </a:cubicBezTo>
                  <a:cubicBezTo>
                    <a:pt x="8" y="222"/>
                    <a:pt x="3" y="230"/>
                    <a:pt x="0" y="242"/>
                  </a:cubicBezTo>
                  <a:cubicBezTo>
                    <a:pt x="13" y="245"/>
                    <a:pt x="29" y="250"/>
                    <a:pt x="49" y="259"/>
                  </a:cubicBezTo>
                  <a:cubicBezTo>
                    <a:pt x="91" y="277"/>
                    <a:pt x="72" y="264"/>
                    <a:pt x="76" y="280"/>
                  </a:cubicBezTo>
                  <a:cubicBezTo>
                    <a:pt x="81" y="296"/>
                    <a:pt x="71" y="304"/>
                    <a:pt x="71" y="316"/>
                  </a:cubicBezTo>
                  <a:cubicBezTo>
                    <a:pt x="71" y="327"/>
                    <a:pt x="66" y="330"/>
                    <a:pt x="48" y="347"/>
                  </a:cubicBezTo>
                  <a:cubicBezTo>
                    <a:pt x="29" y="365"/>
                    <a:pt x="45" y="368"/>
                    <a:pt x="58" y="389"/>
                  </a:cubicBezTo>
                  <a:cubicBezTo>
                    <a:pt x="71" y="411"/>
                    <a:pt x="81" y="405"/>
                    <a:pt x="88" y="390"/>
                  </a:cubicBezTo>
                  <a:cubicBezTo>
                    <a:pt x="95" y="376"/>
                    <a:pt x="126" y="388"/>
                    <a:pt x="144" y="393"/>
                  </a:cubicBezTo>
                  <a:cubicBezTo>
                    <a:pt x="150" y="396"/>
                    <a:pt x="154" y="399"/>
                    <a:pt x="156" y="404"/>
                  </a:cubicBezTo>
                  <a:cubicBezTo>
                    <a:pt x="158" y="399"/>
                    <a:pt x="161" y="393"/>
                    <a:pt x="165" y="386"/>
                  </a:cubicBezTo>
                  <a:cubicBezTo>
                    <a:pt x="174" y="371"/>
                    <a:pt x="189" y="353"/>
                    <a:pt x="208" y="355"/>
                  </a:cubicBezTo>
                  <a:cubicBezTo>
                    <a:pt x="228" y="358"/>
                    <a:pt x="247" y="368"/>
                    <a:pt x="254" y="355"/>
                  </a:cubicBezTo>
                  <a:cubicBezTo>
                    <a:pt x="260" y="346"/>
                    <a:pt x="264" y="339"/>
                    <a:pt x="270" y="334"/>
                  </a:cubicBezTo>
                  <a:cubicBezTo>
                    <a:pt x="260" y="318"/>
                    <a:pt x="241" y="311"/>
                    <a:pt x="220" y="297"/>
                  </a:cubicBezTo>
                  <a:cubicBezTo>
                    <a:pt x="195" y="282"/>
                    <a:pt x="217" y="259"/>
                    <a:pt x="235" y="244"/>
                  </a:cubicBezTo>
                  <a:cubicBezTo>
                    <a:pt x="254" y="230"/>
                    <a:pt x="261" y="227"/>
                    <a:pt x="271" y="216"/>
                  </a:cubicBezTo>
                  <a:cubicBezTo>
                    <a:pt x="281" y="204"/>
                    <a:pt x="310" y="191"/>
                    <a:pt x="327" y="181"/>
                  </a:cubicBezTo>
                  <a:cubicBezTo>
                    <a:pt x="344" y="171"/>
                    <a:pt x="354" y="161"/>
                    <a:pt x="354" y="144"/>
                  </a:cubicBezTo>
                  <a:cubicBezTo>
                    <a:pt x="354" y="127"/>
                    <a:pt x="351" y="115"/>
                    <a:pt x="360" y="97"/>
                  </a:cubicBezTo>
                  <a:cubicBezTo>
                    <a:pt x="369" y="78"/>
                    <a:pt x="400" y="68"/>
                    <a:pt x="412" y="48"/>
                  </a:cubicBezTo>
                  <a:cubicBezTo>
                    <a:pt x="412" y="48"/>
                    <a:pt x="412" y="47"/>
                    <a:pt x="412" y="47"/>
                  </a:cubicBezTo>
                  <a:cubicBezTo>
                    <a:pt x="410" y="44"/>
                    <a:pt x="408" y="42"/>
                    <a:pt x="405" y="38"/>
                  </a:cubicBezTo>
                  <a:cubicBezTo>
                    <a:pt x="403" y="36"/>
                    <a:pt x="403" y="34"/>
                    <a:pt x="402" y="3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22"/>
            <p:cNvSpPr>
              <a:spLocks noEditPoints="1"/>
            </p:cNvSpPr>
            <p:nvPr/>
          </p:nvSpPr>
          <p:spPr bwMode="auto">
            <a:xfrm>
              <a:off x="3850" y="2067"/>
              <a:ext cx="391" cy="668"/>
            </a:xfrm>
            <a:custGeom>
              <a:avLst/>
              <a:gdLst>
                <a:gd name="T0" fmla="*/ 261 w 598"/>
                <a:gd name="T1" fmla="*/ 83 h 1023"/>
                <a:gd name="T2" fmla="*/ 158 w 598"/>
                <a:gd name="T3" fmla="*/ 285 h 1023"/>
                <a:gd name="T4" fmla="*/ 207 w 598"/>
                <a:gd name="T5" fmla="*/ 385 h 1023"/>
                <a:gd name="T6" fmla="*/ 226 w 598"/>
                <a:gd name="T7" fmla="*/ 404 h 1023"/>
                <a:gd name="T8" fmla="*/ 268 w 598"/>
                <a:gd name="T9" fmla="*/ 444 h 1023"/>
                <a:gd name="T10" fmla="*/ 342 w 598"/>
                <a:gd name="T11" fmla="*/ 473 h 1023"/>
                <a:gd name="T12" fmla="*/ 349 w 598"/>
                <a:gd name="T13" fmla="*/ 457 h 1023"/>
                <a:gd name="T14" fmla="*/ 426 w 598"/>
                <a:gd name="T15" fmla="*/ 522 h 1023"/>
                <a:gd name="T16" fmla="*/ 397 w 598"/>
                <a:gd name="T17" fmla="*/ 454 h 1023"/>
                <a:gd name="T18" fmla="*/ 372 w 598"/>
                <a:gd name="T19" fmla="*/ 434 h 1023"/>
                <a:gd name="T20" fmla="*/ 318 w 598"/>
                <a:gd name="T21" fmla="*/ 419 h 1023"/>
                <a:gd name="T22" fmla="*/ 299 w 598"/>
                <a:gd name="T23" fmla="*/ 384 h 1023"/>
                <a:gd name="T24" fmla="*/ 281 w 598"/>
                <a:gd name="T25" fmla="*/ 369 h 1023"/>
                <a:gd name="T26" fmla="*/ 316 w 598"/>
                <a:gd name="T27" fmla="*/ 272 h 1023"/>
                <a:gd name="T28" fmla="*/ 311 w 598"/>
                <a:gd name="T29" fmla="*/ 183 h 1023"/>
                <a:gd name="T30" fmla="*/ 268 w 598"/>
                <a:gd name="T31" fmla="*/ 151 h 1023"/>
                <a:gd name="T32" fmla="*/ 203 w 598"/>
                <a:gd name="T33" fmla="*/ 196 h 1023"/>
                <a:gd name="T34" fmla="*/ 162 w 598"/>
                <a:gd name="T35" fmla="*/ 282 h 1023"/>
                <a:gd name="T36" fmla="*/ 434 w 598"/>
                <a:gd name="T37" fmla="*/ 458 h 1023"/>
                <a:gd name="T38" fmla="*/ 246 w 598"/>
                <a:gd name="T39" fmla="*/ 478 h 1023"/>
                <a:gd name="T40" fmla="*/ 212 w 598"/>
                <a:gd name="T41" fmla="*/ 487 h 1023"/>
                <a:gd name="T42" fmla="*/ 261 w 598"/>
                <a:gd name="T43" fmla="*/ 537 h 1023"/>
                <a:gd name="T44" fmla="*/ 277 w 598"/>
                <a:gd name="T45" fmla="*/ 553 h 1023"/>
                <a:gd name="T46" fmla="*/ 326 w 598"/>
                <a:gd name="T47" fmla="*/ 548 h 1023"/>
                <a:gd name="T48" fmla="*/ 416 w 598"/>
                <a:gd name="T49" fmla="*/ 572 h 1023"/>
                <a:gd name="T50" fmla="*/ 404 w 598"/>
                <a:gd name="T51" fmla="*/ 576 h 1023"/>
                <a:gd name="T52" fmla="*/ 296 w 598"/>
                <a:gd name="T53" fmla="*/ 581 h 1023"/>
                <a:gd name="T54" fmla="*/ 299 w 598"/>
                <a:gd name="T55" fmla="*/ 661 h 1023"/>
                <a:gd name="T56" fmla="*/ 341 w 598"/>
                <a:gd name="T57" fmla="*/ 650 h 1023"/>
                <a:gd name="T58" fmla="*/ 327 w 598"/>
                <a:gd name="T59" fmla="*/ 596 h 1023"/>
                <a:gd name="T60" fmla="*/ 351 w 598"/>
                <a:gd name="T61" fmla="*/ 671 h 1023"/>
                <a:gd name="T62" fmla="*/ 341 w 598"/>
                <a:gd name="T63" fmla="*/ 730 h 1023"/>
                <a:gd name="T64" fmla="*/ 371 w 598"/>
                <a:gd name="T65" fmla="*/ 702 h 1023"/>
                <a:gd name="T66" fmla="*/ 533 w 598"/>
                <a:gd name="T67" fmla="*/ 555 h 1023"/>
                <a:gd name="T68" fmla="*/ 453 w 598"/>
                <a:gd name="T69" fmla="*/ 527 h 1023"/>
                <a:gd name="T70" fmla="*/ 483 w 598"/>
                <a:gd name="T71" fmla="*/ 562 h 1023"/>
                <a:gd name="T72" fmla="*/ 468 w 598"/>
                <a:gd name="T73" fmla="*/ 596 h 1023"/>
                <a:gd name="T74" fmla="*/ 477 w 598"/>
                <a:gd name="T75" fmla="*/ 652 h 1023"/>
                <a:gd name="T76" fmla="*/ 500 w 598"/>
                <a:gd name="T77" fmla="*/ 610 h 1023"/>
                <a:gd name="T78" fmla="*/ 432 w 598"/>
                <a:gd name="T79" fmla="*/ 619 h 1023"/>
                <a:gd name="T80" fmla="*/ 396 w 598"/>
                <a:gd name="T81" fmla="*/ 709 h 1023"/>
                <a:gd name="T82" fmla="*/ 433 w 598"/>
                <a:gd name="T83" fmla="*/ 646 h 1023"/>
                <a:gd name="T84" fmla="*/ 413 w 598"/>
                <a:gd name="T85" fmla="*/ 723 h 1023"/>
                <a:gd name="T86" fmla="*/ 433 w 598"/>
                <a:gd name="T87" fmla="*/ 701 h 1023"/>
                <a:gd name="T88" fmla="*/ 126 w 598"/>
                <a:gd name="T89" fmla="*/ 618 h 1023"/>
                <a:gd name="T90" fmla="*/ 85 w 598"/>
                <a:gd name="T91" fmla="*/ 694 h 1023"/>
                <a:gd name="T92" fmla="*/ 142 w 598"/>
                <a:gd name="T93" fmla="*/ 657 h 1023"/>
                <a:gd name="T94" fmla="*/ 70 w 598"/>
                <a:gd name="T95" fmla="*/ 729 h 1023"/>
                <a:gd name="T96" fmla="*/ 43 w 598"/>
                <a:gd name="T97" fmla="*/ 742 h 1023"/>
                <a:gd name="T98" fmla="*/ 20 w 598"/>
                <a:gd name="T99" fmla="*/ 754 h 1023"/>
                <a:gd name="T100" fmla="*/ 528 w 598"/>
                <a:gd name="T101" fmla="*/ 690 h 1023"/>
                <a:gd name="T102" fmla="*/ 181 w 598"/>
                <a:gd name="T103" fmla="*/ 1007 h 1023"/>
                <a:gd name="T104" fmla="*/ 553 w 598"/>
                <a:gd name="T105" fmla="*/ 708 h 1023"/>
                <a:gd name="T106" fmla="*/ 439 w 598"/>
                <a:gd name="T107" fmla="*/ 810 h 1023"/>
                <a:gd name="T108" fmla="*/ 320 w 598"/>
                <a:gd name="T109" fmla="*/ 881 h 1023"/>
                <a:gd name="T110" fmla="*/ 434 w 598"/>
                <a:gd name="T111" fmla="*/ 881 h 1023"/>
                <a:gd name="T112" fmla="*/ 532 w 598"/>
                <a:gd name="T113" fmla="*/ 961 h 1023"/>
                <a:gd name="T114" fmla="*/ 565 w 598"/>
                <a:gd name="T115" fmla="*/ 936 h 1023"/>
                <a:gd name="T116" fmla="*/ 565 w 598"/>
                <a:gd name="T117" fmla="*/ 689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8" h="1023">
                  <a:moveTo>
                    <a:pt x="299" y="13"/>
                  </a:moveTo>
                  <a:cubicBezTo>
                    <a:pt x="298" y="9"/>
                    <a:pt x="303" y="2"/>
                    <a:pt x="303" y="2"/>
                  </a:cubicBezTo>
                  <a:cubicBezTo>
                    <a:pt x="306" y="0"/>
                    <a:pt x="306" y="8"/>
                    <a:pt x="306" y="13"/>
                  </a:cubicBezTo>
                  <a:cubicBezTo>
                    <a:pt x="306" y="18"/>
                    <a:pt x="299" y="17"/>
                    <a:pt x="299" y="13"/>
                  </a:cubicBezTo>
                  <a:close/>
                  <a:moveTo>
                    <a:pt x="261" y="83"/>
                  </a:moveTo>
                  <a:cubicBezTo>
                    <a:pt x="259" y="85"/>
                    <a:pt x="259" y="90"/>
                    <a:pt x="263" y="90"/>
                  </a:cubicBezTo>
                  <a:cubicBezTo>
                    <a:pt x="267" y="90"/>
                    <a:pt x="271" y="91"/>
                    <a:pt x="271" y="89"/>
                  </a:cubicBezTo>
                  <a:cubicBezTo>
                    <a:pt x="272" y="87"/>
                    <a:pt x="273" y="83"/>
                    <a:pt x="269" y="82"/>
                  </a:cubicBezTo>
                  <a:cubicBezTo>
                    <a:pt x="269" y="82"/>
                    <a:pt x="262" y="80"/>
                    <a:pt x="261" y="83"/>
                  </a:cubicBezTo>
                  <a:close/>
                  <a:moveTo>
                    <a:pt x="291" y="122"/>
                  </a:moveTo>
                  <a:cubicBezTo>
                    <a:pt x="293" y="124"/>
                    <a:pt x="297" y="125"/>
                    <a:pt x="298" y="120"/>
                  </a:cubicBezTo>
                  <a:cubicBezTo>
                    <a:pt x="298" y="115"/>
                    <a:pt x="298" y="111"/>
                    <a:pt x="295" y="109"/>
                  </a:cubicBezTo>
                  <a:cubicBezTo>
                    <a:pt x="293" y="106"/>
                    <a:pt x="292" y="104"/>
                    <a:pt x="291" y="107"/>
                  </a:cubicBezTo>
                  <a:cubicBezTo>
                    <a:pt x="291" y="107"/>
                    <a:pt x="289" y="109"/>
                    <a:pt x="290" y="112"/>
                  </a:cubicBezTo>
                  <a:cubicBezTo>
                    <a:pt x="291" y="115"/>
                    <a:pt x="289" y="120"/>
                    <a:pt x="291" y="122"/>
                  </a:cubicBezTo>
                  <a:close/>
                  <a:moveTo>
                    <a:pt x="162" y="282"/>
                  </a:moveTo>
                  <a:cubicBezTo>
                    <a:pt x="161" y="282"/>
                    <a:pt x="159" y="283"/>
                    <a:pt x="158" y="284"/>
                  </a:cubicBezTo>
                  <a:cubicBezTo>
                    <a:pt x="158" y="285"/>
                    <a:pt x="158" y="285"/>
                    <a:pt x="158" y="285"/>
                  </a:cubicBezTo>
                  <a:cubicBezTo>
                    <a:pt x="156" y="287"/>
                    <a:pt x="155" y="291"/>
                    <a:pt x="157" y="294"/>
                  </a:cubicBezTo>
                  <a:cubicBezTo>
                    <a:pt x="166" y="315"/>
                    <a:pt x="166" y="315"/>
                    <a:pt x="166" y="315"/>
                  </a:cubicBezTo>
                  <a:cubicBezTo>
                    <a:pt x="178" y="353"/>
                    <a:pt x="178" y="353"/>
                    <a:pt x="178" y="353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8" y="382"/>
                    <a:pt x="189" y="383"/>
                    <a:pt x="190" y="384"/>
                  </a:cubicBezTo>
                  <a:cubicBezTo>
                    <a:pt x="200" y="395"/>
                    <a:pt x="200" y="395"/>
                    <a:pt x="200" y="395"/>
                  </a:cubicBezTo>
                  <a:cubicBezTo>
                    <a:pt x="201" y="396"/>
                    <a:pt x="203" y="396"/>
                    <a:pt x="205" y="396"/>
                  </a:cubicBezTo>
                  <a:cubicBezTo>
                    <a:pt x="206" y="395"/>
                    <a:pt x="207" y="394"/>
                    <a:pt x="207" y="392"/>
                  </a:cubicBezTo>
                  <a:cubicBezTo>
                    <a:pt x="207" y="385"/>
                    <a:pt x="207" y="385"/>
                    <a:pt x="207" y="385"/>
                  </a:cubicBezTo>
                  <a:cubicBezTo>
                    <a:pt x="207" y="381"/>
                    <a:pt x="209" y="378"/>
                    <a:pt x="212" y="377"/>
                  </a:cubicBezTo>
                  <a:cubicBezTo>
                    <a:pt x="220" y="374"/>
                    <a:pt x="220" y="374"/>
                    <a:pt x="220" y="374"/>
                  </a:cubicBezTo>
                  <a:cubicBezTo>
                    <a:pt x="222" y="373"/>
                    <a:pt x="224" y="373"/>
                    <a:pt x="227" y="375"/>
                  </a:cubicBezTo>
                  <a:cubicBezTo>
                    <a:pt x="235" y="380"/>
                    <a:pt x="235" y="380"/>
                    <a:pt x="235" y="380"/>
                  </a:cubicBezTo>
                  <a:cubicBezTo>
                    <a:pt x="236" y="381"/>
                    <a:pt x="236" y="381"/>
                    <a:pt x="237" y="381"/>
                  </a:cubicBezTo>
                  <a:cubicBezTo>
                    <a:pt x="239" y="384"/>
                    <a:pt x="239" y="384"/>
                    <a:pt x="239" y="384"/>
                  </a:cubicBezTo>
                  <a:cubicBezTo>
                    <a:pt x="241" y="386"/>
                    <a:pt x="241" y="388"/>
                    <a:pt x="241" y="391"/>
                  </a:cubicBezTo>
                  <a:cubicBezTo>
                    <a:pt x="240" y="394"/>
                    <a:pt x="239" y="396"/>
                    <a:pt x="236" y="397"/>
                  </a:cubicBezTo>
                  <a:cubicBezTo>
                    <a:pt x="226" y="404"/>
                    <a:pt x="226" y="404"/>
                    <a:pt x="226" y="404"/>
                  </a:cubicBezTo>
                  <a:cubicBezTo>
                    <a:pt x="224" y="405"/>
                    <a:pt x="223" y="407"/>
                    <a:pt x="222" y="409"/>
                  </a:cubicBezTo>
                  <a:cubicBezTo>
                    <a:pt x="221" y="411"/>
                    <a:pt x="221" y="411"/>
                    <a:pt x="221" y="411"/>
                  </a:cubicBezTo>
                  <a:cubicBezTo>
                    <a:pt x="220" y="414"/>
                    <a:pt x="220" y="417"/>
                    <a:pt x="221" y="420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8" y="438"/>
                    <a:pt x="229" y="440"/>
                    <a:pt x="232" y="441"/>
                  </a:cubicBezTo>
                  <a:cubicBezTo>
                    <a:pt x="241" y="445"/>
                    <a:pt x="241" y="445"/>
                    <a:pt x="241" y="445"/>
                  </a:cubicBezTo>
                  <a:cubicBezTo>
                    <a:pt x="257" y="453"/>
                    <a:pt x="257" y="453"/>
                    <a:pt x="257" y="453"/>
                  </a:cubicBezTo>
                  <a:cubicBezTo>
                    <a:pt x="265" y="448"/>
                    <a:pt x="265" y="448"/>
                    <a:pt x="265" y="448"/>
                  </a:cubicBezTo>
                  <a:cubicBezTo>
                    <a:pt x="268" y="444"/>
                    <a:pt x="268" y="444"/>
                    <a:pt x="268" y="444"/>
                  </a:cubicBezTo>
                  <a:cubicBezTo>
                    <a:pt x="269" y="441"/>
                    <a:pt x="271" y="440"/>
                    <a:pt x="274" y="439"/>
                  </a:cubicBezTo>
                  <a:cubicBezTo>
                    <a:pt x="280" y="439"/>
                    <a:pt x="280" y="439"/>
                    <a:pt x="280" y="439"/>
                  </a:cubicBezTo>
                  <a:cubicBezTo>
                    <a:pt x="283" y="438"/>
                    <a:pt x="285" y="439"/>
                    <a:pt x="287" y="440"/>
                  </a:cubicBezTo>
                  <a:cubicBezTo>
                    <a:pt x="305" y="451"/>
                    <a:pt x="305" y="451"/>
                    <a:pt x="305" y="451"/>
                  </a:cubicBezTo>
                  <a:cubicBezTo>
                    <a:pt x="323" y="461"/>
                    <a:pt x="323" y="461"/>
                    <a:pt x="323" y="461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5" y="478"/>
                    <a:pt x="337" y="478"/>
                    <a:pt x="339" y="477"/>
                  </a:cubicBezTo>
                  <a:cubicBezTo>
                    <a:pt x="341" y="477"/>
                    <a:pt x="342" y="475"/>
                    <a:pt x="342" y="473"/>
                  </a:cubicBezTo>
                  <a:cubicBezTo>
                    <a:pt x="342" y="473"/>
                    <a:pt x="342" y="473"/>
                    <a:pt x="342" y="473"/>
                  </a:cubicBezTo>
                  <a:cubicBezTo>
                    <a:pt x="334" y="456"/>
                    <a:pt x="334" y="456"/>
                    <a:pt x="334" y="456"/>
                  </a:cubicBezTo>
                  <a:cubicBezTo>
                    <a:pt x="330" y="449"/>
                    <a:pt x="330" y="449"/>
                    <a:pt x="330" y="449"/>
                  </a:cubicBezTo>
                  <a:cubicBezTo>
                    <a:pt x="330" y="447"/>
                    <a:pt x="330" y="445"/>
                    <a:pt x="331" y="443"/>
                  </a:cubicBezTo>
                  <a:cubicBezTo>
                    <a:pt x="332" y="442"/>
                    <a:pt x="333" y="441"/>
                    <a:pt x="335" y="441"/>
                  </a:cubicBezTo>
                  <a:cubicBezTo>
                    <a:pt x="337" y="440"/>
                    <a:pt x="337" y="440"/>
                    <a:pt x="337" y="440"/>
                  </a:cubicBezTo>
                  <a:cubicBezTo>
                    <a:pt x="340" y="440"/>
                    <a:pt x="342" y="442"/>
                    <a:pt x="343" y="445"/>
                  </a:cubicBezTo>
                  <a:cubicBezTo>
                    <a:pt x="346" y="453"/>
                    <a:pt x="346" y="453"/>
                    <a:pt x="346" y="453"/>
                  </a:cubicBezTo>
                  <a:cubicBezTo>
                    <a:pt x="346" y="455"/>
                    <a:pt x="348" y="457"/>
                    <a:pt x="349" y="457"/>
                  </a:cubicBezTo>
                  <a:cubicBezTo>
                    <a:pt x="359" y="461"/>
                    <a:pt x="359" y="461"/>
                    <a:pt x="359" y="461"/>
                  </a:cubicBezTo>
                  <a:cubicBezTo>
                    <a:pt x="367" y="471"/>
                    <a:pt x="367" y="471"/>
                    <a:pt x="367" y="471"/>
                  </a:cubicBezTo>
                  <a:cubicBezTo>
                    <a:pt x="387" y="489"/>
                    <a:pt x="387" y="489"/>
                    <a:pt x="387" y="489"/>
                  </a:cubicBezTo>
                  <a:cubicBezTo>
                    <a:pt x="402" y="500"/>
                    <a:pt x="402" y="500"/>
                    <a:pt x="402" y="500"/>
                  </a:cubicBezTo>
                  <a:cubicBezTo>
                    <a:pt x="403" y="502"/>
                    <a:pt x="405" y="503"/>
                    <a:pt x="405" y="505"/>
                  </a:cubicBezTo>
                  <a:cubicBezTo>
                    <a:pt x="408" y="513"/>
                    <a:pt x="408" y="513"/>
                    <a:pt x="408" y="513"/>
                  </a:cubicBezTo>
                  <a:cubicBezTo>
                    <a:pt x="409" y="516"/>
                    <a:pt x="410" y="518"/>
                    <a:pt x="413" y="519"/>
                  </a:cubicBezTo>
                  <a:cubicBezTo>
                    <a:pt x="418" y="522"/>
                    <a:pt x="418" y="522"/>
                    <a:pt x="418" y="522"/>
                  </a:cubicBezTo>
                  <a:cubicBezTo>
                    <a:pt x="420" y="523"/>
                    <a:pt x="423" y="523"/>
                    <a:pt x="426" y="522"/>
                  </a:cubicBezTo>
                  <a:cubicBezTo>
                    <a:pt x="428" y="520"/>
                    <a:pt x="430" y="518"/>
                    <a:pt x="430" y="515"/>
                  </a:cubicBezTo>
                  <a:cubicBezTo>
                    <a:pt x="431" y="499"/>
                    <a:pt x="431" y="499"/>
                    <a:pt x="431" y="499"/>
                  </a:cubicBezTo>
                  <a:cubicBezTo>
                    <a:pt x="436" y="491"/>
                    <a:pt x="436" y="491"/>
                    <a:pt x="436" y="491"/>
                  </a:cubicBezTo>
                  <a:cubicBezTo>
                    <a:pt x="432" y="475"/>
                    <a:pt x="432" y="475"/>
                    <a:pt x="432" y="475"/>
                  </a:cubicBezTo>
                  <a:cubicBezTo>
                    <a:pt x="431" y="472"/>
                    <a:pt x="428" y="469"/>
                    <a:pt x="424" y="469"/>
                  </a:cubicBezTo>
                  <a:cubicBezTo>
                    <a:pt x="409" y="469"/>
                    <a:pt x="409" y="469"/>
                    <a:pt x="409" y="469"/>
                  </a:cubicBezTo>
                  <a:cubicBezTo>
                    <a:pt x="403" y="461"/>
                    <a:pt x="403" y="461"/>
                    <a:pt x="403" y="461"/>
                  </a:cubicBezTo>
                  <a:cubicBezTo>
                    <a:pt x="398" y="458"/>
                    <a:pt x="398" y="458"/>
                    <a:pt x="398" y="458"/>
                  </a:cubicBezTo>
                  <a:cubicBezTo>
                    <a:pt x="397" y="457"/>
                    <a:pt x="397" y="455"/>
                    <a:pt x="397" y="454"/>
                  </a:cubicBezTo>
                  <a:cubicBezTo>
                    <a:pt x="397" y="452"/>
                    <a:pt x="398" y="451"/>
                    <a:pt x="400" y="451"/>
                  </a:cubicBezTo>
                  <a:cubicBezTo>
                    <a:pt x="403" y="450"/>
                    <a:pt x="403" y="450"/>
                    <a:pt x="403" y="450"/>
                  </a:cubicBezTo>
                  <a:cubicBezTo>
                    <a:pt x="412" y="450"/>
                    <a:pt x="412" y="450"/>
                    <a:pt x="412" y="450"/>
                  </a:cubicBezTo>
                  <a:cubicBezTo>
                    <a:pt x="413" y="449"/>
                    <a:pt x="413" y="449"/>
                    <a:pt x="413" y="449"/>
                  </a:cubicBezTo>
                  <a:cubicBezTo>
                    <a:pt x="415" y="445"/>
                    <a:pt x="415" y="439"/>
                    <a:pt x="411" y="435"/>
                  </a:cubicBezTo>
                  <a:cubicBezTo>
                    <a:pt x="406" y="430"/>
                    <a:pt x="406" y="430"/>
                    <a:pt x="406" y="430"/>
                  </a:cubicBezTo>
                  <a:cubicBezTo>
                    <a:pt x="385" y="427"/>
                    <a:pt x="385" y="427"/>
                    <a:pt x="385" y="427"/>
                  </a:cubicBezTo>
                  <a:cubicBezTo>
                    <a:pt x="374" y="432"/>
                    <a:pt x="374" y="432"/>
                    <a:pt x="374" y="432"/>
                  </a:cubicBezTo>
                  <a:cubicBezTo>
                    <a:pt x="372" y="434"/>
                    <a:pt x="372" y="434"/>
                    <a:pt x="372" y="434"/>
                  </a:cubicBezTo>
                  <a:cubicBezTo>
                    <a:pt x="371" y="435"/>
                    <a:pt x="369" y="436"/>
                    <a:pt x="368" y="436"/>
                  </a:cubicBezTo>
                  <a:cubicBezTo>
                    <a:pt x="366" y="436"/>
                    <a:pt x="365" y="435"/>
                    <a:pt x="364" y="434"/>
                  </a:cubicBezTo>
                  <a:cubicBezTo>
                    <a:pt x="358" y="423"/>
                    <a:pt x="358" y="423"/>
                    <a:pt x="358" y="423"/>
                  </a:cubicBezTo>
                  <a:cubicBezTo>
                    <a:pt x="358" y="420"/>
                    <a:pt x="358" y="420"/>
                    <a:pt x="358" y="420"/>
                  </a:cubicBezTo>
                  <a:cubicBezTo>
                    <a:pt x="358" y="415"/>
                    <a:pt x="354" y="412"/>
                    <a:pt x="350" y="411"/>
                  </a:cubicBezTo>
                  <a:cubicBezTo>
                    <a:pt x="334" y="409"/>
                    <a:pt x="334" y="409"/>
                    <a:pt x="334" y="409"/>
                  </a:cubicBezTo>
                  <a:cubicBezTo>
                    <a:pt x="325" y="409"/>
                    <a:pt x="325" y="409"/>
                    <a:pt x="325" y="409"/>
                  </a:cubicBezTo>
                  <a:cubicBezTo>
                    <a:pt x="322" y="409"/>
                    <a:pt x="319" y="411"/>
                    <a:pt x="318" y="414"/>
                  </a:cubicBezTo>
                  <a:cubicBezTo>
                    <a:pt x="318" y="419"/>
                    <a:pt x="318" y="419"/>
                    <a:pt x="318" y="419"/>
                  </a:cubicBezTo>
                  <a:cubicBezTo>
                    <a:pt x="311" y="427"/>
                    <a:pt x="311" y="427"/>
                    <a:pt x="311" y="427"/>
                  </a:cubicBezTo>
                  <a:cubicBezTo>
                    <a:pt x="297" y="425"/>
                    <a:pt x="297" y="425"/>
                    <a:pt x="297" y="425"/>
                  </a:cubicBezTo>
                  <a:cubicBezTo>
                    <a:pt x="290" y="424"/>
                    <a:pt x="290" y="424"/>
                    <a:pt x="290" y="424"/>
                  </a:cubicBezTo>
                  <a:cubicBezTo>
                    <a:pt x="285" y="423"/>
                    <a:pt x="282" y="419"/>
                    <a:pt x="282" y="414"/>
                  </a:cubicBezTo>
                  <a:cubicBezTo>
                    <a:pt x="281" y="401"/>
                    <a:pt x="281" y="401"/>
                    <a:pt x="281" y="401"/>
                  </a:cubicBezTo>
                  <a:cubicBezTo>
                    <a:pt x="281" y="397"/>
                    <a:pt x="282" y="394"/>
                    <a:pt x="285" y="392"/>
                  </a:cubicBezTo>
                  <a:cubicBezTo>
                    <a:pt x="289" y="388"/>
                    <a:pt x="289" y="388"/>
                    <a:pt x="289" y="388"/>
                  </a:cubicBezTo>
                  <a:cubicBezTo>
                    <a:pt x="291" y="385"/>
                    <a:pt x="294" y="384"/>
                    <a:pt x="297" y="384"/>
                  </a:cubicBezTo>
                  <a:cubicBezTo>
                    <a:pt x="299" y="384"/>
                    <a:pt x="299" y="384"/>
                    <a:pt x="299" y="384"/>
                  </a:cubicBezTo>
                  <a:cubicBezTo>
                    <a:pt x="301" y="384"/>
                    <a:pt x="303" y="383"/>
                    <a:pt x="304" y="381"/>
                  </a:cubicBezTo>
                  <a:cubicBezTo>
                    <a:pt x="306" y="379"/>
                    <a:pt x="306" y="377"/>
                    <a:pt x="306" y="375"/>
                  </a:cubicBezTo>
                  <a:cubicBezTo>
                    <a:pt x="304" y="368"/>
                    <a:pt x="304" y="368"/>
                    <a:pt x="304" y="368"/>
                  </a:cubicBezTo>
                  <a:cubicBezTo>
                    <a:pt x="304" y="366"/>
                    <a:pt x="302" y="364"/>
                    <a:pt x="300" y="363"/>
                  </a:cubicBezTo>
                  <a:cubicBezTo>
                    <a:pt x="295" y="359"/>
                    <a:pt x="295" y="359"/>
                    <a:pt x="295" y="359"/>
                  </a:cubicBezTo>
                  <a:cubicBezTo>
                    <a:pt x="294" y="358"/>
                    <a:pt x="293" y="358"/>
                    <a:pt x="291" y="359"/>
                  </a:cubicBezTo>
                  <a:cubicBezTo>
                    <a:pt x="290" y="359"/>
                    <a:pt x="289" y="360"/>
                    <a:pt x="289" y="361"/>
                  </a:cubicBezTo>
                  <a:cubicBezTo>
                    <a:pt x="287" y="365"/>
                    <a:pt x="287" y="365"/>
                    <a:pt x="287" y="365"/>
                  </a:cubicBezTo>
                  <a:cubicBezTo>
                    <a:pt x="286" y="368"/>
                    <a:pt x="284" y="369"/>
                    <a:pt x="281" y="369"/>
                  </a:cubicBezTo>
                  <a:cubicBezTo>
                    <a:pt x="279" y="369"/>
                    <a:pt x="279" y="369"/>
                    <a:pt x="279" y="369"/>
                  </a:cubicBezTo>
                  <a:cubicBezTo>
                    <a:pt x="270" y="358"/>
                    <a:pt x="270" y="358"/>
                    <a:pt x="270" y="358"/>
                  </a:cubicBezTo>
                  <a:cubicBezTo>
                    <a:pt x="268" y="346"/>
                    <a:pt x="268" y="346"/>
                    <a:pt x="268" y="346"/>
                  </a:cubicBezTo>
                  <a:cubicBezTo>
                    <a:pt x="271" y="330"/>
                    <a:pt x="271" y="330"/>
                    <a:pt x="271" y="330"/>
                  </a:cubicBezTo>
                  <a:cubicBezTo>
                    <a:pt x="276" y="310"/>
                    <a:pt x="276" y="310"/>
                    <a:pt x="276" y="310"/>
                  </a:cubicBezTo>
                  <a:cubicBezTo>
                    <a:pt x="276" y="310"/>
                    <a:pt x="284" y="299"/>
                    <a:pt x="289" y="297"/>
                  </a:cubicBezTo>
                  <a:cubicBezTo>
                    <a:pt x="294" y="296"/>
                    <a:pt x="297" y="291"/>
                    <a:pt x="297" y="291"/>
                  </a:cubicBezTo>
                  <a:cubicBezTo>
                    <a:pt x="311" y="279"/>
                    <a:pt x="311" y="279"/>
                    <a:pt x="311" y="279"/>
                  </a:cubicBezTo>
                  <a:cubicBezTo>
                    <a:pt x="313" y="277"/>
                    <a:pt x="315" y="274"/>
                    <a:pt x="316" y="272"/>
                  </a:cubicBezTo>
                  <a:cubicBezTo>
                    <a:pt x="319" y="263"/>
                    <a:pt x="319" y="263"/>
                    <a:pt x="319" y="263"/>
                  </a:cubicBezTo>
                  <a:cubicBezTo>
                    <a:pt x="324" y="245"/>
                    <a:pt x="324" y="245"/>
                    <a:pt x="324" y="245"/>
                  </a:cubicBezTo>
                  <a:cubicBezTo>
                    <a:pt x="324" y="244"/>
                    <a:pt x="324" y="242"/>
                    <a:pt x="324" y="240"/>
                  </a:cubicBezTo>
                  <a:cubicBezTo>
                    <a:pt x="324" y="224"/>
                    <a:pt x="324" y="224"/>
                    <a:pt x="324" y="224"/>
                  </a:cubicBezTo>
                  <a:cubicBezTo>
                    <a:pt x="324" y="219"/>
                    <a:pt x="322" y="215"/>
                    <a:pt x="319" y="212"/>
                  </a:cubicBezTo>
                  <a:cubicBezTo>
                    <a:pt x="315" y="209"/>
                    <a:pt x="315" y="209"/>
                    <a:pt x="315" y="209"/>
                  </a:cubicBezTo>
                  <a:cubicBezTo>
                    <a:pt x="310" y="205"/>
                    <a:pt x="308" y="198"/>
                    <a:pt x="309" y="192"/>
                  </a:cubicBezTo>
                  <a:cubicBezTo>
                    <a:pt x="311" y="188"/>
                    <a:pt x="311" y="188"/>
                    <a:pt x="311" y="188"/>
                  </a:cubicBezTo>
                  <a:cubicBezTo>
                    <a:pt x="311" y="186"/>
                    <a:pt x="311" y="185"/>
                    <a:pt x="311" y="183"/>
                  </a:cubicBezTo>
                  <a:cubicBezTo>
                    <a:pt x="310" y="179"/>
                    <a:pt x="309" y="170"/>
                    <a:pt x="313" y="168"/>
                  </a:cubicBezTo>
                  <a:cubicBezTo>
                    <a:pt x="314" y="167"/>
                    <a:pt x="315" y="165"/>
                    <a:pt x="315" y="164"/>
                  </a:cubicBezTo>
                  <a:cubicBezTo>
                    <a:pt x="316" y="161"/>
                    <a:pt x="315" y="159"/>
                    <a:pt x="313" y="157"/>
                  </a:cubicBezTo>
                  <a:cubicBezTo>
                    <a:pt x="312" y="156"/>
                    <a:pt x="309" y="155"/>
                    <a:pt x="307" y="157"/>
                  </a:cubicBezTo>
                  <a:cubicBezTo>
                    <a:pt x="299" y="161"/>
                    <a:pt x="299" y="161"/>
                    <a:pt x="299" y="161"/>
                  </a:cubicBezTo>
                  <a:cubicBezTo>
                    <a:pt x="296" y="163"/>
                    <a:pt x="292" y="164"/>
                    <a:pt x="288" y="163"/>
                  </a:cubicBezTo>
                  <a:cubicBezTo>
                    <a:pt x="281" y="161"/>
                    <a:pt x="281" y="161"/>
                    <a:pt x="281" y="161"/>
                  </a:cubicBezTo>
                  <a:cubicBezTo>
                    <a:pt x="278" y="160"/>
                    <a:pt x="275" y="158"/>
                    <a:pt x="272" y="156"/>
                  </a:cubicBezTo>
                  <a:cubicBezTo>
                    <a:pt x="268" y="151"/>
                    <a:pt x="268" y="151"/>
                    <a:pt x="268" y="151"/>
                  </a:cubicBezTo>
                  <a:cubicBezTo>
                    <a:pt x="266" y="149"/>
                    <a:pt x="264" y="147"/>
                    <a:pt x="261" y="146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6" y="140"/>
                    <a:pt x="242" y="140"/>
                    <a:pt x="239" y="140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5" y="143"/>
                    <a:pt x="222" y="144"/>
                    <a:pt x="220" y="146"/>
                  </a:cubicBezTo>
                  <a:cubicBezTo>
                    <a:pt x="212" y="154"/>
                    <a:pt x="212" y="154"/>
                    <a:pt x="212" y="154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0" y="177"/>
                    <a:pt x="200" y="181"/>
                    <a:pt x="201" y="185"/>
                  </a:cubicBezTo>
                  <a:cubicBezTo>
                    <a:pt x="203" y="196"/>
                    <a:pt x="203" y="196"/>
                    <a:pt x="203" y="196"/>
                  </a:cubicBezTo>
                  <a:cubicBezTo>
                    <a:pt x="204" y="198"/>
                    <a:pt x="204" y="200"/>
                    <a:pt x="204" y="201"/>
                  </a:cubicBezTo>
                  <a:cubicBezTo>
                    <a:pt x="199" y="233"/>
                    <a:pt x="199" y="233"/>
                    <a:pt x="199" y="233"/>
                  </a:cubicBezTo>
                  <a:cubicBezTo>
                    <a:pt x="199" y="276"/>
                    <a:pt x="199" y="276"/>
                    <a:pt x="199" y="276"/>
                  </a:cubicBezTo>
                  <a:cubicBezTo>
                    <a:pt x="198" y="290"/>
                    <a:pt x="198" y="290"/>
                    <a:pt x="198" y="290"/>
                  </a:cubicBezTo>
                  <a:cubicBezTo>
                    <a:pt x="198" y="293"/>
                    <a:pt x="197" y="295"/>
                    <a:pt x="194" y="297"/>
                  </a:cubicBezTo>
                  <a:cubicBezTo>
                    <a:pt x="192" y="299"/>
                    <a:pt x="189" y="299"/>
                    <a:pt x="186" y="298"/>
                  </a:cubicBezTo>
                  <a:cubicBezTo>
                    <a:pt x="183" y="298"/>
                    <a:pt x="180" y="296"/>
                    <a:pt x="178" y="294"/>
                  </a:cubicBezTo>
                  <a:cubicBezTo>
                    <a:pt x="167" y="284"/>
                    <a:pt x="167" y="284"/>
                    <a:pt x="167" y="284"/>
                  </a:cubicBezTo>
                  <a:cubicBezTo>
                    <a:pt x="166" y="283"/>
                    <a:pt x="164" y="282"/>
                    <a:pt x="162" y="282"/>
                  </a:cubicBezTo>
                  <a:close/>
                  <a:moveTo>
                    <a:pt x="418" y="445"/>
                  </a:moveTo>
                  <a:cubicBezTo>
                    <a:pt x="416" y="446"/>
                    <a:pt x="414" y="448"/>
                    <a:pt x="413" y="451"/>
                  </a:cubicBezTo>
                  <a:cubicBezTo>
                    <a:pt x="411" y="456"/>
                    <a:pt x="411" y="456"/>
                    <a:pt x="411" y="456"/>
                  </a:cubicBezTo>
                  <a:cubicBezTo>
                    <a:pt x="411" y="459"/>
                    <a:pt x="411" y="459"/>
                    <a:pt x="411" y="459"/>
                  </a:cubicBezTo>
                  <a:cubicBezTo>
                    <a:pt x="410" y="463"/>
                    <a:pt x="414" y="468"/>
                    <a:pt x="418" y="468"/>
                  </a:cubicBezTo>
                  <a:cubicBezTo>
                    <a:pt x="421" y="469"/>
                    <a:pt x="421" y="469"/>
                    <a:pt x="421" y="469"/>
                  </a:cubicBezTo>
                  <a:cubicBezTo>
                    <a:pt x="427" y="468"/>
                    <a:pt x="427" y="468"/>
                    <a:pt x="427" y="468"/>
                  </a:cubicBezTo>
                  <a:cubicBezTo>
                    <a:pt x="430" y="468"/>
                    <a:pt x="433" y="465"/>
                    <a:pt x="434" y="462"/>
                  </a:cubicBezTo>
                  <a:cubicBezTo>
                    <a:pt x="434" y="458"/>
                    <a:pt x="434" y="458"/>
                    <a:pt x="434" y="458"/>
                  </a:cubicBezTo>
                  <a:cubicBezTo>
                    <a:pt x="435" y="456"/>
                    <a:pt x="434" y="453"/>
                    <a:pt x="432" y="452"/>
                  </a:cubicBezTo>
                  <a:cubicBezTo>
                    <a:pt x="426" y="447"/>
                    <a:pt x="426" y="447"/>
                    <a:pt x="426" y="447"/>
                  </a:cubicBezTo>
                  <a:cubicBezTo>
                    <a:pt x="424" y="445"/>
                    <a:pt x="421" y="445"/>
                    <a:pt x="418" y="445"/>
                  </a:cubicBezTo>
                  <a:close/>
                  <a:moveTo>
                    <a:pt x="261" y="537"/>
                  </a:moveTo>
                  <a:cubicBezTo>
                    <a:pt x="269" y="524"/>
                    <a:pt x="269" y="524"/>
                    <a:pt x="269" y="524"/>
                  </a:cubicBezTo>
                  <a:cubicBezTo>
                    <a:pt x="270" y="496"/>
                    <a:pt x="270" y="496"/>
                    <a:pt x="270" y="496"/>
                  </a:cubicBezTo>
                  <a:cubicBezTo>
                    <a:pt x="270" y="491"/>
                    <a:pt x="267" y="487"/>
                    <a:pt x="263" y="485"/>
                  </a:cubicBezTo>
                  <a:cubicBezTo>
                    <a:pt x="251" y="481"/>
                    <a:pt x="251" y="481"/>
                    <a:pt x="251" y="481"/>
                  </a:cubicBezTo>
                  <a:cubicBezTo>
                    <a:pt x="249" y="480"/>
                    <a:pt x="247" y="479"/>
                    <a:pt x="246" y="478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30" y="464"/>
                    <a:pt x="224" y="463"/>
                    <a:pt x="219" y="466"/>
                  </a:cubicBezTo>
                  <a:cubicBezTo>
                    <a:pt x="213" y="470"/>
                    <a:pt x="213" y="470"/>
                    <a:pt x="213" y="470"/>
                  </a:cubicBezTo>
                  <a:cubicBezTo>
                    <a:pt x="201" y="465"/>
                    <a:pt x="201" y="465"/>
                    <a:pt x="201" y="465"/>
                  </a:cubicBezTo>
                  <a:cubicBezTo>
                    <a:pt x="199" y="465"/>
                    <a:pt x="198" y="465"/>
                    <a:pt x="197" y="466"/>
                  </a:cubicBezTo>
                  <a:cubicBezTo>
                    <a:pt x="196" y="467"/>
                    <a:pt x="195" y="468"/>
                    <a:pt x="195" y="469"/>
                  </a:cubicBezTo>
                  <a:cubicBezTo>
                    <a:pt x="195" y="472"/>
                    <a:pt x="195" y="472"/>
                    <a:pt x="195" y="472"/>
                  </a:cubicBezTo>
                  <a:cubicBezTo>
                    <a:pt x="195" y="475"/>
                    <a:pt x="197" y="477"/>
                    <a:pt x="199" y="479"/>
                  </a:cubicBezTo>
                  <a:cubicBezTo>
                    <a:pt x="212" y="487"/>
                    <a:pt x="212" y="487"/>
                    <a:pt x="212" y="487"/>
                  </a:cubicBezTo>
                  <a:cubicBezTo>
                    <a:pt x="215" y="489"/>
                    <a:pt x="217" y="491"/>
                    <a:pt x="218" y="493"/>
                  </a:cubicBezTo>
                  <a:cubicBezTo>
                    <a:pt x="222" y="504"/>
                    <a:pt x="222" y="504"/>
                    <a:pt x="222" y="504"/>
                  </a:cubicBezTo>
                  <a:cubicBezTo>
                    <a:pt x="222" y="513"/>
                    <a:pt x="222" y="513"/>
                    <a:pt x="222" y="513"/>
                  </a:cubicBezTo>
                  <a:cubicBezTo>
                    <a:pt x="222" y="519"/>
                    <a:pt x="227" y="525"/>
                    <a:pt x="234" y="526"/>
                  </a:cubicBezTo>
                  <a:cubicBezTo>
                    <a:pt x="234" y="532"/>
                    <a:pt x="234" y="532"/>
                    <a:pt x="234" y="532"/>
                  </a:cubicBezTo>
                  <a:cubicBezTo>
                    <a:pt x="234" y="538"/>
                    <a:pt x="238" y="543"/>
                    <a:pt x="243" y="543"/>
                  </a:cubicBezTo>
                  <a:cubicBezTo>
                    <a:pt x="251" y="544"/>
                    <a:pt x="251" y="544"/>
                    <a:pt x="251" y="544"/>
                  </a:cubicBezTo>
                  <a:cubicBezTo>
                    <a:pt x="255" y="545"/>
                    <a:pt x="259" y="543"/>
                    <a:pt x="260" y="539"/>
                  </a:cubicBezTo>
                  <a:lnTo>
                    <a:pt x="261" y="537"/>
                  </a:lnTo>
                  <a:close/>
                  <a:moveTo>
                    <a:pt x="305" y="468"/>
                  </a:moveTo>
                  <a:cubicBezTo>
                    <a:pt x="301" y="468"/>
                    <a:pt x="287" y="465"/>
                    <a:pt x="290" y="480"/>
                  </a:cubicBezTo>
                  <a:cubicBezTo>
                    <a:pt x="293" y="494"/>
                    <a:pt x="303" y="484"/>
                    <a:pt x="305" y="480"/>
                  </a:cubicBezTo>
                  <a:cubicBezTo>
                    <a:pt x="306" y="479"/>
                    <a:pt x="306" y="478"/>
                    <a:pt x="306" y="477"/>
                  </a:cubicBezTo>
                  <a:cubicBezTo>
                    <a:pt x="305" y="472"/>
                    <a:pt x="305" y="472"/>
                    <a:pt x="305" y="472"/>
                  </a:cubicBezTo>
                  <a:cubicBezTo>
                    <a:pt x="305" y="471"/>
                    <a:pt x="305" y="470"/>
                    <a:pt x="306" y="470"/>
                  </a:cubicBezTo>
                  <a:cubicBezTo>
                    <a:pt x="306" y="470"/>
                    <a:pt x="306" y="468"/>
                    <a:pt x="305" y="468"/>
                  </a:cubicBezTo>
                  <a:close/>
                  <a:moveTo>
                    <a:pt x="278" y="534"/>
                  </a:moveTo>
                  <a:cubicBezTo>
                    <a:pt x="277" y="553"/>
                    <a:pt x="277" y="553"/>
                    <a:pt x="277" y="553"/>
                  </a:cubicBezTo>
                  <a:cubicBezTo>
                    <a:pt x="277" y="553"/>
                    <a:pt x="277" y="556"/>
                    <a:pt x="290" y="556"/>
                  </a:cubicBezTo>
                  <a:cubicBezTo>
                    <a:pt x="298" y="556"/>
                    <a:pt x="300" y="544"/>
                    <a:pt x="301" y="535"/>
                  </a:cubicBezTo>
                  <a:cubicBezTo>
                    <a:pt x="301" y="533"/>
                    <a:pt x="300" y="531"/>
                    <a:pt x="299" y="529"/>
                  </a:cubicBezTo>
                  <a:cubicBezTo>
                    <a:pt x="297" y="528"/>
                    <a:pt x="295" y="527"/>
                    <a:pt x="293" y="528"/>
                  </a:cubicBezTo>
                  <a:cubicBezTo>
                    <a:pt x="283" y="529"/>
                    <a:pt x="283" y="529"/>
                    <a:pt x="283" y="529"/>
                  </a:cubicBezTo>
                  <a:cubicBezTo>
                    <a:pt x="280" y="529"/>
                    <a:pt x="278" y="531"/>
                    <a:pt x="278" y="534"/>
                  </a:cubicBezTo>
                  <a:close/>
                  <a:moveTo>
                    <a:pt x="321" y="548"/>
                  </a:moveTo>
                  <a:cubicBezTo>
                    <a:pt x="321" y="549"/>
                    <a:pt x="322" y="549"/>
                    <a:pt x="323" y="549"/>
                  </a:cubicBezTo>
                  <a:cubicBezTo>
                    <a:pt x="324" y="549"/>
                    <a:pt x="325" y="549"/>
                    <a:pt x="326" y="548"/>
                  </a:cubicBezTo>
                  <a:cubicBezTo>
                    <a:pt x="329" y="543"/>
                    <a:pt x="329" y="543"/>
                    <a:pt x="329" y="543"/>
                  </a:cubicBezTo>
                  <a:cubicBezTo>
                    <a:pt x="330" y="542"/>
                    <a:pt x="330" y="540"/>
                    <a:pt x="330" y="539"/>
                  </a:cubicBezTo>
                  <a:cubicBezTo>
                    <a:pt x="329" y="537"/>
                    <a:pt x="328" y="536"/>
                    <a:pt x="327" y="535"/>
                  </a:cubicBezTo>
                  <a:cubicBezTo>
                    <a:pt x="325" y="535"/>
                    <a:pt x="325" y="535"/>
                    <a:pt x="325" y="535"/>
                  </a:cubicBezTo>
                  <a:cubicBezTo>
                    <a:pt x="321" y="536"/>
                    <a:pt x="321" y="536"/>
                    <a:pt x="321" y="536"/>
                  </a:cubicBezTo>
                  <a:cubicBezTo>
                    <a:pt x="319" y="537"/>
                    <a:pt x="318" y="539"/>
                    <a:pt x="317" y="540"/>
                  </a:cubicBezTo>
                  <a:cubicBezTo>
                    <a:pt x="317" y="542"/>
                    <a:pt x="317" y="544"/>
                    <a:pt x="319" y="545"/>
                  </a:cubicBezTo>
                  <a:lnTo>
                    <a:pt x="321" y="548"/>
                  </a:lnTo>
                  <a:close/>
                  <a:moveTo>
                    <a:pt x="416" y="572"/>
                  </a:moveTo>
                  <a:cubicBezTo>
                    <a:pt x="412" y="563"/>
                    <a:pt x="412" y="563"/>
                    <a:pt x="412" y="563"/>
                  </a:cubicBezTo>
                  <a:cubicBezTo>
                    <a:pt x="412" y="561"/>
                    <a:pt x="411" y="560"/>
                    <a:pt x="410" y="560"/>
                  </a:cubicBezTo>
                  <a:cubicBezTo>
                    <a:pt x="396" y="552"/>
                    <a:pt x="396" y="552"/>
                    <a:pt x="396" y="552"/>
                  </a:cubicBezTo>
                  <a:cubicBezTo>
                    <a:pt x="394" y="550"/>
                    <a:pt x="391" y="551"/>
                    <a:pt x="389" y="553"/>
                  </a:cubicBezTo>
                  <a:cubicBezTo>
                    <a:pt x="383" y="559"/>
                    <a:pt x="383" y="559"/>
                    <a:pt x="383" y="559"/>
                  </a:cubicBezTo>
                  <a:cubicBezTo>
                    <a:pt x="381" y="561"/>
                    <a:pt x="381" y="564"/>
                    <a:pt x="383" y="567"/>
                  </a:cubicBezTo>
                  <a:cubicBezTo>
                    <a:pt x="384" y="569"/>
                    <a:pt x="384" y="569"/>
                    <a:pt x="384" y="569"/>
                  </a:cubicBezTo>
                  <a:cubicBezTo>
                    <a:pt x="400" y="572"/>
                    <a:pt x="400" y="572"/>
                    <a:pt x="400" y="572"/>
                  </a:cubicBezTo>
                  <a:cubicBezTo>
                    <a:pt x="402" y="572"/>
                    <a:pt x="404" y="574"/>
                    <a:pt x="404" y="576"/>
                  </a:cubicBezTo>
                  <a:cubicBezTo>
                    <a:pt x="405" y="580"/>
                    <a:pt x="405" y="580"/>
                    <a:pt x="405" y="580"/>
                  </a:cubicBezTo>
                  <a:cubicBezTo>
                    <a:pt x="407" y="590"/>
                    <a:pt x="407" y="590"/>
                    <a:pt x="407" y="590"/>
                  </a:cubicBezTo>
                  <a:cubicBezTo>
                    <a:pt x="408" y="592"/>
                    <a:pt x="410" y="594"/>
                    <a:pt x="412" y="594"/>
                  </a:cubicBezTo>
                  <a:cubicBezTo>
                    <a:pt x="424" y="597"/>
                    <a:pt x="424" y="597"/>
                    <a:pt x="424" y="597"/>
                  </a:cubicBezTo>
                  <a:cubicBezTo>
                    <a:pt x="428" y="592"/>
                    <a:pt x="428" y="592"/>
                    <a:pt x="428" y="592"/>
                  </a:cubicBezTo>
                  <a:cubicBezTo>
                    <a:pt x="431" y="589"/>
                    <a:pt x="430" y="585"/>
                    <a:pt x="428" y="583"/>
                  </a:cubicBezTo>
                  <a:lnTo>
                    <a:pt x="416" y="572"/>
                  </a:lnTo>
                  <a:close/>
                  <a:moveTo>
                    <a:pt x="303" y="577"/>
                  </a:moveTo>
                  <a:cubicBezTo>
                    <a:pt x="300" y="577"/>
                    <a:pt x="297" y="579"/>
                    <a:pt x="296" y="581"/>
                  </a:cubicBezTo>
                  <a:cubicBezTo>
                    <a:pt x="295" y="584"/>
                    <a:pt x="295" y="587"/>
                    <a:pt x="296" y="589"/>
                  </a:cubicBezTo>
                  <a:cubicBezTo>
                    <a:pt x="299" y="595"/>
                    <a:pt x="299" y="595"/>
                    <a:pt x="299" y="595"/>
                  </a:cubicBezTo>
                  <a:cubicBezTo>
                    <a:pt x="301" y="598"/>
                    <a:pt x="301" y="601"/>
                    <a:pt x="301" y="604"/>
                  </a:cubicBezTo>
                  <a:cubicBezTo>
                    <a:pt x="301" y="622"/>
                    <a:pt x="301" y="622"/>
                    <a:pt x="301" y="622"/>
                  </a:cubicBezTo>
                  <a:cubicBezTo>
                    <a:pt x="301" y="626"/>
                    <a:pt x="300" y="629"/>
                    <a:pt x="298" y="631"/>
                  </a:cubicBezTo>
                  <a:cubicBezTo>
                    <a:pt x="295" y="634"/>
                    <a:pt x="295" y="634"/>
                    <a:pt x="295" y="634"/>
                  </a:cubicBezTo>
                  <a:cubicBezTo>
                    <a:pt x="293" y="636"/>
                    <a:pt x="292" y="639"/>
                    <a:pt x="293" y="641"/>
                  </a:cubicBezTo>
                  <a:cubicBezTo>
                    <a:pt x="295" y="654"/>
                    <a:pt x="295" y="654"/>
                    <a:pt x="295" y="654"/>
                  </a:cubicBezTo>
                  <a:cubicBezTo>
                    <a:pt x="295" y="657"/>
                    <a:pt x="297" y="659"/>
                    <a:pt x="299" y="661"/>
                  </a:cubicBezTo>
                  <a:cubicBezTo>
                    <a:pt x="302" y="662"/>
                    <a:pt x="305" y="662"/>
                    <a:pt x="307" y="660"/>
                  </a:cubicBezTo>
                  <a:cubicBezTo>
                    <a:pt x="310" y="659"/>
                    <a:pt x="310" y="659"/>
                    <a:pt x="310" y="659"/>
                  </a:cubicBezTo>
                  <a:cubicBezTo>
                    <a:pt x="319" y="656"/>
                    <a:pt x="319" y="656"/>
                    <a:pt x="319" y="656"/>
                  </a:cubicBezTo>
                  <a:cubicBezTo>
                    <a:pt x="324" y="655"/>
                    <a:pt x="329" y="657"/>
                    <a:pt x="331" y="661"/>
                  </a:cubicBezTo>
                  <a:cubicBezTo>
                    <a:pt x="331" y="661"/>
                    <a:pt x="331" y="661"/>
                    <a:pt x="331" y="661"/>
                  </a:cubicBezTo>
                  <a:cubicBezTo>
                    <a:pt x="332" y="663"/>
                    <a:pt x="334" y="664"/>
                    <a:pt x="335" y="664"/>
                  </a:cubicBezTo>
                  <a:cubicBezTo>
                    <a:pt x="337" y="664"/>
                    <a:pt x="339" y="663"/>
                    <a:pt x="340" y="662"/>
                  </a:cubicBezTo>
                  <a:cubicBezTo>
                    <a:pt x="342" y="658"/>
                    <a:pt x="342" y="658"/>
                    <a:pt x="342" y="658"/>
                  </a:cubicBezTo>
                  <a:cubicBezTo>
                    <a:pt x="344" y="655"/>
                    <a:pt x="343" y="652"/>
                    <a:pt x="341" y="650"/>
                  </a:cubicBezTo>
                  <a:cubicBezTo>
                    <a:pt x="339" y="648"/>
                    <a:pt x="337" y="645"/>
                    <a:pt x="340" y="645"/>
                  </a:cubicBezTo>
                  <a:cubicBezTo>
                    <a:pt x="345" y="645"/>
                    <a:pt x="348" y="637"/>
                    <a:pt x="348" y="637"/>
                  </a:cubicBezTo>
                  <a:cubicBezTo>
                    <a:pt x="358" y="626"/>
                    <a:pt x="358" y="626"/>
                    <a:pt x="358" y="626"/>
                  </a:cubicBezTo>
                  <a:cubicBezTo>
                    <a:pt x="362" y="615"/>
                    <a:pt x="362" y="615"/>
                    <a:pt x="362" y="615"/>
                  </a:cubicBezTo>
                  <a:cubicBezTo>
                    <a:pt x="363" y="612"/>
                    <a:pt x="362" y="609"/>
                    <a:pt x="361" y="607"/>
                  </a:cubicBezTo>
                  <a:cubicBezTo>
                    <a:pt x="360" y="604"/>
                    <a:pt x="357" y="602"/>
                    <a:pt x="355" y="602"/>
                  </a:cubicBezTo>
                  <a:cubicBezTo>
                    <a:pt x="346" y="599"/>
                    <a:pt x="346" y="599"/>
                    <a:pt x="346" y="599"/>
                  </a:cubicBezTo>
                  <a:cubicBezTo>
                    <a:pt x="338" y="598"/>
                    <a:pt x="338" y="598"/>
                    <a:pt x="338" y="598"/>
                  </a:cubicBezTo>
                  <a:cubicBezTo>
                    <a:pt x="327" y="596"/>
                    <a:pt x="327" y="596"/>
                    <a:pt x="327" y="596"/>
                  </a:cubicBezTo>
                  <a:cubicBezTo>
                    <a:pt x="324" y="595"/>
                    <a:pt x="322" y="593"/>
                    <a:pt x="320" y="590"/>
                  </a:cubicBezTo>
                  <a:cubicBezTo>
                    <a:pt x="318" y="585"/>
                    <a:pt x="318" y="585"/>
                    <a:pt x="318" y="585"/>
                  </a:cubicBezTo>
                  <a:cubicBezTo>
                    <a:pt x="305" y="576"/>
                    <a:pt x="305" y="576"/>
                    <a:pt x="305" y="576"/>
                  </a:cubicBezTo>
                  <a:lnTo>
                    <a:pt x="303" y="577"/>
                  </a:lnTo>
                  <a:close/>
                  <a:moveTo>
                    <a:pt x="370" y="636"/>
                  </a:moveTo>
                  <a:cubicBezTo>
                    <a:pt x="363" y="643"/>
                    <a:pt x="363" y="643"/>
                    <a:pt x="363" y="643"/>
                  </a:cubicBezTo>
                  <a:cubicBezTo>
                    <a:pt x="359" y="656"/>
                    <a:pt x="359" y="656"/>
                    <a:pt x="359" y="656"/>
                  </a:cubicBezTo>
                  <a:cubicBezTo>
                    <a:pt x="353" y="665"/>
                    <a:pt x="353" y="665"/>
                    <a:pt x="353" y="665"/>
                  </a:cubicBezTo>
                  <a:cubicBezTo>
                    <a:pt x="351" y="666"/>
                    <a:pt x="351" y="669"/>
                    <a:pt x="351" y="671"/>
                  </a:cubicBezTo>
                  <a:cubicBezTo>
                    <a:pt x="351" y="687"/>
                    <a:pt x="351" y="687"/>
                    <a:pt x="351" y="687"/>
                  </a:cubicBezTo>
                  <a:cubicBezTo>
                    <a:pt x="351" y="690"/>
                    <a:pt x="349" y="693"/>
                    <a:pt x="346" y="694"/>
                  </a:cubicBezTo>
                  <a:cubicBezTo>
                    <a:pt x="331" y="699"/>
                    <a:pt x="331" y="699"/>
                    <a:pt x="331" y="699"/>
                  </a:cubicBezTo>
                  <a:cubicBezTo>
                    <a:pt x="326" y="702"/>
                    <a:pt x="326" y="702"/>
                    <a:pt x="326" y="702"/>
                  </a:cubicBezTo>
                  <a:cubicBezTo>
                    <a:pt x="323" y="704"/>
                    <a:pt x="322" y="707"/>
                    <a:pt x="323" y="710"/>
                  </a:cubicBezTo>
                  <a:cubicBezTo>
                    <a:pt x="324" y="716"/>
                    <a:pt x="324" y="716"/>
                    <a:pt x="324" y="716"/>
                  </a:cubicBezTo>
                  <a:cubicBezTo>
                    <a:pt x="325" y="718"/>
                    <a:pt x="326" y="720"/>
                    <a:pt x="329" y="721"/>
                  </a:cubicBezTo>
                  <a:cubicBezTo>
                    <a:pt x="330" y="722"/>
                    <a:pt x="330" y="722"/>
                    <a:pt x="330" y="722"/>
                  </a:cubicBezTo>
                  <a:cubicBezTo>
                    <a:pt x="341" y="730"/>
                    <a:pt x="341" y="730"/>
                    <a:pt x="341" y="730"/>
                  </a:cubicBezTo>
                  <a:cubicBezTo>
                    <a:pt x="352" y="743"/>
                    <a:pt x="352" y="743"/>
                    <a:pt x="352" y="743"/>
                  </a:cubicBezTo>
                  <a:cubicBezTo>
                    <a:pt x="355" y="751"/>
                    <a:pt x="355" y="751"/>
                    <a:pt x="355" y="751"/>
                  </a:cubicBezTo>
                  <a:cubicBezTo>
                    <a:pt x="356" y="753"/>
                    <a:pt x="359" y="754"/>
                    <a:pt x="361" y="753"/>
                  </a:cubicBezTo>
                  <a:cubicBezTo>
                    <a:pt x="376" y="749"/>
                    <a:pt x="376" y="749"/>
                    <a:pt x="376" y="749"/>
                  </a:cubicBezTo>
                  <a:cubicBezTo>
                    <a:pt x="379" y="745"/>
                    <a:pt x="379" y="745"/>
                    <a:pt x="379" y="745"/>
                  </a:cubicBezTo>
                  <a:cubicBezTo>
                    <a:pt x="381" y="743"/>
                    <a:pt x="381" y="740"/>
                    <a:pt x="380" y="737"/>
                  </a:cubicBezTo>
                  <a:cubicBezTo>
                    <a:pt x="373" y="726"/>
                    <a:pt x="373" y="726"/>
                    <a:pt x="373" y="726"/>
                  </a:cubicBezTo>
                  <a:cubicBezTo>
                    <a:pt x="370" y="708"/>
                    <a:pt x="370" y="708"/>
                    <a:pt x="370" y="708"/>
                  </a:cubicBezTo>
                  <a:cubicBezTo>
                    <a:pt x="370" y="706"/>
                    <a:pt x="370" y="704"/>
                    <a:pt x="371" y="702"/>
                  </a:cubicBezTo>
                  <a:cubicBezTo>
                    <a:pt x="376" y="689"/>
                    <a:pt x="376" y="689"/>
                    <a:pt x="376" y="689"/>
                  </a:cubicBezTo>
                  <a:cubicBezTo>
                    <a:pt x="383" y="674"/>
                    <a:pt x="383" y="674"/>
                    <a:pt x="383" y="674"/>
                  </a:cubicBezTo>
                  <a:cubicBezTo>
                    <a:pt x="389" y="664"/>
                    <a:pt x="389" y="664"/>
                    <a:pt x="389" y="664"/>
                  </a:cubicBezTo>
                  <a:cubicBezTo>
                    <a:pt x="390" y="663"/>
                    <a:pt x="391" y="662"/>
                    <a:pt x="391" y="661"/>
                  </a:cubicBezTo>
                  <a:cubicBezTo>
                    <a:pt x="393" y="645"/>
                    <a:pt x="393" y="645"/>
                    <a:pt x="393" y="645"/>
                  </a:cubicBezTo>
                  <a:cubicBezTo>
                    <a:pt x="393" y="641"/>
                    <a:pt x="391" y="637"/>
                    <a:pt x="387" y="636"/>
                  </a:cubicBezTo>
                  <a:cubicBezTo>
                    <a:pt x="377" y="634"/>
                    <a:pt x="377" y="634"/>
                    <a:pt x="377" y="634"/>
                  </a:cubicBezTo>
                  <a:cubicBezTo>
                    <a:pt x="374" y="633"/>
                    <a:pt x="372" y="634"/>
                    <a:pt x="370" y="636"/>
                  </a:cubicBezTo>
                  <a:close/>
                  <a:moveTo>
                    <a:pt x="533" y="555"/>
                  </a:moveTo>
                  <a:cubicBezTo>
                    <a:pt x="528" y="544"/>
                    <a:pt x="528" y="544"/>
                    <a:pt x="528" y="544"/>
                  </a:cubicBezTo>
                  <a:cubicBezTo>
                    <a:pt x="523" y="542"/>
                    <a:pt x="523" y="542"/>
                    <a:pt x="523" y="542"/>
                  </a:cubicBezTo>
                  <a:cubicBezTo>
                    <a:pt x="521" y="542"/>
                    <a:pt x="519" y="540"/>
                    <a:pt x="518" y="538"/>
                  </a:cubicBezTo>
                  <a:cubicBezTo>
                    <a:pt x="516" y="534"/>
                    <a:pt x="516" y="534"/>
                    <a:pt x="516" y="534"/>
                  </a:cubicBezTo>
                  <a:cubicBezTo>
                    <a:pt x="515" y="532"/>
                    <a:pt x="514" y="531"/>
                    <a:pt x="512" y="531"/>
                  </a:cubicBezTo>
                  <a:cubicBezTo>
                    <a:pt x="495" y="524"/>
                    <a:pt x="495" y="524"/>
                    <a:pt x="495" y="524"/>
                  </a:cubicBezTo>
                  <a:cubicBezTo>
                    <a:pt x="482" y="524"/>
                    <a:pt x="482" y="524"/>
                    <a:pt x="482" y="524"/>
                  </a:cubicBezTo>
                  <a:cubicBezTo>
                    <a:pt x="471" y="528"/>
                    <a:pt x="471" y="528"/>
                    <a:pt x="471" y="528"/>
                  </a:cubicBezTo>
                  <a:cubicBezTo>
                    <a:pt x="471" y="528"/>
                    <a:pt x="462" y="520"/>
                    <a:pt x="453" y="527"/>
                  </a:cubicBezTo>
                  <a:cubicBezTo>
                    <a:pt x="450" y="529"/>
                    <a:pt x="449" y="533"/>
                    <a:pt x="450" y="536"/>
                  </a:cubicBezTo>
                  <a:cubicBezTo>
                    <a:pt x="457" y="553"/>
                    <a:pt x="457" y="553"/>
                    <a:pt x="457" y="553"/>
                  </a:cubicBezTo>
                  <a:cubicBezTo>
                    <a:pt x="458" y="555"/>
                    <a:pt x="459" y="556"/>
                    <a:pt x="462" y="557"/>
                  </a:cubicBezTo>
                  <a:cubicBezTo>
                    <a:pt x="467" y="558"/>
                    <a:pt x="467" y="558"/>
                    <a:pt x="467" y="558"/>
                  </a:cubicBezTo>
                  <a:cubicBezTo>
                    <a:pt x="470" y="558"/>
                    <a:pt x="472" y="558"/>
                    <a:pt x="474" y="556"/>
                  </a:cubicBezTo>
                  <a:cubicBezTo>
                    <a:pt x="477" y="553"/>
                    <a:pt x="477" y="553"/>
                    <a:pt x="477" y="553"/>
                  </a:cubicBezTo>
                  <a:cubicBezTo>
                    <a:pt x="477" y="552"/>
                    <a:pt x="478" y="552"/>
                    <a:pt x="479" y="552"/>
                  </a:cubicBezTo>
                  <a:cubicBezTo>
                    <a:pt x="480" y="553"/>
                    <a:pt x="481" y="553"/>
                    <a:pt x="481" y="554"/>
                  </a:cubicBezTo>
                  <a:cubicBezTo>
                    <a:pt x="483" y="562"/>
                    <a:pt x="483" y="562"/>
                    <a:pt x="483" y="562"/>
                  </a:cubicBezTo>
                  <a:cubicBezTo>
                    <a:pt x="486" y="568"/>
                    <a:pt x="486" y="568"/>
                    <a:pt x="486" y="568"/>
                  </a:cubicBezTo>
                  <a:cubicBezTo>
                    <a:pt x="483" y="586"/>
                    <a:pt x="483" y="586"/>
                    <a:pt x="483" y="586"/>
                  </a:cubicBezTo>
                  <a:cubicBezTo>
                    <a:pt x="487" y="588"/>
                    <a:pt x="487" y="588"/>
                    <a:pt x="487" y="588"/>
                  </a:cubicBezTo>
                  <a:cubicBezTo>
                    <a:pt x="488" y="588"/>
                    <a:pt x="488" y="589"/>
                    <a:pt x="489" y="590"/>
                  </a:cubicBezTo>
                  <a:cubicBezTo>
                    <a:pt x="489" y="591"/>
                    <a:pt x="489" y="592"/>
                    <a:pt x="488" y="593"/>
                  </a:cubicBezTo>
                  <a:cubicBezTo>
                    <a:pt x="483" y="598"/>
                    <a:pt x="483" y="598"/>
                    <a:pt x="483" y="598"/>
                  </a:cubicBezTo>
                  <a:cubicBezTo>
                    <a:pt x="477" y="610"/>
                    <a:pt x="477" y="610"/>
                    <a:pt x="477" y="610"/>
                  </a:cubicBezTo>
                  <a:cubicBezTo>
                    <a:pt x="470" y="612"/>
                    <a:pt x="470" y="612"/>
                    <a:pt x="470" y="612"/>
                  </a:cubicBezTo>
                  <a:cubicBezTo>
                    <a:pt x="468" y="596"/>
                    <a:pt x="468" y="596"/>
                    <a:pt x="468" y="596"/>
                  </a:cubicBezTo>
                  <a:cubicBezTo>
                    <a:pt x="468" y="593"/>
                    <a:pt x="466" y="591"/>
                    <a:pt x="463" y="591"/>
                  </a:cubicBezTo>
                  <a:cubicBezTo>
                    <a:pt x="454" y="591"/>
                    <a:pt x="454" y="591"/>
                    <a:pt x="454" y="591"/>
                  </a:cubicBezTo>
                  <a:cubicBezTo>
                    <a:pt x="454" y="591"/>
                    <a:pt x="446" y="594"/>
                    <a:pt x="451" y="607"/>
                  </a:cubicBezTo>
                  <a:cubicBezTo>
                    <a:pt x="454" y="614"/>
                    <a:pt x="455" y="621"/>
                    <a:pt x="455" y="625"/>
                  </a:cubicBezTo>
                  <a:cubicBezTo>
                    <a:pt x="456" y="627"/>
                    <a:pt x="457" y="630"/>
                    <a:pt x="459" y="631"/>
                  </a:cubicBezTo>
                  <a:cubicBezTo>
                    <a:pt x="464" y="634"/>
                    <a:pt x="464" y="634"/>
                    <a:pt x="464" y="634"/>
                  </a:cubicBezTo>
                  <a:cubicBezTo>
                    <a:pt x="465" y="634"/>
                    <a:pt x="467" y="634"/>
                    <a:pt x="468" y="634"/>
                  </a:cubicBezTo>
                  <a:cubicBezTo>
                    <a:pt x="470" y="633"/>
                    <a:pt x="472" y="633"/>
                    <a:pt x="474" y="635"/>
                  </a:cubicBezTo>
                  <a:cubicBezTo>
                    <a:pt x="476" y="639"/>
                    <a:pt x="477" y="652"/>
                    <a:pt x="477" y="652"/>
                  </a:cubicBezTo>
                  <a:cubicBezTo>
                    <a:pt x="478" y="671"/>
                    <a:pt x="478" y="671"/>
                    <a:pt x="478" y="671"/>
                  </a:cubicBezTo>
                  <a:cubicBezTo>
                    <a:pt x="478" y="671"/>
                    <a:pt x="470" y="682"/>
                    <a:pt x="480" y="689"/>
                  </a:cubicBezTo>
                  <a:cubicBezTo>
                    <a:pt x="489" y="696"/>
                    <a:pt x="499" y="689"/>
                    <a:pt x="499" y="689"/>
                  </a:cubicBezTo>
                  <a:cubicBezTo>
                    <a:pt x="506" y="679"/>
                    <a:pt x="506" y="679"/>
                    <a:pt x="506" y="679"/>
                  </a:cubicBezTo>
                  <a:cubicBezTo>
                    <a:pt x="506" y="666"/>
                    <a:pt x="506" y="666"/>
                    <a:pt x="506" y="666"/>
                  </a:cubicBezTo>
                  <a:cubicBezTo>
                    <a:pt x="498" y="650"/>
                    <a:pt x="498" y="650"/>
                    <a:pt x="498" y="650"/>
                  </a:cubicBezTo>
                  <a:cubicBezTo>
                    <a:pt x="499" y="641"/>
                    <a:pt x="499" y="641"/>
                    <a:pt x="499" y="641"/>
                  </a:cubicBezTo>
                  <a:cubicBezTo>
                    <a:pt x="498" y="621"/>
                    <a:pt x="498" y="621"/>
                    <a:pt x="498" y="621"/>
                  </a:cubicBezTo>
                  <a:cubicBezTo>
                    <a:pt x="500" y="610"/>
                    <a:pt x="500" y="610"/>
                    <a:pt x="500" y="610"/>
                  </a:cubicBezTo>
                  <a:cubicBezTo>
                    <a:pt x="500" y="610"/>
                    <a:pt x="509" y="608"/>
                    <a:pt x="509" y="616"/>
                  </a:cubicBezTo>
                  <a:cubicBezTo>
                    <a:pt x="509" y="625"/>
                    <a:pt x="518" y="626"/>
                    <a:pt x="518" y="626"/>
                  </a:cubicBezTo>
                  <a:cubicBezTo>
                    <a:pt x="531" y="619"/>
                    <a:pt x="531" y="619"/>
                    <a:pt x="531" y="619"/>
                  </a:cubicBezTo>
                  <a:cubicBezTo>
                    <a:pt x="531" y="619"/>
                    <a:pt x="534" y="609"/>
                    <a:pt x="534" y="604"/>
                  </a:cubicBezTo>
                  <a:cubicBezTo>
                    <a:pt x="534" y="599"/>
                    <a:pt x="525" y="591"/>
                    <a:pt x="525" y="591"/>
                  </a:cubicBezTo>
                  <a:cubicBezTo>
                    <a:pt x="523" y="577"/>
                    <a:pt x="523" y="577"/>
                    <a:pt x="523" y="577"/>
                  </a:cubicBezTo>
                  <a:cubicBezTo>
                    <a:pt x="530" y="562"/>
                    <a:pt x="530" y="562"/>
                    <a:pt x="530" y="562"/>
                  </a:cubicBezTo>
                  <a:lnTo>
                    <a:pt x="533" y="555"/>
                  </a:lnTo>
                  <a:close/>
                  <a:moveTo>
                    <a:pt x="432" y="619"/>
                  </a:moveTo>
                  <a:cubicBezTo>
                    <a:pt x="426" y="620"/>
                    <a:pt x="426" y="620"/>
                    <a:pt x="426" y="620"/>
                  </a:cubicBezTo>
                  <a:cubicBezTo>
                    <a:pt x="425" y="620"/>
                    <a:pt x="424" y="621"/>
                    <a:pt x="424" y="622"/>
                  </a:cubicBezTo>
                  <a:cubicBezTo>
                    <a:pt x="420" y="640"/>
                    <a:pt x="420" y="640"/>
                    <a:pt x="420" y="640"/>
                  </a:cubicBezTo>
                  <a:cubicBezTo>
                    <a:pt x="420" y="642"/>
                    <a:pt x="419" y="644"/>
                    <a:pt x="418" y="646"/>
                  </a:cubicBezTo>
                  <a:cubicBezTo>
                    <a:pt x="410" y="658"/>
                    <a:pt x="410" y="658"/>
                    <a:pt x="410" y="658"/>
                  </a:cubicBezTo>
                  <a:cubicBezTo>
                    <a:pt x="398" y="677"/>
                    <a:pt x="398" y="677"/>
                    <a:pt x="398" y="677"/>
                  </a:cubicBezTo>
                  <a:cubicBezTo>
                    <a:pt x="396" y="681"/>
                    <a:pt x="394" y="685"/>
                    <a:pt x="394" y="689"/>
                  </a:cubicBezTo>
                  <a:cubicBezTo>
                    <a:pt x="394" y="706"/>
                    <a:pt x="394" y="706"/>
                    <a:pt x="394" y="706"/>
                  </a:cubicBezTo>
                  <a:cubicBezTo>
                    <a:pt x="394" y="707"/>
                    <a:pt x="395" y="708"/>
                    <a:pt x="396" y="709"/>
                  </a:cubicBezTo>
                  <a:cubicBezTo>
                    <a:pt x="397" y="709"/>
                    <a:pt x="398" y="708"/>
                    <a:pt x="399" y="707"/>
                  </a:cubicBezTo>
                  <a:cubicBezTo>
                    <a:pt x="403" y="699"/>
                    <a:pt x="403" y="699"/>
                    <a:pt x="403" y="699"/>
                  </a:cubicBezTo>
                  <a:cubicBezTo>
                    <a:pt x="411" y="691"/>
                    <a:pt x="411" y="691"/>
                    <a:pt x="411" y="691"/>
                  </a:cubicBezTo>
                  <a:cubicBezTo>
                    <a:pt x="413" y="683"/>
                    <a:pt x="413" y="683"/>
                    <a:pt x="413" y="683"/>
                  </a:cubicBezTo>
                  <a:cubicBezTo>
                    <a:pt x="416" y="674"/>
                    <a:pt x="416" y="674"/>
                    <a:pt x="416" y="674"/>
                  </a:cubicBezTo>
                  <a:cubicBezTo>
                    <a:pt x="417" y="673"/>
                    <a:pt x="418" y="672"/>
                    <a:pt x="420" y="671"/>
                  </a:cubicBezTo>
                  <a:cubicBezTo>
                    <a:pt x="425" y="670"/>
                    <a:pt x="425" y="670"/>
                    <a:pt x="425" y="670"/>
                  </a:cubicBezTo>
                  <a:cubicBezTo>
                    <a:pt x="431" y="661"/>
                    <a:pt x="431" y="661"/>
                    <a:pt x="431" y="661"/>
                  </a:cubicBezTo>
                  <a:cubicBezTo>
                    <a:pt x="433" y="646"/>
                    <a:pt x="433" y="646"/>
                    <a:pt x="433" y="646"/>
                  </a:cubicBezTo>
                  <a:cubicBezTo>
                    <a:pt x="434" y="634"/>
                    <a:pt x="434" y="634"/>
                    <a:pt x="434" y="634"/>
                  </a:cubicBezTo>
                  <a:cubicBezTo>
                    <a:pt x="435" y="622"/>
                    <a:pt x="435" y="622"/>
                    <a:pt x="435" y="622"/>
                  </a:cubicBezTo>
                  <a:cubicBezTo>
                    <a:pt x="435" y="621"/>
                    <a:pt x="435" y="621"/>
                    <a:pt x="434" y="620"/>
                  </a:cubicBezTo>
                  <a:cubicBezTo>
                    <a:pt x="434" y="619"/>
                    <a:pt x="433" y="619"/>
                    <a:pt x="432" y="619"/>
                  </a:cubicBezTo>
                  <a:close/>
                  <a:moveTo>
                    <a:pt x="429" y="705"/>
                  </a:moveTo>
                  <a:cubicBezTo>
                    <a:pt x="426" y="712"/>
                    <a:pt x="426" y="712"/>
                    <a:pt x="426" y="712"/>
                  </a:cubicBezTo>
                  <a:cubicBezTo>
                    <a:pt x="419" y="713"/>
                    <a:pt x="419" y="713"/>
                    <a:pt x="419" y="713"/>
                  </a:cubicBezTo>
                  <a:cubicBezTo>
                    <a:pt x="419" y="713"/>
                    <a:pt x="411" y="716"/>
                    <a:pt x="412" y="719"/>
                  </a:cubicBezTo>
                  <a:cubicBezTo>
                    <a:pt x="413" y="723"/>
                    <a:pt x="413" y="723"/>
                    <a:pt x="413" y="723"/>
                  </a:cubicBezTo>
                  <a:cubicBezTo>
                    <a:pt x="420" y="725"/>
                    <a:pt x="420" y="725"/>
                    <a:pt x="420" y="725"/>
                  </a:cubicBezTo>
                  <a:cubicBezTo>
                    <a:pt x="435" y="727"/>
                    <a:pt x="435" y="727"/>
                    <a:pt x="435" y="727"/>
                  </a:cubicBezTo>
                  <a:cubicBezTo>
                    <a:pt x="445" y="724"/>
                    <a:pt x="445" y="724"/>
                    <a:pt x="445" y="724"/>
                  </a:cubicBezTo>
                  <a:cubicBezTo>
                    <a:pt x="462" y="708"/>
                    <a:pt x="462" y="708"/>
                    <a:pt x="462" y="708"/>
                  </a:cubicBezTo>
                  <a:cubicBezTo>
                    <a:pt x="461" y="696"/>
                    <a:pt x="461" y="696"/>
                    <a:pt x="461" y="696"/>
                  </a:cubicBezTo>
                  <a:cubicBezTo>
                    <a:pt x="458" y="693"/>
                    <a:pt x="458" y="693"/>
                    <a:pt x="458" y="693"/>
                  </a:cubicBezTo>
                  <a:cubicBezTo>
                    <a:pt x="456" y="691"/>
                    <a:pt x="454" y="690"/>
                    <a:pt x="451" y="692"/>
                  </a:cubicBezTo>
                  <a:cubicBezTo>
                    <a:pt x="438" y="698"/>
                    <a:pt x="438" y="698"/>
                    <a:pt x="438" y="698"/>
                  </a:cubicBezTo>
                  <a:cubicBezTo>
                    <a:pt x="433" y="701"/>
                    <a:pt x="433" y="701"/>
                    <a:pt x="433" y="701"/>
                  </a:cubicBezTo>
                  <a:cubicBezTo>
                    <a:pt x="431" y="702"/>
                    <a:pt x="429" y="703"/>
                    <a:pt x="429" y="705"/>
                  </a:cubicBezTo>
                  <a:close/>
                  <a:moveTo>
                    <a:pt x="121" y="638"/>
                  </a:moveTo>
                  <a:cubicBezTo>
                    <a:pt x="128" y="637"/>
                    <a:pt x="128" y="637"/>
                    <a:pt x="128" y="637"/>
                  </a:cubicBezTo>
                  <a:cubicBezTo>
                    <a:pt x="128" y="637"/>
                    <a:pt x="129" y="637"/>
                    <a:pt x="129" y="636"/>
                  </a:cubicBezTo>
                  <a:cubicBezTo>
                    <a:pt x="137" y="629"/>
                    <a:pt x="137" y="629"/>
                    <a:pt x="137" y="629"/>
                  </a:cubicBezTo>
                  <a:cubicBezTo>
                    <a:pt x="138" y="628"/>
                    <a:pt x="139" y="626"/>
                    <a:pt x="138" y="624"/>
                  </a:cubicBezTo>
                  <a:cubicBezTo>
                    <a:pt x="134" y="618"/>
                    <a:pt x="134" y="618"/>
                    <a:pt x="134" y="618"/>
                  </a:cubicBezTo>
                  <a:cubicBezTo>
                    <a:pt x="133" y="617"/>
                    <a:pt x="132" y="616"/>
                    <a:pt x="130" y="616"/>
                  </a:cubicBezTo>
                  <a:cubicBezTo>
                    <a:pt x="128" y="616"/>
                    <a:pt x="127" y="617"/>
                    <a:pt x="126" y="618"/>
                  </a:cubicBezTo>
                  <a:cubicBezTo>
                    <a:pt x="123" y="624"/>
                    <a:pt x="123" y="624"/>
                    <a:pt x="123" y="624"/>
                  </a:cubicBezTo>
                  <a:cubicBezTo>
                    <a:pt x="117" y="632"/>
                    <a:pt x="117" y="632"/>
                    <a:pt x="117" y="632"/>
                  </a:cubicBezTo>
                  <a:cubicBezTo>
                    <a:pt x="116" y="633"/>
                    <a:pt x="116" y="635"/>
                    <a:pt x="117" y="636"/>
                  </a:cubicBezTo>
                  <a:cubicBezTo>
                    <a:pt x="118" y="638"/>
                    <a:pt x="119" y="638"/>
                    <a:pt x="121" y="638"/>
                  </a:cubicBezTo>
                  <a:close/>
                  <a:moveTo>
                    <a:pt x="103" y="675"/>
                  </a:moveTo>
                  <a:cubicBezTo>
                    <a:pt x="101" y="675"/>
                    <a:pt x="99" y="676"/>
                    <a:pt x="97" y="677"/>
                  </a:cubicBezTo>
                  <a:cubicBezTo>
                    <a:pt x="89" y="685"/>
                    <a:pt x="89" y="685"/>
                    <a:pt x="89" y="685"/>
                  </a:cubicBezTo>
                  <a:cubicBezTo>
                    <a:pt x="85" y="689"/>
                    <a:pt x="85" y="689"/>
                    <a:pt x="85" y="689"/>
                  </a:cubicBezTo>
                  <a:cubicBezTo>
                    <a:pt x="84" y="691"/>
                    <a:pt x="84" y="693"/>
                    <a:pt x="85" y="694"/>
                  </a:cubicBezTo>
                  <a:cubicBezTo>
                    <a:pt x="85" y="696"/>
                    <a:pt x="87" y="697"/>
                    <a:pt x="89" y="697"/>
                  </a:cubicBezTo>
                  <a:cubicBezTo>
                    <a:pt x="104" y="696"/>
                    <a:pt x="104" y="696"/>
                    <a:pt x="104" y="696"/>
                  </a:cubicBezTo>
                  <a:cubicBezTo>
                    <a:pt x="106" y="696"/>
                    <a:pt x="108" y="696"/>
                    <a:pt x="109" y="697"/>
                  </a:cubicBezTo>
                  <a:cubicBezTo>
                    <a:pt x="113" y="699"/>
                    <a:pt x="119" y="700"/>
                    <a:pt x="119" y="695"/>
                  </a:cubicBezTo>
                  <a:cubicBezTo>
                    <a:pt x="119" y="688"/>
                    <a:pt x="119" y="678"/>
                    <a:pt x="119" y="678"/>
                  </a:cubicBezTo>
                  <a:cubicBezTo>
                    <a:pt x="119" y="678"/>
                    <a:pt x="127" y="669"/>
                    <a:pt x="132" y="669"/>
                  </a:cubicBezTo>
                  <a:cubicBezTo>
                    <a:pt x="137" y="669"/>
                    <a:pt x="149" y="668"/>
                    <a:pt x="153" y="667"/>
                  </a:cubicBezTo>
                  <a:cubicBezTo>
                    <a:pt x="156" y="665"/>
                    <a:pt x="159" y="657"/>
                    <a:pt x="159" y="657"/>
                  </a:cubicBezTo>
                  <a:cubicBezTo>
                    <a:pt x="142" y="657"/>
                    <a:pt x="142" y="657"/>
                    <a:pt x="142" y="657"/>
                  </a:cubicBezTo>
                  <a:cubicBezTo>
                    <a:pt x="138" y="649"/>
                    <a:pt x="138" y="649"/>
                    <a:pt x="138" y="649"/>
                  </a:cubicBezTo>
                  <a:cubicBezTo>
                    <a:pt x="130" y="647"/>
                    <a:pt x="130" y="647"/>
                    <a:pt x="130" y="647"/>
                  </a:cubicBezTo>
                  <a:cubicBezTo>
                    <a:pt x="124" y="652"/>
                    <a:pt x="124" y="652"/>
                    <a:pt x="124" y="652"/>
                  </a:cubicBezTo>
                  <a:cubicBezTo>
                    <a:pt x="118" y="665"/>
                    <a:pt x="118" y="665"/>
                    <a:pt x="118" y="665"/>
                  </a:cubicBezTo>
                  <a:cubicBezTo>
                    <a:pt x="108" y="674"/>
                    <a:pt x="108" y="674"/>
                    <a:pt x="108" y="674"/>
                  </a:cubicBezTo>
                  <a:lnTo>
                    <a:pt x="103" y="675"/>
                  </a:lnTo>
                  <a:close/>
                  <a:moveTo>
                    <a:pt x="50" y="746"/>
                  </a:moveTo>
                  <a:cubicBezTo>
                    <a:pt x="59" y="740"/>
                    <a:pt x="59" y="740"/>
                    <a:pt x="59" y="740"/>
                  </a:cubicBezTo>
                  <a:cubicBezTo>
                    <a:pt x="70" y="729"/>
                    <a:pt x="70" y="729"/>
                    <a:pt x="70" y="729"/>
                  </a:cubicBezTo>
                  <a:cubicBezTo>
                    <a:pt x="71" y="728"/>
                    <a:pt x="71" y="728"/>
                    <a:pt x="71" y="727"/>
                  </a:cubicBezTo>
                  <a:cubicBezTo>
                    <a:pt x="76" y="717"/>
                    <a:pt x="76" y="717"/>
                    <a:pt x="76" y="717"/>
                  </a:cubicBezTo>
                  <a:cubicBezTo>
                    <a:pt x="77" y="715"/>
                    <a:pt x="76" y="714"/>
                    <a:pt x="76" y="712"/>
                  </a:cubicBezTo>
                  <a:cubicBezTo>
                    <a:pt x="73" y="708"/>
                    <a:pt x="73" y="708"/>
                    <a:pt x="73" y="708"/>
                  </a:cubicBezTo>
                  <a:cubicBezTo>
                    <a:pt x="72" y="707"/>
                    <a:pt x="72" y="707"/>
                    <a:pt x="71" y="707"/>
                  </a:cubicBezTo>
                  <a:cubicBezTo>
                    <a:pt x="70" y="706"/>
                    <a:pt x="69" y="707"/>
                    <a:pt x="68" y="707"/>
                  </a:cubicBezTo>
                  <a:cubicBezTo>
                    <a:pt x="52" y="722"/>
                    <a:pt x="52" y="722"/>
                    <a:pt x="52" y="722"/>
                  </a:cubicBezTo>
                  <a:cubicBezTo>
                    <a:pt x="43" y="737"/>
                    <a:pt x="43" y="737"/>
                    <a:pt x="43" y="737"/>
                  </a:cubicBezTo>
                  <a:cubicBezTo>
                    <a:pt x="43" y="742"/>
                    <a:pt x="43" y="742"/>
                    <a:pt x="43" y="742"/>
                  </a:cubicBezTo>
                  <a:cubicBezTo>
                    <a:pt x="43" y="744"/>
                    <a:pt x="44" y="746"/>
                    <a:pt x="45" y="747"/>
                  </a:cubicBezTo>
                  <a:cubicBezTo>
                    <a:pt x="47" y="747"/>
                    <a:pt x="48" y="747"/>
                    <a:pt x="50" y="746"/>
                  </a:cubicBezTo>
                  <a:close/>
                  <a:moveTo>
                    <a:pt x="6" y="782"/>
                  </a:moveTo>
                  <a:cubicBezTo>
                    <a:pt x="23" y="771"/>
                    <a:pt x="23" y="771"/>
                    <a:pt x="23" y="771"/>
                  </a:cubicBezTo>
                  <a:cubicBezTo>
                    <a:pt x="31" y="758"/>
                    <a:pt x="31" y="758"/>
                    <a:pt x="31" y="758"/>
                  </a:cubicBezTo>
                  <a:cubicBezTo>
                    <a:pt x="32" y="749"/>
                    <a:pt x="32" y="749"/>
                    <a:pt x="32" y="749"/>
                  </a:cubicBezTo>
                  <a:cubicBezTo>
                    <a:pt x="32" y="748"/>
                    <a:pt x="31" y="747"/>
                    <a:pt x="30" y="746"/>
                  </a:cubicBezTo>
                  <a:cubicBezTo>
                    <a:pt x="29" y="746"/>
                    <a:pt x="28" y="746"/>
                    <a:pt x="27" y="747"/>
                  </a:cubicBezTo>
                  <a:cubicBezTo>
                    <a:pt x="20" y="754"/>
                    <a:pt x="20" y="754"/>
                    <a:pt x="20" y="754"/>
                  </a:cubicBezTo>
                  <a:cubicBezTo>
                    <a:pt x="20" y="754"/>
                    <a:pt x="7" y="759"/>
                    <a:pt x="6" y="763"/>
                  </a:cubicBezTo>
                  <a:cubicBezTo>
                    <a:pt x="5" y="765"/>
                    <a:pt x="3" y="771"/>
                    <a:pt x="1" y="775"/>
                  </a:cubicBezTo>
                  <a:cubicBezTo>
                    <a:pt x="0" y="777"/>
                    <a:pt x="1" y="779"/>
                    <a:pt x="3" y="781"/>
                  </a:cubicBezTo>
                  <a:lnTo>
                    <a:pt x="6" y="782"/>
                  </a:lnTo>
                  <a:close/>
                  <a:moveTo>
                    <a:pt x="533" y="670"/>
                  </a:moveTo>
                  <a:cubicBezTo>
                    <a:pt x="531" y="669"/>
                    <a:pt x="529" y="670"/>
                    <a:pt x="527" y="672"/>
                  </a:cubicBezTo>
                  <a:cubicBezTo>
                    <a:pt x="525" y="678"/>
                    <a:pt x="525" y="678"/>
                    <a:pt x="525" y="678"/>
                  </a:cubicBezTo>
                  <a:cubicBezTo>
                    <a:pt x="524" y="680"/>
                    <a:pt x="524" y="681"/>
                    <a:pt x="525" y="683"/>
                  </a:cubicBezTo>
                  <a:cubicBezTo>
                    <a:pt x="528" y="690"/>
                    <a:pt x="528" y="690"/>
                    <a:pt x="528" y="690"/>
                  </a:cubicBezTo>
                  <a:cubicBezTo>
                    <a:pt x="529" y="692"/>
                    <a:pt x="531" y="693"/>
                    <a:pt x="533" y="694"/>
                  </a:cubicBezTo>
                  <a:cubicBezTo>
                    <a:pt x="534" y="694"/>
                    <a:pt x="534" y="694"/>
                    <a:pt x="534" y="694"/>
                  </a:cubicBezTo>
                  <a:cubicBezTo>
                    <a:pt x="535" y="694"/>
                    <a:pt x="537" y="694"/>
                    <a:pt x="538" y="693"/>
                  </a:cubicBezTo>
                  <a:cubicBezTo>
                    <a:pt x="538" y="693"/>
                    <a:pt x="539" y="691"/>
                    <a:pt x="539" y="690"/>
                  </a:cubicBezTo>
                  <a:cubicBezTo>
                    <a:pt x="537" y="675"/>
                    <a:pt x="537" y="675"/>
                    <a:pt x="537" y="675"/>
                  </a:cubicBezTo>
                  <a:cubicBezTo>
                    <a:pt x="537" y="673"/>
                    <a:pt x="535" y="671"/>
                    <a:pt x="533" y="670"/>
                  </a:cubicBezTo>
                  <a:close/>
                  <a:moveTo>
                    <a:pt x="170" y="1003"/>
                  </a:moveTo>
                  <a:cubicBezTo>
                    <a:pt x="160" y="1008"/>
                    <a:pt x="157" y="1017"/>
                    <a:pt x="164" y="1020"/>
                  </a:cubicBezTo>
                  <a:cubicBezTo>
                    <a:pt x="171" y="1023"/>
                    <a:pt x="170" y="1009"/>
                    <a:pt x="181" y="1007"/>
                  </a:cubicBezTo>
                  <a:cubicBezTo>
                    <a:pt x="192" y="1005"/>
                    <a:pt x="196" y="999"/>
                    <a:pt x="190" y="994"/>
                  </a:cubicBezTo>
                  <a:cubicBezTo>
                    <a:pt x="184" y="989"/>
                    <a:pt x="173" y="983"/>
                    <a:pt x="176" y="993"/>
                  </a:cubicBezTo>
                  <a:cubicBezTo>
                    <a:pt x="176" y="993"/>
                    <a:pt x="180" y="998"/>
                    <a:pt x="170" y="1003"/>
                  </a:cubicBezTo>
                  <a:close/>
                  <a:moveTo>
                    <a:pt x="237" y="944"/>
                  </a:moveTo>
                  <a:cubicBezTo>
                    <a:pt x="237" y="944"/>
                    <a:pt x="226" y="956"/>
                    <a:pt x="235" y="961"/>
                  </a:cubicBezTo>
                  <a:cubicBezTo>
                    <a:pt x="244" y="966"/>
                    <a:pt x="240" y="960"/>
                    <a:pt x="248" y="965"/>
                  </a:cubicBezTo>
                  <a:cubicBezTo>
                    <a:pt x="256" y="970"/>
                    <a:pt x="258" y="966"/>
                    <a:pt x="259" y="960"/>
                  </a:cubicBezTo>
                  <a:cubicBezTo>
                    <a:pt x="260" y="954"/>
                    <a:pt x="248" y="935"/>
                    <a:pt x="237" y="944"/>
                  </a:cubicBezTo>
                  <a:close/>
                  <a:moveTo>
                    <a:pt x="553" y="708"/>
                  </a:moveTo>
                  <a:cubicBezTo>
                    <a:pt x="551" y="718"/>
                    <a:pt x="541" y="723"/>
                    <a:pt x="534" y="714"/>
                  </a:cubicBezTo>
                  <a:cubicBezTo>
                    <a:pt x="527" y="705"/>
                    <a:pt x="513" y="706"/>
                    <a:pt x="514" y="718"/>
                  </a:cubicBezTo>
                  <a:cubicBezTo>
                    <a:pt x="515" y="730"/>
                    <a:pt x="523" y="733"/>
                    <a:pt x="524" y="742"/>
                  </a:cubicBezTo>
                  <a:cubicBezTo>
                    <a:pt x="525" y="751"/>
                    <a:pt x="521" y="754"/>
                    <a:pt x="511" y="753"/>
                  </a:cubicBezTo>
                  <a:cubicBezTo>
                    <a:pt x="501" y="752"/>
                    <a:pt x="503" y="753"/>
                    <a:pt x="495" y="756"/>
                  </a:cubicBezTo>
                  <a:cubicBezTo>
                    <a:pt x="487" y="759"/>
                    <a:pt x="473" y="757"/>
                    <a:pt x="473" y="770"/>
                  </a:cubicBezTo>
                  <a:cubicBezTo>
                    <a:pt x="473" y="783"/>
                    <a:pt x="488" y="787"/>
                    <a:pt x="465" y="785"/>
                  </a:cubicBezTo>
                  <a:cubicBezTo>
                    <a:pt x="442" y="783"/>
                    <a:pt x="450" y="787"/>
                    <a:pt x="448" y="796"/>
                  </a:cubicBezTo>
                  <a:cubicBezTo>
                    <a:pt x="446" y="805"/>
                    <a:pt x="454" y="808"/>
                    <a:pt x="439" y="810"/>
                  </a:cubicBezTo>
                  <a:cubicBezTo>
                    <a:pt x="424" y="812"/>
                    <a:pt x="417" y="811"/>
                    <a:pt x="418" y="797"/>
                  </a:cubicBezTo>
                  <a:cubicBezTo>
                    <a:pt x="419" y="783"/>
                    <a:pt x="409" y="781"/>
                    <a:pt x="402" y="779"/>
                  </a:cubicBezTo>
                  <a:cubicBezTo>
                    <a:pt x="395" y="777"/>
                    <a:pt x="382" y="776"/>
                    <a:pt x="378" y="786"/>
                  </a:cubicBezTo>
                  <a:cubicBezTo>
                    <a:pt x="374" y="796"/>
                    <a:pt x="377" y="808"/>
                    <a:pt x="366" y="808"/>
                  </a:cubicBezTo>
                  <a:cubicBezTo>
                    <a:pt x="355" y="808"/>
                    <a:pt x="341" y="808"/>
                    <a:pt x="327" y="822"/>
                  </a:cubicBezTo>
                  <a:cubicBezTo>
                    <a:pt x="327" y="822"/>
                    <a:pt x="310" y="827"/>
                    <a:pt x="310" y="838"/>
                  </a:cubicBezTo>
                  <a:cubicBezTo>
                    <a:pt x="310" y="849"/>
                    <a:pt x="311" y="855"/>
                    <a:pt x="305" y="862"/>
                  </a:cubicBezTo>
                  <a:cubicBezTo>
                    <a:pt x="299" y="869"/>
                    <a:pt x="290" y="874"/>
                    <a:pt x="300" y="884"/>
                  </a:cubicBezTo>
                  <a:cubicBezTo>
                    <a:pt x="310" y="894"/>
                    <a:pt x="316" y="895"/>
                    <a:pt x="320" y="881"/>
                  </a:cubicBezTo>
                  <a:cubicBezTo>
                    <a:pt x="324" y="867"/>
                    <a:pt x="330" y="870"/>
                    <a:pt x="332" y="857"/>
                  </a:cubicBezTo>
                  <a:cubicBezTo>
                    <a:pt x="334" y="844"/>
                    <a:pt x="339" y="841"/>
                    <a:pt x="347" y="841"/>
                  </a:cubicBezTo>
                  <a:cubicBezTo>
                    <a:pt x="355" y="841"/>
                    <a:pt x="341" y="854"/>
                    <a:pt x="355" y="856"/>
                  </a:cubicBezTo>
                  <a:cubicBezTo>
                    <a:pt x="369" y="858"/>
                    <a:pt x="359" y="842"/>
                    <a:pt x="377" y="852"/>
                  </a:cubicBezTo>
                  <a:cubicBezTo>
                    <a:pt x="395" y="862"/>
                    <a:pt x="400" y="861"/>
                    <a:pt x="400" y="850"/>
                  </a:cubicBezTo>
                  <a:cubicBezTo>
                    <a:pt x="400" y="839"/>
                    <a:pt x="395" y="835"/>
                    <a:pt x="406" y="838"/>
                  </a:cubicBezTo>
                  <a:cubicBezTo>
                    <a:pt x="417" y="841"/>
                    <a:pt x="418" y="854"/>
                    <a:pt x="427" y="854"/>
                  </a:cubicBezTo>
                  <a:cubicBezTo>
                    <a:pt x="436" y="854"/>
                    <a:pt x="440" y="860"/>
                    <a:pt x="440" y="867"/>
                  </a:cubicBezTo>
                  <a:cubicBezTo>
                    <a:pt x="440" y="874"/>
                    <a:pt x="440" y="872"/>
                    <a:pt x="434" y="881"/>
                  </a:cubicBezTo>
                  <a:cubicBezTo>
                    <a:pt x="428" y="890"/>
                    <a:pt x="422" y="899"/>
                    <a:pt x="427" y="904"/>
                  </a:cubicBezTo>
                  <a:cubicBezTo>
                    <a:pt x="432" y="909"/>
                    <a:pt x="432" y="915"/>
                    <a:pt x="432" y="921"/>
                  </a:cubicBezTo>
                  <a:cubicBezTo>
                    <a:pt x="432" y="927"/>
                    <a:pt x="432" y="931"/>
                    <a:pt x="442" y="936"/>
                  </a:cubicBezTo>
                  <a:cubicBezTo>
                    <a:pt x="452" y="941"/>
                    <a:pt x="460" y="957"/>
                    <a:pt x="469" y="957"/>
                  </a:cubicBezTo>
                  <a:cubicBezTo>
                    <a:pt x="478" y="957"/>
                    <a:pt x="480" y="966"/>
                    <a:pt x="490" y="966"/>
                  </a:cubicBezTo>
                  <a:cubicBezTo>
                    <a:pt x="500" y="966"/>
                    <a:pt x="503" y="963"/>
                    <a:pt x="508" y="975"/>
                  </a:cubicBezTo>
                  <a:cubicBezTo>
                    <a:pt x="513" y="987"/>
                    <a:pt x="515" y="999"/>
                    <a:pt x="526" y="997"/>
                  </a:cubicBezTo>
                  <a:cubicBezTo>
                    <a:pt x="537" y="995"/>
                    <a:pt x="529" y="996"/>
                    <a:pt x="529" y="984"/>
                  </a:cubicBezTo>
                  <a:cubicBezTo>
                    <a:pt x="529" y="972"/>
                    <a:pt x="522" y="964"/>
                    <a:pt x="532" y="961"/>
                  </a:cubicBezTo>
                  <a:cubicBezTo>
                    <a:pt x="542" y="958"/>
                    <a:pt x="538" y="956"/>
                    <a:pt x="539" y="944"/>
                  </a:cubicBezTo>
                  <a:cubicBezTo>
                    <a:pt x="540" y="932"/>
                    <a:pt x="551" y="930"/>
                    <a:pt x="538" y="922"/>
                  </a:cubicBezTo>
                  <a:cubicBezTo>
                    <a:pt x="525" y="914"/>
                    <a:pt x="510" y="907"/>
                    <a:pt x="518" y="900"/>
                  </a:cubicBezTo>
                  <a:cubicBezTo>
                    <a:pt x="526" y="893"/>
                    <a:pt x="532" y="899"/>
                    <a:pt x="532" y="889"/>
                  </a:cubicBezTo>
                  <a:cubicBezTo>
                    <a:pt x="532" y="879"/>
                    <a:pt x="533" y="880"/>
                    <a:pt x="537" y="891"/>
                  </a:cubicBezTo>
                  <a:cubicBezTo>
                    <a:pt x="541" y="902"/>
                    <a:pt x="547" y="903"/>
                    <a:pt x="547" y="890"/>
                  </a:cubicBezTo>
                  <a:cubicBezTo>
                    <a:pt x="547" y="877"/>
                    <a:pt x="552" y="876"/>
                    <a:pt x="557" y="892"/>
                  </a:cubicBezTo>
                  <a:cubicBezTo>
                    <a:pt x="562" y="908"/>
                    <a:pt x="553" y="907"/>
                    <a:pt x="562" y="918"/>
                  </a:cubicBezTo>
                  <a:cubicBezTo>
                    <a:pt x="571" y="929"/>
                    <a:pt x="560" y="935"/>
                    <a:pt x="565" y="936"/>
                  </a:cubicBezTo>
                  <a:cubicBezTo>
                    <a:pt x="570" y="937"/>
                    <a:pt x="577" y="940"/>
                    <a:pt x="578" y="921"/>
                  </a:cubicBezTo>
                  <a:cubicBezTo>
                    <a:pt x="579" y="902"/>
                    <a:pt x="569" y="894"/>
                    <a:pt x="581" y="889"/>
                  </a:cubicBezTo>
                  <a:cubicBezTo>
                    <a:pt x="593" y="884"/>
                    <a:pt x="592" y="878"/>
                    <a:pt x="592" y="865"/>
                  </a:cubicBezTo>
                  <a:cubicBezTo>
                    <a:pt x="592" y="852"/>
                    <a:pt x="598" y="850"/>
                    <a:pt x="589" y="840"/>
                  </a:cubicBezTo>
                  <a:cubicBezTo>
                    <a:pt x="580" y="830"/>
                    <a:pt x="593" y="821"/>
                    <a:pt x="581" y="808"/>
                  </a:cubicBezTo>
                  <a:cubicBezTo>
                    <a:pt x="569" y="795"/>
                    <a:pt x="561" y="790"/>
                    <a:pt x="568" y="779"/>
                  </a:cubicBezTo>
                  <a:cubicBezTo>
                    <a:pt x="575" y="768"/>
                    <a:pt x="582" y="767"/>
                    <a:pt x="569" y="751"/>
                  </a:cubicBezTo>
                  <a:cubicBezTo>
                    <a:pt x="556" y="735"/>
                    <a:pt x="551" y="720"/>
                    <a:pt x="561" y="714"/>
                  </a:cubicBezTo>
                  <a:cubicBezTo>
                    <a:pt x="571" y="708"/>
                    <a:pt x="573" y="691"/>
                    <a:pt x="565" y="689"/>
                  </a:cubicBezTo>
                  <a:cubicBezTo>
                    <a:pt x="557" y="687"/>
                    <a:pt x="555" y="698"/>
                    <a:pt x="553" y="708"/>
                  </a:cubicBezTo>
                  <a:close/>
                  <a:moveTo>
                    <a:pt x="293" y="922"/>
                  </a:moveTo>
                  <a:cubicBezTo>
                    <a:pt x="301" y="929"/>
                    <a:pt x="308" y="932"/>
                    <a:pt x="312" y="922"/>
                  </a:cubicBezTo>
                  <a:cubicBezTo>
                    <a:pt x="316" y="912"/>
                    <a:pt x="321" y="910"/>
                    <a:pt x="315" y="906"/>
                  </a:cubicBezTo>
                  <a:cubicBezTo>
                    <a:pt x="309" y="902"/>
                    <a:pt x="296" y="899"/>
                    <a:pt x="293" y="911"/>
                  </a:cubicBezTo>
                  <a:cubicBezTo>
                    <a:pt x="293" y="911"/>
                    <a:pt x="285" y="915"/>
                    <a:pt x="293" y="922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3716" y="2733"/>
              <a:ext cx="51" cy="40"/>
            </a:xfrm>
            <a:custGeom>
              <a:avLst/>
              <a:gdLst>
                <a:gd name="T0" fmla="*/ 10 w 78"/>
                <a:gd name="T1" fmla="*/ 33 h 61"/>
                <a:gd name="T2" fmla="*/ 26 w 78"/>
                <a:gd name="T3" fmla="*/ 47 h 61"/>
                <a:gd name="T4" fmla="*/ 40 w 78"/>
                <a:gd name="T5" fmla="*/ 59 h 61"/>
                <a:gd name="T6" fmla="*/ 53 w 78"/>
                <a:gd name="T7" fmla="*/ 49 h 61"/>
                <a:gd name="T8" fmla="*/ 62 w 78"/>
                <a:gd name="T9" fmla="*/ 33 h 61"/>
                <a:gd name="T10" fmla="*/ 75 w 78"/>
                <a:gd name="T11" fmla="*/ 28 h 61"/>
                <a:gd name="T12" fmla="*/ 77 w 78"/>
                <a:gd name="T13" fmla="*/ 8 h 61"/>
                <a:gd name="T14" fmla="*/ 73 w 78"/>
                <a:gd name="T15" fmla="*/ 1 h 61"/>
                <a:gd name="T16" fmla="*/ 40 w 78"/>
                <a:gd name="T17" fmla="*/ 8 h 61"/>
                <a:gd name="T18" fmla="*/ 13 w 78"/>
                <a:gd name="T19" fmla="*/ 21 h 61"/>
                <a:gd name="T20" fmla="*/ 0 w 78"/>
                <a:gd name="T21" fmla="*/ 27 h 61"/>
                <a:gd name="T22" fmla="*/ 10 w 78"/>
                <a:gd name="T23" fmla="*/ 3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61">
                  <a:moveTo>
                    <a:pt x="10" y="33"/>
                  </a:moveTo>
                  <a:cubicBezTo>
                    <a:pt x="22" y="37"/>
                    <a:pt x="22" y="42"/>
                    <a:pt x="26" y="47"/>
                  </a:cubicBezTo>
                  <a:cubicBezTo>
                    <a:pt x="29" y="52"/>
                    <a:pt x="32" y="59"/>
                    <a:pt x="40" y="59"/>
                  </a:cubicBezTo>
                  <a:cubicBezTo>
                    <a:pt x="49" y="59"/>
                    <a:pt x="53" y="61"/>
                    <a:pt x="53" y="49"/>
                  </a:cubicBezTo>
                  <a:cubicBezTo>
                    <a:pt x="53" y="38"/>
                    <a:pt x="53" y="33"/>
                    <a:pt x="62" y="33"/>
                  </a:cubicBezTo>
                  <a:cubicBezTo>
                    <a:pt x="72" y="33"/>
                    <a:pt x="74" y="37"/>
                    <a:pt x="75" y="28"/>
                  </a:cubicBezTo>
                  <a:cubicBezTo>
                    <a:pt x="76" y="18"/>
                    <a:pt x="78" y="11"/>
                    <a:pt x="77" y="8"/>
                  </a:cubicBezTo>
                  <a:cubicBezTo>
                    <a:pt x="76" y="5"/>
                    <a:pt x="77" y="4"/>
                    <a:pt x="73" y="1"/>
                  </a:cubicBezTo>
                  <a:cubicBezTo>
                    <a:pt x="60" y="0"/>
                    <a:pt x="47" y="0"/>
                    <a:pt x="40" y="8"/>
                  </a:cubicBezTo>
                  <a:cubicBezTo>
                    <a:pt x="31" y="19"/>
                    <a:pt x="24" y="21"/>
                    <a:pt x="13" y="21"/>
                  </a:cubicBezTo>
                  <a:cubicBezTo>
                    <a:pt x="7" y="21"/>
                    <a:pt x="3" y="23"/>
                    <a:pt x="0" y="27"/>
                  </a:cubicBezTo>
                  <a:cubicBezTo>
                    <a:pt x="2" y="29"/>
                    <a:pt x="5" y="32"/>
                    <a:pt x="10" y="33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4"/>
            <p:cNvSpPr>
              <a:spLocks noEditPoints="1"/>
            </p:cNvSpPr>
            <p:nvPr/>
          </p:nvSpPr>
          <p:spPr bwMode="auto">
            <a:xfrm>
              <a:off x="3136" y="2645"/>
              <a:ext cx="805" cy="262"/>
            </a:xfrm>
            <a:custGeom>
              <a:avLst/>
              <a:gdLst>
                <a:gd name="T0" fmla="*/ 130 w 1233"/>
                <a:gd name="T1" fmla="*/ 54 h 402"/>
                <a:gd name="T2" fmla="*/ 173 w 1233"/>
                <a:gd name="T3" fmla="*/ 84 h 402"/>
                <a:gd name="T4" fmla="*/ 216 w 1233"/>
                <a:gd name="T5" fmla="*/ 189 h 402"/>
                <a:gd name="T6" fmla="*/ 249 w 1233"/>
                <a:gd name="T7" fmla="*/ 308 h 402"/>
                <a:gd name="T8" fmla="*/ 263 w 1233"/>
                <a:gd name="T9" fmla="*/ 356 h 402"/>
                <a:gd name="T10" fmla="*/ 232 w 1233"/>
                <a:gd name="T11" fmla="*/ 358 h 402"/>
                <a:gd name="T12" fmla="*/ 220 w 1233"/>
                <a:gd name="T13" fmla="*/ 370 h 402"/>
                <a:gd name="T14" fmla="*/ 80 w 1233"/>
                <a:gd name="T15" fmla="*/ 279 h 402"/>
                <a:gd name="T16" fmla="*/ 20 w 1233"/>
                <a:gd name="T17" fmla="*/ 110 h 402"/>
                <a:gd name="T18" fmla="*/ 5 w 1233"/>
                <a:gd name="T19" fmla="*/ 31 h 402"/>
                <a:gd name="T20" fmla="*/ 29 w 1233"/>
                <a:gd name="T21" fmla="*/ 40 h 402"/>
                <a:gd name="T22" fmla="*/ 66 w 1233"/>
                <a:gd name="T23" fmla="*/ 68 h 402"/>
                <a:gd name="T24" fmla="*/ 66 w 1233"/>
                <a:gd name="T25" fmla="*/ 94 h 402"/>
                <a:gd name="T26" fmla="*/ 89 w 1233"/>
                <a:gd name="T27" fmla="*/ 77 h 402"/>
                <a:gd name="T28" fmla="*/ 115 w 1233"/>
                <a:gd name="T29" fmla="*/ 77 h 402"/>
                <a:gd name="T30" fmla="*/ 607 w 1233"/>
                <a:gd name="T31" fmla="*/ 344 h 402"/>
                <a:gd name="T32" fmla="*/ 651 w 1233"/>
                <a:gd name="T33" fmla="*/ 387 h 402"/>
                <a:gd name="T34" fmla="*/ 682 w 1233"/>
                <a:gd name="T35" fmla="*/ 397 h 402"/>
                <a:gd name="T36" fmla="*/ 723 w 1233"/>
                <a:gd name="T37" fmla="*/ 390 h 402"/>
                <a:gd name="T38" fmla="*/ 776 w 1233"/>
                <a:gd name="T39" fmla="*/ 364 h 402"/>
                <a:gd name="T40" fmla="*/ 833 w 1233"/>
                <a:gd name="T41" fmla="*/ 362 h 402"/>
                <a:gd name="T42" fmla="*/ 888 w 1233"/>
                <a:gd name="T43" fmla="*/ 359 h 402"/>
                <a:gd name="T44" fmla="*/ 937 w 1233"/>
                <a:gd name="T45" fmla="*/ 334 h 402"/>
                <a:gd name="T46" fmla="*/ 959 w 1233"/>
                <a:gd name="T47" fmla="*/ 285 h 402"/>
                <a:gd name="T48" fmla="*/ 985 w 1233"/>
                <a:gd name="T49" fmla="*/ 237 h 402"/>
                <a:gd name="T50" fmla="*/ 1006 w 1233"/>
                <a:gd name="T51" fmla="*/ 176 h 402"/>
                <a:gd name="T52" fmla="*/ 1091 w 1233"/>
                <a:gd name="T53" fmla="*/ 178 h 402"/>
                <a:gd name="T54" fmla="*/ 1129 w 1233"/>
                <a:gd name="T55" fmla="*/ 190 h 402"/>
                <a:gd name="T56" fmla="*/ 1159 w 1233"/>
                <a:gd name="T57" fmla="*/ 175 h 402"/>
                <a:gd name="T58" fmla="*/ 1156 w 1233"/>
                <a:gd name="T59" fmla="*/ 148 h 402"/>
                <a:gd name="T60" fmla="*/ 1203 w 1233"/>
                <a:gd name="T61" fmla="*/ 136 h 402"/>
                <a:gd name="T62" fmla="*/ 1217 w 1233"/>
                <a:gd name="T63" fmla="*/ 107 h 402"/>
                <a:gd name="T64" fmla="*/ 1155 w 1233"/>
                <a:gd name="T65" fmla="*/ 81 h 402"/>
                <a:gd name="T66" fmla="*/ 1116 w 1233"/>
                <a:gd name="T67" fmla="*/ 35 h 402"/>
                <a:gd name="T68" fmla="*/ 1056 w 1233"/>
                <a:gd name="T69" fmla="*/ 18 h 402"/>
                <a:gd name="T70" fmla="*/ 1008 w 1233"/>
                <a:gd name="T71" fmla="*/ 84 h 402"/>
                <a:gd name="T72" fmla="*/ 975 w 1233"/>
                <a:gd name="T73" fmla="*/ 136 h 402"/>
                <a:gd name="T74" fmla="*/ 965 w 1233"/>
                <a:gd name="T75" fmla="*/ 143 h 402"/>
                <a:gd name="T76" fmla="*/ 950 w 1233"/>
                <a:gd name="T77" fmla="*/ 168 h 402"/>
                <a:gd name="T78" fmla="*/ 928 w 1233"/>
                <a:gd name="T79" fmla="*/ 194 h 402"/>
                <a:gd name="T80" fmla="*/ 898 w 1233"/>
                <a:gd name="T81" fmla="*/ 168 h 402"/>
                <a:gd name="T82" fmla="*/ 882 w 1233"/>
                <a:gd name="T83" fmla="*/ 175 h 402"/>
                <a:gd name="T84" fmla="*/ 798 w 1233"/>
                <a:gd name="T85" fmla="*/ 257 h 402"/>
                <a:gd name="T86" fmla="*/ 717 w 1233"/>
                <a:gd name="T87" fmla="*/ 285 h 402"/>
                <a:gd name="T88" fmla="*/ 701 w 1233"/>
                <a:gd name="T89" fmla="*/ 343 h 402"/>
                <a:gd name="T90" fmla="*/ 656 w 1233"/>
                <a:gd name="T91" fmla="*/ 340 h 402"/>
                <a:gd name="T92" fmla="*/ 607 w 1233"/>
                <a:gd name="T93" fmla="*/ 317 h 402"/>
                <a:gd name="T94" fmla="*/ 607 w 1233"/>
                <a:gd name="T95" fmla="*/ 34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33" h="402">
                  <a:moveTo>
                    <a:pt x="123" y="68"/>
                  </a:moveTo>
                  <a:cubicBezTo>
                    <a:pt x="125" y="62"/>
                    <a:pt x="126" y="58"/>
                    <a:pt x="130" y="54"/>
                  </a:cubicBezTo>
                  <a:cubicBezTo>
                    <a:pt x="133" y="57"/>
                    <a:pt x="137" y="60"/>
                    <a:pt x="141" y="62"/>
                  </a:cubicBezTo>
                  <a:cubicBezTo>
                    <a:pt x="156" y="67"/>
                    <a:pt x="163" y="70"/>
                    <a:pt x="173" y="84"/>
                  </a:cubicBezTo>
                  <a:cubicBezTo>
                    <a:pt x="183" y="99"/>
                    <a:pt x="196" y="103"/>
                    <a:pt x="207" y="123"/>
                  </a:cubicBezTo>
                  <a:cubicBezTo>
                    <a:pt x="219" y="143"/>
                    <a:pt x="219" y="172"/>
                    <a:pt x="216" y="189"/>
                  </a:cubicBezTo>
                  <a:cubicBezTo>
                    <a:pt x="213" y="206"/>
                    <a:pt x="212" y="262"/>
                    <a:pt x="225" y="277"/>
                  </a:cubicBezTo>
                  <a:cubicBezTo>
                    <a:pt x="237" y="291"/>
                    <a:pt x="243" y="298"/>
                    <a:pt x="249" y="308"/>
                  </a:cubicBezTo>
                  <a:cubicBezTo>
                    <a:pt x="255" y="318"/>
                    <a:pt x="265" y="334"/>
                    <a:pt x="263" y="352"/>
                  </a:cubicBezTo>
                  <a:cubicBezTo>
                    <a:pt x="263" y="354"/>
                    <a:pt x="263" y="355"/>
                    <a:pt x="263" y="356"/>
                  </a:cubicBezTo>
                  <a:cubicBezTo>
                    <a:pt x="259" y="355"/>
                    <a:pt x="257" y="353"/>
                    <a:pt x="253" y="352"/>
                  </a:cubicBezTo>
                  <a:cubicBezTo>
                    <a:pt x="249" y="350"/>
                    <a:pt x="242" y="356"/>
                    <a:pt x="232" y="358"/>
                  </a:cubicBezTo>
                  <a:cubicBezTo>
                    <a:pt x="227" y="360"/>
                    <a:pt x="225" y="367"/>
                    <a:pt x="225" y="373"/>
                  </a:cubicBezTo>
                  <a:cubicBezTo>
                    <a:pt x="223" y="372"/>
                    <a:pt x="221" y="371"/>
                    <a:pt x="220" y="370"/>
                  </a:cubicBezTo>
                  <a:cubicBezTo>
                    <a:pt x="213" y="360"/>
                    <a:pt x="183" y="331"/>
                    <a:pt x="160" y="322"/>
                  </a:cubicBezTo>
                  <a:cubicBezTo>
                    <a:pt x="137" y="314"/>
                    <a:pt x="80" y="308"/>
                    <a:pt x="80" y="279"/>
                  </a:cubicBezTo>
                  <a:cubicBezTo>
                    <a:pt x="80" y="251"/>
                    <a:pt x="48" y="212"/>
                    <a:pt x="40" y="199"/>
                  </a:cubicBezTo>
                  <a:cubicBezTo>
                    <a:pt x="31" y="186"/>
                    <a:pt x="22" y="143"/>
                    <a:pt x="20" y="110"/>
                  </a:cubicBezTo>
                  <a:cubicBezTo>
                    <a:pt x="17" y="79"/>
                    <a:pt x="15" y="51"/>
                    <a:pt x="0" y="36"/>
                  </a:cubicBezTo>
                  <a:cubicBezTo>
                    <a:pt x="2" y="35"/>
                    <a:pt x="4" y="33"/>
                    <a:pt x="5" y="31"/>
                  </a:cubicBezTo>
                  <a:cubicBezTo>
                    <a:pt x="7" y="25"/>
                    <a:pt x="15" y="24"/>
                    <a:pt x="17" y="29"/>
                  </a:cubicBezTo>
                  <a:cubicBezTo>
                    <a:pt x="18" y="34"/>
                    <a:pt x="20" y="38"/>
                    <a:pt x="29" y="40"/>
                  </a:cubicBezTo>
                  <a:cubicBezTo>
                    <a:pt x="37" y="41"/>
                    <a:pt x="47" y="44"/>
                    <a:pt x="55" y="51"/>
                  </a:cubicBezTo>
                  <a:cubicBezTo>
                    <a:pt x="62" y="59"/>
                    <a:pt x="71" y="64"/>
                    <a:pt x="66" y="68"/>
                  </a:cubicBezTo>
                  <a:cubicBezTo>
                    <a:pt x="61" y="72"/>
                    <a:pt x="60" y="77"/>
                    <a:pt x="60" y="83"/>
                  </a:cubicBezTo>
                  <a:cubicBezTo>
                    <a:pt x="60" y="89"/>
                    <a:pt x="61" y="92"/>
                    <a:pt x="66" y="94"/>
                  </a:cubicBezTo>
                  <a:cubicBezTo>
                    <a:pt x="70" y="95"/>
                    <a:pt x="78" y="96"/>
                    <a:pt x="78" y="89"/>
                  </a:cubicBezTo>
                  <a:cubicBezTo>
                    <a:pt x="78" y="82"/>
                    <a:pt x="82" y="77"/>
                    <a:pt x="89" y="77"/>
                  </a:cubicBezTo>
                  <a:cubicBezTo>
                    <a:pt x="95" y="77"/>
                    <a:pt x="91" y="87"/>
                    <a:pt x="103" y="86"/>
                  </a:cubicBezTo>
                  <a:cubicBezTo>
                    <a:pt x="115" y="85"/>
                    <a:pt x="115" y="82"/>
                    <a:pt x="115" y="77"/>
                  </a:cubicBezTo>
                  <a:cubicBezTo>
                    <a:pt x="115" y="71"/>
                    <a:pt x="120" y="74"/>
                    <a:pt x="123" y="68"/>
                  </a:cubicBezTo>
                  <a:close/>
                  <a:moveTo>
                    <a:pt x="607" y="344"/>
                  </a:moveTo>
                  <a:cubicBezTo>
                    <a:pt x="615" y="352"/>
                    <a:pt x="621" y="361"/>
                    <a:pt x="626" y="368"/>
                  </a:cubicBezTo>
                  <a:cubicBezTo>
                    <a:pt x="631" y="375"/>
                    <a:pt x="647" y="379"/>
                    <a:pt x="651" y="387"/>
                  </a:cubicBezTo>
                  <a:cubicBezTo>
                    <a:pt x="655" y="394"/>
                    <a:pt x="659" y="399"/>
                    <a:pt x="669" y="401"/>
                  </a:cubicBezTo>
                  <a:cubicBezTo>
                    <a:pt x="679" y="402"/>
                    <a:pt x="681" y="402"/>
                    <a:pt x="682" y="397"/>
                  </a:cubicBezTo>
                  <a:cubicBezTo>
                    <a:pt x="682" y="392"/>
                    <a:pt x="694" y="389"/>
                    <a:pt x="701" y="389"/>
                  </a:cubicBezTo>
                  <a:cubicBezTo>
                    <a:pt x="708" y="389"/>
                    <a:pt x="714" y="386"/>
                    <a:pt x="723" y="390"/>
                  </a:cubicBezTo>
                  <a:cubicBezTo>
                    <a:pt x="732" y="395"/>
                    <a:pt x="750" y="395"/>
                    <a:pt x="758" y="384"/>
                  </a:cubicBezTo>
                  <a:cubicBezTo>
                    <a:pt x="765" y="372"/>
                    <a:pt x="772" y="371"/>
                    <a:pt x="776" y="364"/>
                  </a:cubicBezTo>
                  <a:cubicBezTo>
                    <a:pt x="781" y="358"/>
                    <a:pt x="786" y="357"/>
                    <a:pt x="799" y="356"/>
                  </a:cubicBezTo>
                  <a:cubicBezTo>
                    <a:pt x="812" y="355"/>
                    <a:pt x="829" y="355"/>
                    <a:pt x="833" y="362"/>
                  </a:cubicBezTo>
                  <a:cubicBezTo>
                    <a:pt x="836" y="368"/>
                    <a:pt x="851" y="373"/>
                    <a:pt x="861" y="375"/>
                  </a:cubicBezTo>
                  <a:cubicBezTo>
                    <a:pt x="872" y="377"/>
                    <a:pt x="875" y="358"/>
                    <a:pt x="888" y="359"/>
                  </a:cubicBezTo>
                  <a:cubicBezTo>
                    <a:pt x="901" y="360"/>
                    <a:pt x="926" y="361"/>
                    <a:pt x="927" y="352"/>
                  </a:cubicBezTo>
                  <a:cubicBezTo>
                    <a:pt x="927" y="344"/>
                    <a:pt x="932" y="340"/>
                    <a:pt x="937" y="334"/>
                  </a:cubicBezTo>
                  <a:cubicBezTo>
                    <a:pt x="941" y="327"/>
                    <a:pt x="938" y="309"/>
                    <a:pt x="950" y="304"/>
                  </a:cubicBezTo>
                  <a:cubicBezTo>
                    <a:pt x="961" y="299"/>
                    <a:pt x="958" y="294"/>
                    <a:pt x="959" y="285"/>
                  </a:cubicBezTo>
                  <a:cubicBezTo>
                    <a:pt x="960" y="276"/>
                    <a:pt x="958" y="268"/>
                    <a:pt x="967" y="264"/>
                  </a:cubicBezTo>
                  <a:cubicBezTo>
                    <a:pt x="977" y="261"/>
                    <a:pt x="984" y="256"/>
                    <a:pt x="985" y="237"/>
                  </a:cubicBezTo>
                  <a:cubicBezTo>
                    <a:pt x="985" y="219"/>
                    <a:pt x="985" y="210"/>
                    <a:pt x="993" y="199"/>
                  </a:cubicBezTo>
                  <a:cubicBezTo>
                    <a:pt x="1001" y="188"/>
                    <a:pt x="998" y="176"/>
                    <a:pt x="1006" y="176"/>
                  </a:cubicBezTo>
                  <a:cubicBezTo>
                    <a:pt x="1014" y="176"/>
                    <a:pt x="1029" y="176"/>
                    <a:pt x="1044" y="178"/>
                  </a:cubicBezTo>
                  <a:cubicBezTo>
                    <a:pt x="1059" y="180"/>
                    <a:pt x="1077" y="173"/>
                    <a:pt x="1091" y="178"/>
                  </a:cubicBezTo>
                  <a:cubicBezTo>
                    <a:pt x="1101" y="181"/>
                    <a:pt x="1110" y="189"/>
                    <a:pt x="1117" y="194"/>
                  </a:cubicBezTo>
                  <a:cubicBezTo>
                    <a:pt x="1120" y="192"/>
                    <a:pt x="1124" y="190"/>
                    <a:pt x="1129" y="190"/>
                  </a:cubicBezTo>
                  <a:cubicBezTo>
                    <a:pt x="1141" y="190"/>
                    <a:pt x="1147" y="187"/>
                    <a:pt x="1147" y="181"/>
                  </a:cubicBezTo>
                  <a:cubicBezTo>
                    <a:pt x="1147" y="175"/>
                    <a:pt x="1149" y="175"/>
                    <a:pt x="1159" y="175"/>
                  </a:cubicBezTo>
                  <a:cubicBezTo>
                    <a:pt x="1169" y="175"/>
                    <a:pt x="1174" y="170"/>
                    <a:pt x="1172" y="160"/>
                  </a:cubicBezTo>
                  <a:cubicBezTo>
                    <a:pt x="1170" y="150"/>
                    <a:pt x="1157" y="160"/>
                    <a:pt x="1156" y="148"/>
                  </a:cubicBezTo>
                  <a:cubicBezTo>
                    <a:pt x="1155" y="136"/>
                    <a:pt x="1160" y="138"/>
                    <a:pt x="1171" y="138"/>
                  </a:cubicBezTo>
                  <a:cubicBezTo>
                    <a:pt x="1182" y="138"/>
                    <a:pt x="1203" y="140"/>
                    <a:pt x="1203" y="136"/>
                  </a:cubicBezTo>
                  <a:cubicBezTo>
                    <a:pt x="1203" y="132"/>
                    <a:pt x="1208" y="130"/>
                    <a:pt x="1215" y="128"/>
                  </a:cubicBezTo>
                  <a:cubicBezTo>
                    <a:pt x="1222" y="126"/>
                    <a:pt x="1233" y="111"/>
                    <a:pt x="1217" y="107"/>
                  </a:cubicBezTo>
                  <a:cubicBezTo>
                    <a:pt x="1201" y="103"/>
                    <a:pt x="1181" y="99"/>
                    <a:pt x="1175" y="90"/>
                  </a:cubicBezTo>
                  <a:cubicBezTo>
                    <a:pt x="1169" y="81"/>
                    <a:pt x="1161" y="80"/>
                    <a:pt x="1155" y="81"/>
                  </a:cubicBezTo>
                  <a:cubicBezTo>
                    <a:pt x="1149" y="82"/>
                    <a:pt x="1126" y="79"/>
                    <a:pt x="1126" y="67"/>
                  </a:cubicBezTo>
                  <a:cubicBezTo>
                    <a:pt x="1126" y="55"/>
                    <a:pt x="1127" y="44"/>
                    <a:pt x="1116" y="35"/>
                  </a:cubicBezTo>
                  <a:cubicBezTo>
                    <a:pt x="1105" y="26"/>
                    <a:pt x="1088" y="21"/>
                    <a:pt x="1085" y="15"/>
                  </a:cubicBezTo>
                  <a:cubicBezTo>
                    <a:pt x="1082" y="9"/>
                    <a:pt x="1066" y="0"/>
                    <a:pt x="1056" y="18"/>
                  </a:cubicBezTo>
                  <a:cubicBezTo>
                    <a:pt x="1046" y="36"/>
                    <a:pt x="1024" y="41"/>
                    <a:pt x="1020" y="61"/>
                  </a:cubicBezTo>
                  <a:cubicBezTo>
                    <a:pt x="1016" y="81"/>
                    <a:pt x="1019" y="78"/>
                    <a:pt x="1008" y="84"/>
                  </a:cubicBezTo>
                  <a:cubicBezTo>
                    <a:pt x="997" y="90"/>
                    <a:pt x="989" y="98"/>
                    <a:pt x="987" y="110"/>
                  </a:cubicBezTo>
                  <a:cubicBezTo>
                    <a:pt x="985" y="122"/>
                    <a:pt x="993" y="136"/>
                    <a:pt x="975" y="136"/>
                  </a:cubicBezTo>
                  <a:cubicBezTo>
                    <a:pt x="971" y="136"/>
                    <a:pt x="966" y="136"/>
                    <a:pt x="961" y="136"/>
                  </a:cubicBezTo>
                  <a:cubicBezTo>
                    <a:pt x="965" y="139"/>
                    <a:pt x="964" y="140"/>
                    <a:pt x="965" y="143"/>
                  </a:cubicBezTo>
                  <a:cubicBezTo>
                    <a:pt x="966" y="146"/>
                    <a:pt x="964" y="153"/>
                    <a:pt x="963" y="163"/>
                  </a:cubicBezTo>
                  <a:cubicBezTo>
                    <a:pt x="962" y="172"/>
                    <a:pt x="960" y="168"/>
                    <a:pt x="950" y="168"/>
                  </a:cubicBezTo>
                  <a:cubicBezTo>
                    <a:pt x="941" y="168"/>
                    <a:pt x="941" y="173"/>
                    <a:pt x="941" y="184"/>
                  </a:cubicBezTo>
                  <a:cubicBezTo>
                    <a:pt x="941" y="196"/>
                    <a:pt x="937" y="194"/>
                    <a:pt x="928" y="194"/>
                  </a:cubicBezTo>
                  <a:cubicBezTo>
                    <a:pt x="920" y="194"/>
                    <a:pt x="917" y="187"/>
                    <a:pt x="914" y="182"/>
                  </a:cubicBezTo>
                  <a:cubicBezTo>
                    <a:pt x="910" y="177"/>
                    <a:pt x="910" y="172"/>
                    <a:pt x="898" y="168"/>
                  </a:cubicBezTo>
                  <a:cubicBezTo>
                    <a:pt x="893" y="167"/>
                    <a:pt x="890" y="164"/>
                    <a:pt x="888" y="162"/>
                  </a:cubicBezTo>
                  <a:cubicBezTo>
                    <a:pt x="886" y="165"/>
                    <a:pt x="884" y="169"/>
                    <a:pt x="882" y="175"/>
                  </a:cubicBezTo>
                  <a:cubicBezTo>
                    <a:pt x="878" y="187"/>
                    <a:pt x="855" y="201"/>
                    <a:pt x="846" y="218"/>
                  </a:cubicBezTo>
                  <a:cubicBezTo>
                    <a:pt x="837" y="235"/>
                    <a:pt x="827" y="255"/>
                    <a:pt x="798" y="257"/>
                  </a:cubicBezTo>
                  <a:cubicBezTo>
                    <a:pt x="769" y="259"/>
                    <a:pt x="760" y="267"/>
                    <a:pt x="749" y="267"/>
                  </a:cubicBezTo>
                  <a:cubicBezTo>
                    <a:pt x="738" y="267"/>
                    <a:pt x="717" y="275"/>
                    <a:pt x="717" y="285"/>
                  </a:cubicBezTo>
                  <a:cubicBezTo>
                    <a:pt x="717" y="295"/>
                    <a:pt x="710" y="314"/>
                    <a:pt x="705" y="319"/>
                  </a:cubicBezTo>
                  <a:cubicBezTo>
                    <a:pt x="700" y="324"/>
                    <a:pt x="701" y="337"/>
                    <a:pt x="701" y="343"/>
                  </a:cubicBezTo>
                  <a:cubicBezTo>
                    <a:pt x="701" y="349"/>
                    <a:pt x="695" y="359"/>
                    <a:pt x="684" y="358"/>
                  </a:cubicBezTo>
                  <a:cubicBezTo>
                    <a:pt x="673" y="357"/>
                    <a:pt x="671" y="339"/>
                    <a:pt x="656" y="340"/>
                  </a:cubicBezTo>
                  <a:cubicBezTo>
                    <a:pt x="641" y="341"/>
                    <a:pt x="625" y="342"/>
                    <a:pt x="622" y="336"/>
                  </a:cubicBezTo>
                  <a:cubicBezTo>
                    <a:pt x="619" y="330"/>
                    <a:pt x="615" y="318"/>
                    <a:pt x="607" y="317"/>
                  </a:cubicBezTo>
                  <a:cubicBezTo>
                    <a:pt x="605" y="317"/>
                    <a:pt x="603" y="317"/>
                    <a:pt x="601" y="318"/>
                  </a:cubicBezTo>
                  <a:cubicBezTo>
                    <a:pt x="601" y="326"/>
                    <a:pt x="601" y="338"/>
                    <a:pt x="607" y="34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2805" y="1715"/>
              <a:ext cx="372" cy="805"/>
            </a:xfrm>
            <a:custGeom>
              <a:avLst/>
              <a:gdLst>
                <a:gd name="T0" fmla="*/ 460 w 569"/>
                <a:gd name="T1" fmla="*/ 1150 h 1232"/>
                <a:gd name="T2" fmla="*/ 460 w 569"/>
                <a:gd name="T3" fmla="*/ 1064 h 1232"/>
                <a:gd name="T4" fmla="*/ 422 w 569"/>
                <a:gd name="T5" fmla="*/ 966 h 1232"/>
                <a:gd name="T6" fmla="*/ 392 w 569"/>
                <a:gd name="T7" fmla="*/ 896 h 1232"/>
                <a:gd name="T8" fmla="*/ 428 w 569"/>
                <a:gd name="T9" fmla="*/ 831 h 1232"/>
                <a:gd name="T10" fmla="*/ 382 w 569"/>
                <a:gd name="T11" fmla="*/ 759 h 1232"/>
                <a:gd name="T12" fmla="*/ 342 w 569"/>
                <a:gd name="T13" fmla="*/ 678 h 1232"/>
                <a:gd name="T14" fmla="*/ 403 w 569"/>
                <a:gd name="T15" fmla="*/ 600 h 1232"/>
                <a:gd name="T16" fmla="*/ 482 w 569"/>
                <a:gd name="T17" fmla="*/ 559 h 1232"/>
                <a:gd name="T18" fmla="*/ 488 w 569"/>
                <a:gd name="T19" fmla="*/ 559 h 1232"/>
                <a:gd name="T20" fmla="*/ 503 w 569"/>
                <a:gd name="T21" fmla="*/ 557 h 1232"/>
                <a:gd name="T22" fmla="*/ 507 w 569"/>
                <a:gd name="T23" fmla="*/ 556 h 1232"/>
                <a:gd name="T24" fmla="*/ 508 w 569"/>
                <a:gd name="T25" fmla="*/ 554 h 1232"/>
                <a:gd name="T26" fmla="*/ 510 w 569"/>
                <a:gd name="T27" fmla="*/ 552 h 1232"/>
                <a:gd name="T28" fmla="*/ 512 w 569"/>
                <a:gd name="T29" fmla="*/ 548 h 1232"/>
                <a:gd name="T30" fmla="*/ 525 w 569"/>
                <a:gd name="T31" fmla="*/ 527 h 1232"/>
                <a:gd name="T32" fmla="*/ 569 w 569"/>
                <a:gd name="T33" fmla="*/ 462 h 1232"/>
                <a:gd name="T34" fmla="*/ 544 w 569"/>
                <a:gd name="T35" fmla="*/ 481 h 1232"/>
                <a:gd name="T36" fmla="*/ 493 w 569"/>
                <a:gd name="T37" fmla="*/ 449 h 1232"/>
                <a:gd name="T38" fmla="*/ 454 w 569"/>
                <a:gd name="T39" fmla="*/ 422 h 1232"/>
                <a:gd name="T40" fmla="*/ 445 w 569"/>
                <a:gd name="T41" fmla="*/ 377 h 1232"/>
                <a:gd name="T42" fmla="*/ 423 w 569"/>
                <a:gd name="T43" fmla="*/ 323 h 1232"/>
                <a:gd name="T44" fmla="*/ 382 w 569"/>
                <a:gd name="T45" fmla="*/ 309 h 1232"/>
                <a:gd name="T46" fmla="*/ 353 w 569"/>
                <a:gd name="T47" fmla="*/ 293 h 1232"/>
                <a:gd name="T48" fmla="*/ 358 w 569"/>
                <a:gd name="T49" fmla="*/ 243 h 1232"/>
                <a:gd name="T50" fmla="*/ 414 w 569"/>
                <a:gd name="T51" fmla="*/ 183 h 1232"/>
                <a:gd name="T52" fmla="*/ 419 w 569"/>
                <a:gd name="T53" fmla="*/ 108 h 1232"/>
                <a:gd name="T54" fmla="*/ 383 w 569"/>
                <a:gd name="T55" fmla="*/ 49 h 1232"/>
                <a:gd name="T56" fmla="*/ 340 w 569"/>
                <a:gd name="T57" fmla="*/ 10 h 1232"/>
                <a:gd name="T58" fmla="*/ 316 w 569"/>
                <a:gd name="T59" fmla="*/ 51 h 1232"/>
                <a:gd name="T60" fmla="*/ 298 w 569"/>
                <a:gd name="T61" fmla="*/ 96 h 1232"/>
                <a:gd name="T62" fmla="*/ 208 w 569"/>
                <a:gd name="T63" fmla="*/ 131 h 1232"/>
                <a:gd name="T64" fmla="*/ 187 w 569"/>
                <a:gd name="T65" fmla="*/ 194 h 1232"/>
                <a:gd name="T66" fmla="*/ 154 w 569"/>
                <a:gd name="T67" fmla="*/ 232 h 1232"/>
                <a:gd name="T68" fmla="*/ 151 w 569"/>
                <a:gd name="T69" fmla="*/ 276 h 1232"/>
                <a:gd name="T70" fmla="*/ 122 w 569"/>
                <a:gd name="T71" fmla="*/ 328 h 1232"/>
                <a:gd name="T72" fmla="*/ 81 w 569"/>
                <a:gd name="T73" fmla="*/ 322 h 1232"/>
                <a:gd name="T74" fmla="*/ 65 w 569"/>
                <a:gd name="T75" fmla="*/ 384 h 1232"/>
                <a:gd name="T76" fmla="*/ 72 w 569"/>
                <a:gd name="T77" fmla="*/ 431 h 1232"/>
                <a:gd name="T78" fmla="*/ 31 w 569"/>
                <a:gd name="T79" fmla="*/ 444 h 1232"/>
                <a:gd name="T80" fmla="*/ 31 w 569"/>
                <a:gd name="T81" fmla="*/ 446 h 1232"/>
                <a:gd name="T82" fmla="*/ 30 w 569"/>
                <a:gd name="T83" fmla="*/ 459 h 1232"/>
                <a:gd name="T84" fmla="*/ 29 w 569"/>
                <a:gd name="T85" fmla="*/ 463 h 1232"/>
                <a:gd name="T86" fmla="*/ 32 w 569"/>
                <a:gd name="T87" fmla="*/ 480 h 1232"/>
                <a:gd name="T88" fmla="*/ 0 w 569"/>
                <a:gd name="T89" fmla="*/ 516 h 1232"/>
                <a:gd name="T90" fmla="*/ 97 w 569"/>
                <a:gd name="T91" fmla="*/ 601 h 1232"/>
                <a:gd name="T92" fmla="*/ 91 w 569"/>
                <a:gd name="T93" fmla="*/ 661 h 1232"/>
                <a:gd name="T94" fmla="*/ 147 w 569"/>
                <a:gd name="T95" fmla="*/ 725 h 1232"/>
                <a:gd name="T96" fmla="*/ 133 w 569"/>
                <a:gd name="T97" fmla="*/ 843 h 1232"/>
                <a:gd name="T98" fmla="*/ 186 w 569"/>
                <a:gd name="T99" fmla="*/ 861 h 1232"/>
                <a:gd name="T100" fmla="*/ 278 w 569"/>
                <a:gd name="T101" fmla="*/ 817 h 1232"/>
                <a:gd name="T102" fmla="*/ 326 w 569"/>
                <a:gd name="T103" fmla="*/ 788 h 1232"/>
                <a:gd name="T104" fmla="*/ 355 w 569"/>
                <a:gd name="T105" fmla="*/ 882 h 1232"/>
                <a:gd name="T106" fmla="*/ 397 w 569"/>
                <a:gd name="T107" fmla="*/ 1008 h 1232"/>
                <a:gd name="T108" fmla="*/ 402 w 569"/>
                <a:gd name="T109" fmla="*/ 1097 h 1232"/>
                <a:gd name="T110" fmla="*/ 392 w 569"/>
                <a:gd name="T111" fmla="*/ 1137 h 1232"/>
                <a:gd name="T112" fmla="*/ 407 w 569"/>
                <a:gd name="T113" fmla="*/ 1228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69" h="1232">
                  <a:moveTo>
                    <a:pt x="419" y="1216"/>
                  </a:moveTo>
                  <a:cubicBezTo>
                    <a:pt x="419" y="1200"/>
                    <a:pt x="421" y="1186"/>
                    <a:pt x="432" y="1178"/>
                  </a:cubicBezTo>
                  <a:cubicBezTo>
                    <a:pt x="443" y="1170"/>
                    <a:pt x="454" y="1164"/>
                    <a:pt x="460" y="1150"/>
                  </a:cubicBezTo>
                  <a:cubicBezTo>
                    <a:pt x="465" y="1135"/>
                    <a:pt x="475" y="1144"/>
                    <a:pt x="474" y="1128"/>
                  </a:cubicBezTo>
                  <a:cubicBezTo>
                    <a:pt x="473" y="1113"/>
                    <a:pt x="477" y="1103"/>
                    <a:pt x="470" y="1098"/>
                  </a:cubicBezTo>
                  <a:cubicBezTo>
                    <a:pt x="463" y="1093"/>
                    <a:pt x="471" y="1070"/>
                    <a:pt x="460" y="1064"/>
                  </a:cubicBezTo>
                  <a:cubicBezTo>
                    <a:pt x="450" y="1059"/>
                    <a:pt x="446" y="1059"/>
                    <a:pt x="449" y="1043"/>
                  </a:cubicBezTo>
                  <a:cubicBezTo>
                    <a:pt x="452" y="1027"/>
                    <a:pt x="454" y="999"/>
                    <a:pt x="448" y="991"/>
                  </a:cubicBezTo>
                  <a:cubicBezTo>
                    <a:pt x="442" y="982"/>
                    <a:pt x="429" y="971"/>
                    <a:pt x="422" y="966"/>
                  </a:cubicBezTo>
                  <a:cubicBezTo>
                    <a:pt x="416" y="962"/>
                    <a:pt x="401" y="943"/>
                    <a:pt x="398" y="936"/>
                  </a:cubicBezTo>
                  <a:cubicBezTo>
                    <a:pt x="395" y="929"/>
                    <a:pt x="393" y="921"/>
                    <a:pt x="388" y="917"/>
                  </a:cubicBezTo>
                  <a:cubicBezTo>
                    <a:pt x="384" y="914"/>
                    <a:pt x="380" y="898"/>
                    <a:pt x="392" y="896"/>
                  </a:cubicBezTo>
                  <a:cubicBezTo>
                    <a:pt x="404" y="894"/>
                    <a:pt x="411" y="887"/>
                    <a:pt x="411" y="873"/>
                  </a:cubicBezTo>
                  <a:cubicBezTo>
                    <a:pt x="410" y="858"/>
                    <a:pt x="403" y="847"/>
                    <a:pt x="412" y="843"/>
                  </a:cubicBezTo>
                  <a:cubicBezTo>
                    <a:pt x="421" y="839"/>
                    <a:pt x="428" y="841"/>
                    <a:pt x="428" y="831"/>
                  </a:cubicBezTo>
                  <a:cubicBezTo>
                    <a:pt x="428" y="820"/>
                    <a:pt x="425" y="822"/>
                    <a:pt x="418" y="815"/>
                  </a:cubicBezTo>
                  <a:cubicBezTo>
                    <a:pt x="411" y="809"/>
                    <a:pt x="403" y="794"/>
                    <a:pt x="400" y="785"/>
                  </a:cubicBezTo>
                  <a:cubicBezTo>
                    <a:pt x="398" y="777"/>
                    <a:pt x="395" y="770"/>
                    <a:pt x="382" y="759"/>
                  </a:cubicBezTo>
                  <a:cubicBezTo>
                    <a:pt x="369" y="749"/>
                    <a:pt x="353" y="736"/>
                    <a:pt x="353" y="724"/>
                  </a:cubicBezTo>
                  <a:cubicBezTo>
                    <a:pt x="353" y="712"/>
                    <a:pt x="353" y="698"/>
                    <a:pt x="346" y="693"/>
                  </a:cubicBezTo>
                  <a:cubicBezTo>
                    <a:pt x="339" y="689"/>
                    <a:pt x="332" y="680"/>
                    <a:pt x="342" y="678"/>
                  </a:cubicBezTo>
                  <a:cubicBezTo>
                    <a:pt x="352" y="676"/>
                    <a:pt x="360" y="680"/>
                    <a:pt x="360" y="663"/>
                  </a:cubicBezTo>
                  <a:cubicBezTo>
                    <a:pt x="360" y="646"/>
                    <a:pt x="360" y="609"/>
                    <a:pt x="373" y="603"/>
                  </a:cubicBezTo>
                  <a:cubicBezTo>
                    <a:pt x="386" y="596"/>
                    <a:pt x="389" y="596"/>
                    <a:pt x="403" y="600"/>
                  </a:cubicBezTo>
                  <a:cubicBezTo>
                    <a:pt x="417" y="604"/>
                    <a:pt x="425" y="603"/>
                    <a:pt x="433" y="592"/>
                  </a:cubicBezTo>
                  <a:cubicBezTo>
                    <a:pt x="441" y="581"/>
                    <a:pt x="448" y="577"/>
                    <a:pt x="457" y="576"/>
                  </a:cubicBezTo>
                  <a:cubicBezTo>
                    <a:pt x="465" y="575"/>
                    <a:pt x="465" y="560"/>
                    <a:pt x="482" y="559"/>
                  </a:cubicBezTo>
                  <a:cubicBezTo>
                    <a:pt x="483" y="559"/>
                    <a:pt x="484" y="559"/>
                    <a:pt x="485" y="559"/>
                  </a:cubicBezTo>
                  <a:cubicBezTo>
                    <a:pt x="486" y="559"/>
                    <a:pt x="486" y="559"/>
                    <a:pt x="487" y="559"/>
                  </a:cubicBezTo>
                  <a:cubicBezTo>
                    <a:pt x="487" y="559"/>
                    <a:pt x="488" y="559"/>
                    <a:pt x="488" y="559"/>
                  </a:cubicBezTo>
                  <a:cubicBezTo>
                    <a:pt x="493" y="559"/>
                    <a:pt x="497" y="559"/>
                    <a:pt x="501" y="558"/>
                  </a:cubicBezTo>
                  <a:cubicBezTo>
                    <a:pt x="501" y="558"/>
                    <a:pt x="501" y="558"/>
                    <a:pt x="501" y="558"/>
                  </a:cubicBezTo>
                  <a:cubicBezTo>
                    <a:pt x="502" y="558"/>
                    <a:pt x="503" y="558"/>
                    <a:pt x="503" y="557"/>
                  </a:cubicBezTo>
                  <a:cubicBezTo>
                    <a:pt x="503" y="557"/>
                    <a:pt x="503" y="557"/>
                    <a:pt x="503" y="557"/>
                  </a:cubicBezTo>
                  <a:cubicBezTo>
                    <a:pt x="504" y="557"/>
                    <a:pt x="505" y="557"/>
                    <a:pt x="506" y="556"/>
                  </a:cubicBezTo>
                  <a:cubicBezTo>
                    <a:pt x="506" y="556"/>
                    <a:pt x="506" y="556"/>
                    <a:pt x="507" y="556"/>
                  </a:cubicBezTo>
                  <a:cubicBezTo>
                    <a:pt x="507" y="556"/>
                    <a:pt x="507" y="556"/>
                    <a:pt x="507" y="555"/>
                  </a:cubicBezTo>
                  <a:cubicBezTo>
                    <a:pt x="507" y="555"/>
                    <a:pt x="508" y="555"/>
                    <a:pt x="508" y="555"/>
                  </a:cubicBezTo>
                  <a:cubicBezTo>
                    <a:pt x="508" y="555"/>
                    <a:pt x="508" y="554"/>
                    <a:pt x="508" y="554"/>
                  </a:cubicBezTo>
                  <a:cubicBezTo>
                    <a:pt x="509" y="554"/>
                    <a:pt x="509" y="554"/>
                    <a:pt x="509" y="554"/>
                  </a:cubicBezTo>
                  <a:cubicBezTo>
                    <a:pt x="509" y="553"/>
                    <a:pt x="510" y="553"/>
                    <a:pt x="510" y="552"/>
                  </a:cubicBezTo>
                  <a:cubicBezTo>
                    <a:pt x="510" y="552"/>
                    <a:pt x="510" y="552"/>
                    <a:pt x="510" y="552"/>
                  </a:cubicBezTo>
                  <a:cubicBezTo>
                    <a:pt x="511" y="551"/>
                    <a:pt x="511" y="551"/>
                    <a:pt x="511" y="550"/>
                  </a:cubicBezTo>
                  <a:cubicBezTo>
                    <a:pt x="511" y="550"/>
                    <a:pt x="511" y="550"/>
                    <a:pt x="511" y="550"/>
                  </a:cubicBezTo>
                  <a:cubicBezTo>
                    <a:pt x="511" y="549"/>
                    <a:pt x="512" y="549"/>
                    <a:pt x="512" y="548"/>
                  </a:cubicBezTo>
                  <a:cubicBezTo>
                    <a:pt x="512" y="548"/>
                    <a:pt x="512" y="548"/>
                    <a:pt x="512" y="548"/>
                  </a:cubicBezTo>
                  <a:cubicBezTo>
                    <a:pt x="512" y="547"/>
                    <a:pt x="512" y="546"/>
                    <a:pt x="513" y="545"/>
                  </a:cubicBezTo>
                  <a:cubicBezTo>
                    <a:pt x="515" y="529"/>
                    <a:pt x="515" y="532"/>
                    <a:pt x="525" y="527"/>
                  </a:cubicBezTo>
                  <a:cubicBezTo>
                    <a:pt x="534" y="522"/>
                    <a:pt x="542" y="520"/>
                    <a:pt x="545" y="509"/>
                  </a:cubicBezTo>
                  <a:cubicBezTo>
                    <a:pt x="548" y="499"/>
                    <a:pt x="549" y="497"/>
                    <a:pt x="556" y="491"/>
                  </a:cubicBezTo>
                  <a:cubicBezTo>
                    <a:pt x="561" y="486"/>
                    <a:pt x="566" y="474"/>
                    <a:pt x="569" y="462"/>
                  </a:cubicBezTo>
                  <a:cubicBezTo>
                    <a:pt x="569" y="462"/>
                    <a:pt x="569" y="462"/>
                    <a:pt x="569" y="462"/>
                  </a:cubicBezTo>
                  <a:cubicBezTo>
                    <a:pt x="564" y="464"/>
                    <a:pt x="561" y="467"/>
                    <a:pt x="556" y="472"/>
                  </a:cubicBezTo>
                  <a:cubicBezTo>
                    <a:pt x="551" y="478"/>
                    <a:pt x="547" y="475"/>
                    <a:pt x="544" y="481"/>
                  </a:cubicBezTo>
                  <a:cubicBezTo>
                    <a:pt x="541" y="487"/>
                    <a:pt x="528" y="485"/>
                    <a:pt x="516" y="485"/>
                  </a:cubicBezTo>
                  <a:cubicBezTo>
                    <a:pt x="504" y="485"/>
                    <a:pt x="507" y="477"/>
                    <a:pt x="503" y="468"/>
                  </a:cubicBezTo>
                  <a:cubicBezTo>
                    <a:pt x="499" y="460"/>
                    <a:pt x="497" y="456"/>
                    <a:pt x="493" y="449"/>
                  </a:cubicBezTo>
                  <a:cubicBezTo>
                    <a:pt x="490" y="441"/>
                    <a:pt x="470" y="443"/>
                    <a:pt x="461" y="443"/>
                  </a:cubicBezTo>
                  <a:cubicBezTo>
                    <a:pt x="453" y="444"/>
                    <a:pt x="454" y="439"/>
                    <a:pt x="448" y="436"/>
                  </a:cubicBezTo>
                  <a:cubicBezTo>
                    <a:pt x="442" y="433"/>
                    <a:pt x="450" y="424"/>
                    <a:pt x="454" y="422"/>
                  </a:cubicBezTo>
                  <a:cubicBezTo>
                    <a:pt x="458" y="420"/>
                    <a:pt x="461" y="414"/>
                    <a:pt x="459" y="406"/>
                  </a:cubicBezTo>
                  <a:cubicBezTo>
                    <a:pt x="457" y="398"/>
                    <a:pt x="467" y="399"/>
                    <a:pt x="470" y="386"/>
                  </a:cubicBezTo>
                  <a:cubicBezTo>
                    <a:pt x="473" y="374"/>
                    <a:pt x="454" y="378"/>
                    <a:pt x="445" y="377"/>
                  </a:cubicBezTo>
                  <a:cubicBezTo>
                    <a:pt x="435" y="377"/>
                    <a:pt x="434" y="373"/>
                    <a:pt x="432" y="362"/>
                  </a:cubicBezTo>
                  <a:cubicBezTo>
                    <a:pt x="431" y="352"/>
                    <a:pt x="429" y="353"/>
                    <a:pt x="425" y="344"/>
                  </a:cubicBezTo>
                  <a:cubicBezTo>
                    <a:pt x="422" y="334"/>
                    <a:pt x="420" y="333"/>
                    <a:pt x="423" y="323"/>
                  </a:cubicBezTo>
                  <a:cubicBezTo>
                    <a:pt x="426" y="314"/>
                    <a:pt x="431" y="297"/>
                    <a:pt x="424" y="302"/>
                  </a:cubicBezTo>
                  <a:cubicBezTo>
                    <a:pt x="417" y="308"/>
                    <a:pt x="403" y="308"/>
                    <a:pt x="398" y="305"/>
                  </a:cubicBezTo>
                  <a:cubicBezTo>
                    <a:pt x="393" y="301"/>
                    <a:pt x="387" y="309"/>
                    <a:pt x="382" y="309"/>
                  </a:cubicBezTo>
                  <a:cubicBezTo>
                    <a:pt x="377" y="309"/>
                    <a:pt x="370" y="311"/>
                    <a:pt x="366" y="316"/>
                  </a:cubicBezTo>
                  <a:cubicBezTo>
                    <a:pt x="363" y="321"/>
                    <a:pt x="356" y="322"/>
                    <a:pt x="352" y="320"/>
                  </a:cubicBezTo>
                  <a:cubicBezTo>
                    <a:pt x="349" y="319"/>
                    <a:pt x="354" y="302"/>
                    <a:pt x="353" y="293"/>
                  </a:cubicBezTo>
                  <a:cubicBezTo>
                    <a:pt x="351" y="284"/>
                    <a:pt x="351" y="284"/>
                    <a:pt x="348" y="277"/>
                  </a:cubicBezTo>
                  <a:cubicBezTo>
                    <a:pt x="344" y="270"/>
                    <a:pt x="343" y="268"/>
                    <a:pt x="349" y="264"/>
                  </a:cubicBezTo>
                  <a:cubicBezTo>
                    <a:pt x="355" y="259"/>
                    <a:pt x="354" y="252"/>
                    <a:pt x="358" y="243"/>
                  </a:cubicBezTo>
                  <a:cubicBezTo>
                    <a:pt x="362" y="235"/>
                    <a:pt x="371" y="231"/>
                    <a:pt x="379" y="221"/>
                  </a:cubicBezTo>
                  <a:cubicBezTo>
                    <a:pt x="386" y="211"/>
                    <a:pt x="388" y="209"/>
                    <a:pt x="398" y="204"/>
                  </a:cubicBezTo>
                  <a:cubicBezTo>
                    <a:pt x="409" y="199"/>
                    <a:pt x="409" y="189"/>
                    <a:pt x="414" y="183"/>
                  </a:cubicBezTo>
                  <a:cubicBezTo>
                    <a:pt x="419" y="177"/>
                    <a:pt x="416" y="159"/>
                    <a:pt x="416" y="148"/>
                  </a:cubicBezTo>
                  <a:cubicBezTo>
                    <a:pt x="416" y="137"/>
                    <a:pt x="421" y="137"/>
                    <a:pt x="422" y="130"/>
                  </a:cubicBezTo>
                  <a:cubicBezTo>
                    <a:pt x="424" y="122"/>
                    <a:pt x="422" y="115"/>
                    <a:pt x="419" y="108"/>
                  </a:cubicBezTo>
                  <a:cubicBezTo>
                    <a:pt x="416" y="101"/>
                    <a:pt x="419" y="89"/>
                    <a:pt x="419" y="81"/>
                  </a:cubicBezTo>
                  <a:cubicBezTo>
                    <a:pt x="419" y="72"/>
                    <a:pt x="403" y="70"/>
                    <a:pt x="395" y="69"/>
                  </a:cubicBezTo>
                  <a:cubicBezTo>
                    <a:pt x="386" y="67"/>
                    <a:pt x="383" y="57"/>
                    <a:pt x="383" y="49"/>
                  </a:cubicBezTo>
                  <a:cubicBezTo>
                    <a:pt x="383" y="41"/>
                    <a:pt x="382" y="30"/>
                    <a:pt x="375" y="26"/>
                  </a:cubicBezTo>
                  <a:cubicBezTo>
                    <a:pt x="368" y="21"/>
                    <a:pt x="365" y="21"/>
                    <a:pt x="360" y="11"/>
                  </a:cubicBezTo>
                  <a:cubicBezTo>
                    <a:pt x="355" y="0"/>
                    <a:pt x="344" y="5"/>
                    <a:pt x="340" y="10"/>
                  </a:cubicBezTo>
                  <a:cubicBezTo>
                    <a:pt x="337" y="14"/>
                    <a:pt x="334" y="19"/>
                    <a:pt x="330" y="20"/>
                  </a:cubicBezTo>
                  <a:cubicBezTo>
                    <a:pt x="330" y="25"/>
                    <a:pt x="330" y="29"/>
                    <a:pt x="330" y="35"/>
                  </a:cubicBezTo>
                  <a:cubicBezTo>
                    <a:pt x="330" y="44"/>
                    <a:pt x="327" y="48"/>
                    <a:pt x="316" y="51"/>
                  </a:cubicBezTo>
                  <a:cubicBezTo>
                    <a:pt x="304" y="54"/>
                    <a:pt x="303" y="62"/>
                    <a:pt x="301" y="74"/>
                  </a:cubicBezTo>
                  <a:cubicBezTo>
                    <a:pt x="299" y="85"/>
                    <a:pt x="312" y="85"/>
                    <a:pt x="312" y="93"/>
                  </a:cubicBezTo>
                  <a:cubicBezTo>
                    <a:pt x="313" y="101"/>
                    <a:pt x="305" y="107"/>
                    <a:pt x="298" y="96"/>
                  </a:cubicBezTo>
                  <a:cubicBezTo>
                    <a:pt x="292" y="86"/>
                    <a:pt x="280" y="90"/>
                    <a:pt x="272" y="90"/>
                  </a:cubicBezTo>
                  <a:cubicBezTo>
                    <a:pt x="264" y="90"/>
                    <a:pt x="245" y="92"/>
                    <a:pt x="238" y="105"/>
                  </a:cubicBezTo>
                  <a:cubicBezTo>
                    <a:pt x="232" y="117"/>
                    <a:pt x="222" y="130"/>
                    <a:pt x="208" y="131"/>
                  </a:cubicBezTo>
                  <a:cubicBezTo>
                    <a:pt x="193" y="132"/>
                    <a:pt x="190" y="146"/>
                    <a:pt x="187" y="158"/>
                  </a:cubicBezTo>
                  <a:cubicBezTo>
                    <a:pt x="185" y="171"/>
                    <a:pt x="186" y="168"/>
                    <a:pt x="192" y="175"/>
                  </a:cubicBezTo>
                  <a:cubicBezTo>
                    <a:pt x="198" y="182"/>
                    <a:pt x="187" y="185"/>
                    <a:pt x="187" y="194"/>
                  </a:cubicBezTo>
                  <a:cubicBezTo>
                    <a:pt x="186" y="203"/>
                    <a:pt x="175" y="210"/>
                    <a:pt x="171" y="211"/>
                  </a:cubicBezTo>
                  <a:cubicBezTo>
                    <a:pt x="166" y="212"/>
                    <a:pt x="160" y="213"/>
                    <a:pt x="159" y="221"/>
                  </a:cubicBezTo>
                  <a:cubicBezTo>
                    <a:pt x="159" y="230"/>
                    <a:pt x="154" y="227"/>
                    <a:pt x="154" y="232"/>
                  </a:cubicBezTo>
                  <a:cubicBezTo>
                    <a:pt x="153" y="236"/>
                    <a:pt x="158" y="237"/>
                    <a:pt x="164" y="241"/>
                  </a:cubicBezTo>
                  <a:cubicBezTo>
                    <a:pt x="169" y="246"/>
                    <a:pt x="161" y="250"/>
                    <a:pt x="160" y="257"/>
                  </a:cubicBezTo>
                  <a:cubicBezTo>
                    <a:pt x="160" y="264"/>
                    <a:pt x="164" y="274"/>
                    <a:pt x="151" y="276"/>
                  </a:cubicBezTo>
                  <a:cubicBezTo>
                    <a:pt x="139" y="277"/>
                    <a:pt x="153" y="293"/>
                    <a:pt x="139" y="293"/>
                  </a:cubicBezTo>
                  <a:cubicBezTo>
                    <a:pt x="125" y="294"/>
                    <a:pt x="130" y="310"/>
                    <a:pt x="130" y="319"/>
                  </a:cubicBezTo>
                  <a:cubicBezTo>
                    <a:pt x="131" y="328"/>
                    <a:pt x="123" y="333"/>
                    <a:pt x="122" y="328"/>
                  </a:cubicBezTo>
                  <a:cubicBezTo>
                    <a:pt x="121" y="324"/>
                    <a:pt x="117" y="316"/>
                    <a:pt x="105" y="317"/>
                  </a:cubicBezTo>
                  <a:cubicBezTo>
                    <a:pt x="93" y="317"/>
                    <a:pt x="94" y="310"/>
                    <a:pt x="84" y="310"/>
                  </a:cubicBezTo>
                  <a:cubicBezTo>
                    <a:pt x="73" y="310"/>
                    <a:pt x="76" y="318"/>
                    <a:pt x="81" y="322"/>
                  </a:cubicBezTo>
                  <a:cubicBezTo>
                    <a:pt x="87" y="326"/>
                    <a:pt x="88" y="332"/>
                    <a:pt x="82" y="335"/>
                  </a:cubicBezTo>
                  <a:cubicBezTo>
                    <a:pt x="77" y="338"/>
                    <a:pt x="78" y="356"/>
                    <a:pt x="78" y="367"/>
                  </a:cubicBezTo>
                  <a:cubicBezTo>
                    <a:pt x="78" y="377"/>
                    <a:pt x="73" y="381"/>
                    <a:pt x="65" y="384"/>
                  </a:cubicBezTo>
                  <a:cubicBezTo>
                    <a:pt x="58" y="388"/>
                    <a:pt x="59" y="400"/>
                    <a:pt x="59" y="409"/>
                  </a:cubicBezTo>
                  <a:cubicBezTo>
                    <a:pt x="59" y="417"/>
                    <a:pt x="61" y="417"/>
                    <a:pt x="65" y="417"/>
                  </a:cubicBezTo>
                  <a:cubicBezTo>
                    <a:pt x="70" y="417"/>
                    <a:pt x="72" y="425"/>
                    <a:pt x="72" y="431"/>
                  </a:cubicBezTo>
                  <a:cubicBezTo>
                    <a:pt x="72" y="438"/>
                    <a:pt x="60" y="436"/>
                    <a:pt x="60" y="444"/>
                  </a:cubicBezTo>
                  <a:cubicBezTo>
                    <a:pt x="59" y="452"/>
                    <a:pt x="51" y="450"/>
                    <a:pt x="42" y="446"/>
                  </a:cubicBezTo>
                  <a:cubicBezTo>
                    <a:pt x="38" y="444"/>
                    <a:pt x="34" y="444"/>
                    <a:pt x="31" y="444"/>
                  </a:cubicBezTo>
                  <a:cubicBezTo>
                    <a:pt x="31" y="444"/>
                    <a:pt x="31" y="444"/>
                    <a:pt x="31" y="444"/>
                  </a:cubicBezTo>
                  <a:cubicBezTo>
                    <a:pt x="31" y="445"/>
                    <a:pt x="31" y="445"/>
                    <a:pt x="31" y="446"/>
                  </a:cubicBezTo>
                  <a:cubicBezTo>
                    <a:pt x="31" y="446"/>
                    <a:pt x="31" y="446"/>
                    <a:pt x="31" y="446"/>
                  </a:cubicBezTo>
                  <a:cubicBezTo>
                    <a:pt x="31" y="449"/>
                    <a:pt x="30" y="453"/>
                    <a:pt x="30" y="456"/>
                  </a:cubicBezTo>
                  <a:cubicBezTo>
                    <a:pt x="30" y="456"/>
                    <a:pt x="30" y="457"/>
                    <a:pt x="30" y="457"/>
                  </a:cubicBezTo>
                  <a:cubicBezTo>
                    <a:pt x="30" y="457"/>
                    <a:pt x="30" y="458"/>
                    <a:pt x="30" y="459"/>
                  </a:cubicBezTo>
                  <a:cubicBezTo>
                    <a:pt x="29" y="459"/>
                    <a:pt x="29" y="460"/>
                    <a:pt x="29" y="461"/>
                  </a:cubicBezTo>
                  <a:cubicBezTo>
                    <a:pt x="29" y="461"/>
                    <a:pt x="29" y="461"/>
                    <a:pt x="29" y="461"/>
                  </a:cubicBezTo>
                  <a:cubicBezTo>
                    <a:pt x="29" y="462"/>
                    <a:pt x="29" y="462"/>
                    <a:pt x="29" y="463"/>
                  </a:cubicBezTo>
                  <a:cubicBezTo>
                    <a:pt x="29" y="463"/>
                    <a:pt x="29" y="463"/>
                    <a:pt x="29" y="463"/>
                  </a:cubicBezTo>
                  <a:cubicBezTo>
                    <a:pt x="29" y="464"/>
                    <a:pt x="29" y="465"/>
                    <a:pt x="30" y="465"/>
                  </a:cubicBezTo>
                  <a:cubicBezTo>
                    <a:pt x="32" y="470"/>
                    <a:pt x="25" y="473"/>
                    <a:pt x="32" y="480"/>
                  </a:cubicBezTo>
                  <a:cubicBezTo>
                    <a:pt x="38" y="486"/>
                    <a:pt x="41" y="496"/>
                    <a:pt x="34" y="496"/>
                  </a:cubicBezTo>
                  <a:cubicBezTo>
                    <a:pt x="28" y="495"/>
                    <a:pt x="14" y="490"/>
                    <a:pt x="12" y="494"/>
                  </a:cubicBezTo>
                  <a:cubicBezTo>
                    <a:pt x="10" y="498"/>
                    <a:pt x="13" y="511"/>
                    <a:pt x="0" y="516"/>
                  </a:cubicBezTo>
                  <a:cubicBezTo>
                    <a:pt x="10" y="535"/>
                    <a:pt x="40" y="565"/>
                    <a:pt x="55" y="579"/>
                  </a:cubicBezTo>
                  <a:cubicBezTo>
                    <a:pt x="73" y="595"/>
                    <a:pt x="70" y="593"/>
                    <a:pt x="71" y="583"/>
                  </a:cubicBezTo>
                  <a:cubicBezTo>
                    <a:pt x="73" y="573"/>
                    <a:pt x="84" y="592"/>
                    <a:pt x="97" y="601"/>
                  </a:cubicBezTo>
                  <a:cubicBezTo>
                    <a:pt x="110" y="609"/>
                    <a:pt x="101" y="616"/>
                    <a:pt x="93" y="624"/>
                  </a:cubicBezTo>
                  <a:cubicBezTo>
                    <a:pt x="84" y="631"/>
                    <a:pt x="88" y="631"/>
                    <a:pt x="97" y="639"/>
                  </a:cubicBezTo>
                  <a:cubicBezTo>
                    <a:pt x="106" y="648"/>
                    <a:pt x="86" y="651"/>
                    <a:pt x="91" y="661"/>
                  </a:cubicBezTo>
                  <a:cubicBezTo>
                    <a:pt x="97" y="671"/>
                    <a:pt x="108" y="649"/>
                    <a:pt x="119" y="652"/>
                  </a:cubicBezTo>
                  <a:cubicBezTo>
                    <a:pt x="129" y="655"/>
                    <a:pt x="129" y="675"/>
                    <a:pt x="133" y="695"/>
                  </a:cubicBezTo>
                  <a:cubicBezTo>
                    <a:pt x="137" y="715"/>
                    <a:pt x="147" y="714"/>
                    <a:pt x="147" y="725"/>
                  </a:cubicBezTo>
                  <a:cubicBezTo>
                    <a:pt x="147" y="737"/>
                    <a:pt x="147" y="750"/>
                    <a:pt x="149" y="768"/>
                  </a:cubicBezTo>
                  <a:cubicBezTo>
                    <a:pt x="150" y="787"/>
                    <a:pt x="136" y="793"/>
                    <a:pt x="136" y="803"/>
                  </a:cubicBezTo>
                  <a:cubicBezTo>
                    <a:pt x="136" y="813"/>
                    <a:pt x="133" y="831"/>
                    <a:pt x="133" y="843"/>
                  </a:cubicBezTo>
                  <a:cubicBezTo>
                    <a:pt x="133" y="854"/>
                    <a:pt x="150" y="860"/>
                    <a:pt x="153" y="853"/>
                  </a:cubicBezTo>
                  <a:cubicBezTo>
                    <a:pt x="156" y="846"/>
                    <a:pt x="160" y="847"/>
                    <a:pt x="167" y="857"/>
                  </a:cubicBezTo>
                  <a:cubicBezTo>
                    <a:pt x="174" y="867"/>
                    <a:pt x="180" y="874"/>
                    <a:pt x="186" y="861"/>
                  </a:cubicBezTo>
                  <a:cubicBezTo>
                    <a:pt x="192" y="849"/>
                    <a:pt x="196" y="863"/>
                    <a:pt x="207" y="863"/>
                  </a:cubicBezTo>
                  <a:cubicBezTo>
                    <a:pt x="219" y="863"/>
                    <a:pt x="227" y="853"/>
                    <a:pt x="239" y="836"/>
                  </a:cubicBezTo>
                  <a:cubicBezTo>
                    <a:pt x="250" y="818"/>
                    <a:pt x="266" y="818"/>
                    <a:pt x="278" y="817"/>
                  </a:cubicBezTo>
                  <a:cubicBezTo>
                    <a:pt x="289" y="816"/>
                    <a:pt x="289" y="803"/>
                    <a:pt x="293" y="803"/>
                  </a:cubicBezTo>
                  <a:cubicBezTo>
                    <a:pt x="298" y="803"/>
                    <a:pt x="302" y="784"/>
                    <a:pt x="306" y="771"/>
                  </a:cubicBezTo>
                  <a:cubicBezTo>
                    <a:pt x="311" y="758"/>
                    <a:pt x="326" y="778"/>
                    <a:pt x="326" y="788"/>
                  </a:cubicBezTo>
                  <a:cubicBezTo>
                    <a:pt x="326" y="798"/>
                    <a:pt x="329" y="800"/>
                    <a:pt x="334" y="811"/>
                  </a:cubicBezTo>
                  <a:cubicBezTo>
                    <a:pt x="338" y="823"/>
                    <a:pt x="346" y="820"/>
                    <a:pt x="346" y="837"/>
                  </a:cubicBezTo>
                  <a:cubicBezTo>
                    <a:pt x="346" y="854"/>
                    <a:pt x="355" y="861"/>
                    <a:pt x="355" y="882"/>
                  </a:cubicBezTo>
                  <a:cubicBezTo>
                    <a:pt x="355" y="902"/>
                    <a:pt x="355" y="909"/>
                    <a:pt x="361" y="923"/>
                  </a:cubicBezTo>
                  <a:cubicBezTo>
                    <a:pt x="366" y="937"/>
                    <a:pt x="372" y="945"/>
                    <a:pt x="374" y="970"/>
                  </a:cubicBezTo>
                  <a:cubicBezTo>
                    <a:pt x="375" y="996"/>
                    <a:pt x="385" y="996"/>
                    <a:pt x="397" y="1008"/>
                  </a:cubicBezTo>
                  <a:cubicBezTo>
                    <a:pt x="408" y="1019"/>
                    <a:pt x="402" y="1022"/>
                    <a:pt x="405" y="1042"/>
                  </a:cubicBezTo>
                  <a:cubicBezTo>
                    <a:pt x="408" y="1062"/>
                    <a:pt x="415" y="1071"/>
                    <a:pt x="415" y="1082"/>
                  </a:cubicBezTo>
                  <a:cubicBezTo>
                    <a:pt x="415" y="1094"/>
                    <a:pt x="412" y="1092"/>
                    <a:pt x="402" y="1097"/>
                  </a:cubicBezTo>
                  <a:cubicBezTo>
                    <a:pt x="392" y="1101"/>
                    <a:pt x="404" y="1107"/>
                    <a:pt x="404" y="1115"/>
                  </a:cubicBezTo>
                  <a:cubicBezTo>
                    <a:pt x="404" y="1124"/>
                    <a:pt x="394" y="1119"/>
                    <a:pt x="387" y="1119"/>
                  </a:cubicBezTo>
                  <a:cubicBezTo>
                    <a:pt x="379" y="1119"/>
                    <a:pt x="384" y="1137"/>
                    <a:pt x="392" y="1137"/>
                  </a:cubicBezTo>
                  <a:cubicBezTo>
                    <a:pt x="401" y="1137"/>
                    <a:pt x="398" y="1134"/>
                    <a:pt x="412" y="1140"/>
                  </a:cubicBezTo>
                  <a:cubicBezTo>
                    <a:pt x="427" y="1145"/>
                    <a:pt x="420" y="1161"/>
                    <a:pt x="408" y="1170"/>
                  </a:cubicBezTo>
                  <a:cubicBezTo>
                    <a:pt x="397" y="1178"/>
                    <a:pt x="405" y="1203"/>
                    <a:pt x="407" y="1228"/>
                  </a:cubicBezTo>
                  <a:cubicBezTo>
                    <a:pt x="407" y="1230"/>
                    <a:pt x="407" y="1231"/>
                    <a:pt x="407" y="1232"/>
                  </a:cubicBezTo>
                  <a:cubicBezTo>
                    <a:pt x="411" y="1231"/>
                    <a:pt x="419" y="1226"/>
                    <a:pt x="419" y="121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3136" y="1985"/>
              <a:ext cx="319" cy="379"/>
            </a:xfrm>
            <a:custGeom>
              <a:avLst/>
              <a:gdLst>
                <a:gd name="T0" fmla="*/ 19 w 489"/>
                <a:gd name="T1" fmla="*/ 114 h 580"/>
                <a:gd name="T2" fmla="*/ 6 w 489"/>
                <a:gd name="T3" fmla="*/ 135 h 580"/>
                <a:gd name="T4" fmla="*/ 4 w 489"/>
                <a:gd name="T5" fmla="*/ 139 h 580"/>
                <a:gd name="T6" fmla="*/ 2 w 489"/>
                <a:gd name="T7" fmla="*/ 141 h 580"/>
                <a:gd name="T8" fmla="*/ 1 w 489"/>
                <a:gd name="T9" fmla="*/ 143 h 580"/>
                <a:gd name="T10" fmla="*/ 27 w 489"/>
                <a:gd name="T11" fmla="*/ 160 h 580"/>
                <a:gd name="T12" fmla="*/ 21 w 489"/>
                <a:gd name="T13" fmla="*/ 194 h 580"/>
                <a:gd name="T14" fmla="*/ 58 w 489"/>
                <a:gd name="T15" fmla="*/ 193 h 580"/>
                <a:gd name="T16" fmla="*/ 76 w 489"/>
                <a:gd name="T17" fmla="*/ 231 h 580"/>
                <a:gd name="T18" fmla="*/ 68 w 489"/>
                <a:gd name="T19" fmla="*/ 285 h 580"/>
                <a:gd name="T20" fmla="*/ 48 w 489"/>
                <a:gd name="T21" fmla="*/ 323 h 580"/>
                <a:gd name="T22" fmla="*/ 78 w 489"/>
                <a:gd name="T23" fmla="*/ 333 h 580"/>
                <a:gd name="T24" fmla="*/ 138 w 489"/>
                <a:gd name="T25" fmla="*/ 291 h 580"/>
                <a:gd name="T26" fmla="*/ 185 w 489"/>
                <a:gd name="T27" fmla="*/ 301 h 580"/>
                <a:gd name="T28" fmla="*/ 258 w 489"/>
                <a:gd name="T29" fmla="*/ 298 h 580"/>
                <a:gd name="T30" fmla="*/ 297 w 489"/>
                <a:gd name="T31" fmla="*/ 369 h 580"/>
                <a:gd name="T32" fmla="*/ 326 w 489"/>
                <a:gd name="T33" fmla="*/ 429 h 580"/>
                <a:gd name="T34" fmla="*/ 346 w 489"/>
                <a:gd name="T35" fmla="*/ 481 h 580"/>
                <a:gd name="T36" fmla="*/ 345 w 489"/>
                <a:gd name="T37" fmla="*/ 529 h 580"/>
                <a:gd name="T38" fmla="*/ 331 w 489"/>
                <a:gd name="T39" fmla="*/ 544 h 580"/>
                <a:gd name="T40" fmla="*/ 330 w 489"/>
                <a:gd name="T41" fmla="*/ 545 h 580"/>
                <a:gd name="T42" fmla="*/ 366 w 489"/>
                <a:gd name="T43" fmla="*/ 565 h 580"/>
                <a:gd name="T44" fmla="*/ 397 w 489"/>
                <a:gd name="T45" fmla="*/ 528 h 580"/>
                <a:gd name="T46" fmla="*/ 448 w 489"/>
                <a:gd name="T47" fmla="*/ 534 h 580"/>
                <a:gd name="T48" fmla="*/ 473 w 489"/>
                <a:gd name="T49" fmla="*/ 510 h 580"/>
                <a:gd name="T50" fmla="*/ 473 w 489"/>
                <a:gd name="T51" fmla="*/ 509 h 580"/>
                <a:gd name="T52" fmla="*/ 473 w 489"/>
                <a:gd name="T53" fmla="*/ 507 h 580"/>
                <a:gd name="T54" fmla="*/ 478 w 489"/>
                <a:gd name="T55" fmla="*/ 476 h 580"/>
                <a:gd name="T56" fmla="*/ 468 w 489"/>
                <a:gd name="T57" fmla="*/ 439 h 580"/>
                <a:gd name="T58" fmla="*/ 428 w 489"/>
                <a:gd name="T59" fmla="*/ 399 h 580"/>
                <a:gd name="T60" fmla="*/ 366 w 489"/>
                <a:gd name="T61" fmla="*/ 327 h 580"/>
                <a:gd name="T62" fmla="*/ 325 w 489"/>
                <a:gd name="T63" fmla="*/ 261 h 580"/>
                <a:gd name="T64" fmla="*/ 249 w 489"/>
                <a:gd name="T65" fmla="*/ 219 h 580"/>
                <a:gd name="T66" fmla="*/ 298 w 489"/>
                <a:gd name="T67" fmla="*/ 179 h 580"/>
                <a:gd name="T68" fmla="*/ 284 w 489"/>
                <a:gd name="T69" fmla="*/ 143 h 580"/>
                <a:gd name="T70" fmla="*/ 249 w 489"/>
                <a:gd name="T71" fmla="*/ 109 h 580"/>
                <a:gd name="T72" fmla="*/ 187 w 489"/>
                <a:gd name="T73" fmla="*/ 97 h 580"/>
                <a:gd name="T74" fmla="*/ 172 w 489"/>
                <a:gd name="T75" fmla="*/ 52 h 580"/>
                <a:gd name="T76" fmla="*/ 133 w 489"/>
                <a:gd name="T77" fmla="*/ 3 h 580"/>
                <a:gd name="T78" fmla="*/ 125 w 489"/>
                <a:gd name="T79" fmla="*/ 4 h 580"/>
                <a:gd name="T80" fmla="*/ 104 w 489"/>
                <a:gd name="T81" fmla="*/ 0 h 580"/>
                <a:gd name="T82" fmla="*/ 100 w 489"/>
                <a:gd name="T83" fmla="*/ 40 h 580"/>
                <a:gd name="T84" fmla="*/ 106 w 489"/>
                <a:gd name="T85" fmla="*/ 86 h 580"/>
                <a:gd name="T86" fmla="*/ 70 w 489"/>
                <a:gd name="T87" fmla="*/ 61 h 580"/>
                <a:gd name="T88" fmla="*/ 69 w 489"/>
                <a:gd name="T89" fmla="*/ 57 h 580"/>
                <a:gd name="T90" fmla="*/ 63 w 489"/>
                <a:gd name="T91" fmla="*/ 49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9" h="580">
                  <a:moveTo>
                    <a:pt x="50" y="78"/>
                  </a:moveTo>
                  <a:cubicBezTo>
                    <a:pt x="43" y="84"/>
                    <a:pt x="42" y="86"/>
                    <a:pt x="39" y="96"/>
                  </a:cubicBezTo>
                  <a:cubicBezTo>
                    <a:pt x="36" y="107"/>
                    <a:pt x="28" y="109"/>
                    <a:pt x="19" y="114"/>
                  </a:cubicBezTo>
                  <a:cubicBezTo>
                    <a:pt x="9" y="119"/>
                    <a:pt x="9" y="116"/>
                    <a:pt x="7" y="132"/>
                  </a:cubicBezTo>
                  <a:cubicBezTo>
                    <a:pt x="6" y="133"/>
                    <a:pt x="6" y="134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6"/>
                    <a:pt x="5" y="136"/>
                    <a:pt x="5" y="137"/>
                  </a:cubicBezTo>
                  <a:cubicBezTo>
                    <a:pt x="5" y="137"/>
                    <a:pt x="5" y="137"/>
                    <a:pt x="5" y="137"/>
                  </a:cubicBezTo>
                  <a:cubicBezTo>
                    <a:pt x="5" y="138"/>
                    <a:pt x="5" y="138"/>
                    <a:pt x="4" y="139"/>
                  </a:cubicBezTo>
                  <a:cubicBezTo>
                    <a:pt x="4" y="139"/>
                    <a:pt x="4" y="139"/>
                    <a:pt x="4" y="139"/>
                  </a:cubicBezTo>
                  <a:cubicBezTo>
                    <a:pt x="4" y="140"/>
                    <a:pt x="3" y="140"/>
                    <a:pt x="3" y="141"/>
                  </a:cubicBezTo>
                  <a:cubicBezTo>
                    <a:pt x="3" y="141"/>
                    <a:pt x="3" y="141"/>
                    <a:pt x="2" y="141"/>
                  </a:cubicBezTo>
                  <a:cubicBezTo>
                    <a:pt x="2" y="141"/>
                    <a:pt x="2" y="142"/>
                    <a:pt x="2" y="142"/>
                  </a:cubicBezTo>
                  <a:cubicBezTo>
                    <a:pt x="2" y="142"/>
                    <a:pt x="1" y="142"/>
                    <a:pt x="1" y="142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7"/>
                    <a:pt x="5" y="149"/>
                    <a:pt x="10" y="149"/>
                  </a:cubicBezTo>
                  <a:cubicBezTo>
                    <a:pt x="24" y="147"/>
                    <a:pt x="25" y="157"/>
                    <a:pt x="27" y="160"/>
                  </a:cubicBezTo>
                  <a:cubicBezTo>
                    <a:pt x="29" y="163"/>
                    <a:pt x="38" y="162"/>
                    <a:pt x="30" y="170"/>
                  </a:cubicBezTo>
                  <a:cubicBezTo>
                    <a:pt x="22" y="178"/>
                    <a:pt x="22" y="178"/>
                    <a:pt x="22" y="183"/>
                  </a:cubicBezTo>
                  <a:cubicBezTo>
                    <a:pt x="22" y="187"/>
                    <a:pt x="12" y="187"/>
                    <a:pt x="21" y="194"/>
                  </a:cubicBezTo>
                  <a:cubicBezTo>
                    <a:pt x="30" y="201"/>
                    <a:pt x="29" y="206"/>
                    <a:pt x="38" y="205"/>
                  </a:cubicBezTo>
                  <a:cubicBezTo>
                    <a:pt x="46" y="205"/>
                    <a:pt x="49" y="205"/>
                    <a:pt x="49" y="200"/>
                  </a:cubicBezTo>
                  <a:cubicBezTo>
                    <a:pt x="49" y="195"/>
                    <a:pt x="54" y="193"/>
                    <a:pt x="58" y="193"/>
                  </a:cubicBezTo>
                  <a:cubicBezTo>
                    <a:pt x="63" y="193"/>
                    <a:pt x="68" y="195"/>
                    <a:pt x="68" y="201"/>
                  </a:cubicBezTo>
                  <a:cubicBezTo>
                    <a:pt x="68" y="207"/>
                    <a:pt x="72" y="213"/>
                    <a:pt x="74" y="214"/>
                  </a:cubicBezTo>
                  <a:cubicBezTo>
                    <a:pt x="76" y="215"/>
                    <a:pt x="76" y="224"/>
                    <a:pt x="76" y="231"/>
                  </a:cubicBezTo>
                  <a:cubicBezTo>
                    <a:pt x="76" y="237"/>
                    <a:pt x="78" y="253"/>
                    <a:pt x="73" y="256"/>
                  </a:cubicBezTo>
                  <a:cubicBezTo>
                    <a:pt x="68" y="259"/>
                    <a:pt x="63" y="262"/>
                    <a:pt x="64" y="267"/>
                  </a:cubicBezTo>
                  <a:cubicBezTo>
                    <a:pt x="64" y="273"/>
                    <a:pt x="64" y="282"/>
                    <a:pt x="68" y="285"/>
                  </a:cubicBezTo>
                  <a:cubicBezTo>
                    <a:pt x="72" y="287"/>
                    <a:pt x="72" y="293"/>
                    <a:pt x="69" y="298"/>
                  </a:cubicBezTo>
                  <a:cubicBezTo>
                    <a:pt x="66" y="303"/>
                    <a:pt x="58" y="306"/>
                    <a:pt x="58" y="310"/>
                  </a:cubicBezTo>
                  <a:cubicBezTo>
                    <a:pt x="58" y="314"/>
                    <a:pt x="52" y="319"/>
                    <a:pt x="48" y="323"/>
                  </a:cubicBezTo>
                  <a:cubicBezTo>
                    <a:pt x="45" y="327"/>
                    <a:pt x="48" y="329"/>
                    <a:pt x="54" y="333"/>
                  </a:cubicBezTo>
                  <a:cubicBezTo>
                    <a:pt x="60" y="336"/>
                    <a:pt x="52" y="339"/>
                    <a:pt x="61" y="339"/>
                  </a:cubicBezTo>
                  <a:cubicBezTo>
                    <a:pt x="70" y="339"/>
                    <a:pt x="75" y="340"/>
                    <a:pt x="78" y="333"/>
                  </a:cubicBezTo>
                  <a:cubicBezTo>
                    <a:pt x="82" y="327"/>
                    <a:pt x="86" y="318"/>
                    <a:pt x="96" y="314"/>
                  </a:cubicBezTo>
                  <a:cubicBezTo>
                    <a:pt x="106" y="310"/>
                    <a:pt x="98" y="303"/>
                    <a:pt x="110" y="299"/>
                  </a:cubicBezTo>
                  <a:cubicBezTo>
                    <a:pt x="122" y="295"/>
                    <a:pt x="128" y="278"/>
                    <a:pt x="138" y="291"/>
                  </a:cubicBezTo>
                  <a:cubicBezTo>
                    <a:pt x="149" y="305"/>
                    <a:pt x="149" y="300"/>
                    <a:pt x="154" y="302"/>
                  </a:cubicBezTo>
                  <a:cubicBezTo>
                    <a:pt x="160" y="304"/>
                    <a:pt x="166" y="318"/>
                    <a:pt x="172" y="311"/>
                  </a:cubicBezTo>
                  <a:cubicBezTo>
                    <a:pt x="178" y="305"/>
                    <a:pt x="172" y="303"/>
                    <a:pt x="185" y="301"/>
                  </a:cubicBezTo>
                  <a:cubicBezTo>
                    <a:pt x="198" y="299"/>
                    <a:pt x="194" y="281"/>
                    <a:pt x="202" y="278"/>
                  </a:cubicBezTo>
                  <a:cubicBezTo>
                    <a:pt x="210" y="275"/>
                    <a:pt x="232" y="274"/>
                    <a:pt x="238" y="280"/>
                  </a:cubicBezTo>
                  <a:cubicBezTo>
                    <a:pt x="244" y="286"/>
                    <a:pt x="252" y="289"/>
                    <a:pt x="258" y="298"/>
                  </a:cubicBezTo>
                  <a:cubicBezTo>
                    <a:pt x="263" y="307"/>
                    <a:pt x="273" y="321"/>
                    <a:pt x="282" y="327"/>
                  </a:cubicBezTo>
                  <a:cubicBezTo>
                    <a:pt x="292" y="332"/>
                    <a:pt x="299" y="341"/>
                    <a:pt x="301" y="347"/>
                  </a:cubicBezTo>
                  <a:cubicBezTo>
                    <a:pt x="303" y="354"/>
                    <a:pt x="296" y="361"/>
                    <a:pt x="297" y="369"/>
                  </a:cubicBezTo>
                  <a:cubicBezTo>
                    <a:pt x="298" y="376"/>
                    <a:pt x="298" y="382"/>
                    <a:pt x="298" y="389"/>
                  </a:cubicBezTo>
                  <a:cubicBezTo>
                    <a:pt x="298" y="397"/>
                    <a:pt x="291" y="404"/>
                    <a:pt x="304" y="411"/>
                  </a:cubicBezTo>
                  <a:cubicBezTo>
                    <a:pt x="316" y="419"/>
                    <a:pt x="320" y="425"/>
                    <a:pt x="326" y="429"/>
                  </a:cubicBezTo>
                  <a:cubicBezTo>
                    <a:pt x="332" y="432"/>
                    <a:pt x="346" y="437"/>
                    <a:pt x="349" y="445"/>
                  </a:cubicBezTo>
                  <a:cubicBezTo>
                    <a:pt x="352" y="454"/>
                    <a:pt x="360" y="464"/>
                    <a:pt x="356" y="469"/>
                  </a:cubicBezTo>
                  <a:cubicBezTo>
                    <a:pt x="351" y="473"/>
                    <a:pt x="346" y="477"/>
                    <a:pt x="346" y="481"/>
                  </a:cubicBezTo>
                  <a:cubicBezTo>
                    <a:pt x="345" y="486"/>
                    <a:pt x="332" y="487"/>
                    <a:pt x="340" y="494"/>
                  </a:cubicBezTo>
                  <a:cubicBezTo>
                    <a:pt x="347" y="501"/>
                    <a:pt x="347" y="507"/>
                    <a:pt x="347" y="512"/>
                  </a:cubicBezTo>
                  <a:cubicBezTo>
                    <a:pt x="347" y="517"/>
                    <a:pt x="348" y="527"/>
                    <a:pt x="345" y="529"/>
                  </a:cubicBezTo>
                  <a:cubicBezTo>
                    <a:pt x="342" y="531"/>
                    <a:pt x="333" y="538"/>
                    <a:pt x="332" y="543"/>
                  </a:cubicBezTo>
                  <a:cubicBezTo>
                    <a:pt x="332" y="543"/>
                    <a:pt x="331" y="543"/>
                    <a:pt x="331" y="543"/>
                  </a:cubicBezTo>
                  <a:cubicBezTo>
                    <a:pt x="331" y="544"/>
                    <a:pt x="331" y="544"/>
                    <a:pt x="331" y="544"/>
                  </a:cubicBezTo>
                  <a:cubicBezTo>
                    <a:pt x="331" y="544"/>
                    <a:pt x="331" y="544"/>
                    <a:pt x="331" y="544"/>
                  </a:cubicBezTo>
                  <a:cubicBezTo>
                    <a:pt x="331" y="544"/>
                    <a:pt x="330" y="544"/>
                    <a:pt x="330" y="545"/>
                  </a:cubicBezTo>
                  <a:cubicBezTo>
                    <a:pt x="330" y="545"/>
                    <a:pt x="330" y="545"/>
                    <a:pt x="330" y="545"/>
                  </a:cubicBezTo>
                  <a:cubicBezTo>
                    <a:pt x="330" y="545"/>
                    <a:pt x="329" y="545"/>
                    <a:pt x="329" y="545"/>
                  </a:cubicBezTo>
                  <a:cubicBezTo>
                    <a:pt x="334" y="554"/>
                    <a:pt x="341" y="556"/>
                    <a:pt x="345" y="556"/>
                  </a:cubicBezTo>
                  <a:cubicBezTo>
                    <a:pt x="350" y="556"/>
                    <a:pt x="353" y="551"/>
                    <a:pt x="366" y="565"/>
                  </a:cubicBezTo>
                  <a:cubicBezTo>
                    <a:pt x="378" y="580"/>
                    <a:pt x="382" y="570"/>
                    <a:pt x="386" y="566"/>
                  </a:cubicBezTo>
                  <a:cubicBezTo>
                    <a:pt x="390" y="562"/>
                    <a:pt x="385" y="556"/>
                    <a:pt x="383" y="549"/>
                  </a:cubicBezTo>
                  <a:cubicBezTo>
                    <a:pt x="381" y="541"/>
                    <a:pt x="394" y="533"/>
                    <a:pt x="397" y="528"/>
                  </a:cubicBezTo>
                  <a:cubicBezTo>
                    <a:pt x="400" y="523"/>
                    <a:pt x="408" y="524"/>
                    <a:pt x="414" y="530"/>
                  </a:cubicBezTo>
                  <a:cubicBezTo>
                    <a:pt x="420" y="536"/>
                    <a:pt x="425" y="539"/>
                    <a:pt x="432" y="543"/>
                  </a:cubicBezTo>
                  <a:cubicBezTo>
                    <a:pt x="438" y="547"/>
                    <a:pt x="446" y="540"/>
                    <a:pt x="448" y="534"/>
                  </a:cubicBezTo>
                  <a:cubicBezTo>
                    <a:pt x="450" y="528"/>
                    <a:pt x="454" y="525"/>
                    <a:pt x="464" y="523"/>
                  </a:cubicBezTo>
                  <a:cubicBezTo>
                    <a:pt x="465" y="523"/>
                    <a:pt x="465" y="523"/>
                    <a:pt x="466" y="523"/>
                  </a:cubicBezTo>
                  <a:cubicBezTo>
                    <a:pt x="473" y="521"/>
                    <a:pt x="474" y="515"/>
                    <a:pt x="473" y="510"/>
                  </a:cubicBezTo>
                  <a:cubicBezTo>
                    <a:pt x="473" y="510"/>
                    <a:pt x="473" y="510"/>
                    <a:pt x="473" y="510"/>
                  </a:cubicBezTo>
                  <a:cubicBezTo>
                    <a:pt x="473" y="510"/>
                    <a:pt x="473" y="509"/>
                    <a:pt x="473" y="509"/>
                  </a:cubicBezTo>
                  <a:cubicBezTo>
                    <a:pt x="473" y="509"/>
                    <a:pt x="473" y="509"/>
                    <a:pt x="473" y="509"/>
                  </a:cubicBezTo>
                  <a:cubicBezTo>
                    <a:pt x="473" y="509"/>
                    <a:pt x="473" y="508"/>
                    <a:pt x="473" y="508"/>
                  </a:cubicBezTo>
                  <a:cubicBezTo>
                    <a:pt x="473" y="508"/>
                    <a:pt x="473" y="508"/>
                    <a:pt x="473" y="508"/>
                  </a:cubicBezTo>
                  <a:cubicBezTo>
                    <a:pt x="473" y="508"/>
                    <a:pt x="473" y="508"/>
                    <a:pt x="473" y="507"/>
                  </a:cubicBezTo>
                  <a:cubicBezTo>
                    <a:pt x="472" y="507"/>
                    <a:pt x="472" y="507"/>
                    <a:pt x="472" y="507"/>
                  </a:cubicBezTo>
                  <a:cubicBezTo>
                    <a:pt x="471" y="503"/>
                    <a:pt x="469" y="498"/>
                    <a:pt x="479" y="495"/>
                  </a:cubicBezTo>
                  <a:cubicBezTo>
                    <a:pt x="489" y="491"/>
                    <a:pt x="484" y="483"/>
                    <a:pt x="478" y="476"/>
                  </a:cubicBezTo>
                  <a:cubicBezTo>
                    <a:pt x="472" y="469"/>
                    <a:pt x="466" y="465"/>
                    <a:pt x="457" y="461"/>
                  </a:cubicBezTo>
                  <a:cubicBezTo>
                    <a:pt x="448" y="458"/>
                    <a:pt x="452" y="451"/>
                    <a:pt x="452" y="446"/>
                  </a:cubicBezTo>
                  <a:cubicBezTo>
                    <a:pt x="452" y="441"/>
                    <a:pt x="463" y="441"/>
                    <a:pt x="468" y="439"/>
                  </a:cubicBezTo>
                  <a:cubicBezTo>
                    <a:pt x="474" y="436"/>
                    <a:pt x="464" y="427"/>
                    <a:pt x="460" y="425"/>
                  </a:cubicBezTo>
                  <a:cubicBezTo>
                    <a:pt x="456" y="423"/>
                    <a:pt x="456" y="417"/>
                    <a:pt x="446" y="413"/>
                  </a:cubicBezTo>
                  <a:cubicBezTo>
                    <a:pt x="436" y="409"/>
                    <a:pt x="439" y="402"/>
                    <a:pt x="428" y="399"/>
                  </a:cubicBezTo>
                  <a:cubicBezTo>
                    <a:pt x="416" y="397"/>
                    <a:pt x="416" y="391"/>
                    <a:pt x="413" y="380"/>
                  </a:cubicBezTo>
                  <a:cubicBezTo>
                    <a:pt x="410" y="369"/>
                    <a:pt x="408" y="363"/>
                    <a:pt x="401" y="357"/>
                  </a:cubicBezTo>
                  <a:cubicBezTo>
                    <a:pt x="394" y="351"/>
                    <a:pt x="375" y="333"/>
                    <a:pt x="366" y="327"/>
                  </a:cubicBezTo>
                  <a:cubicBezTo>
                    <a:pt x="356" y="321"/>
                    <a:pt x="351" y="315"/>
                    <a:pt x="351" y="305"/>
                  </a:cubicBezTo>
                  <a:cubicBezTo>
                    <a:pt x="351" y="295"/>
                    <a:pt x="344" y="294"/>
                    <a:pt x="332" y="287"/>
                  </a:cubicBezTo>
                  <a:cubicBezTo>
                    <a:pt x="320" y="281"/>
                    <a:pt x="325" y="268"/>
                    <a:pt x="325" y="261"/>
                  </a:cubicBezTo>
                  <a:cubicBezTo>
                    <a:pt x="325" y="253"/>
                    <a:pt x="314" y="254"/>
                    <a:pt x="305" y="253"/>
                  </a:cubicBezTo>
                  <a:cubicBezTo>
                    <a:pt x="296" y="253"/>
                    <a:pt x="291" y="246"/>
                    <a:pt x="280" y="239"/>
                  </a:cubicBezTo>
                  <a:cubicBezTo>
                    <a:pt x="268" y="233"/>
                    <a:pt x="268" y="226"/>
                    <a:pt x="249" y="219"/>
                  </a:cubicBezTo>
                  <a:cubicBezTo>
                    <a:pt x="230" y="211"/>
                    <a:pt x="251" y="203"/>
                    <a:pt x="252" y="197"/>
                  </a:cubicBezTo>
                  <a:cubicBezTo>
                    <a:pt x="252" y="191"/>
                    <a:pt x="278" y="195"/>
                    <a:pt x="284" y="195"/>
                  </a:cubicBezTo>
                  <a:cubicBezTo>
                    <a:pt x="291" y="195"/>
                    <a:pt x="298" y="187"/>
                    <a:pt x="298" y="179"/>
                  </a:cubicBezTo>
                  <a:cubicBezTo>
                    <a:pt x="298" y="172"/>
                    <a:pt x="309" y="173"/>
                    <a:pt x="311" y="167"/>
                  </a:cubicBezTo>
                  <a:cubicBezTo>
                    <a:pt x="313" y="162"/>
                    <a:pt x="311" y="153"/>
                    <a:pt x="301" y="154"/>
                  </a:cubicBezTo>
                  <a:cubicBezTo>
                    <a:pt x="291" y="155"/>
                    <a:pt x="291" y="147"/>
                    <a:pt x="284" y="143"/>
                  </a:cubicBezTo>
                  <a:cubicBezTo>
                    <a:pt x="276" y="140"/>
                    <a:pt x="280" y="137"/>
                    <a:pt x="282" y="131"/>
                  </a:cubicBezTo>
                  <a:cubicBezTo>
                    <a:pt x="283" y="125"/>
                    <a:pt x="276" y="118"/>
                    <a:pt x="272" y="112"/>
                  </a:cubicBezTo>
                  <a:cubicBezTo>
                    <a:pt x="268" y="106"/>
                    <a:pt x="257" y="106"/>
                    <a:pt x="249" y="109"/>
                  </a:cubicBezTo>
                  <a:cubicBezTo>
                    <a:pt x="241" y="111"/>
                    <a:pt x="236" y="113"/>
                    <a:pt x="234" y="119"/>
                  </a:cubicBezTo>
                  <a:cubicBezTo>
                    <a:pt x="232" y="126"/>
                    <a:pt x="216" y="119"/>
                    <a:pt x="205" y="118"/>
                  </a:cubicBezTo>
                  <a:cubicBezTo>
                    <a:pt x="194" y="117"/>
                    <a:pt x="196" y="105"/>
                    <a:pt x="187" y="97"/>
                  </a:cubicBezTo>
                  <a:cubicBezTo>
                    <a:pt x="178" y="89"/>
                    <a:pt x="170" y="82"/>
                    <a:pt x="176" y="81"/>
                  </a:cubicBezTo>
                  <a:cubicBezTo>
                    <a:pt x="182" y="79"/>
                    <a:pt x="186" y="67"/>
                    <a:pt x="186" y="62"/>
                  </a:cubicBezTo>
                  <a:cubicBezTo>
                    <a:pt x="186" y="57"/>
                    <a:pt x="181" y="53"/>
                    <a:pt x="172" y="52"/>
                  </a:cubicBezTo>
                  <a:cubicBezTo>
                    <a:pt x="164" y="51"/>
                    <a:pt x="165" y="52"/>
                    <a:pt x="162" y="43"/>
                  </a:cubicBezTo>
                  <a:cubicBezTo>
                    <a:pt x="160" y="35"/>
                    <a:pt x="151" y="27"/>
                    <a:pt x="141" y="24"/>
                  </a:cubicBezTo>
                  <a:cubicBezTo>
                    <a:pt x="134" y="22"/>
                    <a:pt x="133" y="11"/>
                    <a:pt x="133" y="3"/>
                  </a:cubicBezTo>
                  <a:cubicBezTo>
                    <a:pt x="132" y="4"/>
                    <a:pt x="130" y="4"/>
                    <a:pt x="128" y="4"/>
                  </a:cubicBezTo>
                  <a:cubicBezTo>
                    <a:pt x="128" y="4"/>
                    <a:pt x="128" y="4"/>
                    <a:pt x="128" y="4"/>
                  </a:cubicBezTo>
                  <a:cubicBezTo>
                    <a:pt x="127" y="4"/>
                    <a:pt x="126" y="4"/>
                    <a:pt x="125" y="4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4" y="3"/>
                    <a:pt x="122" y="3"/>
                    <a:pt x="121" y="3"/>
                  </a:cubicBezTo>
                  <a:cubicBezTo>
                    <a:pt x="112" y="0"/>
                    <a:pt x="112" y="0"/>
                    <a:pt x="104" y="0"/>
                  </a:cubicBezTo>
                  <a:cubicBezTo>
                    <a:pt x="95" y="0"/>
                    <a:pt x="98" y="14"/>
                    <a:pt x="95" y="15"/>
                  </a:cubicBezTo>
                  <a:cubicBezTo>
                    <a:pt x="91" y="16"/>
                    <a:pt x="90" y="23"/>
                    <a:pt x="90" y="29"/>
                  </a:cubicBezTo>
                  <a:cubicBezTo>
                    <a:pt x="90" y="34"/>
                    <a:pt x="99" y="34"/>
                    <a:pt x="100" y="40"/>
                  </a:cubicBezTo>
                  <a:cubicBezTo>
                    <a:pt x="101" y="45"/>
                    <a:pt x="103" y="45"/>
                    <a:pt x="108" y="49"/>
                  </a:cubicBezTo>
                  <a:cubicBezTo>
                    <a:pt x="113" y="53"/>
                    <a:pt x="111" y="63"/>
                    <a:pt x="108" y="68"/>
                  </a:cubicBezTo>
                  <a:cubicBezTo>
                    <a:pt x="106" y="72"/>
                    <a:pt x="107" y="78"/>
                    <a:pt x="106" y="86"/>
                  </a:cubicBezTo>
                  <a:cubicBezTo>
                    <a:pt x="106" y="93"/>
                    <a:pt x="90" y="88"/>
                    <a:pt x="81" y="88"/>
                  </a:cubicBezTo>
                  <a:cubicBezTo>
                    <a:pt x="72" y="89"/>
                    <a:pt x="74" y="79"/>
                    <a:pt x="72" y="74"/>
                  </a:cubicBezTo>
                  <a:cubicBezTo>
                    <a:pt x="69" y="68"/>
                    <a:pt x="70" y="67"/>
                    <a:pt x="70" y="61"/>
                  </a:cubicBezTo>
                  <a:cubicBezTo>
                    <a:pt x="70" y="60"/>
                    <a:pt x="69" y="60"/>
                    <a:pt x="69" y="59"/>
                  </a:cubicBezTo>
                  <a:cubicBezTo>
                    <a:pt x="69" y="59"/>
                    <a:pt x="69" y="58"/>
                    <a:pt x="69" y="58"/>
                  </a:cubicBezTo>
                  <a:cubicBezTo>
                    <a:pt x="69" y="57"/>
                    <a:pt x="69" y="57"/>
                    <a:pt x="69" y="57"/>
                  </a:cubicBezTo>
                  <a:cubicBezTo>
                    <a:pt x="69" y="56"/>
                    <a:pt x="69" y="56"/>
                    <a:pt x="69" y="55"/>
                  </a:cubicBezTo>
                  <a:cubicBezTo>
                    <a:pt x="69" y="55"/>
                    <a:pt x="69" y="55"/>
                    <a:pt x="69" y="55"/>
                  </a:cubicBezTo>
                  <a:cubicBezTo>
                    <a:pt x="68" y="51"/>
                    <a:pt x="66" y="49"/>
                    <a:pt x="63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0" y="61"/>
                    <a:pt x="55" y="73"/>
                    <a:pt x="50" y="7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3225" y="2327"/>
              <a:ext cx="226" cy="197"/>
            </a:xfrm>
            <a:custGeom>
              <a:avLst/>
              <a:gdLst>
                <a:gd name="T0" fmla="*/ 154 w 347"/>
                <a:gd name="T1" fmla="*/ 266 h 301"/>
                <a:gd name="T2" fmla="*/ 180 w 347"/>
                <a:gd name="T3" fmla="*/ 256 h 301"/>
                <a:gd name="T4" fmla="*/ 197 w 347"/>
                <a:gd name="T5" fmla="*/ 238 h 301"/>
                <a:gd name="T6" fmla="*/ 232 w 347"/>
                <a:gd name="T7" fmla="*/ 241 h 301"/>
                <a:gd name="T8" fmla="*/ 249 w 347"/>
                <a:gd name="T9" fmla="*/ 250 h 301"/>
                <a:gd name="T10" fmla="*/ 255 w 347"/>
                <a:gd name="T11" fmla="*/ 233 h 301"/>
                <a:gd name="T12" fmla="*/ 236 w 347"/>
                <a:gd name="T13" fmla="*/ 221 h 301"/>
                <a:gd name="T14" fmla="*/ 226 w 347"/>
                <a:gd name="T15" fmla="*/ 204 h 301"/>
                <a:gd name="T16" fmla="*/ 236 w 347"/>
                <a:gd name="T17" fmla="*/ 190 h 301"/>
                <a:gd name="T18" fmla="*/ 248 w 347"/>
                <a:gd name="T19" fmla="*/ 182 h 301"/>
                <a:gd name="T20" fmla="*/ 264 w 347"/>
                <a:gd name="T21" fmla="*/ 192 h 301"/>
                <a:gd name="T22" fmla="*/ 276 w 347"/>
                <a:gd name="T23" fmla="*/ 172 h 301"/>
                <a:gd name="T24" fmla="*/ 295 w 347"/>
                <a:gd name="T25" fmla="*/ 164 h 301"/>
                <a:gd name="T26" fmla="*/ 310 w 347"/>
                <a:gd name="T27" fmla="*/ 155 h 301"/>
                <a:gd name="T28" fmla="*/ 331 w 347"/>
                <a:gd name="T29" fmla="*/ 131 h 301"/>
                <a:gd name="T30" fmla="*/ 346 w 347"/>
                <a:gd name="T31" fmla="*/ 104 h 301"/>
                <a:gd name="T32" fmla="*/ 340 w 347"/>
                <a:gd name="T33" fmla="*/ 62 h 301"/>
                <a:gd name="T34" fmla="*/ 330 w 347"/>
                <a:gd name="T35" fmla="*/ 41 h 301"/>
                <a:gd name="T36" fmla="*/ 326 w 347"/>
                <a:gd name="T37" fmla="*/ 20 h 301"/>
                <a:gd name="T38" fmla="*/ 330 w 347"/>
                <a:gd name="T39" fmla="*/ 0 h 301"/>
                <a:gd name="T40" fmla="*/ 328 w 347"/>
                <a:gd name="T41" fmla="*/ 0 h 301"/>
                <a:gd name="T42" fmla="*/ 312 w 347"/>
                <a:gd name="T43" fmla="*/ 11 h 301"/>
                <a:gd name="T44" fmla="*/ 296 w 347"/>
                <a:gd name="T45" fmla="*/ 20 h 301"/>
                <a:gd name="T46" fmla="*/ 278 w 347"/>
                <a:gd name="T47" fmla="*/ 7 h 301"/>
                <a:gd name="T48" fmla="*/ 261 w 347"/>
                <a:gd name="T49" fmla="*/ 5 h 301"/>
                <a:gd name="T50" fmla="*/ 247 w 347"/>
                <a:gd name="T51" fmla="*/ 26 h 301"/>
                <a:gd name="T52" fmla="*/ 250 w 347"/>
                <a:gd name="T53" fmla="*/ 43 h 301"/>
                <a:gd name="T54" fmla="*/ 230 w 347"/>
                <a:gd name="T55" fmla="*/ 42 h 301"/>
                <a:gd name="T56" fmla="*/ 209 w 347"/>
                <a:gd name="T57" fmla="*/ 33 h 301"/>
                <a:gd name="T58" fmla="*/ 193 w 347"/>
                <a:gd name="T59" fmla="*/ 22 h 301"/>
                <a:gd name="T60" fmla="*/ 186 w 347"/>
                <a:gd name="T61" fmla="*/ 23 h 301"/>
                <a:gd name="T62" fmla="*/ 186 w 347"/>
                <a:gd name="T63" fmla="*/ 23 h 301"/>
                <a:gd name="T64" fmla="*/ 184 w 347"/>
                <a:gd name="T65" fmla="*/ 23 h 301"/>
                <a:gd name="T66" fmla="*/ 183 w 347"/>
                <a:gd name="T67" fmla="*/ 23 h 301"/>
                <a:gd name="T68" fmla="*/ 181 w 347"/>
                <a:gd name="T69" fmla="*/ 22 h 301"/>
                <a:gd name="T70" fmla="*/ 181 w 347"/>
                <a:gd name="T71" fmla="*/ 22 h 301"/>
                <a:gd name="T72" fmla="*/ 178 w 347"/>
                <a:gd name="T73" fmla="*/ 21 h 301"/>
                <a:gd name="T74" fmla="*/ 178 w 347"/>
                <a:gd name="T75" fmla="*/ 21 h 301"/>
                <a:gd name="T76" fmla="*/ 176 w 347"/>
                <a:gd name="T77" fmla="*/ 20 h 301"/>
                <a:gd name="T78" fmla="*/ 176 w 347"/>
                <a:gd name="T79" fmla="*/ 19 h 301"/>
                <a:gd name="T80" fmla="*/ 174 w 347"/>
                <a:gd name="T81" fmla="*/ 18 h 301"/>
                <a:gd name="T82" fmla="*/ 156 w 347"/>
                <a:gd name="T83" fmla="*/ 11 h 301"/>
                <a:gd name="T84" fmla="*/ 136 w 347"/>
                <a:gd name="T85" fmla="*/ 18 h 301"/>
                <a:gd name="T86" fmla="*/ 108 w 347"/>
                <a:gd name="T87" fmla="*/ 17 h 301"/>
                <a:gd name="T88" fmla="*/ 88 w 347"/>
                <a:gd name="T89" fmla="*/ 12 h 301"/>
                <a:gd name="T90" fmla="*/ 63 w 347"/>
                <a:gd name="T91" fmla="*/ 18 h 301"/>
                <a:gd name="T92" fmla="*/ 46 w 347"/>
                <a:gd name="T93" fmla="*/ 30 h 301"/>
                <a:gd name="T94" fmla="*/ 14 w 347"/>
                <a:gd name="T95" fmla="*/ 72 h 301"/>
                <a:gd name="T96" fmla="*/ 10 w 347"/>
                <a:gd name="T97" fmla="*/ 98 h 301"/>
                <a:gd name="T98" fmla="*/ 22 w 347"/>
                <a:gd name="T99" fmla="*/ 128 h 301"/>
                <a:gd name="T100" fmla="*/ 36 w 347"/>
                <a:gd name="T101" fmla="*/ 154 h 301"/>
                <a:gd name="T102" fmla="*/ 39 w 347"/>
                <a:gd name="T103" fmla="*/ 182 h 301"/>
                <a:gd name="T104" fmla="*/ 57 w 347"/>
                <a:gd name="T105" fmla="*/ 205 h 301"/>
                <a:gd name="T106" fmla="*/ 50 w 347"/>
                <a:gd name="T107" fmla="*/ 234 h 301"/>
                <a:gd name="T108" fmla="*/ 70 w 347"/>
                <a:gd name="T109" fmla="*/ 238 h 301"/>
                <a:gd name="T110" fmla="*/ 91 w 347"/>
                <a:gd name="T111" fmla="*/ 226 h 301"/>
                <a:gd name="T112" fmla="*/ 86 w 347"/>
                <a:gd name="T113" fmla="*/ 255 h 301"/>
                <a:gd name="T114" fmla="*/ 104 w 347"/>
                <a:gd name="T115" fmla="*/ 261 h 301"/>
                <a:gd name="T116" fmla="*/ 113 w 347"/>
                <a:gd name="T117" fmla="*/ 285 h 301"/>
                <a:gd name="T118" fmla="*/ 126 w 347"/>
                <a:gd name="T119" fmla="*/ 268 h 301"/>
                <a:gd name="T120" fmla="*/ 138 w 347"/>
                <a:gd name="T121" fmla="*/ 271 h 301"/>
                <a:gd name="T122" fmla="*/ 154 w 347"/>
                <a:gd name="T123" fmla="*/ 2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47" h="301">
                  <a:moveTo>
                    <a:pt x="154" y="266"/>
                  </a:moveTo>
                  <a:cubicBezTo>
                    <a:pt x="176" y="268"/>
                    <a:pt x="180" y="265"/>
                    <a:pt x="180" y="256"/>
                  </a:cubicBezTo>
                  <a:cubicBezTo>
                    <a:pt x="180" y="248"/>
                    <a:pt x="172" y="238"/>
                    <a:pt x="197" y="238"/>
                  </a:cubicBezTo>
                  <a:cubicBezTo>
                    <a:pt x="222" y="238"/>
                    <a:pt x="227" y="233"/>
                    <a:pt x="232" y="241"/>
                  </a:cubicBezTo>
                  <a:cubicBezTo>
                    <a:pt x="236" y="249"/>
                    <a:pt x="243" y="256"/>
                    <a:pt x="249" y="250"/>
                  </a:cubicBezTo>
                  <a:cubicBezTo>
                    <a:pt x="255" y="244"/>
                    <a:pt x="262" y="238"/>
                    <a:pt x="255" y="233"/>
                  </a:cubicBezTo>
                  <a:cubicBezTo>
                    <a:pt x="248" y="228"/>
                    <a:pt x="236" y="232"/>
                    <a:pt x="236" y="221"/>
                  </a:cubicBezTo>
                  <a:cubicBezTo>
                    <a:pt x="235" y="210"/>
                    <a:pt x="226" y="213"/>
                    <a:pt x="226" y="204"/>
                  </a:cubicBezTo>
                  <a:cubicBezTo>
                    <a:pt x="227" y="194"/>
                    <a:pt x="228" y="193"/>
                    <a:pt x="236" y="190"/>
                  </a:cubicBezTo>
                  <a:cubicBezTo>
                    <a:pt x="244" y="186"/>
                    <a:pt x="244" y="177"/>
                    <a:pt x="248" y="182"/>
                  </a:cubicBezTo>
                  <a:cubicBezTo>
                    <a:pt x="253" y="186"/>
                    <a:pt x="254" y="192"/>
                    <a:pt x="264" y="192"/>
                  </a:cubicBezTo>
                  <a:cubicBezTo>
                    <a:pt x="273" y="192"/>
                    <a:pt x="268" y="172"/>
                    <a:pt x="276" y="172"/>
                  </a:cubicBezTo>
                  <a:cubicBezTo>
                    <a:pt x="284" y="172"/>
                    <a:pt x="286" y="164"/>
                    <a:pt x="295" y="164"/>
                  </a:cubicBezTo>
                  <a:cubicBezTo>
                    <a:pt x="304" y="163"/>
                    <a:pt x="305" y="164"/>
                    <a:pt x="310" y="155"/>
                  </a:cubicBezTo>
                  <a:cubicBezTo>
                    <a:pt x="314" y="146"/>
                    <a:pt x="322" y="139"/>
                    <a:pt x="331" y="131"/>
                  </a:cubicBezTo>
                  <a:cubicBezTo>
                    <a:pt x="340" y="123"/>
                    <a:pt x="344" y="117"/>
                    <a:pt x="346" y="104"/>
                  </a:cubicBezTo>
                  <a:cubicBezTo>
                    <a:pt x="347" y="90"/>
                    <a:pt x="345" y="64"/>
                    <a:pt x="340" y="62"/>
                  </a:cubicBezTo>
                  <a:cubicBezTo>
                    <a:pt x="336" y="61"/>
                    <a:pt x="338" y="44"/>
                    <a:pt x="330" y="41"/>
                  </a:cubicBezTo>
                  <a:cubicBezTo>
                    <a:pt x="322" y="38"/>
                    <a:pt x="324" y="32"/>
                    <a:pt x="326" y="20"/>
                  </a:cubicBezTo>
                  <a:cubicBezTo>
                    <a:pt x="328" y="12"/>
                    <a:pt x="330" y="6"/>
                    <a:pt x="330" y="0"/>
                  </a:cubicBezTo>
                  <a:cubicBezTo>
                    <a:pt x="329" y="0"/>
                    <a:pt x="329" y="0"/>
                    <a:pt x="328" y="0"/>
                  </a:cubicBezTo>
                  <a:cubicBezTo>
                    <a:pt x="318" y="2"/>
                    <a:pt x="314" y="5"/>
                    <a:pt x="312" y="11"/>
                  </a:cubicBezTo>
                  <a:cubicBezTo>
                    <a:pt x="310" y="17"/>
                    <a:pt x="302" y="24"/>
                    <a:pt x="296" y="20"/>
                  </a:cubicBezTo>
                  <a:cubicBezTo>
                    <a:pt x="289" y="16"/>
                    <a:pt x="284" y="13"/>
                    <a:pt x="278" y="7"/>
                  </a:cubicBezTo>
                  <a:cubicBezTo>
                    <a:pt x="272" y="1"/>
                    <a:pt x="264" y="0"/>
                    <a:pt x="261" y="5"/>
                  </a:cubicBezTo>
                  <a:cubicBezTo>
                    <a:pt x="258" y="10"/>
                    <a:pt x="245" y="18"/>
                    <a:pt x="247" y="26"/>
                  </a:cubicBezTo>
                  <a:cubicBezTo>
                    <a:pt x="249" y="33"/>
                    <a:pt x="254" y="39"/>
                    <a:pt x="250" y="43"/>
                  </a:cubicBezTo>
                  <a:cubicBezTo>
                    <a:pt x="246" y="47"/>
                    <a:pt x="242" y="57"/>
                    <a:pt x="230" y="42"/>
                  </a:cubicBezTo>
                  <a:cubicBezTo>
                    <a:pt x="217" y="28"/>
                    <a:pt x="214" y="33"/>
                    <a:pt x="209" y="33"/>
                  </a:cubicBezTo>
                  <a:cubicBezTo>
                    <a:pt x="205" y="33"/>
                    <a:pt x="198" y="31"/>
                    <a:pt x="193" y="22"/>
                  </a:cubicBezTo>
                  <a:cubicBezTo>
                    <a:pt x="191" y="23"/>
                    <a:pt x="189" y="23"/>
                    <a:pt x="186" y="23"/>
                  </a:cubicBezTo>
                  <a:cubicBezTo>
                    <a:pt x="186" y="23"/>
                    <a:pt x="186" y="23"/>
                    <a:pt x="186" y="23"/>
                  </a:cubicBezTo>
                  <a:cubicBezTo>
                    <a:pt x="185" y="23"/>
                    <a:pt x="185" y="23"/>
                    <a:pt x="184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3" y="22"/>
                    <a:pt x="182" y="22"/>
                    <a:pt x="181" y="22"/>
                  </a:cubicBezTo>
                  <a:cubicBezTo>
                    <a:pt x="181" y="22"/>
                    <a:pt x="181" y="22"/>
                    <a:pt x="181" y="22"/>
                  </a:cubicBezTo>
                  <a:cubicBezTo>
                    <a:pt x="180" y="21"/>
                    <a:pt x="179" y="21"/>
                    <a:pt x="178" y="21"/>
                  </a:cubicBezTo>
                  <a:cubicBezTo>
                    <a:pt x="178" y="21"/>
                    <a:pt x="178" y="21"/>
                    <a:pt x="178" y="21"/>
                  </a:cubicBezTo>
                  <a:cubicBezTo>
                    <a:pt x="177" y="20"/>
                    <a:pt x="177" y="20"/>
                    <a:pt x="176" y="20"/>
                  </a:cubicBezTo>
                  <a:cubicBezTo>
                    <a:pt x="176" y="19"/>
                    <a:pt x="176" y="19"/>
                    <a:pt x="176" y="19"/>
                  </a:cubicBezTo>
                  <a:cubicBezTo>
                    <a:pt x="175" y="19"/>
                    <a:pt x="174" y="18"/>
                    <a:pt x="174" y="18"/>
                  </a:cubicBezTo>
                  <a:cubicBezTo>
                    <a:pt x="167" y="11"/>
                    <a:pt x="158" y="6"/>
                    <a:pt x="156" y="11"/>
                  </a:cubicBezTo>
                  <a:cubicBezTo>
                    <a:pt x="153" y="16"/>
                    <a:pt x="139" y="20"/>
                    <a:pt x="136" y="18"/>
                  </a:cubicBezTo>
                  <a:cubicBezTo>
                    <a:pt x="134" y="16"/>
                    <a:pt x="116" y="14"/>
                    <a:pt x="108" y="17"/>
                  </a:cubicBezTo>
                  <a:cubicBezTo>
                    <a:pt x="100" y="20"/>
                    <a:pt x="93" y="4"/>
                    <a:pt x="88" y="12"/>
                  </a:cubicBezTo>
                  <a:cubicBezTo>
                    <a:pt x="82" y="19"/>
                    <a:pt x="69" y="18"/>
                    <a:pt x="63" y="18"/>
                  </a:cubicBezTo>
                  <a:cubicBezTo>
                    <a:pt x="57" y="18"/>
                    <a:pt x="50" y="20"/>
                    <a:pt x="46" y="30"/>
                  </a:cubicBezTo>
                  <a:cubicBezTo>
                    <a:pt x="43" y="39"/>
                    <a:pt x="22" y="68"/>
                    <a:pt x="14" y="72"/>
                  </a:cubicBezTo>
                  <a:cubicBezTo>
                    <a:pt x="6" y="77"/>
                    <a:pt x="0" y="84"/>
                    <a:pt x="10" y="98"/>
                  </a:cubicBezTo>
                  <a:cubicBezTo>
                    <a:pt x="21" y="111"/>
                    <a:pt x="16" y="117"/>
                    <a:pt x="22" y="128"/>
                  </a:cubicBezTo>
                  <a:cubicBezTo>
                    <a:pt x="28" y="138"/>
                    <a:pt x="34" y="146"/>
                    <a:pt x="36" y="154"/>
                  </a:cubicBezTo>
                  <a:cubicBezTo>
                    <a:pt x="37" y="159"/>
                    <a:pt x="39" y="171"/>
                    <a:pt x="39" y="182"/>
                  </a:cubicBezTo>
                  <a:cubicBezTo>
                    <a:pt x="47" y="191"/>
                    <a:pt x="54" y="200"/>
                    <a:pt x="57" y="205"/>
                  </a:cubicBezTo>
                  <a:cubicBezTo>
                    <a:pt x="66" y="219"/>
                    <a:pt x="50" y="224"/>
                    <a:pt x="50" y="234"/>
                  </a:cubicBezTo>
                  <a:cubicBezTo>
                    <a:pt x="50" y="244"/>
                    <a:pt x="66" y="245"/>
                    <a:pt x="70" y="238"/>
                  </a:cubicBezTo>
                  <a:cubicBezTo>
                    <a:pt x="74" y="231"/>
                    <a:pt x="83" y="218"/>
                    <a:pt x="91" y="226"/>
                  </a:cubicBezTo>
                  <a:cubicBezTo>
                    <a:pt x="100" y="235"/>
                    <a:pt x="90" y="241"/>
                    <a:pt x="86" y="255"/>
                  </a:cubicBezTo>
                  <a:cubicBezTo>
                    <a:pt x="81" y="269"/>
                    <a:pt x="97" y="259"/>
                    <a:pt x="104" y="261"/>
                  </a:cubicBezTo>
                  <a:cubicBezTo>
                    <a:pt x="112" y="262"/>
                    <a:pt x="113" y="269"/>
                    <a:pt x="113" y="285"/>
                  </a:cubicBezTo>
                  <a:cubicBezTo>
                    <a:pt x="113" y="301"/>
                    <a:pt x="124" y="278"/>
                    <a:pt x="126" y="268"/>
                  </a:cubicBezTo>
                  <a:cubicBezTo>
                    <a:pt x="127" y="262"/>
                    <a:pt x="132" y="266"/>
                    <a:pt x="138" y="271"/>
                  </a:cubicBezTo>
                  <a:cubicBezTo>
                    <a:pt x="140" y="268"/>
                    <a:pt x="145" y="265"/>
                    <a:pt x="154" y="26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3223" y="1946"/>
              <a:ext cx="303" cy="645"/>
            </a:xfrm>
            <a:custGeom>
              <a:avLst/>
              <a:gdLst>
                <a:gd name="T0" fmla="*/ 296 w 464"/>
                <a:gd name="T1" fmla="*/ 971 h 986"/>
                <a:gd name="T2" fmla="*/ 264 w 464"/>
                <a:gd name="T3" fmla="*/ 961 h 986"/>
                <a:gd name="T4" fmla="*/ 88 w 464"/>
                <a:gd name="T5" fmla="*/ 915 h 986"/>
                <a:gd name="T6" fmla="*/ 98 w 464"/>
                <a:gd name="T7" fmla="*/ 915 h 986"/>
                <a:gd name="T8" fmla="*/ 149 w 464"/>
                <a:gd name="T9" fmla="*/ 889 h 986"/>
                <a:gd name="T10" fmla="*/ 154 w 464"/>
                <a:gd name="T11" fmla="*/ 897 h 986"/>
                <a:gd name="T12" fmla="*/ 285 w 464"/>
                <a:gd name="T13" fmla="*/ 87 h 986"/>
                <a:gd name="T14" fmla="*/ 284 w 464"/>
                <a:gd name="T15" fmla="*/ 33 h 986"/>
                <a:gd name="T16" fmla="*/ 210 w 464"/>
                <a:gd name="T17" fmla="*/ 12 h 986"/>
                <a:gd name="T18" fmla="*/ 169 w 464"/>
                <a:gd name="T19" fmla="*/ 32 h 986"/>
                <a:gd name="T20" fmla="*/ 109 w 464"/>
                <a:gd name="T21" fmla="*/ 53 h 986"/>
                <a:gd name="T22" fmla="*/ 75 w 464"/>
                <a:gd name="T23" fmla="*/ 45 h 986"/>
                <a:gd name="T24" fmla="*/ 41 w 464"/>
                <a:gd name="T25" fmla="*/ 56 h 986"/>
                <a:gd name="T26" fmla="*/ 4 w 464"/>
                <a:gd name="T27" fmla="*/ 60 h 986"/>
                <a:gd name="T28" fmla="*/ 0 w 464"/>
                <a:gd name="T29" fmla="*/ 62 h 986"/>
                <a:gd name="T30" fmla="*/ 39 w 464"/>
                <a:gd name="T31" fmla="*/ 111 h 986"/>
                <a:gd name="T32" fmla="*/ 54 w 464"/>
                <a:gd name="T33" fmla="*/ 156 h 986"/>
                <a:gd name="T34" fmla="*/ 116 w 464"/>
                <a:gd name="T35" fmla="*/ 168 h 986"/>
                <a:gd name="T36" fmla="*/ 151 w 464"/>
                <a:gd name="T37" fmla="*/ 202 h 986"/>
                <a:gd name="T38" fmla="*/ 165 w 464"/>
                <a:gd name="T39" fmla="*/ 238 h 986"/>
                <a:gd name="T40" fmla="*/ 116 w 464"/>
                <a:gd name="T41" fmla="*/ 278 h 986"/>
                <a:gd name="T42" fmla="*/ 192 w 464"/>
                <a:gd name="T43" fmla="*/ 320 h 986"/>
                <a:gd name="T44" fmla="*/ 233 w 464"/>
                <a:gd name="T45" fmla="*/ 386 h 986"/>
                <a:gd name="T46" fmla="*/ 295 w 464"/>
                <a:gd name="T47" fmla="*/ 458 h 986"/>
                <a:gd name="T48" fmla="*/ 335 w 464"/>
                <a:gd name="T49" fmla="*/ 498 h 986"/>
                <a:gd name="T50" fmla="*/ 345 w 464"/>
                <a:gd name="T51" fmla="*/ 535 h 986"/>
                <a:gd name="T52" fmla="*/ 340 w 464"/>
                <a:gd name="T53" fmla="*/ 566 h 986"/>
                <a:gd name="T54" fmla="*/ 340 w 464"/>
                <a:gd name="T55" fmla="*/ 568 h 986"/>
                <a:gd name="T56" fmla="*/ 340 w 464"/>
                <a:gd name="T57" fmla="*/ 569 h 986"/>
                <a:gd name="T58" fmla="*/ 333 w 464"/>
                <a:gd name="T59" fmla="*/ 623 h 986"/>
                <a:gd name="T60" fmla="*/ 334 w 464"/>
                <a:gd name="T61" fmla="*/ 713 h 986"/>
                <a:gd name="T62" fmla="*/ 279 w 464"/>
                <a:gd name="T63" fmla="*/ 754 h 986"/>
                <a:gd name="T64" fmla="*/ 239 w 464"/>
                <a:gd name="T65" fmla="*/ 772 h 986"/>
                <a:gd name="T66" fmla="*/ 258 w 464"/>
                <a:gd name="T67" fmla="*/ 815 h 986"/>
                <a:gd name="T68" fmla="*/ 200 w 464"/>
                <a:gd name="T69" fmla="*/ 820 h 986"/>
                <a:gd name="T70" fmla="*/ 141 w 464"/>
                <a:gd name="T71" fmla="*/ 853 h 986"/>
                <a:gd name="T72" fmla="*/ 185 w 464"/>
                <a:gd name="T73" fmla="*/ 887 h 986"/>
                <a:gd name="T74" fmla="*/ 228 w 464"/>
                <a:gd name="T75" fmla="*/ 936 h 986"/>
                <a:gd name="T76" fmla="*/ 282 w 464"/>
                <a:gd name="T77" fmla="*/ 877 h 986"/>
                <a:gd name="T78" fmla="*/ 321 w 464"/>
                <a:gd name="T79" fmla="*/ 849 h 986"/>
                <a:gd name="T80" fmla="*/ 437 w 464"/>
                <a:gd name="T81" fmla="*/ 786 h 986"/>
                <a:gd name="T82" fmla="*/ 464 w 464"/>
                <a:gd name="T83" fmla="*/ 694 h 986"/>
                <a:gd name="T84" fmla="*/ 433 w 464"/>
                <a:gd name="T85" fmla="*/ 548 h 986"/>
                <a:gd name="T86" fmla="*/ 360 w 464"/>
                <a:gd name="T87" fmla="*/ 460 h 986"/>
                <a:gd name="T88" fmla="*/ 269 w 464"/>
                <a:gd name="T89" fmla="*/ 358 h 986"/>
                <a:gd name="T90" fmla="*/ 229 w 464"/>
                <a:gd name="T91" fmla="*/ 282 h 986"/>
                <a:gd name="T92" fmla="*/ 281 w 464"/>
                <a:gd name="T93" fmla="*/ 201 h 986"/>
                <a:gd name="T94" fmla="*/ 352 w 464"/>
                <a:gd name="T95" fmla="*/ 136 h 986"/>
                <a:gd name="T96" fmla="*/ 333 w 464"/>
                <a:gd name="T97" fmla="*/ 121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64" h="986">
                  <a:moveTo>
                    <a:pt x="285" y="970"/>
                  </a:moveTo>
                  <a:cubicBezTo>
                    <a:pt x="285" y="953"/>
                    <a:pt x="298" y="955"/>
                    <a:pt x="298" y="955"/>
                  </a:cubicBezTo>
                  <a:cubicBezTo>
                    <a:pt x="296" y="971"/>
                    <a:pt x="296" y="971"/>
                    <a:pt x="296" y="971"/>
                  </a:cubicBezTo>
                  <a:cubicBezTo>
                    <a:pt x="296" y="971"/>
                    <a:pt x="285" y="986"/>
                    <a:pt x="285" y="970"/>
                  </a:cubicBezTo>
                  <a:close/>
                  <a:moveTo>
                    <a:pt x="256" y="978"/>
                  </a:moveTo>
                  <a:cubicBezTo>
                    <a:pt x="264" y="961"/>
                    <a:pt x="264" y="961"/>
                    <a:pt x="264" y="961"/>
                  </a:cubicBezTo>
                  <a:cubicBezTo>
                    <a:pt x="264" y="961"/>
                    <a:pt x="247" y="958"/>
                    <a:pt x="248" y="968"/>
                  </a:cubicBezTo>
                  <a:cubicBezTo>
                    <a:pt x="250" y="978"/>
                    <a:pt x="256" y="978"/>
                    <a:pt x="256" y="978"/>
                  </a:cubicBezTo>
                  <a:close/>
                  <a:moveTo>
                    <a:pt x="88" y="915"/>
                  </a:moveTo>
                  <a:cubicBezTo>
                    <a:pt x="82" y="924"/>
                    <a:pt x="82" y="924"/>
                    <a:pt x="82" y="924"/>
                  </a:cubicBezTo>
                  <a:cubicBezTo>
                    <a:pt x="82" y="924"/>
                    <a:pt x="93" y="940"/>
                    <a:pt x="102" y="930"/>
                  </a:cubicBezTo>
                  <a:cubicBezTo>
                    <a:pt x="112" y="920"/>
                    <a:pt x="98" y="915"/>
                    <a:pt x="98" y="915"/>
                  </a:cubicBezTo>
                  <a:lnTo>
                    <a:pt x="88" y="915"/>
                  </a:lnTo>
                  <a:close/>
                  <a:moveTo>
                    <a:pt x="154" y="897"/>
                  </a:moveTo>
                  <a:cubicBezTo>
                    <a:pt x="149" y="889"/>
                    <a:pt x="149" y="889"/>
                    <a:pt x="149" y="889"/>
                  </a:cubicBezTo>
                  <a:cubicBezTo>
                    <a:pt x="136" y="896"/>
                    <a:pt x="136" y="896"/>
                    <a:pt x="136" y="896"/>
                  </a:cubicBezTo>
                  <a:cubicBezTo>
                    <a:pt x="136" y="896"/>
                    <a:pt x="134" y="910"/>
                    <a:pt x="144" y="910"/>
                  </a:cubicBezTo>
                  <a:cubicBezTo>
                    <a:pt x="154" y="910"/>
                    <a:pt x="154" y="897"/>
                    <a:pt x="154" y="897"/>
                  </a:cubicBezTo>
                  <a:close/>
                  <a:moveTo>
                    <a:pt x="333" y="121"/>
                  </a:moveTo>
                  <a:cubicBezTo>
                    <a:pt x="322" y="121"/>
                    <a:pt x="311" y="114"/>
                    <a:pt x="308" y="111"/>
                  </a:cubicBezTo>
                  <a:cubicBezTo>
                    <a:pt x="304" y="107"/>
                    <a:pt x="289" y="91"/>
                    <a:pt x="285" y="87"/>
                  </a:cubicBezTo>
                  <a:cubicBezTo>
                    <a:pt x="280" y="83"/>
                    <a:pt x="280" y="71"/>
                    <a:pt x="280" y="64"/>
                  </a:cubicBezTo>
                  <a:cubicBezTo>
                    <a:pt x="280" y="58"/>
                    <a:pt x="283" y="56"/>
                    <a:pt x="288" y="53"/>
                  </a:cubicBezTo>
                  <a:cubicBezTo>
                    <a:pt x="293" y="50"/>
                    <a:pt x="289" y="39"/>
                    <a:pt x="284" y="33"/>
                  </a:cubicBezTo>
                  <a:cubicBezTo>
                    <a:pt x="279" y="27"/>
                    <a:pt x="259" y="31"/>
                    <a:pt x="249" y="31"/>
                  </a:cubicBezTo>
                  <a:cubicBezTo>
                    <a:pt x="238" y="30"/>
                    <a:pt x="234" y="27"/>
                    <a:pt x="226" y="25"/>
                  </a:cubicBezTo>
                  <a:cubicBezTo>
                    <a:pt x="219" y="23"/>
                    <a:pt x="213" y="19"/>
                    <a:pt x="210" y="12"/>
                  </a:cubicBezTo>
                  <a:cubicBezTo>
                    <a:pt x="206" y="5"/>
                    <a:pt x="201" y="0"/>
                    <a:pt x="194" y="0"/>
                  </a:cubicBezTo>
                  <a:cubicBezTo>
                    <a:pt x="187" y="0"/>
                    <a:pt x="186" y="9"/>
                    <a:pt x="178" y="10"/>
                  </a:cubicBezTo>
                  <a:cubicBezTo>
                    <a:pt x="171" y="11"/>
                    <a:pt x="176" y="17"/>
                    <a:pt x="169" y="32"/>
                  </a:cubicBezTo>
                  <a:cubicBezTo>
                    <a:pt x="163" y="48"/>
                    <a:pt x="151" y="38"/>
                    <a:pt x="142" y="38"/>
                  </a:cubicBezTo>
                  <a:cubicBezTo>
                    <a:pt x="132" y="38"/>
                    <a:pt x="132" y="41"/>
                    <a:pt x="123" y="42"/>
                  </a:cubicBezTo>
                  <a:cubicBezTo>
                    <a:pt x="115" y="44"/>
                    <a:pt x="114" y="52"/>
                    <a:pt x="109" y="53"/>
                  </a:cubicBezTo>
                  <a:cubicBezTo>
                    <a:pt x="103" y="53"/>
                    <a:pt x="101" y="49"/>
                    <a:pt x="99" y="46"/>
                  </a:cubicBezTo>
                  <a:cubicBezTo>
                    <a:pt x="97" y="42"/>
                    <a:pt x="92" y="43"/>
                    <a:pt x="89" y="47"/>
                  </a:cubicBezTo>
                  <a:cubicBezTo>
                    <a:pt x="87" y="52"/>
                    <a:pt x="79" y="47"/>
                    <a:pt x="75" y="45"/>
                  </a:cubicBezTo>
                  <a:cubicBezTo>
                    <a:pt x="71" y="42"/>
                    <a:pt x="66" y="51"/>
                    <a:pt x="63" y="54"/>
                  </a:cubicBezTo>
                  <a:cubicBezTo>
                    <a:pt x="61" y="57"/>
                    <a:pt x="58" y="63"/>
                    <a:pt x="53" y="63"/>
                  </a:cubicBezTo>
                  <a:cubicBezTo>
                    <a:pt x="47" y="63"/>
                    <a:pt x="43" y="62"/>
                    <a:pt x="41" y="56"/>
                  </a:cubicBezTo>
                  <a:cubicBezTo>
                    <a:pt x="40" y="50"/>
                    <a:pt x="30" y="47"/>
                    <a:pt x="25" y="45"/>
                  </a:cubicBezTo>
                  <a:cubicBezTo>
                    <a:pt x="20" y="43"/>
                    <a:pt x="10" y="53"/>
                    <a:pt x="5" y="58"/>
                  </a:cubicBezTo>
                  <a:cubicBezTo>
                    <a:pt x="5" y="59"/>
                    <a:pt x="4" y="59"/>
                    <a:pt x="4" y="60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3" y="60"/>
                    <a:pt x="3" y="61"/>
                    <a:pt x="2" y="61"/>
                  </a:cubicBezTo>
                  <a:cubicBezTo>
                    <a:pt x="2" y="61"/>
                    <a:pt x="1" y="62"/>
                    <a:pt x="0" y="62"/>
                  </a:cubicBezTo>
                  <a:cubicBezTo>
                    <a:pt x="0" y="70"/>
                    <a:pt x="1" y="81"/>
                    <a:pt x="8" y="83"/>
                  </a:cubicBezTo>
                  <a:cubicBezTo>
                    <a:pt x="18" y="86"/>
                    <a:pt x="27" y="94"/>
                    <a:pt x="29" y="102"/>
                  </a:cubicBezTo>
                  <a:cubicBezTo>
                    <a:pt x="32" y="111"/>
                    <a:pt x="31" y="110"/>
                    <a:pt x="39" y="111"/>
                  </a:cubicBezTo>
                  <a:cubicBezTo>
                    <a:pt x="48" y="112"/>
                    <a:pt x="53" y="116"/>
                    <a:pt x="53" y="121"/>
                  </a:cubicBezTo>
                  <a:cubicBezTo>
                    <a:pt x="53" y="126"/>
                    <a:pt x="49" y="138"/>
                    <a:pt x="43" y="140"/>
                  </a:cubicBezTo>
                  <a:cubicBezTo>
                    <a:pt x="37" y="141"/>
                    <a:pt x="45" y="148"/>
                    <a:pt x="54" y="156"/>
                  </a:cubicBezTo>
                  <a:cubicBezTo>
                    <a:pt x="63" y="164"/>
                    <a:pt x="61" y="176"/>
                    <a:pt x="72" y="177"/>
                  </a:cubicBezTo>
                  <a:cubicBezTo>
                    <a:pt x="83" y="178"/>
                    <a:pt x="99" y="185"/>
                    <a:pt x="101" y="178"/>
                  </a:cubicBezTo>
                  <a:cubicBezTo>
                    <a:pt x="103" y="172"/>
                    <a:pt x="108" y="170"/>
                    <a:pt x="116" y="168"/>
                  </a:cubicBezTo>
                  <a:cubicBezTo>
                    <a:pt x="124" y="165"/>
                    <a:pt x="135" y="165"/>
                    <a:pt x="139" y="171"/>
                  </a:cubicBezTo>
                  <a:cubicBezTo>
                    <a:pt x="143" y="177"/>
                    <a:pt x="150" y="184"/>
                    <a:pt x="149" y="190"/>
                  </a:cubicBezTo>
                  <a:cubicBezTo>
                    <a:pt x="147" y="196"/>
                    <a:pt x="143" y="199"/>
                    <a:pt x="151" y="202"/>
                  </a:cubicBezTo>
                  <a:cubicBezTo>
                    <a:pt x="158" y="206"/>
                    <a:pt x="158" y="214"/>
                    <a:pt x="168" y="213"/>
                  </a:cubicBezTo>
                  <a:cubicBezTo>
                    <a:pt x="178" y="212"/>
                    <a:pt x="180" y="221"/>
                    <a:pt x="178" y="226"/>
                  </a:cubicBezTo>
                  <a:cubicBezTo>
                    <a:pt x="176" y="232"/>
                    <a:pt x="165" y="231"/>
                    <a:pt x="165" y="238"/>
                  </a:cubicBezTo>
                  <a:cubicBezTo>
                    <a:pt x="165" y="246"/>
                    <a:pt x="158" y="254"/>
                    <a:pt x="151" y="254"/>
                  </a:cubicBezTo>
                  <a:cubicBezTo>
                    <a:pt x="145" y="254"/>
                    <a:pt x="119" y="250"/>
                    <a:pt x="119" y="256"/>
                  </a:cubicBezTo>
                  <a:cubicBezTo>
                    <a:pt x="118" y="262"/>
                    <a:pt x="97" y="270"/>
                    <a:pt x="116" y="278"/>
                  </a:cubicBezTo>
                  <a:cubicBezTo>
                    <a:pt x="135" y="285"/>
                    <a:pt x="135" y="292"/>
                    <a:pt x="147" y="298"/>
                  </a:cubicBezTo>
                  <a:cubicBezTo>
                    <a:pt x="158" y="305"/>
                    <a:pt x="163" y="312"/>
                    <a:pt x="172" y="312"/>
                  </a:cubicBezTo>
                  <a:cubicBezTo>
                    <a:pt x="181" y="313"/>
                    <a:pt x="192" y="312"/>
                    <a:pt x="192" y="320"/>
                  </a:cubicBezTo>
                  <a:cubicBezTo>
                    <a:pt x="192" y="327"/>
                    <a:pt x="187" y="340"/>
                    <a:pt x="199" y="346"/>
                  </a:cubicBezTo>
                  <a:cubicBezTo>
                    <a:pt x="211" y="353"/>
                    <a:pt x="218" y="354"/>
                    <a:pt x="218" y="364"/>
                  </a:cubicBezTo>
                  <a:cubicBezTo>
                    <a:pt x="218" y="374"/>
                    <a:pt x="223" y="380"/>
                    <a:pt x="233" y="386"/>
                  </a:cubicBezTo>
                  <a:cubicBezTo>
                    <a:pt x="242" y="392"/>
                    <a:pt x="261" y="410"/>
                    <a:pt x="268" y="416"/>
                  </a:cubicBezTo>
                  <a:cubicBezTo>
                    <a:pt x="275" y="422"/>
                    <a:pt x="277" y="428"/>
                    <a:pt x="280" y="439"/>
                  </a:cubicBezTo>
                  <a:cubicBezTo>
                    <a:pt x="283" y="450"/>
                    <a:pt x="283" y="456"/>
                    <a:pt x="295" y="458"/>
                  </a:cubicBezTo>
                  <a:cubicBezTo>
                    <a:pt x="306" y="461"/>
                    <a:pt x="303" y="468"/>
                    <a:pt x="313" y="472"/>
                  </a:cubicBezTo>
                  <a:cubicBezTo>
                    <a:pt x="323" y="476"/>
                    <a:pt x="323" y="482"/>
                    <a:pt x="327" y="484"/>
                  </a:cubicBezTo>
                  <a:cubicBezTo>
                    <a:pt x="331" y="486"/>
                    <a:pt x="341" y="495"/>
                    <a:pt x="335" y="498"/>
                  </a:cubicBezTo>
                  <a:cubicBezTo>
                    <a:pt x="330" y="500"/>
                    <a:pt x="319" y="500"/>
                    <a:pt x="319" y="505"/>
                  </a:cubicBezTo>
                  <a:cubicBezTo>
                    <a:pt x="319" y="510"/>
                    <a:pt x="315" y="517"/>
                    <a:pt x="324" y="520"/>
                  </a:cubicBezTo>
                  <a:cubicBezTo>
                    <a:pt x="333" y="524"/>
                    <a:pt x="339" y="528"/>
                    <a:pt x="345" y="535"/>
                  </a:cubicBezTo>
                  <a:cubicBezTo>
                    <a:pt x="351" y="542"/>
                    <a:pt x="356" y="550"/>
                    <a:pt x="346" y="554"/>
                  </a:cubicBezTo>
                  <a:cubicBezTo>
                    <a:pt x="336" y="557"/>
                    <a:pt x="338" y="562"/>
                    <a:pt x="339" y="566"/>
                  </a:cubicBezTo>
                  <a:cubicBezTo>
                    <a:pt x="339" y="566"/>
                    <a:pt x="339" y="566"/>
                    <a:pt x="340" y="566"/>
                  </a:cubicBezTo>
                  <a:cubicBezTo>
                    <a:pt x="340" y="567"/>
                    <a:pt x="340" y="567"/>
                    <a:pt x="340" y="567"/>
                  </a:cubicBezTo>
                  <a:cubicBezTo>
                    <a:pt x="340" y="567"/>
                    <a:pt x="340" y="567"/>
                    <a:pt x="340" y="567"/>
                  </a:cubicBezTo>
                  <a:cubicBezTo>
                    <a:pt x="340" y="567"/>
                    <a:pt x="340" y="568"/>
                    <a:pt x="340" y="568"/>
                  </a:cubicBezTo>
                  <a:cubicBezTo>
                    <a:pt x="340" y="568"/>
                    <a:pt x="340" y="568"/>
                    <a:pt x="340" y="568"/>
                  </a:cubicBezTo>
                  <a:cubicBezTo>
                    <a:pt x="340" y="568"/>
                    <a:pt x="340" y="569"/>
                    <a:pt x="340" y="569"/>
                  </a:cubicBezTo>
                  <a:cubicBezTo>
                    <a:pt x="340" y="569"/>
                    <a:pt x="340" y="569"/>
                    <a:pt x="340" y="569"/>
                  </a:cubicBezTo>
                  <a:cubicBezTo>
                    <a:pt x="341" y="574"/>
                    <a:pt x="340" y="580"/>
                    <a:pt x="333" y="582"/>
                  </a:cubicBezTo>
                  <a:cubicBezTo>
                    <a:pt x="333" y="588"/>
                    <a:pt x="331" y="594"/>
                    <a:pt x="329" y="602"/>
                  </a:cubicBezTo>
                  <a:cubicBezTo>
                    <a:pt x="327" y="614"/>
                    <a:pt x="325" y="620"/>
                    <a:pt x="333" y="623"/>
                  </a:cubicBezTo>
                  <a:cubicBezTo>
                    <a:pt x="341" y="626"/>
                    <a:pt x="339" y="643"/>
                    <a:pt x="343" y="644"/>
                  </a:cubicBezTo>
                  <a:cubicBezTo>
                    <a:pt x="348" y="646"/>
                    <a:pt x="350" y="672"/>
                    <a:pt x="349" y="686"/>
                  </a:cubicBezTo>
                  <a:cubicBezTo>
                    <a:pt x="347" y="699"/>
                    <a:pt x="343" y="705"/>
                    <a:pt x="334" y="713"/>
                  </a:cubicBezTo>
                  <a:cubicBezTo>
                    <a:pt x="325" y="721"/>
                    <a:pt x="317" y="728"/>
                    <a:pt x="313" y="737"/>
                  </a:cubicBezTo>
                  <a:cubicBezTo>
                    <a:pt x="308" y="746"/>
                    <a:pt x="307" y="745"/>
                    <a:pt x="298" y="746"/>
                  </a:cubicBezTo>
                  <a:cubicBezTo>
                    <a:pt x="289" y="746"/>
                    <a:pt x="287" y="754"/>
                    <a:pt x="279" y="754"/>
                  </a:cubicBezTo>
                  <a:cubicBezTo>
                    <a:pt x="271" y="754"/>
                    <a:pt x="276" y="774"/>
                    <a:pt x="267" y="774"/>
                  </a:cubicBezTo>
                  <a:cubicBezTo>
                    <a:pt x="257" y="774"/>
                    <a:pt x="256" y="768"/>
                    <a:pt x="251" y="764"/>
                  </a:cubicBezTo>
                  <a:cubicBezTo>
                    <a:pt x="247" y="759"/>
                    <a:pt x="247" y="768"/>
                    <a:pt x="239" y="772"/>
                  </a:cubicBezTo>
                  <a:cubicBezTo>
                    <a:pt x="231" y="775"/>
                    <a:pt x="230" y="776"/>
                    <a:pt x="229" y="786"/>
                  </a:cubicBezTo>
                  <a:cubicBezTo>
                    <a:pt x="229" y="795"/>
                    <a:pt x="238" y="792"/>
                    <a:pt x="239" y="803"/>
                  </a:cubicBezTo>
                  <a:cubicBezTo>
                    <a:pt x="239" y="814"/>
                    <a:pt x="251" y="810"/>
                    <a:pt x="258" y="815"/>
                  </a:cubicBezTo>
                  <a:cubicBezTo>
                    <a:pt x="265" y="820"/>
                    <a:pt x="258" y="826"/>
                    <a:pt x="252" y="832"/>
                  </a:cubicBezTo>
                  <a:cubicBezTo>
                    <a:pt x="246" y="838"/>
                    <a:pt x="239" y="831"/>
                    <a:pt x="235" y="823"/>
                  </a:cubicBezTo>
                  <a:cubicBezTo>
                    <a:pt x="230" y="815"/>
                    <a:pt x="225" y="820"/>
                    <a:pt x="200" y="820"/>
                  </a:cubicBezTo>
                  <a:cubicBezTo>
                    <a:pt x="175" y="820"/>
                    <a:pt x="183" y="830"/>
                    <a:pt x="183" y="838"/>
                  </a:cubicBezTo>
                  <a:cubicBezTo>
                    <a:pt x="183" y="847"/>
                    <a:pt x="179" y="850"/>
                    <a:pt x="157" y="848"/>
                  </a:cubicBezTo>
                  <a:cubicBezTo>
                    <a:pt x="148" y="847"/>
                    <a:pt x="143" y="850"/>
                    <a:pt x="141" y="853"/>
                  </a:cubicBezTo>
                  <a:cubicBezTo>
                    <a:pt x="145" y="855"/>
                    <a:pt x="149" y="858"/>
                    <a:pt x="153" y="859"/>
                  </a:cubicBezTo>
                  <a:cubicBezTo>
                    <a:pt x="165" y="860"/>
                    <a:pt x="175" y="864"/>
                    <a:pt x="180" y="873"/>
                  </a:cubicBezTo>
                  <a:cubicBezTo>
                    <a:pt x="186" y="882"/>
                    <a:pt x="193" y="883"/>
                    <a:pt x="185" y="887"/>
                  </a:cubicBezTo>
                  <a:cubicBezTo>
                    <a:pt x="176" y="892"/>
                    <a:pt x="179" y="940"/>
                    <a:pt x="173" y="962"/>
                  </a:cubicBezTo>
                  <a:cubicBezTo>
                    <a:pt x="168" y="983"/>
                    <a:pt x="193" y="968"/>
                    <a:pt x="200" y="955"/>
                  </a:cubicBezTo>
                  <a:cubicBezTo>
                    <a:pt x="208" y="942"/>
                    <a:pt x="219" y="936"/>
                    <a:pt x="228" y="936"/>
                  </a:cubicBezTo>
                  <a:cubicBezTo>
                    <a:pt x="236" y="936"/>
                    <a:pt x="245" y="926"/>
                    <a:pt x="252" y="910"/>
                  </a:cubicBezTo>
                  <a:cubicBezTo>
                    <a:pt x="259" y="894"/>
                    <a:pt x="264" y="910"/>
                    <a:pt x="276" y="910"/>
                  </a:cubicBezTo>
                  <a:cubicBezTo>
                    <a:pt x="289" y="910"/>
                    <a:pt x="276" y="880"/>
                    <a:pt x="282" y="877"/>
                  </a:cubicBezTo>
                  <a:cubicBezTo>
                    <a:pt x="288" y="874"/>
                    <a:pt x="297" y="872"/>
                    <a:pt x="292" y="867"/>
                  </a:cubicBezTo>
                  <a:cubicBezTo>
                    <a:pt x="288" y="863"/>
                    <a:pt x="289" y="850"/>
                    <a:pt x="289" y="843"/>
                  </a:cubicBezTo>
                  <a:cubicBezTo>
                    <a:pt x="289" y="836"/>
                    <a:pt x="307" y="844"/>
                    <a:pt x="321" y="849"/>
                  </a:cubicBezTo>
                  <a:cubicBezTo>
                    <a:pt x="335" y="853"/>
                    <a:pt x="351" y="846"/>
                    <a:pt x="362" y="840"/>
                  </a:cubicBezTo>
                  <a:cubicBezTo>
                    <a:pt x="374" y="834"/>
                    <a:pt x="380" y="823"/>
                    <a:pt x="401" y="813"/>
                  </a:cubicBezTo>
                  <a:cubicBezTo>
                    <a:pt x="423" y="803"/>
                    <a:pt x="424" y="791"/>
                    <a:pt x="437" y="786"/>
                  </a:cubicBezTo>
                  <a:cubicBezTo>
                    <a:pt x="450" y="780"/>
                    <a:pt x="446" y="751"/>
                    <a:pt x="446" y="737"/>
                  </a:cubicBezTo>
                  <a:cubicBezTo>
                    <a:pt x="446" y="722"/>
                    <a:pt x="448" y="714"/>
                    <a:pt x="454" y="714"/>
                  </a:cubicBezTo>
                  <a:cubicBezTo>
                    <a:pt x="460" y="714"/>
                    <a:pt x="464" y="705"/>
                    <a:pt x="464" y="694"/>
                  </a:cubicBezTo>
                  <a:cubicBezTo>
                    <a:pt x="464" y="682"/>
                    <a:pt x="456" y="681"/>
                    <a:pt x="456" y="675"/>
                  </a:cubicBezTo>
                  <a:cubicBezTo>
                    <a:pt x="456" y="669"/>
                    <a:pt x="458" y="628"/>
                    <a:pt x="458" y="606"/>
                  </a:cubicBezTo>
                  <a:cubicBezTo>
                    <a:pt x="458" y="585"/>
                    <a:pt x="437" y="565"/>
                    <a:pt x="433" y="548"/>
                  </a:cubicBezTo>
                  <a:cubicBezTo>
                    <a:pt x="428" y="530"/>
                    <a:pt x="424" y="528"/>
                    <a:pt x="410" y="516"/>
                  </a:cubicBezTo>
                  <a:cubicBezTo>
                    <a:pt x="395" y="505"/>
                    <a:pt x="393" y="503"/>
                    <a:pt x="391" y="490"/>
                  </a:cubicBezTo>
                  <a:cubicBezTo>
                    <a:pt x="390" y="477"/>
                    <a:pt x="375" y="472"/>
                    <a:pt x="360" y="460"/>
                  </a:cubicBezTo>
                  <a:cubicBezTo>
                    <a:pt x="344" y="449"/>
                    <a:pt x="325" y="443"/>
                    <a:pt x="315" y="421"/>
                  </a:cubicBezTo>
                  <a:cubicBezTo>
                    <a:pt x="305" y="400"/>
                    <a:pt x="294" y="399"/>
                    <a:pt x="276" y="387"/>
                  </a:cubicBezTo>
                  <a:cubicBezTo>
                    <a:pt x="259" y="376"/>
                    <a:pt x="269" y="370"/>
                    <a:pt x="269" y="358"/>
                  </a:cubicBezTo>
                  <a:cubicBezTo>
                    <a:pt x="269" y="347"/>
                    <a:pt x="258" y="341"/>
                    <a:pt x="248" y="335"/>
                  </a:cubicBezTo>
                  <a:cubicBezTo>
                    <a:pt x="238" y="330"/>
                    <a:pt x="232" y="314"/>
                    <a:pt x="226" y="310"/>
                  </a:cubicBezTo>
                  <a:cubicBezTo>
                    <a:pt x="221" y="305"/>
                    <a:pt x="225" y="284"/>
                    <a:pt x="229" y="282"/>
                  </a:cubicBezTo>
                  <a:cubicBezTo>
                    <a:pt x="233" y="281"/>
                    <a:pt x="233" y="262"/>
                    <a:pt x="233" y="251"/>
                  </a:cubicBezTo>
                  <a:cubicBezTo>
                    <a:pt x="233" y="239"/>
                    <a:pt x="242" y="231"/>
                    <a:pt x="255" y="227"/>
                  </a:cubicBezTo>
                  <a:cubicBezTo>
                    <a:pt x="268" y="222"/>
                    <a:pt x="271" y="214"/>
                    <a:pt x="281" y="201"/>
                  </a:cubicBezTo>
                  <a:cubicBezTo>
                    <a:pt x="291" y="188"/>
                    <a:pt x="286" y="181"/>
                    <a:pt x="288" y="166"/>
                  </a:cubicBezTo>
                  <a:cubicBezTo>
                    <a:pt x="289" y="152"/>
                    <a:pt x="314" y="161"/>
                    <a:pt x="331" y="161"/>
                  </a:cubicBezTo>
                  <a:cubicBezTo>
                    <a:pt x="348" y="161"/>
                    <a:pt x="340" y="139"/>
                    <a:pt x="352" y="136"/>
                  </a:cubicBezTo>
                  <a:cubicBezTo>
                    <a:pt x="363" y="134"/>
                    <a:pt x="363" y="131"/>
                    <a:pt x="372" y="124"/>
                  </a:cubicBezTo>
                  <a:cubicBezTo>
                    <a:pt x="367" y="122"/>
                    <a:pt x="363" y="122"/>
                    <a:pt x="359" y="120"/>
                  </a:cubicBezTo>
                  <a:cubicBezTo>
                    <a:pt x="352" y="116"/>
                    <a:pt x="345" y="121"/>
                    <a:pt x="333" y="12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3022" y="2078"/>
              <a:ext cx="349" cy="629"/>
            </a:xfrm>
            <a:custGeom>
              <a:avLst/>
              <a:gdLst>
                <a:gd name="T0" fmla="*/ 308 w 534"/>
                <a:gd name="T1" fmla="*/ 522 h 962"/>
                <a:gd name="T2" fmla="*/ 228 w 534"/>
                <a:gd name="T3" fmla="*/ 450 h 962"/>
                <a:gd name="T4" fmla="*/ 172 w 534"/>
                <a:gd name="T5" fmla="*/ 492 h 962"/>
                <a:gd name="T6" fmla="*/ 155 w 534"/>
                <a:gd name="T7" fmla="*/ 566 h 962"/>
                <a:gd name="T8" fmla="*/ 115 w 534"/>
                <a:gd name="T9" fmla="*/ 684 h 962"/>
                <a:gd name="T10" fmla="*/ 162 w 534"/>
                <a:gd name="T11" fmla="*/ 730 h 962"/>
                <a:gd name="T12" fmla="*/ 188 w 534"/>
                <a:gd name="T13" fmla="*/ 791 h 962"/>
                <a:gd name="T14" fmla="*/ 232 w 534"/>
                <a:gd name="T15" fmla="*/ 879 h 962"/>
                <a:gd name="T16" fmla="*/ 297 w 534"/>
                <a:gd name="T17" fmla="*/ 934 h 962"/>
                <a:gd name="T18" fmla="*/ 263 w 534"/>
                <a:gd name="T19" fmla="*/ 943 h 962"/>
                <a:gd name="T20" fmla="*/ 234 w 534"/>
                <a:gd name="T21" fmla="*/ 949 h 962"/>
                <a:gd name="T22" fmla="*/ 203 w 534"/>
                <a:gd name="T23" fmla="*/ 906 h 962"/>
                <a:gd name="T24" fmla="*/ 174 w 534"/>
                <a:gd name="T25" fmla="*/ 902 h 962"/>
                <a:gd name="T26" fmla="*/ 108 w 534"/>
                <a:gd name="T27" fmla="*/ 810 h 962"/>
                <a:gd name="T28" fmla="*/ 75 w 534"/>
                <a:gd name="T29" fmla="*/ 789 h 962"/>
                <a:gd name="T30" fmla="*/ 55 w 534"/>
                <a:gd name="T31" fmla="*/ 767 h 962"/>
                <a:gd name="T32" fmla="*/ 75 w 534"/>
                <a:gd name="T33" fmla="*/ 676 h 962"/>
                <a:gd name="T34" fmla="*/ 128 w 534"/>
                <a:gd name="T35" fmla="*/ 594 h 962"/>
                <a:gd name="T36" fmla="*/ 128 w 534"/>
                <a:gd name="T37" fmla="*/ 508 h 962"/>
                <a:gd name="T38" fmla="*/ 90 w 534"/>
                <a:gd name="T39" fmla="*/ 410 h 962"/>
                <a:gd name="T40" fmla="*/ 60 w 534"/>
                <a:gd name="T41" fmla="*/ 340 h 962"/>
                <a:gd name="T42" fmla="*/ 96 w 534"/>
                <a:gd name="T43" fmla="*/ 275 h 962"/>
                <a:gd name="T44" fmla="*/ 50 w 534"/>
                <a:gd name="T45" fmla="*/ 203 h 962"/>
                <a:gd name="T46" fmla="*/ 10 w 534"/>
                <a:gd name="T47" fmla="*/ 122 h 962"/>
                <a:gd name="T48" fmla="*/ 71 w 534"/>
                <a:gd name="T49" fmla="*/ 44 h 962"/>
                <a:gd name="T50" fmla="*/ 150 w 534"/>
                <a:gd name="T51" fmla="*/ 3 h 962"/>
                <a:gd name="T52" fmla="*/ 156 w 534"/>
                <a:gd name="T53" fmla="*/ 3 h 962"/>
                <a:gd name="T54" fmla="*/ 171 w 534"/>
                <a:gd name="T55" fmla="*/ 1 h 962"/>
                <a:gd name="T56" fmla="*/ 184 w 534"/>
                <a:gd name="T57" fmla="*/ 6 h 962"/>
                <a:gd name="T58" fmla="*/ 196 w 534"/>
                <a:gd name="T59" fmla="*/ 40 h 962"/>
                <a:gd name="T60" fmla="*/ 223 w 534"/>
                <a:gd name="T61" fmla="*/ 57 h 962"/>
                <a:gd name="T62" fmla="*/ 248 w 534"/>
                <a:gd name="T63" fmla="*/ 71 h 962"/>
                <a:gd name="T64" fmla="*/ 238 w 534"/>
                <a:gd name="T65" fmla="*/ 124 h 962"/>
                <a:gd name="T66" fmla="*/ 232 w 534"/>
                <a:gd name="T67" fmla="*/ 167 h 962"/>
                <a:gd name="T68" fmla="*/ 235 w 534"/>
                <a:gd name="T69" fmla="*/ 196 h 962"/>
                <a:gd name="T70" fmla="*/ 284 w 534"/>
                <a:gd name="T71" fmla="*/ 156 h 962"/>
                <a:gd name="T72" fmla="*/ 346 w 534"/>
                <a:gd name="T73" fmla="*/ 168 h 962"/>
                <a:gd name="T74" fmla="*/ 412 w 534"/>
                <a:gd name="T75" fmla="*/ 137 h 962"/>
                <a:gd name="T76" fmla="*/ 475 w 534"/>
                <a:gd name="T77" fmla="*/ 204 h 962"/>
                <a:gd name="T78" fmla="*/ 478 w 534"/>
                <a:gd name="T79" fmla="*/ 268 h 962"/>
                <a:gd name="T80" fmla="*/ 530 w 534"/>
                <a:gd name="T81" fmla="*/ 326 h 962"/>
                <a:gd name="T82" fmla="*/ 521 w 534"/>
                <a:gd name="T83" fmla="*/ 369 h 962"/>
                <a:gd name="T84" fmla="*/ 505 w 534"/>
                <a:gd name="T85" fmla="*/ 400 h 962"/>
                <a:gd name="T86" fmla="*/ 504 w 534"/>
                <a:gd name="T87" fmla="*/ 402 h 962"/>
                <a:gd name="T88" fmla="*/ 496 w 534"/>
                <a:gd name="T89" fmla="*/ 403 h 962"/>
                <a:gd name="T90" fmla="*/ 493 w 534"/>
                <a:gd name="T91" fmla="*/ 403 h 962"/>
                <a:gd name="T92" fmla="*/ 488 w 534"/>
                <a:gd name="T93" fmla="*/ 401 h 962"/>
                <a:gd name="T94" fmla="*/ 486 w 534"/>
                <a:gd name="T95" fmla="*/ 399 h 962"/>
                <a:gd name="T96" fmla="*/ 446 w 534"/>
                <a:gd name="T97" fmla="*/ 398 h 962"/>
                <a:gd name="T98" fmla="*/ 373 w 534"/>
                <a:gd name="T99" fmla="*/ 398 h 962"/>
                <a:gd name="T100" fmla="*/ 320 w 534"/>
                <a:gd name="T101" fmla="*/ 47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4" h="962">
                  <a:moveTo>
                    <a:pt x="346" y="534"/>
                  </a:moveTo>
                  <a:cubicBezTo>
                    <a:pt x="347" y="539"/>
                    <a:pt x="349" y="551"/>
                    <a:pt x="349" y="562"/>
                  </a:cubicBezTo>
                  <a:cubicBezTo>
                    <a:pt x="335" y="546"/>
                    <a:pt x="318" y="529"/>
                    <a:pt x="308" y="522"/>
                  </a:cubicBezTo>
                  <a:cubicBezTo>
                    <a:pt x="292" y="510"/>
                    <a:pt x="287" y="509"/>
                    <a:pt x="270" y="509"/>
                  </a:cubicBezTo>
                  <a:cubicBezTo>
                    <a:pt x="252" y="509"/>
                    <a:pt x="227" y="515"/>
                    <a:pt x="227" y="496"/>
                  </a:cubicBezTo>
                  <a:cubicBezTo>
                    <a:pt x="227" y="477"/>
                    <a:pt x="242" y="456"/>
                    <a:pt x="228" y="450"/>
                  </a:cubicBezTo>
                  <a:cubicBezTo>
                    <a:pt x="214" y="444"/>
                    <a:pt x="189" y="443"/>
                    <a:pt x="186" y="449"/>
                  </a:cubicBezTo>
                  <a:cubicBezTo>
                    <a:pt x="184" y="455"/>
                    <a:pt x="165" y="459"/>
                    <a:pt x="172" y="470"/>
                  </a:cubicBezTo>
                  <a:cubicBezTo>
                    <a:pt x="179" y="482"/>
                    <a:pt x="178" y="487"/>
                    <a:pt x="172" y="492"/>
                  </a:cubicBezTo>
                  <a:cubicBezTo>
                    <a:pt x="166" y="496"/>
                    <a:pt x="162" y="505"/>
                    <a:pt x="168" y="509"/>
                  </a:cubicBezTo>
                  <a:cubicBezTo>
                    <a:pt x="174" y="513"/>
                    <a:pt x="176" y="526"/>
                    <a:pt x="171" y="538"/>
                  </a:cubicBezTo>
                  <a:cubicBezTo>
                    <a:pt x="165" y="549"/>
                    <a:pt x="156" y="551"/>
                    <a:pt x="155" y="566"/>
                  </a:cubicBezTo>
                  <a:cubicBezTo>
                    <a:pt x="153" y="582"/>
                    <a:pt x="145" y="594"/>
                    <a:pt x="143" y="605"/>
                  </a:cubicBezTo>
                  <a:cubicBezTo>
                    <a:pt x="142" y="616"/>
                    <a:pt x="126" y="642"/>
                    <a:pt x="122" y="652"/>
                  </a:cubicBezTo>
                  <a:cubicBezTo>
                    <a:pt x="118" y="662"/>
                    <a:pt x="115" y="672"/>
                    <a:pt x="115" y="684"/>
                  </a:cubicBezTo>
                  <a:cubicBezTo>
                    <a:pt x="115" y="695"/>
                    <a:pt x="118" y="700"/>
                    <a:pt x="122" y="710"/>
                  </a:cubicBezTo>
                  <a:cubicBezTo>
                    <a:pt x="126" y="720"/>
                    <a:pt x="120" y="725"/>
                    <a:pt x="133" y="724"/>
                  </a:cubicBezTo>
                  <a:cubicBezTo>
                    <a:pt x="146" y="723"/>
                    <a:pt x="159" y="721"/>
                    <a:pt x="162" y="730"/>
                  </a:cubicBezTo>
                  <a:cubicBezTo>
                    <a:pt x="165" y="738"/>
                    <a:pt x="169" y="741"/>
                    <a:pt x="171" y="751"/>
                  </a:cubicBezTo>
                  <a:cubicBezTo>
                    <a:pt x="172" y="761"/>
                    <a:pt x="176" y="774"/>
                    <a:pt x="176" y="774"/>
                  </a:cubicBezTo>
                  <a:cubicBezTo>
                    <a:pt x="176" y="774"/>
                    <a:pt x="188" y="776"/>
                    <a:pt x="188" y="791"/>
                  </a:cubicBezTo>
                  <a:cubicBezTo>
                    <a:pt x="188" y="807"/>
                    <a:pt x="196" y="824"/>
                    <a:pt x="192" y="829"/>
                  </a:cubicBezTo>
                  <a:cubicBezTo>
                    <a:pt x="188" y="833"/>
                    <a:pt x="181" y="841"/>
                    <a:pt x="191" y="849"/>
                  </a:cubicBezTo>
                  <a:cubicBezTo>
                    <a:pt x="201" y="856"/>
                    <a:pt x="218" y="877"/>
                    <a:pt x="232" y="879"/>
                  </a:cubicBezTo>
                  <a:cubicBezTo>
                    <a:pt x="247" y="880"/>
                    <a:pt x="268" y="866"/>
                    <a:pt x="278" y="886"/>
                  </a:cubicBezTo>
                  <a:cubicBezTo>
                    <a:pt x="285" y="900"/>
                    <a:pt x="294" y="913"/>
                    <a:pt x="304" y="920"/>
                  </a:cubicBezTo>
                  <a:cubicBezTo>
                    <a:pt x="300" y="924"/>
                    <a:pt x="299" y="928"/>
                    <a:pt x="297" y="934"/>
                  </a:cubicBezTo>
                  <a:cubicBezTo>
                    <a:pt x="294" y="940"/>
                    <a:pt x="289" y="937"/>
                    <a:pt x="289" y="943"/>
                  </a:cubicBezTo>
                  <a:cubicBezTo>
                    <a:pt x="289" y="948"/>
                    <a:pt x="289" y="951"/>
                    <a:pt x="277" y="952"/>
                  </a:cubicBezTo>
                  <a:cubicBezTo>
                    <a:pt x="265" y="953"/>
                    <a:pt x="269" y="943"/>
                    <a:pt x="263" y="943"/>
                  </a:cubicBezTo>
                  <a:cubicBezTo>
                    <a:pt x="256" y="943"/>
                    <a:pt x="252" y="948"/>
                    <a:pt x="252" y="955"/>
                  </a:cubicBezTo>
                  <a:cubicBezTo>
                    <a:pt x="252" y="962"/>
                    <a:pt x="244" y="961"/>
                    <a:pt x="240" y="960"/>
                  </a:cubicBezTo>
                  <a:cubicBezTo>
                    <a:pt x="235" y="958"/>
                    <a:pt x="234" y="955"/>
                    <a:pt x="234" y="949"/>
                  </a:cubicBezTo>
                  <a:cubicBezTo>
                    <a:pt x="234" y="943"/>
                    <a:pt x="235" y="938"/>
                    <a:pt x="240" y="934"/>
                  </a:cubicBezTo>
                  <a:cubicBezTo>
                    <a:pt x="245" y="930"/>
                    <a:pt x="236" y="925"/>
                    <a:pt x="229" y="917"/>
                  </a:cubicBezTo>
                  <a:cubicBezTo>
                    <a:pt x="221" y="910"/>
                    <a:pt x="211" y="907"/>
                    <a:pt x="203" y="906"/>
                  </a:cubicBezTo>
                  <a:cubicBezTo>
                    <a:pt x="194" y="904"/>
                    <a:pt x="192" y="900"/>
                    <a:pt x="191" y="895"/>
                  </a:cubicBezTo>
                  <a:cubicBezTo>
                    <a:pt x="189" y="890"/>
                    <a:pt x="181" y="891"/>
                    <a:pt x="179" y="897"/>
                  </a:cubicBezTo>
                  <a:cubicBezTo>
                    <a:pt x="178" y="899"/>
                    <a:pt x="176" y="901"/>
                    <a:pt x="174" y="902"/>
                  </a:cubicBezTo>
                  <a:cubicBezTo>
                    <a:pt x="174" y="902"/>
                    <a:pt x="173" y="901"/>
                    <a:pt x="172" y="900"/>
                  </a:cubicBezTo>
                  <a:cubicBezTo>
                    <a:pt x="155" y="886"/>
                    <a:pt x="149" y="844"/>
                    <a:pt x="135" y="839"/>
                  </a:cubicBezTo>
                  <a:cubicBezTo>
                    <a:pt x="120" y="833"/>
                    <a:pt x="115" y="823"/>
                    <a:pt x="108" y="810"/>
                  </a:cubicBezTo>
                  <a:cubicBezTo>
                    <a:pt x="100" y="797"/>
                    <a:pt x="88" y="781"/>
                    <a:pt x="79" y="787"/>
                  </a:cubicBezTo>
                  <a:cubicBezTo>
                    <a:pt x="77" y="788"/>
                    <a:pt x="76" y="789"/>
                    <a:pt x="75" y="789"/>
                  </a:cubicBezTo>
                  <a:cubicBezTo>
                    <a:pt x="75" y="789"/>
                    <a:pt x="74" y="789"/>
                    <a:pt x="75" y="789"/>
                  </a:cubicBezTo>
                  <a:cubicBezTo>
                    <a:pt x="75" y="790"/>
                    <a:pt x="76" y="791"/>
                    <a:pt x="75" y="794"/>
                  </a:cubicBezTo>
                  <a:cubicBezTo>
                    <a:pt x="72" y="804"/>
                    <a:pt x="67" y="823"/>
                    <a:pt x="62" y="817"/>
                  </a:cubicBezTo>
                  <a:cubicBezTo>
                    <a:pt x="56" y="811"/>
                    <a:pt x="55" y="780"/>
                    <a:pt x="55" y="767"/>
                  </a:cubicBezTo>
                  <a:cubicBezTo>
                    <a:pt x="55" y="754"/>
                    <a:pt x="53" y="756"/>
                    <a:pt x="62" y="744"/>
                  </a:cubicBezTo>
                  <a:cubicBezTo>
                    <a:pt x="70" y="733"/>
                    <a:pt x="69" y="733"/>
                    <a:pt x="70" y="715"/>
                  </a:cubicBezTo>
                  <a:cubicBezTo>
                    <a:pt x="72" y="699"/>
                    <a:pt x="76" y="698"/>
                    <a:pt x="75" y="676"/>
                  </a:cubicBezTo>
                  <a:cubicBezTo>
                    <a:pt x="79" y="675"/>
                    <a:pt x="87" y="670"/>
                    <a:pt x="87" y="660"/>
                  </a:cubicBezTo>
                  <a:cubicBezTo>
                    <a:pt x="87" y="644"/>
                    <a:pt x="89" y="630"/>
                    <a:pt x="100" y="622"/>
                  </a:cubicBezTo>
                  <a:cubicBezTo>
                    <a:pt x="111" y="614"/>
                    <a:pt x="122" y="608"/>
                    <a:pt x="128" y="594"/>
                  </a:cubicBezTo>
                  <a:cubicBezTo>
                    <a:pt x="133" y="579"/>
                    <a:pt x="143" y="588"/>
                    <a:pt x="142" y="572"/>
                  </a:cubicBezTo>
                  <a:cubicBezTo>
                    <a:pt x="141" y="557"/>
                    <a:pt x="145" y="547"/>
                    <a:pt x="138" y="542"/>
                  </a:cubicBezTo>
                  <a:cubicBezTo>
                    <a:pt x="131" y="537"/>
                    <a:pt x="139" y="514"/>
                    <a:pt x="128" y="508"/>
                  </a:cubicBezTo>
                  <a:cubicBezTo>
                    <a:pt x="118" y="503"/>
                    <a:pt x="114" y="503"/>
                    <a:pt x="117" y="487"/>
                  </a:cubicBezTo>
                  <a:cubicBezTo>
                    <a:pt x="120" y="471"/>
                    <a:pt x="122" y="443"/>
                    <a:pt x="116" y="435"/>
                  </a:cubicBezTo>
                  <a:cubicBezTo>
                    <a:pt x="110" y="426"/>
                    <a:pt x="97" y="415"/>
                    <a:pt x="90" y="410"/>
                  </a:cubicBezTo>
                  <a:cubicBezTo>
                    <a:pt x="84" y="406"/>
                    <a:pt x="69" y="387"/>
                    <a:pt x="66" y="380"/>
                  </a:cubicBezTo>
                  <a:cubicBezTo>
                    <a:pt x="63" y="373"/>
                    <a:pt x="61" y="365"/>
                    <a:pt x="56" y="361"/>
                  </a:cubicBezTo>
                  <a:cubicBezTo>
                    <a:pt x="52" y="358"/>
                    <a:pt x="48" y="342"/>
                    <a:pt x="60" y="340"/>
                  </a:cubicBezTo>
                  <a:cubicBezTo>
                    <a:pt x="72" y="338"/>
                    <a:pt x="79" y="331"/>
                    <a:pt x="79" y="317"/>
                  </a:cubicBezTo>
                  <a:cubicBezTo>
                    <a:pt x="78" y="302"/>
                    <a:pt x="71" y="291"/>
                    <a:pt x="80" y="287"/>
                  </a:cubicBezTo>
                  <a:cubicBezTo>
                    <a:pt x="89" y="283"/>
                    <a:pt x="96" y="285"/>
                    <a:pt x="96" y="275"/>
                  </a:cubicBezTo>
                  <a:cubicBezTo>
                    <a:pt x="96" y="264"/>
                    <a:pt x="93" y="266"/>
                    <a:pt x="86" y="259"/>
                  </a:cubicBezTo>
                  <a:cubicBezTo>
                    <a:pt x="79" y="253"/>
                    <a:pt x="71" y="238"/>
                    <a:pt x="68" y="229"/>
                  </a:cubicBezTo>
                  <a:cubicBezTo>
                    <a:pt x="66" y="221"/>
                    <a:pt x="63" y="214"/>
                    <a:pt x="50" y="203"/>
                  </a:cubicBezTo>
                  <a:cubicBezTo>
                    <a:pt x="37" y="193"/>
                    <a:pt x="21" y="180"/>
                    <a:pt x="21" y="168"/>
                  </a:cubicBezTo>
                  <a:cubicBezTo>
                    <a:pt x="21" y="156"/>
                    <a:pt x="21" y="142"/>
                    <a:pt x="14" y="137"/>
                  </a:cubicBezTo>
                  <a:cubicBezTo>
                    <a:pt x="7" y="133"/>
                    <a:pt x="0" y="124"/>
                    <a:pt x="10" y="122"/>
                  </a:cubicBezTo>
                  <a:cubicBezTo>
                    <a:pt x="20" y="120"/>
                    <a:pt x="28" y="124"/>
                    <a:pt x="28" y="107"/>
                  </a:cubicBezTo>
                  <a:cubicBezTo>
                    <a:pt x="28" y="90"/>
                    <a:pt x="28" y="53"/>
                    <a:pt x="41" y="47"/>
                  </a:cubicBezTo>
                  <a:cubicBezTo>
                    <a:pt x="54" y="40"/>
                    <a:pt x="57" y="40"/>
                    <a:pt x="71" y="44"/>
                  </a:cubicBezTo>
                  <a:cubicBezTo>
                    <a:pt x="85" y="48"/>
                    <a:pt x="93" y="47"/>
                    <a:pt x="101" y="36"/>
                  </a:cubicBezTo>
                  <a:cubicBezTo>
                    <a:pt x="109" y="25"/>
                    <a:pt x="116" y="21"/>
                    <a:pt x="125" y="20"/>
                  </a:cubicBezTo>
                  <a:cubicBezTo>
                    <a:pt x="133" y="19"/>
                    <a:pt x="133" y="4"/>
                    <a:pt x="150" y="3"/>
                  </a:cubicBezTo>
                  <a:cubicBezTo>
                    <a:pt x="151" y="3"/>
                    <a:pt x="152" y="3"/>
                    <a:pt x="153" y="3"/>
                  </a:cubicBezTo>
                  <a:cubicBezTo>
                    <a:pt x="154" y="3"/>
                    <a:pt x="154" y="3"/>
                    <a:pt x="155" y="3"/>
                  </a:cubicBezTo>
                  <a:cubicBezTo>
                    <a:pt x="155" y="3"/>
                    <a:pt x="156" y="3"/>
                    <a:pt x="156" y="3"/>
                  </a:cubicBezTo>
                  <a:cubicBezTo>
                    <a:pt x="161" y="3"/>
                    <a:pt x="165" y="3"/>
                    <a:pt x="169" y="2"/>
                  </a:cubicBezTo>
                  <a:cubicBezTo>
                    <a:pt x="169" y="2"/>
                    <a:pt x="169" y="2"/>
                    <a:pt x="169" y="2"/>
                  </a:cubicBezTo>
                  <a:cubicBezTo>
                    <a:pt x="170" y="2"/>
                    <a:pt x="171" y="2"/>
                    <a:pt x="171" y="1"/>
                  </a:cubicBezTo>
                  <a:cubicBezTo>
                    <a:pt x="171" y="1"/>
                    <a:pt x="171" y="1"/>
                    <a:pt x="171" y="1"/>
                  </a:cubicBezTo>
                  <a:cubicBezTo>
                    <a:pt x="172" y="1"/>
                    <a:pt x="173" y="1"/>
                    <a:pt x="174" y="0"/>
                  </a:cubicBezTo>
                  <a:cubicBezTo>
                    <a:pt x="175" y="4"/>
                    <a:pt x="179" y="6"/>
                    <a:pt x="184" y="6"/>
                  </a:cubicBezTo>
                  <a:cubicBezTo>
                    <a:pt x="198" y="4"/>
                    <a:pt x="199" y="14"/>
                    <a:pt x="201" y="17"/>
                  </a:cubicBezTo>
                  <a:cubicBezTo>
                    <a:pt x="203" y="20"/>
                    <a:pt x="212" y="19"/>
                    <a:pt x="204" y="27"/>
                  </a:cubicBezTo>
                  <a:cubicBezTo>
                    <a:pt x="196" y="35"/>
                    <a:pt x="196" y="35"/>
                    <a:pt x="196" y="40"/>
                  </a:cubicBezTo>
                  <a:cubicBezTo>
                    <a:pt x="196" y="44"/>
                    <a:pt x="186" y="44"/>
                    <a:pt x="195" y="51"/>
                  </a:cubicBezTo>
                  <a:cubicBezTo>
                    <a:pt x="204" y="58"/>
                    <a:pt x="203" y="63"/>
                    <a:pt x="212" y="62"/>
                  </a:cubicBezTo>
                  <a:cubicBezTo>
                    <a:pt x="220" y="62"/>
                    <a:pt x="223" y="62"/>
                    <a:pt x="223" y="57"/>
                  </a:cubicBezTo>
                  <a:cubicBezTo>
                    <a:pt x="223" y="52"/>
                    <a:pt x="228" y="50"/>
                    <a:pt x="232" y="50"/>
                  </a:cubicBezTo>
                  <a:cubicBezTo>
                    <a:pt x="237" y="50"/>
                    <a:pt x="242" y="52"/>
                    <a:pt x="242" y="58"/>
                  </a:cubicBezTo>
                  <a:cubicBezTo>
                    <a:pt x="242" y="64"/>
                    <a:pt x="246" y="70"/>
                    <a:pt x="248" y="71"/>
                  </a:cubicBezTo>
                  <a:cubicBezTo>
                    <a:pt x="250" y="72"/>
                    <a:pt x="250" y="81"/>
                    <a:pt x="250" y="88"/>
                  </a:cubicBezTo>
                  <a:cubicBezTo>
                    <a:pt x="250" y="94"/>
                    <a:pt x="252" y="110"/>
                    <a:pt x="247" y="113"/>
                  </a:cubicBezTo>
                  <a:cubicBezTo>
                    <a:pt x="242" y="116"/>
                    <a:pt x="237" y="119"/>
                    <a:pt x="238" y="124"/>
                  </a:cubicBezTo>
                  <a:cubicBezTo>
                    <a:pt x="238" y="130"/>
                    <a:pt x="238" y="139"/>
                    <a:pt x="242" y="142"/>
                  </a:cubicBezTo>
                  <a:cubicBezTo>
                    <a:pt x="246" y="144"/>
                    <a:pt x="246" y="150"/>
                    <a:pt x="243" y="155"/>
                  </a:cubicBezTo>
                  <a:cubicBezTo>
                    <a:pt x="240" y="160"/>
                    <a:pt x="232" y="163"/>
                    <a:pt x="232" y="167"/>
                  </a:cubicBezTo>
                  <a:cubicBezTo>
                    <a:pt x="232" y="171"/>
                    <a:pt x="226" y="176"/>
                    <a:pt x="222" y="180"/>
                  </a:cubicBezTo>
                  <a:cubicBezTo>
                    <a:pt x="219" y="184"/>
                    <a:pt x="222" y="186"/>
                    <a:pt x="228" y="190"/>
                  </a:cubicBezTo>
                  <a:cubicBezTo>
                    <a:pt x="234" y="193"/>
                    <a:pt x="226" y="196"/>
                    <a:pt x="235" y="196"/>
                  </a:cubicBezTo>
                  <a:cubicBezTo>
                    <a:pt x="244" y="196"/>
                    <a:pt x="249" y="197"/>
                    <a:pt x="252" y="190"/>
                  </a:cubicBezTo>
                  <a:cubicBezTo>
                    <a:pt x="256" y="184"/>
                    <a:pt x="260" y="175"/>
                    <a:pt x="270" y="171"/>
                  </a:cubicBezTo>
                  <a:cubicBezTo>
                    <a:pt x="280" y="167"/>
                    <a:pt x="272" y="160"/>
                    <a:pt x="284" y="156"/>
                  </a:cubicBezTo>
                  <a:cubicBezTo>
                    <a:pt x="296" y="152"/>
                    <a:pt x="302" y="135"/>
                    <a:pt x="312" y="148"/>
                  </a:cubicBezTo>
                  <a:cubicBezTo>
                    <a:pt x="323" y="162"/>
                    <a:pt x="323" y="157"/>
                    <a:pt x="328" y="159"/>
                  </a:cubicBezTo>
                  <a:cubicBezTo>
                    <a:pt x="334" y="161"/>
                    <a:pt x="340" y="175"/>
                    <a:pt x="346" y="168"/>
                  </a:cubicBezTo>
                  <a:cubicBezTo>
                    <a:pt x="352" y="162"/>
                    <a:pt x="346" y="160"/>
                    <a:pt x="359" y="158"/>
                  </a:cubicBezTo>
                  <a:cubicBezTo>
                    <a:pt x="372" y="156"/>
                    <a:pt x="368" y="138"/>
                    <a:pt x="376" y="135"/>
                  </a:cubicBezTo>
                  <a:cubicBezTo>
                    <a:pt x="384" y="132"/>
                    <a:pt x="406" y="131"/>
                    <a:pt x="412" y="137"/>
                  </a:cubicBezTo>
                  <a:cubicBezTo>
                    <a:pt x="418" y="143"/>
                    <a:pt x="426" y="146"/>
                    <a:pt x="432" y="155"/>
                  </a:cubicBezTo>
                  <a:cubicBezTo>
                    <a:pt x="437" y="164"/>
                    <a:pt x="447" y="178"/>
                    <a:pt x="456" y="184"/>
                  </a:cubicBezTo>
                  <a:cubicBezTo>
                    <a:pt x="466" y="189"/>
                    <a:pt x="473" y="198"/>
                    <a:pt x="475" y="204"/>
                  </a:cubicBezTo>
                  <a:cubicBezTo>
                    <a:pt x="477" y="211"/>
                    <a:pt x="470" y="218"/>
                    <a:pt x="471" y="226"/>
                  </a:cubicBezTo>
                  <a:cubicBezTo>
                    <a:pt x="472" y="233"/>
                    <a:pt x="472" y="239"/>
                    <a:pt x="472" y="246"/>
                  </a:cubicBezTo>
                  <a:cubicBezTo>
                    <a:pt x="472" y="254"/>
                    <a:pt x="465" y="261"/>
                    <a:pt x="478" y="268"/>
                  </a:cubicBezTo>
                  <a:cubicBezTo>
                    <a:pt x="490" y="276"/>
                    <a:pt x="494" y="282"/>
                    <a:pt x="500" y="286"/>
                  </a:cubicBezTo>
                  <a:cubicBezTo>
                    <a:pt x="506" y="289"/>
                    <a:pt x="520" y="294"/>
                    <a:pt x="523" y="302"/>
                  </a:cubicBezTo>
                  <a:cubicBezTo>
                    <a:pt x="526" y="311"/>
                    <a:pt x="534" y="321"/>
                    <a:pt x="530" y="326"/>
                  </a:cubicBezTo>
                  <a:cubicBezTo>
                    <a:pt x="525" y="330"/>
                    <a:pt x="520" y="334"/>
                    <a:pt x="520" y="338"/>
                  </a:cubicBezTo>
                  <a:cubicBezTo>
                    <a:pt x="519" y="343"/>
                    <a:pt x="506" y="344"/>
                    <a:pt x="514" y="351"/>
                  </a:cubicBezTo>
                  <a:cubicBezTo>
                    <a:pt x="521" y="358"/>
                    <a:pt x="521" y="364"/>
                    <a:pt x="521" y="369"/>
                  </a:cubicBezTo>
                  <a:cubicBezTo>
                    <a:pt x="521" y="374"/>
                    <a:pt x="522" y="384"/>
                    <a:pt x="519" y="386"/>
                  </a:cubicBezTo>
                  <a:cubicBezTo>
                    <a:pt x="516" y="388"/>
                    <a:pt x="507" y="395"/>
                    <a:pt x="506" y="400"/>
                  </a:cubicBezTo>
                  <a:cubicBezTo>
                    <a:pt x="506" y="400"/>
                    <a:pt x="505" y="400"/>
                    <a:pt x="505" y="400"/>
                  </a:cubicBezTo>
                  <a:cubicBezTo>
                    <a:pt x="505" y="401"/>
                    <a:pt x="505" y="401"/>
                    <a:pt x="505" y="401"/>
                  </a:cubicBezTo>
                  <a:cubicBezTo>
                    <a:pt x="505" y="401"/>
                    <a:pt x="505" y="401"/>
                    <a:pt x="505" y="401"/>
                  </a:cubicBezTo>
                  <a:cubicBezTo>
                    <a:pt x="505" y="401"/>
                    <a:pt x="504" y="401"/>
                    <a:pt x="504" y="402"/>
                  </a:cubicBezTo>
                  <a:cubicBezTo>
                    <a:pt x="504" y="402"/>
                    <a:pt x="504" y="402"/>
                    <a:pt x="504" y="402"/>
                  </a:cubicBezTo>
                  <a:cubicBezTo>
                    <a:pt x="504" y="402"/>
                    <a:pt x="503" y="402"/>
                    <a:pt x="503" y="402"/>
                  </a:cubicBezTo>
                  <a:cubicBezTo>
                    <a:pt x="501" y="403"/>
                    <a:pt x="499" y="403"/>
                    <a:pt x="496" y="403"/>
                  </a:cubicBezTo>
                  <a:cubicBezTo>
                    <a:pt x="496" y="403"/>
                    <a:pt x="496" y="403"/>
                    <a:pt x="496" y="403"/>
                  </a:cubicBezTo>
                  <a:cubicBezTo>
                    <a:pt x="495" y="403"/>
                    <a:pt x="495" y="403"/>
                    <a:pt x="494" y="403"/>
                  </a:cubicBezTo>
                  <a:cubicBezTo>
                    <a:pt x="494" y="403"/>
                    <a:pt x="494" y="403"/>
                    <a:pt x="493" y="403"/>
                  </a:cubicBezTo>
                  <a:cubicBezTo>
                    <a:pt x="493" y="402"/>
                    <a:pt x="492" y="402"/>
                    <a:pt x="491" y="402"/>
                  </a:cubicBezTo>
                  <a:cubicBezTo>
                    <a:pt x="491" y="402"/>
                    <a:pt x="491" y="402"/>
                    <a:pt x="491" y="402"/>
                  </a:cubicBezTo>
                  <a:cubicBezTo>
                    <a:pt x="490" y="401"/>
                    <a:pt x="489" y="401"/>
                    <a:pt x="488" y="401"/>
                  </a:cubicBezTo>
                  <a:cubicBezTo>
                    <a:pt x="488" y="401"/>
                    <a:pt x="488" y="401"/>
                    <a:pt x="488" y="401"/>
                  </a:cubicBezTo>
                  <a:cubicBezTo>
                    <a:pt x="487" y="400"/>
                    <a:pt x="487" y="400"/>
                    <a:pt x="486" y="400"/>
                  </a:cubicBezTo>
                  <a:cubicBezTo>
                    <a:pt x="486" y="399"/>
                    <a:pt x="486" y="399"/>
                    <a:pt x="486" y="399"/>
                  </a:cubicBezTo>
                  <a:cubicBezTo>
                    <a:pt x="485" y="399"/>
                    <a:pt x="484" y="398"/>
                    <a:pt x="484" y="398"/>
                  </a:cubicBezTo>
                  <a:cubicBezTo>
                    <a:pt x="477" y="391"/>
                    <a:pt x="468" y="386"/>
                    <a:pt x="466" y="391"/>
                  </a:cubicBezTo>
                  <a:cubicBezTo>
                    <a:pt x="463" y="396"/>
                    <a:pt x="449" y="400"/>
                    <a:pt x="446" y="398"/>
                  </a:cubicBezTo>
                  <a:cubicBezTo>
                    <a:pt x="444" y="396"/>
                    <a:pt x="426" y="394"/>
                    <a:pt x="418" y="397"/>
                  </a:cubicBezTo>
                  <a:cubicBezTo>
                    <a:pt x="410" y="400"/>
                    <a:pt x="403" y="384"/>
                    <a:pt x="398" y="392"/>
                  </a:cubicBezTo>
                  <a:cubicBezTo>
                    <a:pt x="392" y="399"/>
                    <a:pt x="379" y="398"/>
                    <a:pt x="373" y="398"/>
                  </a:cubicBezTo>
                  <a:cubicBezTo>
                    <a:pt x="367" y="398"/>
                    <a:pt x="360" y="400"/>
                    <a:pt x="356" y="410"/>
                  </a:cubicBezTo>
                  <a:cubicBezTo>
                    <a:pt x="353" y="419"/>
                    <a:pt x="332" y="448"/>
                    <a:pt x="324" y="452"/>
                  </a:cubicBezTo>
                  <a:cubicBezTo>
                    <a:pt x="316" y="457"/>
                    <a:pt x="310" y="464"/>
                    <a:pt x="320" y="478"/>
                  </a:cubicBezTo>
                  <a:cubicBezTo>
                    <a:pt x="331" y="491"/>
                    <a:pt x="326" y="497"/>
                    <a:pt x="332" y="508"/>
                  </a:cubicBezTo>
                  <a:cubicBezTo>
                    <a:pt x="338" y="518"/>
                    <a:pt x="344" y="526"/>
                    <a:pt x="346" y="53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2082" y="1320"/>
              <a:ext cx="1" cy="1"/>
            </a:xfrm>
            <a:prstGeom prst="rect">
              <a:avLst/>
            </a:pr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1510" y="1329"/>
              <a:ext cx="601" cy="604"/>
            </a:xfrm>
            <a:custGeom>
              <a:avLst/>
              <a:gdLst>
                <a:gd name="T0" fmla="*/ 510 w 920"/>
                <a:gd name="T1" fmla="*/ 884 h 924"/>
                <a:gd name="T2" fmla="*/ 588 w 920"/>
                <a:gd name="T3" fmla="*/ 885 h 924"/>
                <a:gd name="T4" fmla="*/ 633 w 920"/>
                <a:gd name="T5" fmla="*/ 886 h 924"/>
                <a:gd name="T6" fmla="*/ 628 w 920"/>
                <a:gd name="T7" fmla="*/ 818 h 924"/>
                <a:gd name="T8" fmla="*/ 584 w 920"/>
                <a:gd name="T9" fmla="*/ 762 h 924"/>
                <a:gd name="T10" fmla="*/ 543 w 920"/>
                <a:gd name="T11" fmla="*/ 714 h 924"/>
                <a:gd name="T12" fmla="*/ 603 w 920"/>
                <a:gd name="T13" fmla="*/ 629 h 924"/>
                <a:gd name="T14" fmla="*/ 645 w 920"/>
                <a:gd name="T15" fmla="*/ 647 h 924"/>
                <a:gd name="T16" fmla="*/ 712 w 920"/>
                <a:gd name="T17" fmla="*/ 605 h 924"/>
                <a:gd name="T18" fmla="*/ 788 w 920"/>
                <a:gd name="T19" fmla="*/ 521 h 924"/>
                <a:gd name="T20" fmla="*/ 842 w 920"/>
                <a:gd name="T21" fmla="*/ 440 h 924"/>
                <a:gd name="T22" fmla="*/ 864 w 920"/>
                <a:gd name="T23" fmla="*/ 397 h 924"/>
                <a:gd name="T24" fmla="*/ 916 w 920"/>
                <a:gd name="T25" fmla="*/ 338 h 924"/>
                <a:gd name="T26" fmla="*/ 851 w 920"/>
                <a:gd name="T27" fmla="*/ 290 h 924"/>
                <a:gd name="T28" fmla="*/ 835 w 920"/>
                <a:gd name="T29" fmla="*/ 205 h 924"/>
                <a:gd name="T30" fmla="*/ 852 w 920"/>
                <a:gd name="T31" fmla="*/ 124 h 924"/>
                <a:gd name="T32" fmla="*/ 800 w 920"/>
                <a:gd name="T33" fmla="*/ 12 h 924"/>
                <a:gd name="T34" fmla="*/ 818 w 920"/>
                <a:gd name="T35" fmla="*/ 1 h 924"/>
                <a:gd name="T36" fmla="*/ 705 w 920"/>
                <a:gd name="T37" fmla="*/ 32 h 924"/>
                <a:gd name="T38" fmla="*/ 658 w 920"/>
                <a:gd name="T39" fmla="*/ 68 h 924"/>
                <a:gd name="T40" fmla="*/ 647 w 920"/>
                <a:gd name="T41" fmla="*/ 158 h 924"/>
                <a:gd name="T42" fmla="*/ 639 w 920"/>
                <a:gd name="T43" fmla="*/ 205 h 924"/>
                <a:gd name="T44" fmla="*/ 583 w 920"/>
                <a:gd name="T45" fmla="*/ 206 h 924"/>
                <a:gd name="T46" fmla="*/ 586 w 920"/>
                <a:gd name="T47" fmla="*/ 265 h 924"/>
                <a:gd name="T48" fmla="*/ 525 w 920"/>
                <a:gd name="T49" fmla="*/ 325 h 924"/>
                <a:gd name="T50" fmla="*/ 515 w 920"/>
                <a:gd name="T51" fmla="*/ 378 h 924"/>
                <a:gd name="T52" fmla="*/ 440 w 920"/>
                <a:gd name="T53" fmla="*/ 378 h 924"/>
                <a:gd name="T54" fmla="*/ 411 w 920"/>
                <a:gd name="T55" fmla="*/ 407 h 924"/>
                <a:gd name="T56" fmla="*/ 351 w 920"/>
                <a:gd name="T57" fmla="*/ 428 h 924"/>
                <a:gd name="T58" fmla="*/ 295 w 920"/>
                <a:gd name="T59" fmla="*/ 518 h 924"/>
                <a:gd name="T60" fmla="*/ 155 w 920"/>
                <a:gd name="T61" fmla="*/ 532 h 924"/>
                <a:gd name="T62" fmla="*/ 34 w 920"/>
                <a:gd name="T63" fmla="*/ 515 h 924"/>
                <a:gd name="T64" fmla="*/ 0 w 920"/>
                <a:gd name="T65" fmla="*/ 503 h 924"/>
                <a:gd name="T66" fmla="*/ 1 w 920"/>
                <a:gd name="T67" fmla="*/ 505 h 924"/>
                <a:gd name="T68" fmla="*/ 2 w 920"/>
                <a:gd name="T69" fmla="*/ 509 h 924"/>
                <a:gd name="T70" fmla="*/ 4 w 920"/>
                <a:gd name="T71" fmla="*/ 511 h 924"/>
                <a:gd name="T72" fmla="*/ 8 w 920"/>
                <a:gd name="T73" fmla="*/ 515 h 924"/>
                <a:gd name="T74" fmla="*/ 120 w 920"/>
                <a:gd name="T75" fmla="*/ 632 h 924"/>
                <a:gd name="T76" fmla="*/ 140 w 920"/>
                <a:gd name="T77" fmla="*/ 723 h 924"/>
                <a:gd name="T78" fmla="*/ 45 w 920"/>
                <a:gd name="T79" fmla="*/ 819 h 924"/>
                <a:gd name="T80" fmla="*/ 154 w 920"/>
                <a:gd name="T81" fmla="*/ 821 h 924"/>
                <a:gd name="T82" fmla="*/ 325 w 920"/>
                <a:gd name="T83" fmla="*/ 801 h 924"/>
                <a:gd name="T84" fmla="*/ 403 w 920"/>
                <a:gd name="T85" fmla="*/ 884 h 924"/>
                <a:gd name="T86" fmla="*/ 475 w 920"/>
                <a:gd name="T87" fmla="*/ 909 h 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20" h="924">
                  <a:moveTo>
                    <a:pt x="475" y="909"/>
                  </a:moveTo>
                  <a:cubicBezTo>
                    <a:pt x="485" y="909"/>
                    <a:pt x="495" y="910"/>
                    <a:pt x="495" y="902"/>
                  </a:cubicBezTo>
                  <a:cubicBezTo>
                    <a:pt x="495" y="894"/>
                    <a:pt x="498" y="884"/>
                    <a:pt x="510" y="884"/>
                  </a:cubicBezTo>
                  <a:cubicBezTo>
                    <a:pt x="522" y="884"/>
                    <a:pt x="542" y="879"/>
                    <a:pt x="546" y="887"/>
                  </a:cubicBezTo>
                  <a:cubicBezTo>
                    <a:pt x="550" y="895"/>
                    <a:pt x="554" y="895"/>
                    <a:pt x="565" y="895"/>
                  </a:cubicBezTo>
                  <a:cubicBezTo>
                    <a:pt x="576" y="895"/>
                    <a:pt x="578" y="885"/>
                    <a:pt x="588" y="885"/>
                  </a:cubicBezTo>
                  <a:cubicBezTo>
                    <a:pt x="598" y="885"/>
                    <a:pt x="594" y="872"/>
                    <a:pt x="604" y="873"/>
                  </a:cubicBezTo>
                  <a:cubicBezTo>
                    <a:pt x="614" y="874"/>
                    <a:pt x="619" y="878"/>
                    <a:pt x="621" y="885"/>
                  </a:cubicBezTo>
                  <a:cubicBezTo>
                    <a:pt x="623" y="892"/>
                    <a:pt x="625" y="895"/>
                    <a:pt x="633" y="886"/>
                  </a:cubicBezTo>
                  <a:cubicBezTo>
                    <a:pt x="641" y="877"/>
                    <a:pt x="647" y="880"/>
                    <a:pt x="643" y="870"/>
                  </a:cubicBezTo>
                  <a:cubicBezTo>
                    <a:pt x="639" y="860"/>
                    <a:pt x="649" y="861"/>
                    <a:pt x="640" y="849"/>
                  </a:cubicBezTo>
                  <a:cubicBezTo>
                    <a:pt x="631" y="837"/>
                    <a:pt x="639" y="820"/>
                    <a:pt x="628" y="818"/>
                  </a:cubicBezTo>
                  <a:cubicBezTo>
                    <a:pt x="617" y="816"/>
                    <a:pt x="624" y="796"/>
                    <a:pt x="611" y="794"/>
                  </a:cubicBezTo>
                  <a:cubicBezTo>
                    <a:pt x="598" y="792"/>
                    <a:pt x="590" y="787"/>
                    <a:pt x="587" y="781"/>
                  </a:cubicBezTo>
                  <a:cubicBezTo>
                    <a:pt x="584" y="775"/>
                    <a:pt x="578" y="765"/>
                    <a:pt x="584" y="762"/>
                  </a:cubicBezTo>
                  <a:cubicBezTo>
                    <a:pt x="590" y="759"/>
                    <a:pt x="595" y="752"/>
                    <a:pt x="589" y="740"/>
                  </a:cubicBezTo>
                  <a:cubicBezTo>
                    <a:pt x="583" y="728"/>
                    <a:pt x="583" y="729"/>
                    <a:pt x="574" y="728"/>
                  </a:cubicBezTo>
                  <a:cubicBezTo>
                    <a:pt x="565" y="727"/>
                    <a:pt x="544" y="720"/>
                    <a:pt x="543" y="714"/>
                  </a:cubicBezTo>
                  <a:cubicBezTo>
                    <a:pt x="542" y="708"/>
                    <a:pt x="538" y="692"/>
                    <a:pt x="551" y="687"/>
                  </a:cubicBezTo>
                  <a:cubicBezTo>
                    <a:pt x="564" y="682"/>
                    <a:pt x="564" y="681"/>
                    <a:pt x="575" y="662"/>
                  </a:cubicBezTo>
                  <a:cubicBezTo>
                    <a:pt x="586" y="643"/>
                    <a:pt x="593" y="629"/>
                    <a:pt x="603" y="629"/>
                  </a:cubicBezTo>
                  <a:cubicBezTo>
                    <a:pt x="613" y="629"/>
                    <a:pt x="619" y="634"/>
                    <a:pt x="621" y="642"/>
                  </a:cubicBezTo>
                  <a:cubicBezTo>
                    <a:pt x="623" y="650"/>
                    <a:pt x="627" y="654"/>
                    <a:pt x="630" y="654"/>
                  </a:cubicBezTo>
                  <a:cubicBezTo>
                    <a:pt x="633" y="654"/>
                    <a:pt x="643" y="657"/>
                    <a:pt x="645" y="647"/>
                  </a:cubicBezTo>
                  <a:cubicBezTo>
                    <a:pt x="647" y="637"/>
                    <a:pt x="652" y="639"/>
                    <a:pt x="660" y="639"/>
                  </a:cubicBezTo>
                  <a:cubicBezTo>
                    <a:pt x="668" y="639"/>
                    <a:pt x="697" y="640"/>
                    <a:pt x="698" y="627"/>
                  </a:cubicBezTo>
                  <a:cubicBezTo>
                    <a:pt x="699" y="614"/>
                    <a:pt x="703" y="610"/>
                    <a:pt x="712" y="605"/>
                  </a:cubicBezTo>
                  <a:cubicBezTo>
                    <a:pt x="721" y="600"/>
                    <a:pt x="721" y="571"/>
                    <a:pt x="737" y="569"/>
                  </a:cubicBezTo>
                  <a:cubicBezTo>
                    <a:pt x="753" y="567"/>
                    <a:pt x="756" y="568"/>
                    <a:pt x="767" y="551"/>
                  </a:cubicBezTo>
                  <a:cubicBezTo>
                    <a:pt x="778" y="534"/>
                    <a:pt x="786" y="535"/>
                    <a:pt x="788" y="521"/>
                  </a:cubicBezTo>
                  <a:cubicBezTo>
                    <a:pt x="790" y="507"/>
                    <a:pt x="791" y="490"/>
                    <a:pt x="803" y="489"/>
                  </a:cubicBezTo>
                  <a:cubicBezTo>
                    <a:pt x="815" y="488"/>
                    <a:pt x="824" y="495"/>
                    <a:pt x="828" y="475"/>
                  </a:cubicBezTo>
                  <a:cubicBezTo>
                    <a:pt x="832" y="455"/>
                    <a:pt x="831" y="447"/>
                    <a:pt x="842" y="440"/>
                  </a:cubicBezTo>
                  <a:cubicBezTo>
                    <a:pt x="853" y="433"/>
                    <a:pt x="857" y="423"/>
                    <a:pt x="866" y="423"/>
                  </a:cubicBezTo>
                  <a:cubicBezTo>
                    <a:pt x="875" y="423"/>
                    <a:pt x="883" y="415"/>
                    <a:pt x="875" y="413"/>
                  </a:cubicBezTo>
                  <a:cubicBezTo>
                    <a:pt x="867" y="411"/>
                    <a:pt x="864" y="404"/>
                    <a:pt x="864" y="397"/>
                  </a:cubicBezTo>
                  <a:cubicBezTo>
                    <a:pt x="864" y="390"/>
                    <a:pt x="873" y="382"/>
                    <a:pt x="868" y="375"/>
                  </a:cubicBezTo>
                  <a:cubicBezTo>
                    <a:pt x="863" y="368"/>
                    <a:pt x="864" y="355"/>
                    <a:pt x="877" y="352"/>
                  </a:cubicBezTo>
                  <a:cubicBezTo>
                    <a:pt x="890" y="349"/>
                    <a:pt x="915" y="344"/>
                    <a:pt x="916" y="338"/>
                  </a:cubicBezTo>
                  <a:cubicBezTo>
                    <a:pt x="917" y="332"/>
                    <a:pt x="920" y="326"/>
                    <a:pt x="905" y="324"/>
                  </a:cubicBezTo>
                  <a:cubicBezTo>
                    <a:pt x="890" y="322"/>
                    <a:pt x="870" y="321"/>
                    <a:pt x="869" y="311"/>
                  </a:cubicBezTo>
                  <a:cubicBezTo>
                    <a:pt x="868" y="301"/>
                    <a:pt x="851" y="297"/>
                    <a:pt x="851" y="290"/>
                  </a:cubicBezTo>
                  <a:cubicBezTo>
                    <a:pt x="851" y="283"/>
                    <a:pt x="837" y="273"/>
                    <a:pt x="839" y="260"/>
                  </a:cubicBezTo>
                  <a:cubicBezTo>
                    <a:pt x="841" y="247"/>
                    <a:pt x="824" y="232"/>
                    <a:pt x="836" y="224"/>
                  </a:cubicBezTo>
                  <a:cubicBezTo>
                    <a:pt x="848" y="216"/>
                    <a:pt x="846" y="211"/>
                    <a:pt x="835" y="205"/>
                  </a:cubicBezTo>
                  <a:cubicBezTo>
                    <a:pt x="824" y="199"/>
                    <a:pt x="823" y="197"/>
                    <a:pt x="823" y="187"/>
                  </a:cubicBezTo>
                  <a:cubicBezTo>
                    <a:pt x="823" y="177"/>
                    <a:pt x="823" y="152"/>
                    <a:pt x="836" y="152"/>
                  </a:cubicBezTo>
                  <a:cubicBezTo>
                    <a:pt x="849" y="152"/>
                    <a:pt x="872" y="154"/>
                    <a:pt x="852" y="124"/>
                  </a:cubicBezTo>
                  <a:cubicBezTo>
                    <a:pt x="845" y="113"/>
                    <a:pt x="791" y="82"/>
                    <a:pt x="795" y="86"/>
                  </a:cubicBezTo>
                  <a:cubicBezTo>
                    <a:pt x="799" y="90"/>
                    <a:pt x="741" y="55"/>
                    <a:pt x="759" y="51"/>
                  </a:cubicBezTo>
                  <a:cubicBezTo>
                    <a:pt x="777" y="47"/>
                    <a:pt x="780" y="13"/>
                    <a:pt x="800" y="12"/>
                  </a:cubicBezTo>
                  <a:cubicBezTo>
                    <a:pt x="820" y="11"/>
                    <a:pt x="835" y="7"/>
                    <a:pt x="846" y="1"/>
                  </a:cubicBezTo>
                  <a:cubicBezTo>
                    <a:pt x="846" y="1"/>
                    <a:pt x="846" y="1"/>
                    <a:pt x="846" y="1"/>
                  </a:cubicBezTo>
                  <a:cubicBezTo>
                    <a:pt x="838" y="2"/>
                    <a:pt x="827" y="2"/>
                    <a:pt x="818" y="1"/>
                  </a:cubicBezTo>
                  <a:cubicBezTo>
                    <a:pt x="802" y="0"/>
                    <a:pt x="790" y="6"/>
                    <a:pt x="770" y="6"/>
                  </a:cubicBezTo>
                  <a:cubicBezTo>
                    <a:pt x="750" y="7"/>
                    <a:pt x="745" y="21"/>
                    <a:pt x="743" y="28"/>
                  </a:cubicBezTo>
                  <a:cubicBezTo>
                    <a:pt x="740" y="34"/>
                    <a:pt x="713" y="26"/>
                    <a:pt x="705" y="32"/>
                  </a:cubicBezTo>
                  <a:cubicBezTo>
                    <a:pt x="697" y="38"/>
                    <a:pt x="692" y="39"/>
                    <a:pt x="681" y="40"/>
                  </a:cubicBezTo>
                  <a:cubicBezTo>
                    <a:pt x="670" y="42"/>
                    <a:pt x="668" y="47"/>
                    <a:pt x="659" y="52"/>
                  </a:cubicBezTo>
                  <a:cubicBezTo>
                    <a:pt x="650" y="58"/>
                    <a:pt x="649" y="66"/>
                    <a:pt x="658" y="68"/>
                  </a:cubicBezTo>
                  <a:cubicBezTo>
                    <a:pt x="666" y="70"/>
                    <a:pt x="666" y="82"/>
                    <a:pt x="672" y="88"/>
                  </a:cubicBezTo>
                  <a:cubicBezTo>
                    <a:pt x="679" y="94"/>
                    <a:pt x="675" y="109"/>
                    <a:pt x="677" y="126"/>
                  </a:cubicBezTo>
                  <a:cubicBezTo>
                    <a:pt x="679" y="144"/>
                    <a:pt x="656" y="150"/>
                    <a:pt x="647" y="158"/>
                  </a:cubicBezTo>
                  <a:cubicBezTo>
                    <a:pt x="638" y="165"/>
                    <a:pt x="636" y="168"/>
                    <a:pt x="642" y="173"/>
                  </a:cubicBezTo>
                  <a:cubicBezTo>
                    <a:pt x="647" y="178"/>
                    <a:pt x="649" y="180"/>
                    <a:pt x="650" y="190"/>
                  </a:cubicBezTo>
                  <a:cubicBezTo>
                    <a:pt x="652" y="200"/>
                    <a:pt x="650" y="204"/>
                    <a:pt x="639" y="205"/>
                  </a:cubicBezTo>
                  <a:cubicBezTo>
                    <a:pt x="628" y="206"/>
                    <a:pt x="632" y="214"/>
                    <a:pt x="624" y="214"/>
                  </a:cubicBezTo>
                  <a:cubicBezTo>
                    <a:pt x="615" y="214"/>
                    <a:pt x="603" y="216"/>
                    <a:pt x="602" y="214"/>
                  </a:cubicBezTo>
                  <a:cubicBezTo>
                    <a:pt x="600" y="211"/>
                    <a:pt x="596" y="206"/>
                    <a:pt x="583" y="206"/>
                  </a:cubicBezTo>
                  <a:cubicBezTo>
                    <a:pt x="570" y="206"/>
                    <a:pt x="570" y="213"/>
                    <a:pt x="572" y="219"/>
                  </a:cubicBezTo>
                  <a:cubicBezTo>
                    <a:pt x="573" y="225"/>
                    <a:pt x="580" y="231"/>
                    <a:pt x="591" y="243"/>
                  </a:cubicBezTo>
                  <a:cubicBezTo>
                    <a:pt x="602" y="255"/>
                    <a:pt x="589" y="258"/>
                    <a:pt x="586" y="265"/>
                  </a:cubicBezTo>
                  <a:cubicBezTo>
                    <a:pt x="582" y="272"/>
                    <a:pt x="577" y="273"/>
                    <a:pt x="558" y="273"/>
                  </a:cubicBezTo>
                  <a:cubicBezTo>
                    <a:pt x="538" y="273"/>
                    <a:pt x="537" y="289"/>
                    <a:pt x="537" y="302"/>
                  </a:cubicBezTo>
                  <a:cubicBezTo>
                    <a:pt x="537" y="314"/>
                    <a:pt x="528" y="317"/>
                    <a:pt x="525" y="325"/>
                  </a:cubicBezTo>
                  <a:cubicBezTo>
                    <a:pt x="522" y="333"/>
                    <a:pt x="534" y="337"/>
                    <a:pt x="534" y="346"/>
                  </a:cubicBezTo>
                  <a:cubicBezTo>
                    <a:pt x="534" y="356"/>
                    <a:pt x="533" y="360"/>
                    <a:pt x="527" y="364"/>
                  </a:cubicBezTo>
                  <a:cubicBezTo>
                    <a:pt x="521" y="368"/>
                    <a:pt x="518" y="370"/>
                    <a:pt x="515" y="378"/>
                  </a:cubicBezTo>
                  <a:cubicBezTo>
                    <a:pt x="512" y="385"/>
                    <a:pt x="501" y="382"/>
                    <a:pt x="494" y="372"/>
                  </a:cubicBezTo>
                  <a:cubicBezTo>
                    <a:pt x="486" y="362"/>
                    <a:pt x="464" y="367"/>
                    <a:pt x="458" y="370"/>
                  </a:cubicBezTo>
                  <a:cubicBezTo>
                    <a:pt x="452" y="374"/>
                    <a:pt x="448" y="380"/>
                    <a:pt x="440" y="378"/>
                  </a:cubicBezTo>
                  <a:cubicBezTo>
                    <a:pt x="432" y="376"/>
                    <a:pt x="420" y="374"/>
                    <a:pt x="418" y="381"/>
                  </a:cubicBezTo>
                  <a:cubicBezTo>
                    <a:pt x="416" y="388"/>
                    <a:pt x="433" y="393"/>
                    <a:pt x="433" y="398"/>
                  </a:cubicBezTo>
                  <a:cubicBezTo>
                    <a:pt x="433" y="404"/>
                    <a:pt x="420" y="407"/>
                    <a:pt x="411" y="407"/>
                  </a:cubicBezTo>
                  <a:cubicBezTo>
                    <a:pt x="402" y="407"/>
                    <a:pt x="402" y="412"/>
                    <a:pt x="395" y="402"/>
                  </a:cubicBezTo>
                  <a:cubicBezTo>
                    <a:pt x="388" y="393"/>
                    <a:pt x="383" y="400"/>
                    <a:pt x="372" y="407"/>
                  </a:cubicBezTo>
                  <a:cubicBezTo>
                    <a:pt x="362" y="414"/>
                    <a:pt x="371" y="416"/>
                    <a:pt x="351" y="428"/>
                  </a:cubicBezTo>
                  <a:cubicBezTo>
                    <a:pt x="331" y="441"/>
                    <a:pt x="343" y="466"/>
                    <a:pt x="344" y="486"/>
                  </a:cubicBezTo>
                  <a:cubicBezTo>
                    <a:pt x="346" y="505"/>
                    <a:pt x="344" y="508"/>
                    <a:pt x="328" y="512"/>
                  </a:cubicBezTo>
                  <a:cubicBezTo>
                    <a:pt x="313" y="516"/>
                    <a:pt x="306" y="515"/>
                    <a:pt x="295" y="518"/>
                  </a:cubicBezTo>
                  <a:cubicBezTo>
                    <a:pt x="284" y="522"/>
                    <a:pt x="266" y="521"/>
                    <a:pt x="250" y="521"/>
                  </a:cubicBezTo>
                  <a:cubicBezTo>
                    <a:pt x="235" y="521"/>
                    <a:pt x="223" y="522"/>
                    <a:pt x="208" y="530"/>
                  </a:cubicBezTo>
                  <a:cubicBezTo>
                    <a:pt x="192" y="537"/>
                    <a:pt x="178" y="532"/>
                    <a:pt x="155" y="532"/>
                  </a:cubicBezTo>
                  <a:cubicBezTo>
                    <a:pt x="132" y="532"/>
                    <a:pt x="109" y="532"/>
                    <a:pt x="98" y="532"/>
                  </a:cubicBezTo>
                  <a:cubicBezTo>
                    <a:pt x="86" y="532"/>
                    <a:pt x="75" y="530"/>
                    <a:pt x="65" y="524"/>
                  </a:cubicBezTo>
                  <a:cubicBezTo>
                    <a:pt x="55" y="518"/>
                    <a:pt x="49" y="518"/>
                    <a:pt x="34" y="515"/>
                  </a:cubicBezTo>
                  <a:cubicBezTo>
                    <a:pt x="25" y="513"/>
                    <a:pt x="10" y="505"/>
                    <a:pt x="0" y="500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0" y="501"/>
                    <a:pt x="0" y="502"/>
                    <a:pt x="0" y="503"/>
                  </a:cubicBezTo>
                  <a:cubicBezTo>
                    <a:pt x="0" y="503"/>
                    <a:pt x="0" y="503"/>
                    <a:pt x="0" y="503"/>
                  </a:cubicBezTo>
                  <a:cubicBezTo>
                    <a:pt x="0" y="504"/>
                    <a:pt x="0" y="504"/>
                    <a:pt x="0" y="505"/>
                  </a:cubicBezTo>
                  <a:cubicBezTo>
                    <a:pt x="0" y="505"/>
                    <a:pt x="0" y="505"/>
                    <a:pt x="1" y="505"/>
                  </a:cubicBezTo>
                  <a:cubicBezTo>
                    <a:pt x="1" y="506"/>
                    <a:pt x="1" y="506"/>
                    <a:pt x="1" y="507"/>
                  </a:cubicBezTo>
                  <a:cubicBezTo>
                    <a:pt x="1" y="507"/>
                    <a:pt x="1" y="507"/>
                    <a:pt x="1" y="507"/>
                  </a:cubicBezTo>
                  <a:cubicBezTo>
                    <a:pt x="2" y="508"/>
                    <a:pt x="2" y="508"/>
                    <a:pt x="2" y="509"/>
                  </a:cubicBezTo>
                  <a:cubicBezTo>
                    <a:pt x="3" y="509"/>
                    <a:pt x="3" y="509"/>
                    <a:pt x="3" y="509"/>
                  </a:cubicBezTo>
                  <a:cubicBezTo>
                    <a:pt x="3" y="510"/>
                    <a:pt x="3" y="510"/>
                    <a:pt x="4" y="511"/>
                  </a:cubicBezTo>
                  <a:cubicBezTo>
                    <a:pt x="4" y="511"/>
                    <a:pt x="4" y="511"/>
                    <a:pt x="4" y="511"/>
                  </a:cubicBezTo>
                  <a:cubicBezTo>
                    <a:pt x="5" y="512"/>
                    <a:pt x="5" y="512"/>
                    <a:pt x="6" y="513"/>
                  </a:cubicBezTo>
                  <a:cubicBezTo>
                    <a:pt x="6" y="513"/>
                    <a:pt x="6" y="513"/>
                    <a:pt x="6" y="513"/>
                  </a:cubicBezTo>
                  <a:cubicBezTo>
                    <a:pt x="7" y="514"/>
                    <a:pt x="8" y="514"/>
                    <a:pt x="8" y="515"/>
                  </a:cubicBezTo>
                  <a:cubicBezTo>
                    <a:pt x="30" y="532"/>
                    <a:pt x="36" y="550"/>
                    <a:pt x="39" y="560"/>
                  </a:cubicBezTo>
                  <a:cubicBezTo>
                    <a:pt x="42" y="571"/>
                    <a:pt x="60" y="596"/>
                    <a:pt x="79" y="601"/>
                  </a:cubicBezTo>
                  <a:cubicBezTo>
                    <a:pt x="98" y="606"/>
                    <a:pt x="120" y="610"/>
                    <a:pt x="120" y="632"/>
                  </a:cubicBezTo>
                  <a:cubicBezTo>
                    <a:pt x="120" y="654"/>
                    <a:pt x="116" y="673"/>
                    <a:pt x="127" y="680"/>
                  </a:cubicBezTo>
                  <a:cubicBezTo>
                    <a:pt x="138" y="686"/>
                    <a:pt x="158" y="684"/>
                    <a:pt x="152" y="696"/>
                  </a:cubicBezTo>
                  <a:cubicBezTo>
                    <a:pt x="146" y="707"/>
                    <a:pt x="149" y="720"/>
                    <a:pt x="140" y="723"/>
                  </a:cubicBezTo>
                  <a:cubicBezTo>
                    <a:pt x="130" y="726"/>
                    <a:pt x="90" y="722"/>
                    <a:pt x="78" y="742"/>
                  </a:cubicBezTo>
                  <a:cubicBezTo>
                    <a:pt x="65" y="762"/>
                    <a:pt x="52" y="766"/>
                    <a:pt x="51" y="775"/>
                  </a:cubicBezTo>
                  <a:cubicBezTo>
                    <a:pt x="50" y="784"/>
                    <a:pt x="45" y="811"/>
                    <a:pt x="45" y="819"/>
                  </a:cubicBezTo>
                  <a:cubicBezTo>
                    <a:pt x="45" y="822"/>
                    <a:pt x="45" y="827"/>
                    <a:pt x="44" y="831"/>
                  </a:cubicBezTo>
                  <a:cubicBezTo>
                    <a:pt x="67" y="833"/>
                    <a:pt x="65" y="831"/>
                    <a:pt x="78" y="819"/>
                  </a:cubicBezTo>
                  <a:cubicBezTo>
                    <a:pt x="92" y="806"/>
                    <a:pt x="141" y="828"/>
                    <a:pt x="154" y="821"/>
                  </a:cubicBezTo>
                  <a:cubicBezTo>
                    <a:pt x="167" y="814"/>
                    <a:pt x="177" y="812"/>
                    <a:pt x="194" y="811"/>
                  </a:cubicBezTo>
                  <a:cubicBezTo>
                    <a:pt x="211" y="809"/>
                    <a:pt x="249" y="809"/>
                    <a:pt x="280" y="814"/>
                  </a:cubicBezTo>
                  <a:cubicBezTo>
                    <a:pt x="312" y="818"/>
                    <a:pt x="310" y="802"/>
                    <a:pt x="325" y="801"/>
                  </a:cubicBezTo>
                  <a:cubicBezTo>
                    <a:pt x="339" y="799"/>
                    <a:pt x="355" y="802"/>
                    <a:pt x="362" y="815"/>
                  </a:cubicBezTo>
                  <a:cubicBezTo>
                    <a:pt x="369" y="828"/>
                    <a:pt x="368" y="841"/>
                    <a:pt x="383" y="844"/>
                  </a:cubicBezTo>
                  <a:cubicBezTo>
                    <a:pt x="399" y="847"/>
                    <a:pt x="398" y="864"/>
                    <a:pt x="403" y="884"/>
                  </a:cubicBezTo>
                  <a:cubicBezTo>
                    <a:pt x="409" y="904"/>
                    <a:pt x="432" y="908"/>
                    <a:pt x="452" y="918"/>
                  </a:cubicBezTo>
                  <a:cubicBezTo>
                    <a:pt x="456" y="920"/>
                    <a:pt x="459" y="922"/>
                    <a:pt x="462" y="924"/>
                  </a:cubicBezTo>
                  <a:cubicBezTo>
                    <a:pt x="465" y="917"/>
                    <a:pt x="470" y="909"/>
                    <a:pt x="475" y="90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1492" y="1251"/>
              <a:ext cx="601" cy="429"/>
            </a:xfrm>
            <a:custGeom>
              <a:avLst/>
              <a:gdLst>
                <a:gd name="T0" fmla="*/ 840 w 919"/>
                <a:gd name="T1" fmla="*/ 86 h 657"/>
                <a:gd name="T2" fmla="*/ 737 w 919"/>
                <a:gd name="T3" fmla="*/ 126 h 657"/>
                <a:gd name="T4" fmla="*/ 700 w 919"/>
                <a:gd name="T5" fmla="*/ 64 h 657"/>
                <a:gd name="T6" fmla="*/ 661 w 919"/>
                <a:gd name="T7" fmla="*/ 0 h 657"/>
                <a:gd name="T8" fmla="*/ 586 w 919"/>
                <a:gd name="T9" fmla="*/ 68 h 657"/>
                <a:gd name="T10" fmla="*/ 539 w 919"/>
                <a:gd name="T11" fmla="*/ 88 h 657"/>
                <a:gd name="T12" fmla="*/ 465 w 919"/>
                <a:gd name="T13" fmla="*/ 100 h 657"/>
                <a:gd name="T14" fmla="*/ 464 w 919"/>
                <a:gd name="T15" fmla="*/ 98 h 657"/>
                <a:gd name="T16" fmla="*/ 463 w 919"/>
                <a:gd name="T17" fmla="*/ 96 h 657"/>
                <a:gd name="T18" fmla="*/ 461 w 919"/>
                <a:gd name="T19" fmla="*/ 96 h 657"/>
                <a:gd name="T20" fmla="*/ 457 w 919"/>
                <a:gd name="T21" fmla="*/ 95 h 657"/>
                <a:gd name="T22" fmla="*/ 448 w 919"/>
                <a:gd name="T23" fmla="*/ 97 h 657"/>
                <a:gd name="T24" fmla="*/ 444 w 919"/>
                <a:gd name="T25" fmla="*/ 97 h 657"/>
                <a:gd name="T26" fmla="*/ 440 w 919"/>
                <a:gd name="T27" fmla="*/ 97 h 657"/>
                <a:gd name="T28" fmla="*/ 415 w 919"/>
                <a:gd name="T29" fmla="*/ 83 h 657"/>
                <a:gd name="T30" fmla="*/ 413 w 919"/>
                <a:gd name="T31" fmla="*/ 82 h 657"/>
                <a:gd name="T32" fmla="*/ 410 w 919"/>
                <a:gd name="T33" fmla="*/ 81 h 657"/>
                <a:gd name="T34" fmla="*/ 407 w 919"/>
                <a:gd name="T35" fmla="*/ 80 h 657"/>
                <a:gd name="T36" fmla="*/ 401 w 919"/>
                <a:gd name="T37" fmla="*/ 80 h 657"/>
                <a:gd name="T38" fmla="*/ 397 w 919"/>
                <a:gd name="T39" fmla="*/ 80 h 657"/>
                <a:gd name="T40" fmla="*/ 392 w 919"/>
                <a:gd name="T41" fmla="*/ 80 h 657"/>
                <a:gd name="T42" fmla="*/ 385 w 919"/>
                <a:gd name="T43" fmla="*/ 81 h 657"/>
                <a:gd name="T44" fmla="*/ 371 w 919"/>
                <a:gd name="T45" fmla="*/ 83 h 657"/>
                <a:gd name="T46" fmla="*/ 293 w 919"/>
                <a:gd name="T47" fmla="*/ 94 h 657"/>
                <a:gd name="T48" fmla="*/ 240 w 919"/>
                <a:gd name="T49" fmla="*/ 171 h 657"/>
                <a:gd name="T50" fmla="*/ 173 w 919"/>
                <a:gd name="T51" fmla="*/ 210 h 657"/>
                <a:gd name="T52" fmla="*/ 119 w 919"/>
                <a:gd name="T53" fmla="*/ 246 h 657"/>
                <a:gd name="T54" fmla="*/ 67 w 919"/>
                <a:gd name="T55" fmla="*/ 219 h 657"/>
                <a:gd name="T56" fmla="*/ 48 w 919"/>
                <a:gd name="T57" fmla="*/ 217 h 657"/>
                <a:gd name="T58" fmla="*/ 47 w 919"/>
                <a:gd name="T59" fmla="*/ 224 h 657"/>
                <a:gd name="T60" fmla="*/ 38 w 919"/>
                <a:gd name="T61" fmla="*/ 248 h 657"/>
                <a:gd name="T62" fmla="*/ 19 w 919"/>
                <a:gd name="T63" fmla="*/ 309 h 657"/>
                <a:gd name="T64" fmla="*/ 23 w 919"/>
                <a:gd name="T65" fmla="*/ 371 h 657"/>
                <a:gd name="T66" fmla="*/ 15 w 919"/>
                <a:gd name="T67" fmla="*/ 432 h 657"/>
                <a:gd name="T68" fmla="*/ 29 w 919"/>
                <a:gd name="T69" fmla="*/ 509 h 657"/>
                <a:gd name="T70" fmla="*/ 82 w 919"/>
                <a:gd name="T71" fmla="*/ 559 h 657"/>
                <a:gd name="T72" fmla="*/ 42 w 919"/>
                <a:gd name="T73" fmla="*/ 600 h 657"/>
                <a:gd name="T74" fmla="*/ 41 w 919"/>
                <a:gd name="T75" fmla="*/ 601 h 657"/>
                <a:gd name="T76" fmla="*/ 27 w 919"/>
                <a:gd name="T77" fmla="*/ 618 h 657"/>
                <a:gd name="T78" fmla="*/ 61 w 919"/>
                <a:gd name="T79" fmla="*/ 635 h 657"/>
                <a:gd name="T80" fmla="*/ 182 w 919"/>
                <a:gd name="T81" fmla="*/ 652 h 657"/>
                <a:gd name="T82" fmla="*/ 322 w 919"/>
                <a:gd name="T83" fmla="*/ 638 h 657"/>
                <a:gd name="T84" fmla="*/ 378 w 919"/>
                <a:gd name="T85" fmla="*/ 548 h 657"/>
                <a:gd name="T86" fmla="*/ 438 w 919"/>
                <a:gd name="T87" fmla="*/ 527 h 657"/>
                <a:gd name="T88" fmla="*/ 467 w 919"/>
                <a:gd name="T89" fmla="*/ 498 h 657"/>
                <a:gd name="T90" fmla="*/ 542 w 919"/>
                <a:gd name="T91" fmla="*/ 498 h 657"/>
                <a:gd name="T92" fmla="*/ 552 w 919"/>
                <a:gd name="T93" fmla="*/ 445 h 657"/>
                <a:gd name="T94" fmla="*/ 613 w 919"/>
                <a:gd name="T95" fmla="*/ 385 h 657"/>
                <a:gd name="T96" fmla="*/ 610 w 919"/>
                <a:gd name="T97" fmla="*/ 326 h 657"/>
                <a:gd name="T98" fmla="*/ 666 w 919"/>
                <a:gd name="T99" fmla="*/ 325 h 657"/>
                <a:gd name="T100" fmla="*/ 674 w 919"/>
                <a:gd name="T101" fmla="*/ 278 h 657"/>
                <a:gd name="T102" fmla="*/ 685 w 919"/>
                <a:gd name="T103" fmla="*/ 188 h 657"/>
                <a:gd name="T104" fmla="*/ 732 w 919"/>
                <a:gd name="T105" fmla="*/ 152 h 657"/>
                <a:gd name="T106" fmla="*/ 845 w 919"/>
                <a:gd name="T107" fmla="*/ 121 h 657"/>
                <a:gd name="T108" fmla="*/ 889 w 919"/>
                <a:gd name="T109" fmla="*/ 113 h 657"/>
                <a:gd name="T110" fmla="*/ 893 w 919"/>
                <a:gd name="T111" fmla="*/ 110 h 657"/>
                <a:gd name="T112" fmla="*/ 904 w 919"/>
                <a:gd name="T113" fmla="*/ 105 h 657"/>
                <a:gd name="T114" fmla="*/ 885 w 919"/>
                <a:gd name="T115" fmla="*/ 8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19" h="657">
                  <a:moveTo>
                    <a:pt x="885" y="80"/>
                  </a:moveTo>
                  <a:cubicBezTo>
                    <a:pt x="875" y="78"/>
                    <a:pt x="867" y="84"/>
                    <a:pt x="861" y="88"/>
                  </a:cubicBezTo>
                  <a:cubicBezTo>
                    <a:pt x="855" y="92"/>
                    <a:pt x="844" y="90"/>
                    <a:pt x="840" y="86"/>
                  </a:cubicBezTo>
                  <a:cubicBezTo>
                    <a:pt x="836" y="81"/>
                    <a:pt x="825" y="80"/>
                    <a:pt x="810" y="82"/>
                  </a:cubicBezTo>
                  <a:cubicBezTo>
                    <a:pt x="795" y="84"/>
                    <a:pt x="776" y="102"/>
                    <a:pt x="768" y="110"/>
                  </a:cubicBezTo>
                  <a:cubicBezTo>
                    <a:pt x="760" y="118"/>
                    <a:pt x="745" y="118"/>
                    <a:pt x="737" y="126"/>
                  </a:cubicBezTo>
                  <a:cubicBezTo>
                    <a:pt x="728" y="134"/>
                    <a:pt x="709" y="135"/>
                    <a:pt x="697" y="125"/>
                  </a:cubicBezTo>
                  <a:cubicBezTo>
                    <a:pt x="685" y="115"/>
                    <a:pt x="699" y="95"/>
                    <a:pt x="698" y="88"/>
                  </a:cubicBezTo>
                  <a:cubicBezTo>
                    <a:pt x="697" y="82"/>
                    <a:pt x="697" y="71"/>
                    <a:pt x="700" y="64"/>
                  </a:cubicBezTo>
                  <a:cubicBezTo>
                    <a:pt x="703" y="58"/>
                    <a:pt x="706" y="51"/>
                    <a:pt x="693" y="45"/>
                  </a:cubicBezTo>
                  <a:cubicBezTo>
                    <a:pt x="679" y="39"/>
                    <a:pt x="686" y="34"/>
                    <a:pt x="684" y="20"/>
                  </a:cubicBezTo>
                  <a:cubicBezTo>
                    <a:pt x="682" y="6"/>
                    <a:pt x="671" y="0"/>
                    <a:pt x="661" y="0"/>
                  </a:cubicBezTo>
                  <a:cubicBezTo>
                    <a:pt x="651" y="0"/>
                    <a:pt x="643" y="23"/>
                    <a:pt x="632" y="29"/>
                  </a:cubicBezTo>
                  <a:cubicBezTo>
                    <a:pt x="621" y="35"/>
                    <a:pt x="617" y="40"/>
                    <a:pt x="616" y="60"/>
                  </a:cubicBezTo>
                  <a:cubicBezTo>
                    <a:pt x="615" y="80"/>
                    <a:pt x="601" y="70"/>
                    <a:pt x="586" y="68"/>
                  </a:cubicBezTo>
                  <a:cubicBezTo>
                    <a:pt x="571" y="65"/>
                    <a:pt x="566" y="72"/>
                    <a:pt x="567" y="82"/>
                  </a:cubicBezTo>
                  <a:cubicBezTo>
                    <a:pt x="567" y="93"/>
                    <a:pt x="570" y="104"/>
                    <a:pt x="563" y="104"/>
                  </a:cubicBezTo>
                  <a:cubicBezTo>
                    <a:pt x="555" y="104"/>
                    <a:pt x="552" y="97"/>
                    <a:pt x="539" y="88"/>
                  </a:cubicBezTo>
                  <a:cubicBezTo>
                    <a:pt x="525" y="80"/>
                    <a:pt x="529" y="98"/>
                    <a:pt x="509" y="98"/>
                  </a:cubicBezTo>
                  <a:cubicBezTo>
                    <a:pt x="490" y="98"/>
                    <a:pt x="491" y="114"/>
                    <a:pt x="479" y="116"/>
                  </a:cubicBezTo>
                  <a:cubicBezTo>
                    <a:pt x="466" y="117"/>
                    <a:pt x="467" y="110"/>
                    <a:pt x="465" y="100"/>
                  </a:cubicBezTo>
                  <a:cubicBezTo>
                    <a:pt x="465" y="100"/>
                    <a:pt x="465" y="99"/>
                    <a:pt x="465" y="99"/>
                  </a:cubicBezTo>
                  <a:cubicBezTo>
                    <a:pt x="465" y="99"/>
                    <a:pt x="465" y="98"/>
                    <a:pt x="465" y="98"/>
                  </a:cubicBezTo>
                  <a:cubicBezTo>
                    <a:pt x="464" y="98"/>
                    <a:pt x="464" y="98"/>
                    <a:pt x="464" y="98"/>
                  </a:cubicBezTo>
                  <a:cubicBezTo>
                    <a:pt x="464" y="97"/>
                    <a:pt x="464" y="97"/>
                    <a:pt x="464" y="97"/>
                  </a:cubicBezTo>
                  <a:cubicBezTo>
                    <a:pt x="464" y="97"/>
                    <a:pt x="463" y="97"/>
                    <a:pt x="463" y="97"/>
                  </a:cubicBezTo>
                  <a:cubicBezTo>
                    <a:pt x="463" y="97"/>
                    <a:pt x="463" y="96"/>
                    <a:pt x="463" y="96"/>
                  </a:cubicBezTo>
                  <a:cubicBezTo>
                    <a:pt x="463" y="96"/>
                    <a:pt x="462" y="96"/>
                    <a:pt x="462" y="96"/>
                  </a:cubicBezTo>
                  <a:cubicBezTo>
                    <a:pt x="462" y="96"/>
                    <a:pt x="462" y="96"/>
                    <a:pt x="462" y="96"/>
                  </a:cubicBezTo>
                  <a:cubicBezTo>
                    <a:pt x="461" y="96"/>
                    <a:pt x="461" y="96"/>
                    <a:pt x="461" y="96"/>
                  </a:cubicBezTo>
                  <a:cubicBezTo>
                    <a:pt x="461" y="96"/>
                    <a:pt x="461" y="96"/>
                    <a:pt x="460" y="96"/>
                  </a:cubicBezTo>
                  <a:cubicBezTo>
                    <a:pt x="460" y="95"/>
                    <a:pt x="460" y="95"/>
                    <a:pt x="460" y="95"/>
                  </a:cubicBezTo>
                  <a:cubicBezTo>
                    <a:pt x="459" y="95"/>
                    <a:pt x="458" y="95"/>
                    <a:pt x="457" y="95"/>
                  </a:cubicBezTo>
                  <a:cubicBezTo>
                    <a:pt x="455" y="96"/>
                    <a:pt x="453" y="96"/>
                    <a:pt x="450" y="97"/>
                  </a:cubicBezTo>
                  <a:cubicBezTo>
                    <a:pt x="450" y="97"/>
                    <a:pt x="449" y="97"/>
                    <a:pt x="449" y="97"/>
                  </a:cubicBezTo>
                  <a:cubicBezTo>
                    <a:pt x="449" y="97"/>
                    <a:pt x="448" y="97"/>
                    <a:pt x="448" y="97"/>
                  </a:cubicBezTo>
                  <a:cubicBezTo>
                    <a:pt x="447" y="97"/>
                    <a:pt x="447" y="97"/>
                    <a:pt x="446" y="97"/>
                  </a:cubicBezTo>
                  <a:cubicBezTo>
                    <a:pt x="446" y="97"/>
                    <a:pt x="446" y="97"/>
                    <a:pt x="445" y="97"/>
                  </a:cubicBezTo>
                  <a:cubicBezTo>
                    <a:pt x="445" y="97"/>
                    <a:pt x="444" y="97"/>
                    <a:pt x="444" y="97"/>
                  </a:cubicBezTo>
                  <a:cubicBezTo>
                    <a:pt x="444" y="97"/>
                    <a:pt x="443" y="97"/>
                    <a:pt x="443" y="97"/>
                  </a:cubicBezTo>
                  <a:cubicBezTo>
                    <a:pt x="442" y="97"/>
                    <a:pt x="442" y="97"/>
                    <a:pt x="441" y="97"/>
                  </a:cubicBezTo>
                  <a:cubicBezTo>
                    <a:pt x="441" y="97"/>
                    <a:pt x="441" y="97"/>
                    <a:pt x="440" y="97"/>
                  </a:cubicBezTo>
                  <a:cubicBezTo>
                    <a:pt x="440" y="97"/>
                    <a:pt x="439" y="97"/>
                    <a:pt x="438" y="97"/>
                  </a:cubicBezTo>
                  <a:cubicBezTo>
                    <a:pt x="426" y="95"/>
                    <a:pt x="420" y="90"/>
                    <a:pt x="416" y="84"/>
                  </a:cubicBezTo>
                  <a:cubicBezTo>
                    <a:pt x="416" y="83"/>
                    <a:pt x="415" y="83"/>
                    <a:pt x="415" y="83"/>
                  </a:cubicBezTo>
                  <a:cubicBezTo>
                    <a:pt x="415" y="83"/>
                    <a:pt x="415" y="82"/>
                    <a:pt x="415" y="82"/>
                  </a:cubicBezTo>
                  <a:cubicBezTo>
                    <a:pt x="414" y="82"/>
                    <a:pt x="414" y="82"/>
                    <a:pt x="414" y="82"/>
                  </a:cubicBezTo>
                  <a:cubicBezTo>
                    <a:pt x="414" y="82"/>
                    <a:pt x="414" y="82"/>
                    <a:pt x="413" y="82"/>
                  </a:cubicBezTo>
                  <a:cubicBezTo>
                    <a:pt x="413" y="81"/>
                    <a:pt x="412" y="81"/>
                    <a:pt x="412" y="81"/>
                  </a:cubicBezTo>
                  <a:cubicBezTo>
                    <a:pt x="412" y="81"/>
                    <a:pt x="411" y="81"/>
                    <a:pt x="411" y="81"/>
                  </a:cubicBezTo>
                  <a:cubicBezTo>
                    <a:pt x="411" y="81"/>
                    <a:pt x="410" y="81"/>
                    <a:pt x="410" y="81"/>
                  </a:cubicBezTo>
                  <a:cubicBezTo>
                    <a:pt x="409" y="80"/>
                    <a:pt x="409" y="80"/>
                    <a:pt x="409" y="80"/>
                  </a:cubicBezTo>
                  <a:cubicBezTo>
                    <a:pt x="408" y="80"/>
                    <a:pt x="408" y="80"/>
                    <a:pt x="407" y="80"/>
                  </a:cubicBezTo>
                  <a:cubicBezTo>
                    <a:pt x="407" y="80"/>
                    <a:pt x="407" y="80"/>
                    <a:pt x="407" y="80"/>
                  </a:cubicBezTo>
                  <a:cubicBezTo>
                    <a:pt x="406" y="80"/>
                    <a:pt x="405" y="80"/>
                    <a:pt x="404" y="80"/>
                  </a:cubicBezTo>
                  <a:cubicBezTo>
                    <a:pt x="404" y="80"/>
                    <a:pt x="404" y="80"/>
                    <a:pt x="403" y="80"/>
                  </a:cubicBezTo>
                  <a:cubicBezTo>
                    <a:pt x="403" y="80"/>
                    <a:pt x="402" y="80"/>
                    <a:pt x="401" y="80"/>
                  </a:cubicBezTo>
                  <a:cubicBezTo>
                    <a:pt x="401" y="80"/>
                    <a:pt x="401" y="80"/>
                    <a:pt x="400" y="80"/>
                  </a:cubicBezTo>
                  <a:cubicBezTo>
                    <a:pt x="400" y="80"/>
                    <a:pt x="399" y="80"/>
                    <a:pt x="398" y="80"/>
                  </a:cubicBezTo>
                  <a:cubicBezTo>
                    <a:pt x="398" y="80"/>
                    <a:pt x="398" y="80"/>
                    <a:pt x="397" y="80"/>
                  </a:cubicBezTo>
                  <a:cubicBezTo>
                    <a:pt x="397" y="80"/>
                    <a:pt x="396" y="80"/>
                    <a:pt x="395" y="80"/>
                  </a:cubicBezTo>
                  <a:cubicBezTo>
                    <a:pt x="394" y="80"/>
                    <a:pt x="394" y="80"/>
                    <a:pt x="393" y="80"/>
                  </a:cubicBezTo>
                  <a:cubicBezTo>
                    <a:pt x="393" y="80"/>
                    <a:pt x="392" y="80"/>
                    <a:pt x="392" y="80"/>
                  </a:cubicBezTo>
                  <a:cubicBezTo>
                    <a:pt x="391" y="81"/>
                    <a:pt x="391" y="81"/>
                    <a:pt x="390" y="81"/>
                  </a:cubicBezTo>
                  <a:cubicBezTo>
                    <a:pt x="390" y="81"/>
                    <a:pt x="389" y="81"/>
                    <a:pt x="389" y="81"/>
                  </a:cubicBezTo>
                  <a:cubicBezTo>
                    <a:pt x="388" y="81"/>
                    <a:pt x="387" y="81"/>
                    <a:pt x="385" y="81"/>
                  </a:cubicBezTo>
                  <a:cubicBezTo>
                    <a:pt x="385" y="81"/>
                    <a:pt x="385" y="81"/>
                    <a:pt x="385" y="81"/>
                  </a:cubicBezTo>
                  <a:cubicBezTo>
                    <a:pt x="381" y="82"/>
                    <a:pt x="378" y="82"/>
                    <a:pt x="375" y="83"/>
                  </a:cubicBezTo>
                  <a:cubicBezTo>
                    <a:pt x="374" y="83"/>
                    <a:pt x="372" y="83"/>
                    <a:pt x="371" y="83"/>
                  </a:cubicBezTo>
                  <a:cubicBezTo>
                    <a:pt x="357" y="85"/>
                    <a:pt x="353" y="78"/>
                    <a:pt x="345" y="72"/>
                  </a:cubicBezTo>
                  <a:cubicBezTo>
                    <a:pt x="338" y="65"/>
                    <a:pt x="328" y="68"/>
                    <a:pt x="325" y="79"/>
                  </a:cubicBezTo>
                  <a:cubicBezTo>
                    <a:pt x="321" y="90"/>
                    <a:pt x="306" y="94"/>
                    <a:pt x="293" y="94"/>
                  </a:cubicBezTo>
                  <a:cubicBezTo>
                    <a:pt x="281" y="94"/>
                    <a:pt x="275" y="103"/>
                    <a:pt x="272" y="114"/>
                  </a:cubicBezTo>
                  <a:cubicBezTo>
                    <a:pt x="269" y="126"/>
                    <a:pt x="261" y="132"/>
                    <a:pt x="261" y="146"/>
                  </a:cubicBezTo>
                  <a:cubicBezTo>
                    <a:pt x="260" y="160"/>
                    <a:pt x="253" y="171"/>
                    <a:pt x="240" y="171"/>
                  </a:cubicBezTo>
                  <a:cubicBezTo>
                    <a:pt x="227" y="171"/>
                    <a:pt x="226" y="184"/>
                    <a:pt x="211" y="186"/>
                  </a:cubicBezTo>
                  <a:cubicBezTo>
                    <a:pt x="195" y="188"/>
                    <a:pt x="188" y="192"/>
                    <a:pt x="178" y="194"/>
                  </a:cubicBezTo>
                  <a:cubicBezTo>
                    <a:pt x="168" y="196"/>
                    <a:pt x="169" y="203"/>
                    <a:pt x="173" y="210"/>
                  </a:cubicBezTo>
                  <a:cubicBezTo>
                    <a:pt x="178" y="218"/>
                    <a:pt x="166" y="221"/>
                    <a:pt x="161" y="228"/>
                  </a:cubicBezTo>
                  <a:cubicBezTo>
                    <a:pt x="157" y="234"/>
                    <a:pt x="151" y="238"/>
                    <a:pt x="139" y="234"/>
                  </a:cubicBezTo>
                  <a:cubicBezTo>
                    <a:pt x="128" y="230"/>
                    <a:pt x="122" y="240"/>
                    <a:pt x="119" y="246"/>
                  </a:cubicBezTo>
                  <a:cubicBezTo>
                    <a:pt x="115" y="252"/>
                    <a:pt x="109" y="244"/>
                    <a:pt x="107" y="236"/>
                  </a:cubicBezTo>
                  <a:cubicBezTo>
                    <a:pt x="105" y="228"/>
                    <a:pt x="90" y="227"/>
                    <a:pt x="85" y="227"/>
                  </a:cubicBezTo>
                  <a:cubicBezTo>
                    <a:pt x="79" y="227"/>
                    <a:pt x="74" y="229"/>
                    <a:pt x="67" y="219"/>
                  </a:cubicBezTo>
                  <a:cubicBezTo>
                    <a:pt x="64" y="213"/>
                    <a:pt x="55" y="212"/>
                    <a:pt x="48" y="213"/>
                  </a:cubicBezTo>
                  <a:cubicBezTo>
                    <a:pt x="48" y="214"/>
                    <a:pt x="48" y="215"/>
                    <a:pt x="48" y="216"/>
                  </a:cubicBezTo>
                  <a:cubicBezTo>
                    <a:pt x="48" y="217"/>
                    <a:pt x="48" y="217"/>
                    <a:pt x="48" y="217"/>
                  </a:cubicBezTo>
                  <a:cubicBezTo>
                    <a:pt x="48" y="218"/>
                    <a:pt x="48" y="219"/>
                    <a:pt x="48" y="220"/>
                  </a:cubicBezTo>
                  <a:cubicBezTo>
                    <a:pt x="48" y="221"/>
                    <a:pt x="48" y="221"/>
                    <a:pt x="48" y="221"/>
                  </a:cubicBezTo>
                  <a:cubicBezTo>
                    <a:pt x="48" y="222"/>
                    <a:pt x="47" y="223"/>
                    <a:pt x="47" y="224"/>
                  </a:cubicBezTo>
                  <a:cubicBezTo>
                    <a:pt x="47" y="224"/>
                    <a:pt x="47" y="224"/>
                    <a:pt x="47" y="225"/>
                  </a:cubicBezTo>
                  <a:cubicBezTo>
                    <a:pt x="47" y="226"/>
                    <a:pt x="46" y="227"/>
                    <a:pt x="46" y="228"/>
                  </a:cubicBezTo>
                  <a:cubicBezTo>
                    <a:pt x="41" y="238"/>
                    <a:pt x="38" y="241"/>
                    <a:pt x="38" y="248"/>
                  </a:cubicBezTo>
                  <a:cubicBezTo>
                    <a:pt x="38" y="256"/>
                    <a:pt x="43" y="268"/>
                    <a:pt x="35" y="274"/>
                  </a:cubicBezTo>
                  <a:cubicBezTo>
                    <a:pt x="26" y="280"/>
                    <a:pt x="23" y="287"/>
                    <a:pt x="23" y="293"/>
                  </a:cubicBezTo>
                  <a:cubicBezTo>
                    <a:pt x="23" y="299"/>
                    <a:pt x="29" y="308"/>
                    <a:pt x="19" y="309"/>
                  </a:cubicBezTo>
                  <a:cubicBezTo>
                    <a:pt x="9" y="310"/>
                    <a:pt x="5" y="316"/>
                    <a:pt x="5" y="326"/>
                  </a:cubicBezTo>
                  <a:cubicBezTo>
                    <a:pt x="5" y="337"/>
                    <a:pt x="0" y="356"/>
                    <a:pt x="9" y="358"/>
                  </a:cubicBezTo>
                  <a:cubicBezTo>
                    <a:pt x="19" y="360"/>
                    <a:pt x="37" y="358"/>
                    <a:pt x="23" y="371"/>
                  </a:cubicBezTo>
                  <a:cubicBezTo>
                    <a:pt x="8" y="384"/>
                    <a:pt x="5" y="384"/>
                    <a:pt x="5" y="393"/>
                  </a:cubicBezTo>
                  <a:cubicBezTo>
                    <a:pt x="5" y="402"/>
                    <a:pt x="2" y="410"/>
                    <a:pt x="8" y="412"/>
                  </a:cubicBezTo>
                  <a:cubicBezTo>
                    <a:pt x="14" y="414"/>
                    <a:pt x="9" y="429"/>
                    <a:pt x="15" y="432"/>
                  </a:cubicBezTo>
                  <a:cubicBezTo>
                    <a:pt x="21" y="434"/>
                    <a:pt x="24" y="429"/>
                    <a:pt x="24" y="450"/>
                  </a:cubicBezTo>
                  <a:cubicBezTo>
                    <a:pt x="24" y="472"/>
                    <a:pt x="18" y="476"/>
                    <a:pt x="18" y="484"/>
                  </a:cubicBezTo>
                  <a:cubicBezTo>
                    <a:pt x="18" y="492"/>
                    <a:pt x="21" y="507"/>
                    <a:pt x="29" y="509"/>
                  </a:cubicBezTo>
                  <a:cubicBezTo>
                    <a:pt x="37" y="511"/>
                    <a:pt x="55" y="510"/>
                    <a:pt x="65" y="512"/>
                  </a:cubicBezTo>
                  <a:cubicBezTo>
                    <a:pt x="75" y="514"/>
                    <a:pt x="83" y="525"/>
                    <a:pt x="87" y="532"/>
                  </a:cubicBezTo>
                  <a:cubicBezTo>
                    <a:pt x="90" y="538"/>
                    <a:pt x="88" y="552"/>
                    <a:pt x="82" y="559"/>
                  </a:cubicBezTo>
                  <a:cubicBezTo>
                    <a:pt x="76" y="566"/>
                    <a:pt x="65" y="572"/>
                    <a:pt x="61" y="579"/>
                  </a:cubicBezTo>
                  <a:cubicBezTo>
                    <a:pt x="56" y="586"/>
                    <a:pt x="47" y="594"/>
                    <a:pt x="43" y="599"/>
                  </a:cubicBezTo>
                  <a:cubicBezTo>
                    <a:pt x="42" y="599"/>
                    <a:pt x="42" y="599"/>
                    <a:pt x="42" y="600"/>
                  </a:cubicBezTo>
                  <a:cubicBezTo>
                    <a:pt x="42" y="600"/>
                    <a:pt x="42" y="600"/>
                    <a:pt x="42" y="600"/>
                  </a:cubicBezTo>
                  <a:cubicBezTo>
                    <a:pt x="42" y="600"/>
                    <a:pt x="41" y="600"/>
                    <a:pt x="41" y="600"/>
                  </a:cubicBezTo>
                  <a:cubicBezTo>
                    <a:pt x="41" y="600"/>
                    <a:pt x="41" y="600"/>
                    <a:pt x="41" y="601"/>
                  </a:cubicBezTo>
                  <a:cubicBezTo>
                    <a:pt x="41" y="601"/>
                    <a:pt x="41" y="601"/>
                    <a:pt x="41" y="601"/>
                  </a:cubicBezTo>
                  <a:cubicBezTo>
                    <a:pt x="37" y="604"/>
                    <a:pt x="29" y="610"/>
                    <a:pt x="27" y="618"/>
                  </a:cubicBezTo>
                  <a:cubicBezTo>
                    <a:pt x="27" y="618"/>
                    <a:pt x="27" y="618"/>
                    <a:pt x="27" y="618"/>
                  </a:cubicBezTo>
                  <a:cubicBezTo>
                    <a:pt x="27" y="618"/>
                    <a:pt x="27" y="619"/>
                    <a:pt x="27" y="620"/>
                  </a:cubicBezTo>
                  <a:cubicBezTo>
                    <a:pt x="27" y="620"/>
                    <a:pt x="27" y="620"/>
                    <a:pt x="27" y="620"/>
                  </a:cubicBezTo>
                  <a:cubicBezTo>
                    <a:pt x="37" y="625"/>
                    <a:pt x="52" y="633"/>
                    <a:pt x="61" y="635"/>
                  </a:cubicBezTo>
                  <a:cubicBezTo>
                    <a:pt x="76" y="638"/>
                    <a:pt x="82" y="638"/>
                    <a:pt x="92" y="644"/>
                  </a:cubicBezTo>
                  <a:cubicBezTo>
                    <a:pt x="102" y="650"/>
                    <a:pt x="113" y="652"/>
                    <a:pt x="125" y="652"/>
                  </a:cubicBezTo>
                  <a:cubicBezTo>
                    <a:pt x="136" y="652"/>
                    <a:pt x="159" y="652"/>
                    <a:pt x="182" y="652"/>
                  </a:cubicBezTo>
                  <a:cubicBezTo>
                    <a:pt x="205" y="652"/>
                    <a:pt x="219" y="657"/>
                    <a:pt x="235" y="650"/>
                  </a:cubicBezTo>
                  <a:cubicBezTo>
                    <a:pt x="250" y="642"/>
                    <a:pt x="262" y="641"/>
                    <a:pt x="277" y="641"/>
                  </a:cubicBezTo>
                  <a:cubicBezTo>
                    <a:pt x="293" y="641"/>
                    <a:pt x="311" y="642"/>
                    <a:pt x="322" y="638"/>
                  </a:cubicBezTo>
                  <a:cubicBezTo>
                    <a:pt x="333" y="635"/>
                    <a:pt x="340" y="636"/>
                    <a:pt x="355" y="632"/>
                  </a:cubicBezTo>
                  <a:cubicBezTo>
                    <a:pt x="371" y="628"/>
                    <a:pt x="373" y="625"/>
                    <a:pt x="371" y="606"/>
                  </a:cubicBezTo>
                  <a:cubicBezTo>
                    <a:pt x="370" y="586"/>
                    <a:pt x="358" y="561"/>
                    <a:pt x="378" y="548"/>
                  </a:cubicBezTo>
                  <a:cubicBezTo>
                    <a:pt x="398" y="536"/>
                    <a:pt x="389" y="534"/>
                    <a:pt x="399" y="527"/>
                  </a:cubicBezTo>
                  <a:cubicBezTo>
                    <a:pt x="410" y="520"/>
                    <a:pt x="415" y="513"/>
                    <a:pt x="422" y="522"/>
                  </a:cubicBezTo>
                  <a:cubicBezTo>
                    <a:pt x="429" y="532"/>
                    <a:pt x="429" y="527"/>
                    <a:pt x="438" y="527"/>
                  </a:cubicBezTo>
                  <a:cubicBezTo>
                    <a:pt x="447" y="527"/>
                    <a:pt x="460" y="524"/>
                    <a:pt x="460" y="518"/>
                  </a:cubicBezTo>
                  <a:cubicBezTo>
                    <a:pt x="460" y="513"/>
                    <a:pt x="443" y="508"/>
                    <a:pt x="445" y="501"/>
                  </a:cubicBezTo>
                  <a:cubicBezTo>
                    <a:pt x="447" y="494"/>
                    <a:pt x="459" y="496"/>
                    <a:pt x="467" y="498"/>
                  </a:cubicBezTo>
                  <a:cubicBezTo>
                    <a:pt x="475" y="500"/>
                    <a:pt x="479" y="494"/>
                    <a:pt x="485" y="490"/>
                  </a:cubicBezTo>
                  <a:cubicBezTo>
                    <a:pt x="491" y="487"/>
                    <a:pt x="513" y="482"/>
                    <a:pt x="521" y="492"/>
                  </a:cubicBezTo>
                  <a:cubicBezTo>
                    <a:pt x="528" y="502"/>
                    <a:pt x="539" y="505"/>
                    <a:pt x="542" y="498"/>
                  </a:cubicBezTo>
                  <a:cubicBezTo>
                    <a:pt x="545" y="490"/>
                    <a:pt x="548" y="488"/>
                    <a:pt x="554" y="484"/>
                  </a:cubicBezTo>
                  <a:cubicBezTo>
                    <a:pt x="560" y="480"/>
                    <a:pt x="561" y="476"/>
                    <a:pt x="561" y="466"/>
                  </a:cubicBezTo>
                  <a:cubicBezTo>
                    <a:pt x="561" y="457"/>
                    <a:pt x="549" y="453"/>
                    <a:pt x="552" y="445"/>
                  </a:cubicBezTo>
                  <a:cubicBezTo>
                    <a:pt x="555" y="437"/>
                    <a:pt x="564" y="434"/>
                    <a:pt x="564" y="422"/>
                  </a:cubicBezTo>
                  <a:cubicBezTo>
                    <a:pt x="564" y="409"/>
                    <a:pt x="565" y="393"/>
                    <a:pt x="585" y="393"/>
                  </a:cubicBezTo>
                  <a:cubicBezTo>
                    <a:pt x="604" y="393"/>
                    <a:pt x="609" y="392"/>
                    <a:pt x="613" y="385"/>
                  </a:cubicBezTo>
                  <a:cubicBezTo>
                    <a:pt x="616" y="378"/>
                    <a:pt x="629" y="375"/>
                    <a:pt x="618" y="363"/>
                  </a:cubicBezTo>
                  <a:cubicBezTo>
                    <a:pt x="607" y="351"/>
                    <a:pt x="600" y="345"/>
                    <a:pt x="599" y="339"/>
                  </a:cubicBezTo>
                  <a:cubicBezTo>
                    <a:pt x="597" y="333"/>
                    <a:pt x="597" y="326"/>
                    <a:pt x="610" y="326"/>
                  </a:cubicBezTo>
                  <a:cubicBezTo>
                    <a:pt x="623" y="326"/>
                    <a:pt x="627" y="331"/>
                    <a:pt x="629" y="334"/>
                  </a:cubicBezTo>
                  <a:cubicBezTo>
                    <a:pt x="630" y="336"/>
                    <a:pt x="642" y="334"/>
                    <a:pt x="651" y="334"/>
                  </a:cubicBezTo>
                  <a:cubicBezTo>
                    <a:pt x="659" y="334"/>
                    <a:pt x="655" y="326"/>
                    <a:pt x="666" y="325"/>
                  </a:cubicBezTo>
                  <a:cubicBezTo>
                    <a:pt x="677" y="324"/>
                    <a:pt x="679" y="320"/>
                    <a:pt x="677" y="310"/>
                  </a:cubicBezTo>
                  <a:cubicBezTo>
                    <a:pt x="676" y="300"/>
                    <a:pt x="674" y="298"/>
                    <a:pt x="669" y="293"/>
                  </a:cubicBezTo>
                  <a:cubicBezTo>
                    <a:pt x="663" y="288"/>
                    <a:pt x="665" y="285"/>
                    <a:pt x="674" y="278"/>
                  </a:cubicBezTo>
                  <a:cubicBezTo>
                    <a:pt x="683" y="270"/>
                    <a:pt x="706" y="264"/>
                    <a:pt x="704" y="246"/>
                  </a:cubicBezTo>
                  <a:cubicBezTo>
                    <a:pt x="702" y="229"/>
                    <a:pt x="706" y="214"/>
                    <a:pt x="699" y="208"/>
                  </a:cubicBezTo>
                  <a:cubicBezTo>
                    <a:pt x="693" y="202"/>
                    <a:pt x="693" y="190"/>
                    <a:pt x="685" y="188"/>
                  </a:cubicBezTo>
                  <a:cubicBezTo>
                    <a:pt x="676" y="186"/>
                    <a:pt x="677" y="178"/>
                    <a:pt x="686" y="172"/>
                  </a:cubicBezTo>
                  <a:cubicBezTo>
                    <a:pt x="695" y="167"/>
                    <a:pt x="697" y="162"/>
                    <a:pt x="708" y="160"/>
                  </a:cubicBezTo>
                  <a:cubicBezTo>
                    <a:pt x="719" y="159"/>
                    <a:pt x="724" y="158"/>
                    <a:pt x="732" y="152"/>
                  </a:cubicBezTo>
                  <a:cubicBezTo>
                    <a:pt x="740" y="146"/>
                    <a:pt x="767" y="154"/>
                    <a:pt x="770" y="148"/>
                  </a:cubicBezTo>
                  <a:cubicBezTo>
                    <a:pt x="772" y="141"/>
                    <a:pt x="777" y="127"/>
                    <a:pt x="797" y="126"/>
                  </a:cubicBezTo>
                  <a:cubicBezTo>
                    <a:pt x="817" y="126"/>
                    <a:pt x="829" y="120"/>
                    <a:pt x="845" y="121"/>
                  </a:cubicBezTo>
                  <a:cubicBezTo>
                    <a:pt x="862" y="122"/>
                    <a:pt x="883" y="122"/>
                    <a:pt x="887" y="116"/>
                  </a:cubicBezTo>
                  <a:cubicBezTo>
                    <a:pt x="888" y="115"/>
                    <a:pt x="888" y="114"/>
                    <a:pt x="889" y="114"/>
                  </a:cubicBezTo>
                  <a:cubicBezTo>
                    <a:pt x="889" y="113"/>
                    <a:pt x="889" y="113"/>
                    <a:pt x="889" y="113"/>
                  </a:cubicBezTo>
                  <a:cubicBezTo>
                    <a:pt x="890" y="113"/>
                    <a:pt x="890" y="112"/>
                    <a:pt x="891" y="112"/>
                  </a:cubicBezTo>
                  <a:cubicBezTo>
                    <a:pt x="891" y="112"/>
                    <a:pt x="891" y="112"/>
                    <a:pt x="891" y="111"/>
                  </a:cubicBezTo>
                  <a:cubicBezTo>
                    <a:pt x="892" y="111"/>
                    <a:pt x="892" y="111"/>
                    <a:pt x="893" y="110"/>
                  </a:cubicBezTo>
                  <a:cubicBezTo>
                    <a:pt x="893" y="110"/>
                    <a:pt x="893" y="110"/>
                    <a:pt x="893" y="110"/>
                  </a:cubicBezTo>
                  <a:cubicBezTo>
                    <a:pt x="896" y="109"/>
                    <a:pt x="899" y="108"/>
                    <a:pt x="903" y="106"/>
                  </a:cubicBezTo>
                  <a:cubicBezTo>
                    <a:pt x="903" y="106"/>
                    <a:pt x="904" y="105"/>
                    <a:pt x="904" y="105"/>
                  </a:cubicBezTo>
                  <a:cubicBezTo>
                    <a:pt x="911" y="101"/>
                    <a:pt x="912" y="100"/>
                    <a:pt x="918" y="88"/>
                  </a:cubicBezTo>
                  <a:cubicBezTo>
                    <a:pt x="918" y="88"/>
                    <a:pt x="919" y="87"/>
                    <a:pt x="919" y="87"/>
                  </a:cubicBezTo>
                  <a:cubicBezTo>
                    <a:pt x="908" y="82"/>
                    <a:pt x="893" y="82"/>
                    <a:pt x="885" y="8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3965" y="1861"/>
              <a:ext cx="77" cy="153"/>
            </a:xfrm>
            <a:custGeom>
              <a:avLst/>
              <a:gdLst>
                <a:gd name="T0" fmla="*/ 95 w 118"/>
                <a:gd name="T1" fmla="*/ 4 h 235"/>
                <a:gd name="T2" fmla="*/ 78 w 118"/>
                <a:gd name="T3" fmla="*/ 5 h 235"/>
                <a:gd name="T4" fmla="*/ 66 w 118"/>
                <a:gd name="T5" fmla="*/ 15 h 235"/>
                <a:gd name="T6" fmla="*/ 54 w 118"/>
                <a:gd name="T7" fmla="*/ 29 h 235"/>
                <a:gd name="T8" fmla="*/ 41 w 118"/>
                <a:gd name="T9" fmla="*/ 42 h 235"/>
                <a:gd name="T10" fmla="*/ 34 w 118"/>
                <a:gd name="T11" fmla="*/ 49 h 235"/>
                <a:gd name="T12" fmla="*/ 30 w 118"/>
                <a:gd name="T13" fmla="*/ 74 h 235"/>
                <a:gd name="T14" fmla="*/ 15 w 118"/>
                <a:gd name="T15" fmla="*/ 89 h 235"/>
                <a:gd name="T16" fmla="*/ 6 w 118"/>
                <a:gd name="T17" fmla="*/ 100 h 235"/>
                <a:gd name="T18" fmla="*/ 3 w 118"/>
                <a:gd name="T19" fmla="*/ 115 h 235"/>
                <a:gd name="T20" fmla="*/ 1 w 118"/>
                <a:gd name="T21" fmla="*/ 152 h 235"/>
                <a:gd name="T22" fmla="*/ 6 w 118"/>
                <a:gd name="T23" fmla="*/ 179 h 235"/>
                <a:gd name="T24" fmla="*/ 18 w 118"/>
                <a:gd name="T25" fmla="*/ 194 h 235"/>
                <a:gd name="T26" fmla="*/ 33 w 118"/>
                <a:gd name="T27" fmla="*/ 203 h 235"/>
                <a:gd name="T28" fmla="*/ 39 w 118"/>
                <a:gd name="T29" fmla="*/ 218 h 235"/>
                <a:gd name="T30" fmla="*/ 46 w 118"/>
                <a:gd name="T31" fmla="*/ 235 h 235"/>
                <a:gd name="T32" fmla="*/ 46 w 118"/>
                <a:gd name="T33" fmla="*/ 235 h 235"/>
                <a:gd name="T34" fmla="*/ 59 w 118"/>
                <a:gd name="T35" fmla="*/ 210 h 235"/>
                <a:gd name="T36" fmla="*/ 65 w 118"/>
                <a:gd name="T37" fmla="*/ 196 h 235"/>
                <a:gd name="T38" fmla="*/ 71 w 118"/>
                <a:gd name="T39" fmla="*/ 183 h 235"/>
                <a:gd name="T40" fmla="*/ 90 w 118"/>
                <a:gd name="T41" fmla="*/ 144 h 235"/>
                <a:gd name="T42" fmla="*/ 100 w 118"/>
                <a:gd name="T43" fmla="*/ 101 h 235"/>
                <a:gd name="T44" fmla="*/ 107 w 118"/>
                <a:gd name="T45" fmla="*/ 83 h 235"/>
                <a:gd name="T46" fmla="*/ 117 w 118"/>
                <a:gd name="T47" fmla="*/ 39 h 235"/>
                <a:gd name="T48" fmla="*/ 117 w 118"/>
                <a:gd name="T49" fmla="*/ 19 h 235"/>
                <a:gd name="T50" fmla="*/ 95 w 118"/>
                <a:gd name="T51" fmla="*/ 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8" h="235">
                  <a:moveTo>
                    <a:pt x="95" y="4"/>
                  </a:moveTo>
                  <a:cubicBezTo>
                    <a:pt x="88" y="0"/>
                    <a:pt x="86" y="2"/>
                    <a:pt x="78" y="5"/>
                  </a:cubicBezTo>
                  <a:cubicBezTo>
                    <a:pt x="73" y="8"/>
                    <a:pt x="69" y="10"/>
                    <a:pt x="66" y="15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0" y="33"/>
                    <a:pt x="46" y="38"/>
                    <a:pt x="41" y="42"/>
                  </a:cubicBezTo>
                  <a:cubicBezTo>
                    <a:pt x="39" y="44"/>
                    <a:pt x="36" y="46"/>
                    <a:pt x="34" y="49"/>
                  </a:cubicBezTo>
                  <a:cubicBezTo>
                    <a:pt x="30" y="54"/>
                    <a:pt x="31" y="67"/>
                    <a:pt x="30" y="74"/>
                  </a:cubicBezTo>
                  <a:cubicBezTo>
                    <a:pt x="29" y="85"/>
                    <a:pt x="22" y="82"/>
                    <a:pt x="15" y="89"/>
                  </a:cubicBezTo>
                  <a:cubicBezTo>
                    <a:pt x="11" y="92"/>
                    <a:pt x="8" y="96"/>
                    <a:pt x="6" y="100"/>
                  </a:cubicBezTo>
                  <a:cubicBezTo>
                    <a:pt x="2" y="105"/>
                    <a:pt x="4" y="110"/>
                    <a:pt x="3" y="115"/>
                  </a:cubicBezTo>
                  <a:cubicBezTo>
                    <a:pt x="3" y="127"/>
                    <a:pt x="2" y="140"/>
                    <a:pt x="1" y="152"/>
                  </a:cubicBezTo>
                  <a:cubicBezTo>
                    <a:pt x="0" y="161"/>
                    <a:pt x="1" y="171"/>
                    <a:pt x="6" y="179"/>
                  </a:cubicBezTo>
                  <a:cubicBezTo>
                    <a:pt x="10" y="184"/>
                    <a:pt x="14" y="190"/>
                    <a:pt x="18" y="194"/>
                  </a:cubicBezTo>
                  <a:cubicBezTo>
                    <a:pt x="22" y="198"/>
                    <a:pt x="29" y="198"/>
                    <a:pt x="33" y="203"/>
                  </a:cubicBezTo>
                  <a:cubicBezTo>
                    <a:pt x="37" y="207"/>
                    <a:pt x="38" y="213"/>
                    <a:pt x="39" y="218"/>
                  </a:cubicBezTo>
                  <a:cubicBezTo>
                    <a:pt x="41" y="221"/>
                    <a:pt x="41" y="235"/>
                    <a:pt x="46" y="235"/>
                  </a:cubicBezTo>
                  <a:cubicBezTo>
                    <a:pt x="46" y="235"/>
                    <a:pt x="46" y="235"/>
                    <a:pt x="46" y="235"/>
                  </a:cubicBezTo>
                  <a:cubicBezTo>
                    <a:pt x="52" y="234"/>
                    <a:pt x="57" y="214"/>
                    <a:pt x="59" y="210"/>
                  </a:cubicBezTo>
                  <a:cubicBezTo>
                    <a:pt x="61" y="206"/>
                    <a:pt x="62" y="201"/>
                    <a:pt x="65" y="196"/>
                  </a:cubicBezTo>
                  <a:cubicBezTo>
                    <a:pt x="66" y="193"/>
                    <a:pt x="68" y="186"/>
                    <a:pt x="71" y="183"/>
                  </a:cubicBezTo>
                  <a:cubicBezTo>
                    <a:pt x="90" y="144"/>
                    <a:pt x="90" y="144"/>
                    <a:pt x="90" y="144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0" y="101"/>
                    <a:pt x="107" y="83"/>
                    <a:pt x="107" y="83"/>
                  </a:cubicBezTo>
                  <a:cubicBezTo>
                    <a:pt x="112" y="69"/>
                    <a:pt x="117" y="53"/>
                    <a:pt x="117" y="39"/>
                  </a:cubicBezTo>
                  <a:cubicBezTo>
                    <a:pt x="117" y="32"/>
                    <a:pt x="118" y="26"/>
                    <a:pt x="117" y="19"/>
                  </a:cubicBezTo>
                  <a:cubicBezTo>
                    <a:pt x="117" y="9"/>
                    <a:pt x="103" y="7"/>
                    <a:pt x="95" y="4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3490" y="2088"/>
              <a:ext cx="104" cy="82"/>
            </a:xfrm>
            <a:custGeom>
              <a:avLst/>
              <a:gdLst>
                <a:gd name="T0" fmla="*/ 154 w 159"/>
                <a:gd name="T1" fmla="*/ 10 h 126"/>
                <a:gd name="T2" fmla="*/ 119 w 159"/>
                <a:gd name="T3" fmla="*/ 5 h 126"/>
                <a:gd name="T4" fmla="*/ 96 w 159"/>
                <a:gd name="T5" fmla="*/ 5 h 126"/>
                <a:gd name="T6" fmla="*/ 72 w 159"/>
                <a:gd name="T7" fmla="*/ 2 h 126"/>
                <a:gd name="T8" fmla="*/ 39 w 159"/>
                <a:gd name="T9" fmla="*/ 21 h 126"/>
                <a:gd name="T10" fmla="*/ 30 w 159"/>
                <a:gd name="T11" fmla="*/ 31 h 126"/>
                <a:gd name="T12" fmla="*/ 20 w 159"/>
                <a:gd name="T13" fmla="*/ 43 h 126"/>
                <a:gd name="T14" fmla="*/ 1 w 159"/>
                <a:gd name="T15" fmla="*/ 68 h 126"/>
                <a:gd name="T16" fmla="*/ 3 w 159"/>
                <a:gd name="T17" fmla="*/ 79 h 126"/>
                <a:gd name="T18" fmla="*/ 7 w 159"/>
                <a:gd name="T19" fmla="*/ 98 h 126"/>
                <a:gd name="T20" fmla="*/ 13 w 159"/>
                <a:gd name="T21" fmla="*/ 112 h 126"/>
                <a:gd name="T22" fmla="*/ 48 w 159"/>
                <a:gd name="T23" fmla="*/ 125 h 126"/>
                <a:gd name="T24" fmla="*/ 66 w 159"/>
                <a:gd name="T25" fmla="*/ 123 h 126"/>
                <a:gd name="T26" fmla="*/ 85 w 159"/>
                <a:gd name="T27" fmla="*/ 122 h 126"/>
                <a:gd name="T28" fmla="*/ 130 w 159"/>
                <a:gd name="T29" fmla="*/ 89 h 126"/>
                <a:gd name="T30" fmla="*/ 123 w 159"/>
                <a:gd name="T31" fmla="*/ 77 h 126"/>
                <a:gd name="T32" fmla="*/ 129 w 159"/>
                <a:gd name="T33" fmla="*/ 63 h 126"/>
                <a:gd name="T34" fmla="*/ 137 w 159"/>
                <a:gd name="T35" fmla="*/ 57 h 126"/>
                <a:gd name="T36" fmla="*/ 142 w 159"/>
                <a:gd name="T37" fmla="*/ 49 h 126"/>
                <a:gd name="T38" fmla="*/ 155 w 159"/>
                <a:gd name="T39" fmla="*/ 13 h 126"/>
                <a:gd name="T40" fmla="*/ 154 w 159"/>
                <a:gd name="T41" fmla="*/ 1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9" h="126">
                  <a:moveTo>
                    <a:pt x="154" y="10"/>
                  </a:moveTo>
                  <a:cubicBezTo>
                    <a:pt x="147" y="2"/>
                    <a:pt x="129" y="5"/>
                    <a:pt x="119" y="5"/>
                  </a:cubicBezTo>
                  <a:cubicBezTo>
                    <a:pt x="111" y="5"/>
                    <a:pt x="103" y="4"/>
                    <a:pt x="96" y="5"/>
                  </a:cubicBezTo>
                  <a:cubicBezTo>
                    <a:pt x="90" y="7"/>
                    <a:pt x="78" y="0"/>
                    <a:pt x="72" y="2"/>
                  </a:cubicBezTo>
                  <a:cubicBezTo>
                    <a:pt x="59" y="6"/>
                    <a:pt x="52" y="16"/>
                    <a:pt x="39" y="21"/>
                  </a:cubicBezTo>
                  <a:cubicBezTo>
                    <a:pt x="33" y="24"/>
                    <a:pt x="32" y="26"/>
                    <a:pt x="30" y="31"/>
                  </a:cubicBezTo>
                  <a:cubicBezTo>
                    <a:pt x="28" y="37"/>
                    <a:pt x="24" y="39"/>
                    <a:pt x="20" y="43"/>
                  </a:cubicBezTo>
                  <a:cubicBezTo>
                    <a:pt x="13" y="49"/>
                    <a:pt x="3" y="60"/>
                    <a:pt x="1" y="68"/>
                  </a:cubicBezTo>
                  <a:cubicBezTo>
                    <a:pt x="0" y="72"/>
                    <a:pt x="1" y="74"/>
                    <a:pt x="3" y="79"/>
                  </a:cubicBezTo>
                  <a:cubicBezTo>
                    <a:pt x="5" y="85"/>
                    <a:pt x="5" y="92"/>
                    <a:pt x="7" y="98"/>
                  </a:cubicBezTo>
                  <a:cubicBezTo>
                    <a:pt x="9" y="103"/>
                    <a:pt x="12" y="107"/>
                    <a:pt x="13" y="112"/>
                  </a:cubicBezTo>
                  <a:cubicBezTo>
                    <a:pt x="17" y="126"/>
                    <a:pt x="35" y="124"/>
                    <a:pt x="48" y="125"/>
                  </a:cubicBezTo>
                  <a:cubicBezTo>
                    <a:pt x="66" y="123"/>
                    <a:pt x="66" y="123"/>
                    <a:pt x="66" y="123"/>
                  </a:cubicBezTo>
                  <a:cubicBezTo>
                    <a:pt x="66" y="123"/>
                    <a:pt x="85" y="122"/>
                    <a:pt x="85" y="122"/>
                  </a:cubicBezTo>
                  <a:cubicBezTo>
                    <a:pt x="103" y="120"/>
                    <a:pt x="120" y="102"/>
                    <a:pt x="130" y="89"/>
                  </a:cubicBezTo>
                  <a:cubicBezTo>
                    <a:pt x="131" y="87"/>
                    <a:pt x="124" y="79"/>
                    <a:pt x="123" y="77"/>
                  </a:cubicBezTo>
                  <a:cubicBezTo>
                    <a:pt x="121" y="72"/>
                    <a:pt x="123" y="66"/>
                    <a:pt x="129" y="63"/>
                  </a:cubicBezTo>
                  <a:cubicBezTo>
                    <a:pt x="132" y="61"/>
                    <a:pt x="134" y="60"/>
                    <a:pt x="137" y="57"/>
                  </a:cubicBezTo>
                  <a:cubicBezTo>
                    <a:pt x="141" y="54"/>
                    <a:pt x="141" y="55"/>
                    <a:pt x="142" y="49"/>
                  </a:cubicBezTo>
                  <a:cubicBezTo>
                    <a:pt x="143" y="41"/>
                    <a:pt x="159" y="18"/>
                    <a:pt x="155" y="13"/>
                  </a:cubicBezTo>
                  <a:cubicBezTo>
                    <a:pt x="155" y="12"/>
                    <a:pt x="154" y="11"/>
                    <a:pt x="154" y="10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auto">
            <a:xfrm>
              <a:off x="4130" y="1895"/>
              <a:ext cx="15" cy="9"/>
            </a:xfrm>
            <a:custGeom>
              <a:avLst/>
              <a:gdLst>
                <a:gd name="T0" fmla="*/ 19 w 22"/>
                <a:gd name="T1" fmla="*/ 4 h 13"/>
                <a:gd name="T2" fmla="*/ 13 w 22"/>
                <a:gd name="T3" fmla="*/ 1 h 13"/>
                <a:gd name="T4" fmla="*/ 6 w 22"/>
                <a:gd name="T5" fmla="*/ 1 h 13"/>
                <a:gd name="T6" fmla="*/ 2 w 22"/>
                <a:gd name="T7" fmla="*/ 3 h 13"/>
                <a:gd name="T8" fmla="*/ 4 w 22"/>
                <a:gd name="T9" fmla="*/ 10 h 13"/>
                <a:gd name="T10" fmla="*/ 8 w 22"/>
                <a:gd name="T11" fmla="*/ 13 h 13"/>
                <a:gd name="T12" fmla="*/ 13 w 22"/>
                <a:gd name="T13" fmla="*/ 13 h 13"/>
                <a:gd name="T14" fmla="*/ 21 w 22"/>
                <a:gd name="T15" fmla="*/ 8 h 13"/>
                <a:gd name="T16" fmla="*/ 22 w 22"/>
                <a:gd name="T17" fmla="*/ 6 h 13"/>
                <a:gd name="T18" fmla="*/ 19 w 22"/>
                <a:gd name="T19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13">
                  <a:moveTo>
                    <a:pt x="19" y="4"/>
                  </a:moveTo>
                  <a:cubicBezTo>
                    <a:pt x="17" y="3"/>
                    <a:pt x="15" y="2"/>
                    <a:pt x="13" y="1"/>
                  </a:cubicBezTo>
                  <a:cubicBezTo>
                    <a:pt x="11" y="1"/>
                    <a:pt x="9" y="0"/>
                    <a:pt x="6" y="1"/>
                  </a:cubicBezTo>
                  <a:cubicBezTo>
                    <a:pt x="5" y="1"/>
                    <a:pt x="2" y="1"/>
                    <a:pt x="2" y="3"/>
                  </a:cubicBezTo>
                  <a:cubicBezTo>
                    <a:pt x="0" y="5"/>
                    <a:pt x="3" y="8"/>
                    <a:pt x="4" y="10"/>
                  </a:cubicBezTo>
                  <a:cubicBezTo>
                    <a:pt x="5" y="12"/>
                    <a:pt x="7" y="13"/>
                    <a:pt x="8" y="13"/>
                  </a:cubicBezTo>
                  <a:cubicBezTo>
                    <a:pt x="10" y="13"/>
                    <a:pt x="12" y="13"/>
                    <a:pt x="13" y="13"/>
                  </a:cubicBezTo>
                  <a:cubicBezTo>
                    <a:pt x="16" y="12"/>
                    <a:pt x="19" y="10"/>
                    <a:pt x="21" y="8"/>
                  </a:cubicBezTo>
                  <a:cubicBezTo>
                    <a:pt x="22" y="8"/>
                    <a:pt x="22" y="7"/>
                    <a:pt x="22" y="6"/>
                  </a:cubicBezTo>
                  <a:cubicBezTo>
                    <a:pt x="22" y="5"/>
                    <a:pt x="20" y="4"/>
                    <a:pt x="19" y="4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auto">
            <a:xfrm>
              <a:off x="2046" y="460"/>
              <a:ext cx="2532" cy="1621"/>
            </a:xfrm>
            <a:custGeom>
              <a:avLst/>
              <a:gdLst>
                <a:gd name="T0" fmla="*/ 3638 w 3875"/>
                <a:gd name="T1" fmla="*/ 494 h 2480"/>
                <a:gd name="T2" fmla="*/ 3418 w 3875"/>
                <a:gd name="T3" fmla="*/ 326 h 2480"/>
                <a:gd name="T4" fmla="*/ 3280 w 3875"/>
                <a:gd name="T5" fmla="*/ 40 h 2480"/>
                <a:gd name="T6" fmla="*/ 2943 w 3875"/>
                <a:gd name="T7" fmla="*/ 65 h 2480"/>
                <a:gd name="T8" fmla="*/ 2888 w 3875"/>
                <a:gd name="T9" fmla="*/ 293 h 2480"/>
                <a:gd name="T10" fmla="*/ 2733 w 3875"/>
                <a:gd name="T11" fmla="*/ 329 h 2480"/>
                <a:gd name="T12" fmla="*/ 2724 w 3875"/>
                <a:gd name="T13" fmla="*/ 322 h 2480"/>
                <a:gd name="T14" fmla="*/ 2650 w 3875"/>
                <a:gd name="T15" fmla="*/ 456 h 2480"/>
                <a:gd name="T16" fmla="*/ 2868 w 3875"/>
                <a:gd name="T17" fmla="*/ 571 h 2480"/>
                <a:gd name="T18" fmla="*/ 2412 w 3875"/>
                <a:gd name="T19" fmla="*/ 708 h 2480"/>
                <a:gd name="T20" fmla="*/ 2086 w 3875"/>
                <a:gd name="T21" fmla="*/ 922 h 2480"/>
                <a:gd name="T22" fmla="*/ 1669 w 3875"/>
                <a:gd name="T23" fmla="*/ 893 h 2480"/>
                <a:gd name="T24" fmla="*/ 1304 w 3875"/>
                <a:gd name="T25" fmla="*/ 748 h 2480"/>
                <a:gd name="T26" fmla="*/ 1089 w 3875"/>
                <a:gd name="T27" fmla="*/ 592 h 2480"/>
                <a:gd name="T28" fmla="*/ 885 w 3875"/>
                <a:gd name="T29" fmla="*/ 398 h 2480"/>
                <a:gd name="T30" fmla="*/ 839 w 3875"/>
                <a:gd name="T31" fmla="*/ 371 h 2480"/>
                <a:gd name="T32" fmla="*/ 743 w 3875"/>
                <a:gd name="T33" fmla="*/ 474 h 2480"/>
                <a:gd name="T34" fmla="*/ 540 w 3875"/>
                <a:gd name="T35" fmla="*/ 664 h 2480"/>
                <a:gd name="T36" fmla="*/ 440 w 3875"/>
                <a:gd name="T37" fmla="*/ 846 h 2480"/>
                <a:gd name="T38" fmla="*/ 403 w 3875"/>
                <a:gd name="T39" fmla="*/ 906 h 2480"/>
                <a:gd name="T40" fmla="*/ 405 w 3875"/>
                <a:gd name="T41" fmla="*/ 931 h 2480"/>
                <a:gd name="T42" fmla="*/ 180 w 3875"/>
                <a:gd name="T43" fmla="*/ 1044 h 2480"/>
                <a:gd name="T44" fmla="*/ 12 w 3875"/>
                <a:gd name="T45" fmla="*/ 1097 h 2480"/>
                <a:gd name="T46" fmla="*/ 3 w 3875"/>
                <a:gd name="T47" fmla="*/ 1112 h 2480"/>
                <a:gd name="T48" fmla="*/ 0 w 3875"/>
                <a:gd name="T49" fmla="*/ 1134 h 2480"/>
                <a:gd name="T50" fmla="*/ 72 w 3875"/>
                <a:gd name="T51" fmla="*/ 1265 h 2480"/>
                <a:gd name="T52" fmla="*/ 75 w 3875"/>
                <a:gd name="T53" fmla="*/ 1288 h 2480"/>
                <a:gd name="T54" fmla="*/ 141 w 3875"/>
                <a:gd name="T55" fmla="*/ 1331 h 2480"/>
                <a:gd name="T56" fmla="*/ 289 w 3875"/>
                <a:gd name="T57" fmla="*/ 1414 h 2480"/>
                <a:gd name="T58" fmla="*/ 320 w 3875"/>
                <a:gd name="T59" fmla="*/ 1528 h 2480"/>
                <a:gd name="T60" fmla="*/ 296 w 3875"/>
                <a:gd name="T61" fmla="*/ 1662 h 2480"/>
                <a:gd name="T62" fmla="*/ 448 w 3875"/>
                <a:gd name="T63" fmla="*/ 1808 h 2480"/>
                <a:gd name="T64" fmla="*/ 621 w 3875"/>
                <a:gd name="T65" fmla="*/ 1877 h 2480"/>
                <a:gd name="T66" fmla="*/ 876 w 3875"/>
                <a:gd name="T67" fmla="*/ 1974 h 2480"/>
                <a:gd name="T68" fmla="*/ 923 w 3875"/>
                <a:gd name="T69" fmla="*/ 1965 h 2480"/>
                <a:gd name="T70" fmla="*/ 967 w 3875"/>
                <a:gd name="T71" fmla="*/ 1992 h 2480"/>
                <a:gd name="T72" fmla="*/ 1139 w 3875"/>
                <a:gd name="T73" fmla="*/ 1981 h 2480"/>
                <a:gd name="T74" fmla="*/ 1373 w 3875"/>
                <a:gd name="T75" fmla="*/ 1887 h 2480"/>
                <a:gd name="T76" fmla="*/ 1489 w 3875"/>
                <a:gd name="T77" fmla="*/ 1940 h 2480"/>
                <a:gd name="T78" fmla="*/ 1578 w 3875"/>
                <a:gd name="T79" fmla="*/ 2068 h 2480"/>
                <a:gd name="T80" fmla="*/ 1560 w 3875"/>
                <a:gd name="T81" fmla="*/ 2225 h 2480"/>
                <a:gd name="T82" fmla="*/ 1655 w 3875"/>
                <a:gd name="T83" fmla="*/ 2369 h 2480"/>
                <a:gd name="T84" fmla="*/ 1737 w 3875"/>
                <a:gd name="T85" fmla="*/ 2392 h 2480"/>
                <a:gd name="T86" fmla="*/ 1789 w 3875"/>
                <a:gd name="T87" fmla="*/ 2336 h 2480"/>
                <a:gd name="T88" fmla="*/ 1842 w 3875"/>
                <a:gd name="T89" fmla="*/ 2330 h 2480"/>
                <a:gd name="T90" fmla="*/ 1995 w 3875"/>
                <a:gd name="T91" fmla="*/ 2274 h 2480"/>
                <a:gd name="T92" fmla="*/ 2173 w 3875"/>
                <a:gd name="T93" fmla="*/ 2398 h 2480"/>
                <a:gd name="T94" fmla="*/ 2315 w 3875"/>
                <a:gd name="T95" fmla="*/ 2443 h 2480"/>
                <a:gd name="T96" fmla="*/ 2552 w 3875"/>
                <a:gd name="T97" fmla="*/ 2336 h 2480"/>
                <a:gd name="T98" fmla="*/ 2807 w 3875"/>
                <a:gd name="T99" fmla="*/ 2201 h 2480"/>
                <a:gd name="T100" fmla="*/ 2979 w 3875"/>
                <a:gd name="T101" fmla="*/ 1982 h 2480"/>
                <a:gd name="T102" fmla="*/ 2979 w 3875"/>
                <a:gd name="T103" fmla="*/ 1795 h 2480"/>
                <a:gd name="T104" fmla="*/ 2955 w 3875"/>
                <a:gd name="T105" fmla="*/ 1524 h 2480"/>
                <a:gd name="T106" fmla="*/ 3088 w 3875"/>
                <a:gd name="T107" fmla="*/ 1285 h 2480"/>
                <a:gd name="T108" fmla="*/ 2787 w 3875"/>
                <a:gd name="T109" fmla="*/ 1163 h 2480"/>
                <a:gd name="T110" fmla="*/ 3032 w 3875"/>
                <a:gd name="T111" fmla="*/ 1155 h 2480"/>
                <a:gd name="T112" fmla="*/ 3332 w 3875"/>
                <a:gd name="T113" fmla="*/ 1009 h 2480"/>
                <a:gd name="T114" fmla="*/ 3530 w 3875"/>
                <a:gd name="T115" fmla="*/ 912 h 2480"/>
                <a:gd name="T116" fmla="*/ 3604 w 3875"/>
                <a:gd name="T117" fmla="*/ 890 h 2480"/>
                <a:gd name="T118" fmla="*/ 3639 w 3875"/>
                <a:gd name="T119" fmla="*/ 742 h 2480"/>
                <a:gd name="T120" fmla="*/ 3835 w 3875"/>
                <a:gd name="T121" fmla="*/ 541 h 2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875" h="2480">
                  <a:moveTo>
                    <a:pt x="3861" y="477"/>
                  </a:moveTo>
                  <a:cubicBezTo>
                    <a:pt x="3852" y="470"/>
                    <a:pt x="3860" y="464"/>
                    <a:pt x="3868" y="460"/>
                  </a:cubicBezTo>
                  <a:cubicBezTo>
                    <a:pt x="3875" y="457"/>
                    <a:pt x="3870" y="450"/>
                    <a:pt x="3869" y="443"/>
                  </a:cubicBezTo>
                  <a:cubicBezTo>
                    <a:pt x="3868" y="436"/>
                    <a:pt x="3848" y="436"/>
                    <a:pt x="3836" y="436"/>
                  </a:cubicBezTo>
                  <a:cubicBezTo>
                    <a:pt x="3824" y="436"/>
                    <a:pt x="3828" y="447"/>
                    <a:pt x="3814" y="450"/>
                  </a:cubicBezTo>
                  <a:cubicBezTo>
                    <a:pt x="3799" y="452"/>
                    <a:pt x="3800" y="454"/>
                    <a:pt x="3791" y="460"/>
                  </a:cubicBezTo>
                  <a:cubicBezTo>
                    <a:pt x="3782" y="465"/>
                    <a:pt x="3768" y="464"/>
                    <a:pt x="3755" y="465"/>
                  </a:cubicBezTo>
                  <a:cubicBezTo>
                    <a:pt x="3742" y="466"/>
                    <a:pt x="3734" y="482"/>
                    <a:pt x="3724" y="492"/>
                  </a:cubicBezTo>
                  <a:cubicBezTo>
                    <a:pt x="3714" y="502"/>
                    <a:pt x="3703" y="500"/>
                    <a:pt x="3688" y="498"/>
                  </a:cubicBezTo>
                  <a:cubicBezTo>
                    <a:pt x="3672" y="497"/>
                    <a:pt x="3671" y="488"/>
                    <a:pt x="3661" y="494"/>
                  </a:cubicBezTo>
                  <a:cubicBezTo>
                    <a:pt x="3651" y="499"/>
                    <a:pt x="3640" y="497"/>
                    <a:pt x="3638" y="494"/>
                  </a:cubicBezTo>
                  <a:cubicBezTo>
                    <a:pt x="3635" y="492"/>
                    <a:pt x="3635" y="484"/>
                    <a:pt x="3622" y="478"/>
                  </a:cubicBezTo>
                  <a:cubicBezTo>
                    <a:pt x="3608" y="471"/>
                    <a:pt x="3620" y="462"/>
                    <a:pt x="3620" y="454"/>
                  </a:cubicBezTo>
                  <a:cubicBezTo>
                    <a:pt x="3620" y="446"/>
                    <a:pt x="3623" y="432"/>
                    <a:pt x="3615" y="426"/>
                  </a:cubicBezTo>
                  <a:cubicBezTo>
                    <a:pt x="3607" y="421"/>
                    <a:pt x="3609" y="415"/>
                    <a:pt x="3609" y="406"/>
                  </a:cubicBezTo>
                  <a:cubicBezTo>
                    <a:pt x="3609" y="396"/>
                    <a:pt x="3592" y="400"/>
                    <a:pt x="3578" y="396"/>
                  </a:cubicBezTo>
                  <a:cubicBezTo>
                    <a:pt x="3564" y="391"/>
                    <a:pt x="3560" y="374"/>
                    <a:pt x="3550" y="365"/>
                  </a:cubicBezTo>
                  <a:cubicBezTo>
                    <a:pt x="3540" y="356"/>
                    <a:pt x="3535" y="350"/>
                    <a:pt x="3520" y="358"/>
                  </a:cubicBezTo>
                  <a:cubicBezTo>
                    <a:pt x="3506" y="366"/>
                    <a:pt x="3494" y="348"/>
                    <a:pt x="3486" y="342"/>
                  </a:cubicBezTo>
                  <a:cubicBezTo>
                    <a:pt x="3479" y="336"/>
                    <a:pt x="3472" y="336"/>
                    <a:pt x="3466" y="346"/>
                  </a:cubicBezTo>
                  <a:cubicBezTo>
                    <a:pt x="3459" y="355"/>
                    <a:pt x="3453" y="346"/>
                    <a:pt x="3444" y="344"/>
                  </a:cubicBezTo>
                  <a:cubicBezTo>
                    <a:pt x="3436" y="343"/>
                    <a:pt x="3426" y="334"/>
                    <a:pt x="3418" y="326"/>
                  </a:cubicBezTo>
                  <a:cubicBezTo>
                    <a:pt x="3410" y="319"/>
                    <a:pt x="3410" y="306"/>
                    <a:pt x="3414" y="292"/>
                  </a:cubicBezTo>
                  <a:cubicBezTo>
                    <a:pt x="3418" y="278"/>
                    <a:pt x="3406" y="281"/>
                    <a:pt x="3402" y="269"/>
                  </a:cubicBezTo>
                  <a:cubicBezTo>
                    <a:pt x="3399" y="257"/>
                    <a:pt x="3400" y="253"/>
                    <a:pt x="3394" y="242"/>
                  </a:cubicBezTo>
                  <a:cubicBezTo>
                    <a:pt x="3388" y="232"/>
                    <a:pt x="3385" y="229"/>
                    <a:pt x="3377" y="221"/>
                  </a:cubicBezTo>
                  <a:cubicBezTo>
                    <a:pt x="3369" y="213"/>
                    <a:pt x="3370" y="210"/>
                    <a:pt x="3370" y="198"/>
                  </a:cubicBezTo>
                  <a:cubicBezTo>
                    <a:pt x="3369" y="185"/>
                    <a:pt x="3363" y="178"/>
                    <a:pt x="3361" y="171"/>
                  </a:cubicBezTo>
                  <a:cubicBezTo>
                    <a:pt x="3359" y="164"/>
                    <a:pt x="3358" y="161"/>
                    <a:pt x="3348" y="150"/>
                  </a:cubicBezTo>
                  <a:cubicBezTo>
                    <a:pt x="3338" y="138"/>
                    <a:pt x="3339" y="122"/>
                    <a:pt x="3338" y="108"/>
                  </a:cubicBezTo>
                  <a:cubicBezTo>
                    <a:pt x="3336" y="94"/>
                    <a:pt x="3321" y="92"/>
                    <a:pt x="3318" y="83"/>
                  </a:cubicBezTo>
                  <a:cubicBezTo>
                    <a:pt x="3316" y="74"/>
                    <a:pt x="3312" y="66"/>
                    <a:pt x="3301" y="62"/>
                  </a:cubicBezTo>
                  <a:cubicBezTo>
                    <a:pt x="3290" y="59"/>
                    <a:pt x="3286" y="50"/>
                    <a:pt x="3280" y="40"/>
                  </a:cubicBezTo>
                  <a:cubicBezTo>
                    <a:pt x="3274" y="30"/>
                    <a:pt x="3246" y="34"/>
                    <a:pt x="3232" y="34"/>
                  </a:cubicBezTo>
                  <a:cubicBezTo>
                    <a:pt x="3219" y="35"/>
                    <a:pt x="3214" y="32"/>
                    <a:pt x="3210" y="28"/>
                  </a:cubicBezTo>
                  <a:cubicBezTo>
                    <a:pt x="3206" y="23"/>
                    <a:pt x="3200" y="18"/>
                    <a:pt x="3189" y="16"/>
                  </a:cubicBezTo>
                  <a:cubicBezTo>
                    <a:pt x="3178" y="14"/>
                    <a:pt x="3166" y="5"/>
                    <a:pt x="3157" y="2"/>
                  </a:cubicBezTo>
                  <a:cubicBezTo>
                    <a:pt x="3148" y="0"/>
                    <a:pt x="3140" y="5"/>
                    <a:pt x="3126" y="9"/>
                  </a:cubicBezTo>
                  <a:cubicBezTo>
                    <a:pt x="3112" y="13"/>
                    <a:pt x="3107" y="8"/>
                    <a:pt x="3087" y="8"/>
                  </a:cubicBezTo>
                  <a:cubicBezTo>
                    <a:pt x="3067" y="8"/>
                    <a:pt x="3072" y="13"/>
                    <a:pt x="3059" y="16"/>
                  </a:cubicBezTo>
                  <a:cubicBezTo>
                    <a:pt x="3046" y="18"/>
                    <a:pt x="3036" y="17"/>
                    <a:pt x="3023" y="18"/>
                  </a:cubicBezTo>
                  <a:cubicBezTo>
                    <a:pt x="3010" y="18"/>
                    <a:pt x="3008" y="26"/>
                    <a:pt x="2998" y="26"/>
                  </a:cubicBezTo>
                  <a:cubicBezTo>
                    <a:pt x="2988" y="26"/>
                    <a:pt x="2989" y="29"/>
                    <a:pt x="2973" y="37"/>
                  </a:cubicBezTo>
                  <a:cubicBezTo>
                    <a:pt x="2957" y="45"/>
                    <a:pt x="2955" y="62"/>
                    <a:pt x="2943" y="65"/>
                  </a:cubicBezTo>
                  <a:cubicBezTo>
                    <a:pt x="2931" y="68"/>
                    <a:pt x="2932" y="71"/>
                    <a:pt x="2932" y="78"/>
                  </a:cubicBezTo>
                  <a:cubicBezTo>
                    <a:pt x="2932" y="86"/>
                    <a:pt x="2945" y="86"/>
                    <a:pt x="2957" y="85"/>
                  </a:cubicBezTo>
                  <a:cubicBezTo>
                    <a:pt x="2969" y="84"/>
                    <a:pt x="2970" y="96"/>
                    <a:pt x="2970" y="102"/>
                  </a:cubicBezTo>
                  <a:cubicBezTo>
                    <a:pt x="2970" y="108"/>
                    <a:pt x="2972" y="114"/>
                    <a:pt x="2977" y="118"/>
                  </a:cubicBezTo>
                  <a:cubicBezTo>
                    <a:pt x="2982" y="122"/>
                    <a:pt x="2982" y="124"/>
                    <a:pt x="2978" y="133"/>
                  </a:cubicBezTo>
                  <a:cubicBezTo>
                    <a:pt x="2974" y="142"/>
                    <a:pt x="2959" y="148"/>
                    <a:pt x="2946" y="155"/>
                  </a:cubicBezTo>
                  <a:cubicBezTo>
                    <a:pt x="2932" y="162"/>
                    <a:pt x="2927" y="178"/>
                    <a:pt x="2923" y="194"/>
                  </a:cubicBezTo>
                  <a:cubicBezTo>
                    <a:pt x="2919" y="209"/>
                    <a:pt x="2912" y="214"/>
                    <a:pt x="2906" y="226"/>
                  </a:cubicBezTo>
                  <a:cubicBezTo>
                    <a:pt x="2901" y="238"/>
                    <a:pt x="2896" y="246"/>
                    <a:pt x="2886" y="253"/>
                  </a:cubicBezTo>
                  <a:cubicBezTo>
                    <a:pt x="2876" y="260"/>
                    <a:pt x="2874" y="270"/>
                    <a:pt x="2880" y="275"/>
                  </a:cubicBezTo>
                  <a:cubicBezTo>
                    <a:pt x="2886" y="280"/>
                    <a:pt x="2891" y="284"/>
                    <a:pt x="2888" y="293"/>
                  </a:cubicBezTo>
                  <a:cubicBezTo>
                    <a:pt x="2886" y="302"/>
                    <a:pt x="2874" y="306"/>
                    <a:pt x="2862" y="306"/>
                  </a:cubicBezTo>
                  <a:cubicBezTo>
                    <a:pt x="2850" y="306"/>
                    <a:pt x="2848" y="314"/>
                    <a:pt x="2834" y="318"/>
                  </a:cubicBezTo>
                  <a:cubicBezTo>
                    <a:pt x="2820" y="322"/>
                    <a:pt x="2818" y="334"/>
                    <a:pt x="2804" y="343"/>
                  </a:cubicBezTo>
                  <a:cubicBezTo>
                    <a:pt x="2789" y="352"/>
                    <a:pt x="2786" y="344"/>
                    <a:pt x="2775" y="340"/>
                  </a:cubicBezTo>
                  <a:cubicBezTo>
                    <a:pt x="2764" y="336"/>
                    <a:pt x="2762" y="334"/>
                    <a:pt x="2742" y="332"/>
                  </a:cubicBezTo>
                  <a:cubicBezTo>
                    <a:pt x="2741" y="332"/>
                    <a:pt x="2740" y="331"/>
                    <a:pt x="2739" y="331"/>
                  </a:cubicBezTo>
                  <a:cubicBezTo>
                    <a:pt x="2739" y="331"/>
                    <a:pt x="2739" y="331"/>
                    <a:pt x="2738" y="331"/>
                  </a:cubicBezTo>
                  <a:cubicBezTo>
                    <a:pt x="2738" y="331"/>
                    <a:pt x="2737" y="331"/>
                    <a:pt x="2736" y="330"/>
                  </a:cubicBezTo>
                  <a:cubicBezTo>
                    <a:pt x="2736" y="330"/>
                    <a:pt x="2736" y="330"/>
                    <a:pt x="2736" y="330"/>
                  </a:cubicBezTo>
                  <a:cubicBezTo>
                    <a:pt x="2735" y="330"/>
                    <a:pt x="2734" y="330"/>
                    <a:pt x="2734" y="330"/>
                  </a:cubicBezTo>
                  <a:cubicBezTo>
                    <a:pt x="2734" y="330"/>
                    <a:pt x="2733" y="330"/>
                    <a:pt x="2733" y="329"/>
                  </a:cubicBezTo>
                  <a:cubicBezTo>
                    <a:pt x="2733" y="329"/>
                    <a:pt x="2732" y="329"/>
                    <a:pt x="2731" y="329"/>
                  </a:cubicBezTo>
                  <a:cubicBezTo>
                    <a:pt x="2731" y="329"/>
                    <a:pt x="2731" y="328"/>
                    <a:pt x="2731" y="328"/>
                  </a:cubicBezTo>
                  <a:cubicBezTo>
                    <a:pt x="2730" y="328"/>
                    <a:pt x="2730" y="328"/>
                    <a:pt x="2730" y="328"/>
                  </a:cubicBezTo>
                  <a:cubicBezTo>
                    <a:pt x="2729" y="327"/>
                    <a:pt x="2729" y="327"/>
                    <a:pt x="2729" y="327"/>
                  </a:cubicBezTo>
                  <a:cubicBezTo>
                    <a:pt x="2729" y="327"/>
                    <a:pt x="2728" y="327"/>
                    <a:pt x="2728" y="326"/>
                  </a:cubicBezTo>
                  <a:cubicBezTo>
                    <a:pt x="2728" y="326"/>
                    <a:pt x="2728" y="326"/>
                    <a:pt x="2728" y="326"/>
                  </a:cubicBezTo>
                  <a:cubicBezTo>
                    <a:pt x="2727" y="326"/>
                    <a:pt x="2727" y="325"/>
                    <a:pt x="2726" y="325"/>
                  </a:cubicBezTo>
                  <a:cubicBezTo>
                    <a:pt x="2726" y="325"/>
                    <a:pt x="2726" y="325"/>
                    <a:pt x="2726" y="325"/>
                  </a:cubicBezTo>
                  <a:cubicBezTo>
                    <a:pt x="2726" y="324"/>
                    <a:pt x="2726" y="324"/>
                    <a:pt x="2725" y="324"/>
                  </a:cubicBezTo>
                  <a:cubicBezTo>
                    <a:pt x="2725" y="324"/>
                    <a:pt x="2725" y="324"/>
                    <a:pt x="2725" y="323"/>
                  </a:cubicBezTo>
                  <a:cubicBezTo>
                    <a:pt x="2725" y="323"/>
                    <a:pt x="2724" y="323"/>
                    <a:pt x="2724" y="322"/>
                  </a:cubicBezTo>
                  <a:cubicBezTo>
                    <a:pt x="2724" y="322"/>
                    <a:pt x="2724" y="322"/>
                    <a:pt x="2724" y="322"/>
                  </a:cubicBezTo>
                  <a:cubicBezTo>
                    <a:pt x="2724" y="322"/>
                    <a:pt x="2723" y="321"/>
                    <a:pt x="2723" y="321"/>
                  </a:cubicBezTo>
                  <a:cubicBezTo>
                    <a:pt x="2723" y="321"/>
                    <a:pt x="2723" y="321"/>
                    <a:pt x="2723" y="321"/>
                  </a:cubicBezTo>
                  <a:cubicBezTo>
                    <a:pt x="2723" y="320"/>
                    <a:pt x="2723" y="320"/>
                    <a:pt x="2722" y="319"/>
                  </a:cubicBezTo>
                  <a:cubicBezTo>
                    <a:pt x="2722" y="319"/>
                    <a:pt x="2722" y="319"/>
                    <a:pt x="2722" y="319"/>
                  </a:cubicBezTo>
                  <a:cubicBezTo>
                    <a:pt x="2722" y="318"/>
                    <a:pt x="2722" y="318"/>
                    <a:pt x="2721" y="317"/>
                  </a:cubicBezTo>
                  <a:cubicBezTo>
                    <a:pt x="2721" y="317"/>
                    <a:pt x="2721" y="317"/>
                    <a:pt x="2721" y="317"/>
                  </a:cubicBezTo>
                  <a:cubicBezTo>
                    <a:pt x="2710" y="334"/>
                    <a:pt x="2703" y="360"/>
                    <a:pt x="2693" y="368"/>
                  </a:cubicBezTo>
                  <a:cubicBezTo>
                    <a:pt x="2681" y="378"/>
                    <a:pt x="2688" y="394"/>
                    <a:pt x="2676" y="405"/>
                  </a:cubicBezTo>
                  <a:cubicBezTo>
                    <a:pt x="2664" y="416"/>
                    <a:pt x="2668" y="419"/>
                    <a:pt x="2668" y="437"/>
                  </a:cubicBezTo>
                  <a:cubicBezTo>
                    <a:pt x="2668" y="455"/>
                    <a:pt x="2665" y="453"/>
                    <a:pt x="2650" y="456"/>
                  </a:cubicBezTo>
                  <a:cubicBezTo>
                    <a:pt x="2635" y="459"/>
                    <a:pt x="2647" y="477"/>
                    <a:pt x="2663" y="491"/>
                  </a:cubicBezTo>
                  <a:cubicBezTo>
                    <a:pt x="2679" y="505"/>
                    <a:pt x="2682" y="489"/>
                    <a:pt x="2686" y="483"/>
                  </a:cubicBezTo>
                  <a:cubicBezTo>
                    <a:pt x="2690" y="477"/>
                    <a:pt x="2721" y="485"/>
                    <a:pt x="2735" y="481"/>
                  </a:cubicBezTo>
                  <a:cubicBezTo>
                    <a:pt x="2749" y="477"/>
                    <a:pt x="2750" y="494"/>
                    <a:pt x="2762" y="495"/>
                  </a:cubicBezTo>
                  <a:cubicBezTo>
                    <a:pt x="2774" y="496"/>
                    <a:pt x="2781" y="481"/>
                    <a:pt x="2789" y="473"/>
                  </a:cubicBezTo>
                  <a:cubicBezTo>
                    <a:pt x="2797" y="465"/>
                    <a:pt x="2821" y="468"/>
                    <a:pt x="2828" y="471"/>
                  </a:cubicBezTo>
                  <a:cubicBezTo>
                    <a:pt x="2835" y="474"/>
                    <a:pt x="2858" y="482"/>
                    <a:pt x="2865" y="494"/>
                  </a:cubicBezTo>
                  <a:cubicBezTo>
                    <a:pt x="2872" y="506"/>
                    <a:pt x="2901" y="528"/>
                    <a:pt x="2916" y="539"/>
                  </a:cubicBezTo>
                  <a:cubicBezTo>
                    <a:pt x="2931" y="550"/>
                    <a:pt x="2931" y="569"/>
                    <a:pt x="2926" y="575"/>
                  </a:cubicBezTo>
                  <a:cubicBezTo>
                    <a:pt x="2921" y="581"/>
                    <a:pt x="2909" y="577"/>
                    <a:pt x="2893" y="583"/>
                  </a:cubicBezTo>
                  <a:cubicBezTo>
                    <a:pt x="2877" y="589"/>
                    <a:pt x="2877" y="577"/>
                    <a:pt x="2868" y="571"/>
                  </a:cubicBezTo>
                  <a:cubicBezTo>
                    <a:pt x="2859" y="565"/>
                    <a:pt x="2844" y="569"/>
                    <a:pt x="2829" y="569"/>
                  </a:cubicBezTo>
                  <a:cubicBezTo>
                    <a:pt x="2814" y="569"/>
                    <a:pt x="2807" y="586"/>
                    <a:pt x="2787" y="585"/>
                  </a:cubicBezTo>
                  <a:cubicBezTo>
                    <a:pt x="2767" y="584"/>
                    <a:pt x="2760" y="598"/>
                    <a:pt x="2733" y="601"/>
                  </a:cubicBezTo>
                  <a:cubicBezTo>
                    <a:pt x="2706" y="604"/>
                    <a:pt x="2702" y="622"/>
                    <a:pt x="2694" y="642"/>
                  </a:cubicBezTo>
                  <a:cubicBezTo>
                    <a:pt x="2686" y="662"/>
                    <a:pt x="2676" y="665"/>
                    <a:pt x="2657" y="678"/>
                  </a:cubicBezTo>
                  <a:cubicBezTo>
                    <a:pt x="2638" y="691"/>
                    <a:pt x="2608" y="677"/>
                    <a:pt x="2592" y="677"/>
                  </a:cubicBezTo>
                  <a:cubicBezTo>
                    <a:pt x="2576" y="677"/>
                    <a:pt x="2569" y="709"/>
                    <a:pt x="2557" y="712"/>
                  </a:cubicBezTo>
                  <a:cubicBezTo>
                    <a:pt x="2545" y="715"/>
                    <a:pt x="2537" y="724"/>
                    <a:pt x="2521" y="729"/>
                  </a:cubicBezTo>
                  <a:cubicBezTo>
                    <a:pt x="2505" y="734"/>
                    <a:pt x="2492" y="726"/>
                    <a:pt x="2477" y="724"/>
                  </a:cubicBezTo>
                  <a:cubicBezTo>
                    <a:pt x="2462" y="722"/>
                    <a:pt x="2462" y="717"/>
                    <a:pt x="2447" y="705"/>
                  </a:cubicBezTo>
                  <a:cubicBezTo>
                    <a:pt x="2432" y="693"/>
                    <a:pt x="2428" y="705"/>
                    <a:pt x="2412" y="708"/>
                  </a:cubicBezTo>
                  <a:cubicBezTo>
                    <a:pt x="2396" y="711"/>
                    <a:pt x="2400" y="736"/>
                    <a:pt x="2392" y="741"/>
                  </a:cubicBezTo>
                  <a:cubicBezTo>
                    <a:pt x="2384" y="746"/>
                    <a:pt x="2384" y="752"/>
                    <a:pt x="2382" y="758"/>
                  </a:cubicBezTo>
                  <a:cubicBezTo>
                    <a:pt x="2380" y="764"/>
                    <a:pt x="2392" y="780"/>
                    <a:pt x="2409" y="789"/>
                  </a:cubicBezTo>
                  <a:cubicBezTo>
                    <a:pt x="2426" y="798"/>
                    <a:pt x="2421" y="810"/>
                    <a:pt x="2413" y="815"/>
                  </a:cubicBezTo>
                  <a:cubicBezTo>
                    <a:pt x="2405" y="820"/>
                    <a:pt x="2403" y="829"/>
                    <a:pt x="2374" y="837"/>
                  </a:cubicBezTo>
                  <a:cubicBezTo>
                    <a:pt x="2345" y="845"/>
                    <a:pt x="2348" y="862"/>
                    <a:pt x="2333" y="875"/>
                  </a:cubicBezTo>
                  <a:cubicBezTo>
                    <a:pt x="2318" y="888"/>
                    <a:pt x="2308" y="894"/>
                    <a:pt x="2292" y="894"/>
                  </a:cubicBezTo>
                  <a:cubicBezTo>
                    <a:pt x="2276" y="894"/>
                    <a:pt x="2259" y="906"/>
                    <a:pt x="2246" y="910"/>
                  </a:cubicBezTo>
                  <a:cubicBezTo>
                    <a:pt x="2233" y="914"/>
                    <a:pt x="2221" y="914"/>
                    <a:pt x="2193" y="911"/>
                  </a:cubicBezTo>
                  <a:cubicBezTo>
                    <a:pt x="2165" y="908"/>
                    <a:pt x="2157" y="911"/>
                    <a:pt x="2143" y="911"/>
                  </a:cubicBezTo>
                  <a:cubicBezTo>
                    <a:pt x="2129" y="911"/>
                    <a:pt x="2101" y="919"/>
                    <a:pt x="2086" y="922"/>
                  </a:cubicBezTo>
                  <a:cubicBezTo>
                    <a:pt x="2071" y="925"/>
                    <a:pt x="2054" y="940"/>
                    <a:pt x="2036" y="941"/>
                  </a:cubicBezTo>
                  <a:cubicBezTo>
                    <a:pt x="2018" y="942"/>
                    <a:pt x="2022" y="956"/>
                    <a:pt x="2009" y="956"/>
                  </a:cubicBezTo>
                  <a:cubicBezTo>
                    <a:pt x="1996" y="956"/>
                    <a:pt x="1996" y="961"/>
                    <a:pt x="1985" y="973"/>
                  </a:cubicBezTo>
                  <a:cubicBezTo>
                    <a:pt x="1974" y="985"/>
                    <a:pt x="1958" y="977"/>
                    <a:pt x="1945" y="963"/>
                  </a:cubicBezTo>
                  <a:cubicBezTo>
                    <a:pt x="1932" y="949"/>
                    <a:pt x="1916" y="959"/>
                    <a:pt x="1902" y="961"/>
                  </a:cubicBezTo>
                  <a:cubicBezTo>
                    <a:pt x="1888" y="963"/>
                    <a:pt x="1884" y="962"/>
                    <a:pt x="1873" y="955"/>
                  </a:cubicBezTo>
                  <a:cubicBezTo>
                    <a:pt x="1862" y="948"/>
                    <a:pt x="1863" y="944"/>
                    <a:pt x="1846" y="944"/>
                  </a:cubicBezTo>
                  <a:cubicBezTo>
                    <a:pt x="1829" y="944"/>
                    <a:pt x="1827" y="937"/>
                    <a:pt x="1813" y="937"/>
                  </a:cubicBezTo>
                  <a:cubicBezTo>
                    <a:pt x="1799" y="937"/>
                    <a:pt x="1800" y="932"/>
                    <a:pt x="1775" y="913"/>
                  </a:cubicBezTo>
                  <a:cubicBezTo>
                    <a:pt x="1750" y="894"/>
                    <a:pt x="1720" y="906"/>
                    <a:pt x="1706" y="900"/>
                  </a:cubicBezTo>
                  <a:cubicBezTo>
                    <a:pt x="1692" y="894"/>
                    <a:pt x="1681" y="894"/>
                    <a:pt x="1669" y="893"/>
                  </a:cubicBezTo>
                  <a:cubicBezTo>
                    <a:pt x="1657" y="892"/>
                    <a:pt x="1648" y="893"/>
                    <a:pt x="1630" y="901"/>
                  </a:cubicBezTo>
                  <a:cubicBezTo>
                    <a:pt x="1612" y="909"/>
                    <a:pt x="1583" y="898"/>
                    <a:pt x="1570" y="898"/>
                  </a:cubicBezTo>
                  <a:cubicBezTo>
                    <a:pt x="1557" y="898"/>
                    <a:pt x="1534" y="902"/>
                    <a:pt x="1514" y="891"/>
                  </a:cubicBezTo>
                  <a:cubicBezTo>
                    <a:pt x="1494" y="880"/>
                    <a:pt x="1467" y="886"/>
                    <a:pt x="1453" y="887"/>
                  </a:cubicBezTo>
                  <a:cubicBezTo>
                    <a:pt x="1439" y="888"/>
                    <a:pt x="1433" y="893"/>
                    <a:pt x="1425" y="876"/>
                  </a:cubicBezTo>
                  <a:cubicBezTo>
                    <a:pt x="1417" y="859"/>
                    <a:pt x="1415" y="865"/>
                    <a:pt x="1404" y="856"/>
                  </a:cubicBezTo>
                  <a:cubicBezTo>
                    <a:pt x="1393" y="847"/>
                    <a:pt x="1391" y="839"/>
                    <a:pt x="1390" y="828"/>
                  </a:cubicBezTo>
                  <a:cubicBezTo>
                    <a:pt x="1389" y="817"/>
                    <a:pt x="1389" y="809"/>
                    <a:pt x="1378" y="802"/>
                  </a:cubicBezTo>
                  <a:cubicBezTo>
                    <a:pt x="1367" y="795"/>
                    <a:pt x="1374" y="792"/>
                    <a:pt x="1369" y="782"/>
                  </a:cubicBezTo>
                  <a:cubicBezTo>
                    <a:pt x="1364" y="772"/>
                    <a:pt x="1353" y="771"/>
                    <a:pt x="1338" y="769"/>
                  </a:cubicBezTo>
                  <a:cubicBezTo>
                    <a:pt x="1323" y="767"/>
                    <a:pt x="1310" y="755"/>
                    <a:pt x="1304" y="748"/>
                  </a:cubicBezTo>
                  <a:cubicBezTo>
                    <a:pt x="1298" y="741"/>
                    <a:pt x="1290" y="741"/>
                    <a:pt x="1280" y="738"/>
                  </a:cubicBezTo>
                  <a:cubicBezTo>
                    <a:pt x="1270" y="735"/>
                    <a:pt x="1265" y="732"/>
                    <a:pt x="1257" y="719"/>
                  </a:cubicBezTo>
                  <a:cubicBezTo>
                    <a:pt x="1249" y="706"/>
                    <a:pt x="1222" y="711"/>
                    <a:pt x="1211" y="710"/>
                  </a:cubicBezTo>
                  <a:cubicBezTo>
                    <a:pt x="1200" y="709"/>
                    <a:pt x="1192" y="711"/>
                    <a:pt x="1179" y="711"/>
                  </a:cubicBezTo>
                  <a:cubicBezTo>
                    <a:pt x="1166" y="711"/>
                    <a:pt x="1162" y="708"/>
                    <a:pt x="1149" y="704"/>
                  </a:cubicBezTo>
                  <a:cubicBezTo>
                    <a:pt x="1136" y="700"/>
                    <a:pt x="1113" y="704"/>
                    <a:pt x="1095" y="702"/>
                  </a:cubicBezTo>
                  <a:cubicBezTo>
                    <a:pt x="1077" y="700"/>
                    <a:pt x="1085" y="691"/>
                    <a:pt x="1069" y="683"/>
                  </a:cubicBezTo>
                  <a:cubicBezTo>
                    <a:pt x="1053" y="675"/>
                    <a:pt x="1062" y="671"/>
                    <a:pt x="1063" y="662"/>
                  </a:cubicBezTo>
                  <a:cubicBezTo>
                    <a:pt x="1064" y="653"/>
                    <a:pt x="1070" y="643"/>
                    <a:pt x="1083" y="634"/>
                  </a:cubicBezTo>
                  <a:cubicBezTo>
                    <a:pt x="1096" y="625"/>
                    <a:pt x="1087" y="623"/>
                    <a:pt x="1080" y="618"/>
                  </a:cubicBezTo>
                  <a:cubicBezTo>
                    <a:pt x="1073" y="613"/>
                    <a:pt x="1075" y="598"/>
                    <a:pt x="1089" y="592"/>
                  </a:cubicBezTo>
                  <a:cubicBezTo>
                    <a:pt x="1103" y="586"/>
                    <a:pt x="1097" y="575"/>
                    <a:pt x="1085" y="570"/>
                  </a:cubicBezTo>
                  <a:cubicBezTo>
                    <a:pt x="1073" y="565"/>
                    <a:pt x="1076" y="555"/>
                    <a:pt x="1063" y="545"/>
                  </a:cubicBezTo>
                  <a:cubicBezTo>
                    <a:pt x="1050" y="535"/>
                    <a:pt x="1048" y="525"/>
                    <a:pt x="1047" y="515"/>
                  </a:cubicBezTo>
                  <a:cubicBezTo>
                    <a:pt x="1046" y="505"/>
                    <a:pt x="1040" y="500"/>
                    <a:pt x="1037" y="495"/>
                  </a:cubicBezTo>
                  <a:cubicBezTo>
                    <a:pt x="1034" y="490"/>
                    <a:pt x="1025" y="481"/>
                    <a:pt x="1017" y="479"/>
                  </a:cubicBezTo>
                  <a:cubicBezTo>
                    <a:pt x="1009" y="477"/>
                    <a:pt x="1003" y="478"/>
                    <a:pt x="999" y="471"/>
                  </a:cubicBezTo>
                  <a:cubicBezTo>
                    <a:pt x="995" y="464"/>
                    <a:pt x="977" y="471"/>
                    <a:pt x="964" y="470"/>
                  </a:cubicBezTo>
                  <a:cubicBezTo>
                    <a:pt x="951" y="469"/>
                    <a:pt x="934" y="452"/>
                    <a:pt x="932" y="446"/>
                  </a:cubicBezTo>
                  <a:cubicBezTo>
                    <a:pt x="930" y="440"/>
                    <a:pt x="927" y="438"/>
                    <a:pt x="913" y="433"/>
                  </a:cubicBezTo>
                  <a:cubicBezTo>
                    <a:pt x="899" y="428"/>
                    <a:pt x="897" y="423"/>
                    <a:pt x="895" y="416"/>
                  </a:cubicBezTo>
                  <a:cubicBezTo>
                    <a:pt x="893" y="409"/>
                    <a:pt x="889" y="409"/>
                    <a:pt x="885" y="398"/>
                  </a:cubicBezTo>
                  <a:cubicBezTo>
                    <a:pt x="883" y="394"/>
                    <a:pt x="883" y="388"/>
                    <a:pt x="884" y="382"/>
                  </a:cubicBezTo>
                  <a:cubicBezTo>
                    <a:pt x="883" y="382"/>
                    <a:pt x="883" y="382"/>
                    <a:pt x="882" y="382"/>
                  </a:cubicBezTo>
                  <a:cubicBezTo>
                    <a:pt x="882" y="382"/>
                    <a:pt x="882" y="382"/>
                    <a:pt x="882" y="382"/>
                  </a:cubicBezTo>
                  <a:cubicBezTo>
                    <a:pt x="882" y="382"/>
                    <a:pt x="881" y="382"/>
                    <a:pt x="881" y="383"/>
                  </a:cubicBezTo>
                  <a:cubicBezTo>
                    <a:pt x="880" y="383"/>
                    <a:pt x="880" y="383"/>
                    <a:pt x="880" y="383"/>
                  </a:cubicBezTo>
                  <a:cubicBezTo>
                    <a:pt x="878" y="383"/>
                    <a:pt x="875" y="382"/>
                    <a:pt x="873" y="382"/>
                  </a:cubicBezTo>
                  <a:cubicBezTo>
                    <a:pt x="872" y="382"/>
                    <a:pt x="872" y="382"/>
                    <a:pt x="872" y="382"/>
                  </a:cubicBezTo>
                  <a:cubicBezTo>
                    <a:pt x="872" y="382"/>
                    <a:pt x="871" y="382"/>
                    <a:pt x="871" y="382"/>
                  </a:cubicBezTo>
                  <a:cubicBezTo>
                    <a:pt x="870" y="382"/>
                    <a:pt x="870" y="382"/>
                    <a:pt x="869" y="382"/>
                  </a:cubicBezTo>
                  <a:cubicBezTo>
                    <a:pt x="860" y="381"/>
                    <a:pt x="855" y="384"/>
                    <a:pt x="849" y="377"/>
                  </a:cubicBezTo>
                  <a:cubicBezTo>
                    <a:pt x="847" y="374"/>
                    <a:pt x="843" y="372"/>
                    <a:pt x="839" y="371"/>
                  </a:cubicBezTo>
                  <a:cubicBezTo>
                    <a:pt x="839" y="371"/>
                    <a:pt x="839" y="371"/>
                    <a:pt x="839" y="371"/>
                  </a:cubicBezTo>
                  <a:cubicBezTo>
                    <a:pt x="839" y="372"/>
                    <a:pt x="838" y="373"/>
                    <a:pt x="838" y="374"/>
                  </a:cubicBezTo>
                  <a:cubicBezTo>
                    <a:pt x="838" y="374"/>
                    <a:pt x="838" y="374"/>
                    <a:pt x="838" y="374"/>
                  </a:cubicBezTo>
                  <a:cubicBezTo>
                    <a:pt x="837" y="374"/>
                    <a:pt x="837" y="375"/>
                    <a:pt x="836" y="376"/>
                  </a:cubicBezTo>
                  <a:cubicBezTo>
                    <a:pt x="836" y="376"/>
                    <a:pt x="836" y="376"/>
                    <a:pt x="835" y="376"/>
                  </a:cubicBezTo>
                  <a:cubicBezTo>
                    <a:pt x="835" y="377"/>
                    <a:pt x="834" y="378"/>
                    <a:pt x="833" y="379"/>
                  </a:cubicBezTo>
                  <a:cubicBezTo>
                    <a:pt x="833" y="379"/>
                    <a:pt x="833" y="379"/>
                    <a:pt x="833" y="379"/>
                  </a:cubicBezTo>
                  <a:cubicBezTo>
                    <a:pt x="832" y="380"/>
                    <a:pt x="831" y="380"/>
                    <a:pt x="830" y="381"/>
                  </a:cubicBezTo>
                  <a:cubicBezTo>
                    <a:pt x="819" y="388"/>
                    <a:pt x="824" y="391"/>
                    <a:pt x="822" y="414"/>
                  </a:cubicBezTo>
                  <a:cubicBezTo>
                    <a:pt x="820" y="436"/>
                    <a:pt x="793" y="436"/>
                    <a:pt x="772" y="436"/>
                  </a:cubicBezTo>
                  <a:cubicBezTo>
                    <a:pt x="752" y="436"/>
                    <a:pt x="744" y="464"/>
                    <a:pt x="743" y="474"/>
                  </a:cubicBezTo>
                  <a:cubicBezTo>
                    <a:pt x="742" y="484"/>
                    <a:pt x="744" y="496"/>
                    <a:pt x="749" y="504"/>
                  </a:cubicBezTo>
                  <a:cubicBezTo>
                    <a:pt x="754" y="512"/>
                    <a:pt x="751" y="516"/>
                    <a:pt x="752" y="528"/>
                  </a:cubicBezTo>
                  <a:cubicBezTo>
                    <a:pt x="754" y="540"/>
                    <a:pt x="748" y="544"/>
                    <a:pt x="740" y="545"/>
                  </a:cubicBezTo>
                  <a:cubicBezTo>
                    <a:pt x="732" y="546"/>
                    <a:pt x="727" y="549"/>
                    <a:pt x="719" y="557"/>
                  </a:cubicBezTo>
                  <a:cubicBezTo>
                    <a:pt x="711" y="565"/>
                    <a:pt x="704" y="566"/>
                    <a:pt x="693" y="560"/>
                  </a:cubicBezTo>
                  <a:cubicBezTo>
                    <a:pt x="682" y="554"/>
                    <a:pt x="670" y="555"/>
                    <a:pt x="647" y="557"/>
                  </a:cubicBezTo>
                  <a:cubicBezTo>
                    <a:pt x="624" y="559"/>
                    <a:pt x="634" y="551"/>
                    <a:pt x="610" y="540"/>
                  </a:cubicBezTo>
                  <a:cubicBezTo>
                    <a:pt x="586" y="528"/>
                    <a:pt x="587" y="546"/>
                    <a:pt x="583" y="554"/>
                  </a:cubicBezTo>
                  <a:cubicBezTo>
                    <a:pt x="579" y="563"/>
                    <a:pt x="575" y="573"/>
                    <a:pt x="571" y="589"/>
                  </a:cubicBezTo>
                  <a:cubicBezTo>
                    <a:pt x="567" y="605"/>
                    <a:pt x="572" y="605"/>
                    <a:pt x="560" y="613"/>
                  </a:cubicBezTo>
                  <a:cubicBezTo>
                    <a:pt x="548" y="621"/>
                    <a:pt x="542" y="657"/>
                    <a:pt x="540" y="664"/>
                  </a:cubicBezTo>
                  <a:cubicBezTo>
                    <a:pt x="539" y="672"/>
                    <a:pt x="542" y="678"/>
                    <a:pt x="553" y="678"/>
                  </a:cubicBezTo>
                  <a:cubicBezTo>
                    <a:pt x="564" y="678"/>
                    <a:pt x="563" y="686"/>
                    <a:pt x="560" y="694"/>
                  </a:cubicBezTo>
                  <a:cubicBezTo>
                    <a:pt x="556" y="703"/>
                    <a:pt x="543" y="703"/>
                    <a:pt x="524" y="702"/>
                  </a:cubicBezTo>
                  <a:cubicBezTo>
                    <a:pt x="504" y="700"/>
                    <a:pt x="507" y="690"/>
                    <a:pt x="494" y="687"/>
                  </a:cubicBezTo>
                  <a:cubicBezTo>
                    <a:pt x="482" y="684"/>
                    <a:pt x="466" y="690"/>
                    <a:pt x="461" y="699"/>
                  </a:cubicBezTo>
                  <a:cubicBezTo>
                    <a:pt x="456" y="708"/>
                    <a:pt x="420" y="699"/>
                    <a:pt x="419" y="705"/>
                  </a:cubicBezTo>
                  <a:cubicBezTo>
                    <a:pt x="418" y="711"/>
                    <a:pt x="393" y="704"/>
                    <a:pt x="391" y="714"/>
                  </a:cubicBezTo>
                  <a:cubicBezTo>
                    <a:pt x="389" y="725"/>
                    <a:pt x="393" y="730"/>
                    <a:pt x="407" y="730"/>
                  </a:cubicBezTo>
                  <a:cubicBezTo>
                    <a:pt x="421" y="730"/>
                    <a:pt x="416" y="757"/>
                    <a:pt x="416" y="776"/>
                  </a:cubicBezTo>
                  <a:cubicBezTo>
                    <a:pt x="417" y="794"/>
                    <a:pt x="416" y="798"/>
                    <a:pt x="428" y="807"/>
                  </a:cubicBezTo>
                  <a:cubicBezTo>
                    <a:pt x="440" y="816"/>
                    <a:pt x="435" y="828"/>
                    <a:pt x="440" y="846"/>
                  </a:cubicBezTo>
                  <a:cubicBezTo>
                    <a:pt x="446" y="864"/>
                    <a:pt x="436" y="862"/>
                    <a:pt x="432" y="872"/>
                  </a:cubicBezTo>
                  <a:cubicBezTo>
                    <a:pt x="429" y="882"/>
                    <a:pt x="410" y="881"/>
                    <a:pt x="405" y="891"/>
                  </a:cubicBezTo>
                  <a:cubicBezTo>
                    <a:pt x="405" y="892"/>
                    <a:pt x="404" y="892"/>
                    <a:pt x="404" y="893"/>
                  </a:cubicBezTo>
                  <a:cubicBezTo>
                    <a:pt x="404" y="893"/>
                    <a:pt x="404" y="894"/>
                    <a:pt x="404" y="894"/>
                  </a:cubicBezTo>
                  <a:cubicBezTo>
                    <a:pt x="404" y="895"/>
                    <a:pt x="404" y="895"/>
                    <a:pt x="403" y="896"/>
                  </a:cubicBezTo>
                  <a:cubicBezTo>
                    <a:pt x="403" y="896"/>
                    <a:pt x="403" y="897"/>
                    <a:pt x="403" y="897"/>
                  </a:cubicBezTo>
                  <a:cubicBezTo>
                    <a:pt x="403" y="898"/>
                    <a:pt x="403" y="898"/>
                    <a:pt x="403" y="899"/>
                  </a:cubicBezTo>
                  <a:cubicBezTo>
                    <a:pt x="403" y="899"/>
                    <a:pt x="403" y="900"/>
                    <a:pt x="403" y="900"/>
                  </a:cubicBezTo>
                  <a:cubicBezTo>
                    <a:pt x="403" y="901"/>
                    <a:pt x="403" y="901"/>
                    <a:pt x="403" y="902"/>
                  </a:cubicBezTo>
                  <a:cubicBezTo>
                    <a:pt x="403" y="903"/>
                    <a:pt x="403" y="903"/>
                    <a:pt x="403" y="903"/>
                  </a:cubicBezTo>
                  <a:cubicBezTo>
                    <a:pt x="403" y="904"/>
                    <a:pt x="403" y="905"/>
                    <a:pt x="403" y="906"/>
                  </a:cubicBezTo>
                  <a:cubicBezTo>
                    <a:pt x="403" y="906"/>
                    <a:pt x="403" y="906"/>
                    <a:pt x="403" y="907"/>
                  </a:cubicBezTo>
                  <a:cubicBezTo>
                    <a:pt x="403" y="908"/>
                    <a:pt x="403" y="909"/>
                    <a:pt x="403" y="909"/>
                  </a:cubicBezTo>
                  <a:cubicBezTo>
                    <a:pt x="403" y="910"/>
                    <a:pt x="403" y="910"/>
                    <a:pt x="403" y="910"/>
                  </a:cubicBezTo>
                  <a:cubicBezTo>
                    <a:pt x="403" y="911"/>
                    <a:pt x="403" y="913"/>
                    <a:pt x="403" y="914"/>
                  </a:cubicBezTo>
                  <a:cubicBezTo>
                    <a:pt x="403" y="914"/>
                    <a:pt x="403" y="914"/>
                    <a:pt x="403" y="914"/>
                  </a:cubicBezTo>
                  <a:cubicBezTo>
                    <a:pt x="404" y="915"/>
                    <a:pt x="404" y="917"/>
                    <a:pt x="404" y="918"/>
                  </a:cubicBezTo>
                  <a:cubicBezTo>
                    <a:pt x="404" y="920"/>
                    <a:pt x="404" y="923"/>
                    <a:pt x="405" y="925"/>
                  </a:cubicBezTo>
                  <a:cubicBezTo>
                    <a:pt x="405" y="926"/>
                    <a:pt x="405" y="926"/>
                    <a:pt x="405" y="926"/>
                  </a:cubicBezTo>
                  <a:cubicBezTo>
                    <a:pt x="405" y="927"/>
                    <a:pt x="405" y="927"/>
                    <a:pt x="405" y="928"/>
                  </a:cubicBezTo>
                  <a:cubicBezTo>
                    <a:pt x="405" y="929"/>
                    <a:pt x="405" y="929"/>
                    <a:pt x="405" y="929"/>
                  </a:cubicBezTo>
                  <a:cubicBezTo>
                    <a:pt x="405" y="930"/>
                    <a:pt x="405" y="931"/>
                    <a:pt x="405" y="931"/>
                  </a:cubicBezTo>
                  <a:cubicBezTo>
                    <a:pt x="405" y="932"/>
                    <a:pt x="405" y="932"/>
                    <a:pt x="405" y="932"/>
                  </a:cubicBezTo>
                  <a:cubicBezTo>
                    <a:pt x="405" y="933"/>
                    <a:pt x="405" y="934"/>
                    <a:pt x="405" y="934"/>
                  </a:cubicBezTo>
                  <a:cubicBezTo>
                    <a:pt x="405" y="934"/>
                    <a:pt x="405" y="935"/>
                    <a:pt x="405" y="935"/>
                  </a:cubicBezTo>
                  <a:cubicBezTo>
                    <a:pt x="405" y="936"/>
                    <a:pt x="405" y="936"/>
                    <a:pt x="405" y="937"/>
                  </a:cubicBezTo>
                  <a:cubicBezTo>
                    <a:pt x="405" y="937"/>
                    <a:pt x="405" y="937"/>
                    <a:pt x="405" y="938"/>
                  </a:cubicBezTo>
                  <a:cubicBezTo>
                    <a:pt x="405" y="938"/>
                    <a:pt x="405" y="939"/>
                    <a:pt x="405" y="940"/>
                  </a:cubicBezTo>
                  <a:cubicBezTo>
                    <a:pt x="404" y="950"/>
                    <a:pt x="397" y="948"/>
                    <a:pt x="382" y="950"/>
                  </a:cubicBezTo>
                  <a:cubicBezTo>
                    <a:pt x="366" y="952"/>
                    <a:pt x="356" y="959"/>
                    <a:pt x="338" y="967"/>
                  </a:cubicBezTo>
                  <a:cubicBezTo>
                    <a:pt x="319" y="975"/>
                    <a:pt x="288" y="992"/>
                    <a:pt x="286" y="1006"/>
                  </a:cubicBezTo>
                  <a:cubicBezTo>
                    <a:pt x="284" y="1021"/>
                    <a:pt x="230" y="1016"/>
                    <a:pt x="214" y="1016"/>
                  </a:cubicBezTo>
                  <a:cubicBezTo>
                    <a:pt x="198" y="1016"/>
                    <a:pt x="184" y="1019"/>
                    <a:pt x="180" y="1044"/>
                  </a:cubicBezTo>
                  <a:cubicBezTo>
                    <a:pt x="176" y="1070"/>
                    <a:pt x="160" y="1066"/>
                    <a:pt x="150" y="1066"/>
                  </a:cubicBezTo>
                  <a:cubicBezTo>
                    <a:pt x="139" y="1065"/>
                    <a:pt x="138" y="1074"/>
                    <a:pt x="126" y="1074"/>
                  </a:cubicBezTo>
                  <a:cubicBezTo>
                    <a:pt x="115" y="1074"/>
                    <a:pt x="116" y="1071"/>
                    <a:pt x="116" y="1062"/>
                  </a:cubicBezTo>
                  <a:cubicBezTo>
                    <a:pt x="115" y="1052"/>
                    <a:pt x="100" y="1052"/>
                    <a:pt x="95" y="1059"/>
                  </a:cubicBezTo>
                  <a:cubicBezTo>
                    <a:pt x="90" y="1066"/>
                    <a:pt x="84" y="1066"/>
                    <a:pt x="75" y="1066"/>
                  </a:cubicBezTo>
                  <a:cubicBezTo>
                    <a:pt x="66" y="1066"/>
                    <a:pt x="60" y="1068"/>
                    <a:pt x="54" y="1078"/>
                  </a:cubicBezTo>
                  <a:cubicBezTo>
                    <a:pt x="49" y="1088"/>
                    <a:pt x="37" y="1092"/>
                    <a:pt x="17" y="1095"/>
                  </a:cubicBezTo>
                  <a:cubicBezTo>
                    <a:pt x="16" y="1095"/>
                    <a:pt x="16" y="1095"/>
                    <a:pt x="15" y="1096"/>
                  </a:cubicBezTo>
                  <a:cubicBezTo>
                    <a:pt x="15" y="1096"/>
                    <a:pt x="15" y="1096"/>
                    <a:pt x="14" y="1096"/>
                  </a:cubicBezTo>
                  <a:cubicBezTo>
                    <a:pt x="14" y="1096"/>
                    <a:pt x="13" y="1096"/>
                    <a:pt x="13" y="1096"/>
                  </a:cubicBezTo>
                  <a:cubicBezTo>
                    <a:pt x="13" y="1097"/>
                    <a:pt x="13" y="1097"/>
                    <a:pt x="12" y="1097"/>
                  </a:cubicBezTo>
                  <a:cubicBezTo>
                    <a:pt x="12" y="1097"/>
                    <a:pt x="11" y="1097"/>
                    <a:pt x="11" y="1098"/>
                  </a:cubicBezTo>
                  <a:cubicBezTo>
                    <a:pt x="11" y="1098"/>
                    <a:pt x="11" y="1098"/>
                    <a:pt x="11" y="1098"/>
                  </a:cubicBezTo>
                  <a:cubicBezTo>
                    <a:pt x="10" y="1099"/>
                    <a:pt x="10" y="1099"/>
                    <a:pt x="9" y="1100"/>
                  </a:cubicBezTo>
                  <a:cubicBezTo>
                    <a:pt x="9" y="1100"/>
                    <a:pt x="9" y="1100"/>
                    <a:pt x="9" y="1100"/>
                  </a:cubicBezTo>
                  <a:cubicBezTo>
                    <a:pt x="8" y="1101"/>
                    <a:pt x="8" y="1101"/>
                    <a:pt x="8" y="1102"/>
                  </a:cubicBezTo>
                  <a:cubicBezTo>
                    <a:pt x="8" y="1102"/>
                    <a:pt x="7" y="1102"/>
                    <a:pt x="7" y="1102"/>
                  </a:cubicBezTo>
                  <a:cubicBezTo>
                    <a:pt x="7" y="1103"/>
                    <a:pt x="7" y="1103"/>
                    <a:pt x="6" y="1104"/>
                  </a:cubicBezTo>
                  <a:cubicBezTo>
                    <a:pt x="6" y="1104"/>
                    <a:pt x="6" y="1104"/>
                    <a:pt x="6" y="1105"/>
                  </a:cubicBezTo>
                  <a:cubicBezTo>
                    <a:pt x="5" y="1106"/>
                    <a:pt x="5" y="1108"/>
                    <a:pt x="4" y="1110"/>
                  </a:cubicBezTo>
                  <a:cubicBezTo>
                    <a:pt x="4" y="1110"/>
                    <a:pt x="4" y="1110"/>
                    <a:pt x="4" y="1110"/>
                  </a:cubicBezTo>
                  <a:cubicBezTo>
                    <a:pt x="4" y="1111"/>
                    <a:pt x="4" y="1112"/>
                    <a:pt x="3" y="1112"/>
                  </a:cubicBezTo>
                  <a:cubicBezTo>
                    <a:pt x="3" y="1113"/>
                    <a:pt x="3" y="1113"/>
                    <a:pt x="3" y="1113"/>
                  </a:cubicBezTo>
                  <a:cubicBezTo>
                    <a:pt x="3" y="1114"/>
                    <a:pt x="3" y="1115"/>
                    <a:pt x="3" y="1116"/>
                  </a:cubicBezTo>
                  <a:cubicBezTo>
                    <a:pt x="3" y="1116"/>
                    <a:pt x="2" y="1116"/>
                    <a:pt x="2" y="1116"/>
                  </a:cubicBezTo>
                  <a:cubicBezTo>
                    <a:pt x="2" y="1117"/>
                    <a:pt x="2" y="1118"/>
                    <a:pt x="2" y="1119"/>
                  </a:cubicBezTo>
                  <a:cubicBezTo>
                    <a:pt x="2" y="1119"/>
                    <a:pt x="2" y="1119"/>
                    <a:pt x="2" y="1120"/>
                  </a:cubicBezTo>
                  <a:cubicBezTo>
                    <a:pt x="2" y="1121"/>
                    <a:pt x="2" y="1122"/>
                    <a:pt x="1" y="1123"/>
                  </a:cubicBezTo>
                  <a:cubicBezTo>
                    <a:pt x="1" y="1123"/>
                    <a:pt x="1" y="1123"/>
                    <a:pt x="1" y="1123"/>
                  </a:cubicBezTo>
                  <a:cubicBezTo>
                    <a:pt x="1" y="1124"/>
                    <a:pt x="1" y="1125"/>
                    <a:pt x="1" y="1126"/>
                  </a:cubicBezTo>
                  <a:cubicBezTo>
                    <a:pt x="1" y="1126"/>
                    <a:pt x="1" y="1126"/>
                    <a:pt x="1" y="1127"/>
                  </a:cubicBezTo>
                  <a:cubicBezTo>
                    <a:pt x="1" y="1129"/>
                    <a:pt x="1" y="1131"/>
                    <a:pt x="0" y="1134"/>
                  </a:cubicBezTo>
                  <a:cubicBezTo>
                    <a:pt x="0" y="1134"/>
                    <a:pt x="0" y="1134"/>
                    <a:pt x="0" y="1134"/>
                  </a:cubicBezTo>
                  <a:cubicBezTo>
                    <a:pt x="0" y="1135"/>
                    <a:pt x="0" y="1136"/>
                    <a:pt x="0" y="1137"/>
                  </a:cubicBezTo>
                  <a:cubicBezTo>
                    <a:pt x="0" y="1137"/>
                    <a:pt x="0" y="1137"/>
                    <a:pt x="0" y="1137"/>
                  </a:cubicBezTo>
                  <a:cubicBezTo>
                    <a:pt x="0" y="1146"/>
                    <a:pt x="0" y="1153"/>
                    <a:pt x="0" y="1159"/>
                  </a:cubicBezTo>
                  <a:cubicBezTo>
                    <a:pt x="0" y="1159"/>
                    <a:pt x="0" y="1160"/>
                    <a:pt x="0" y="1160"/>
                  </a:cubicBezTo>
                  <a:cubicBezTo>
                    <a:pt x="0" y="1160"/>
                    <a:pt x="0" y="1161"/>
                    <a:pt x="0" y="1161"/>
                  </a:cubicBezTo>
                  <a:cubicBezTo>
                    <a:pt x="0" y="1162"/>
                    <a:pt x="0" y="1162"/>
                    <a:pt x="0" y="1163"/>
                  </a:cubicBezTo>
                  <a:cubicBezTo>
                    <a:pt x="0" y="1178"/>
                    <a:pt x="5" y="1187"/>
                    <a:pt x="8" y="1198"/>
                  </a:cubicBezTo>
                  <a:cubicBezTo>
                    <a:pt x="10" y="1208"/>
                    <a:pt x="22" y="1204"/>
                    <a:pt x="27" y="1198"/>
                  </a:cubicBezTo>
                  <a:cubicBezTo>
                    <a:pt x="32" y="1193"/>
                    <a:pt x="49" y="1202"/>
                    <a:pt x="55" y="1204"/>
                  </a:cubicBezTo>
                  <a:cubicBezTo>
                    <a:pt x="61" y="1206"/>
                    <a:pt x="66" y="1226"/>
                    <a:pt x="66" y="1235"/>
                  </a:cubicBezTo>
                  <a:cubicBezTo>
                    <a:pt x="66" y="1244"/>
                    <a:pt x="66" y="1255"/>
                    <a:pt x="72" y="1265"/>
                  </a:cubicBezTo>
                  <a:cubicBezTo>
                    <a:pt x="72" y="1266"/>
                    <a:pt x="73" y="1267"/>
                    <a:pt x="73" y="1269"/>
                  </a:cubicBezTo>
                  <a:cubicBezTo>
                    <a:pt x="74" y="1269"/>
                    <a:pt x="74" y="1270"/>
                    <a:pt x="74" y="1271"/>
                  </a:cubicBezTo>
                  <a:cubicBezTo>
                    <a:pt x="74" y="1271"/>
                    <a:pt x="74" y="1272"/>
                    <a:pt x="75" y="1272"/>
                  </a:cubicBezTo>
                  <a:cubicBezTo>
                    <a:pt x="75" y="1273"/>
                    <a:pt x="75" y="1274"/>
                    <a:pt x="75" y="1275"/>
                  </a:cubicBezTo>
                  <a:cubicBezTo>
                    <a:pt x="75" y="1276"/>
                    <a:pt x="75" y="1276"/>
                    <a:pt x="75" y="1276"/>
                  </a:cubicBezTo>
                  <a:cubicBezTo>
                    <a:pt x="75" y="1277"/>
                    <a:pt x="75" y="1278"/>
                    <a:pt x="76" y="1280"/>
                  </a:cubicBezTo>
                  <a:cubicBezTo>
                    <a:pt x="76" y="1280"/>
                    <a:pt x="76" y="1280"/>
                    <a:pt x="76" y="1280"/>
                  </a:cubicBezTo>
                  <a:cubicBezTo>
                    <a:pt x="76" y="1281"/>
                    <a:pt x="75" y="1283"/>
                    <a:pt x="75" y="1284"/>
                  </a:cubicBezTo>
                  <a:cubicBezTo>
                    <a:pt x="75" y="1284"/>
                    <a:pt x="75" y="1284"/>
                    <a:pt x="75" y="1284"/>
                  </a:cubicBezTo>
                  <a:cubicBezTo>
                    <a:pt x="75" y="1285"/>
                    <a:pt x="75" y="1287"/>
                    <a:pt x="75" y="1288"/>
                  </a:cubicBezTo>
                  <a:cubicBezTo>
                    <a:pt x="75" y="1288"/>
                    <a:pt x="75" y="1288"/>
                    <a:pt x="75" y="1288"/>
                  </a:cubicBezTo>
                  <a:cubicBezTo>
                    <a:pt x="74" y="1291"/>
                    <a:pt x="74" y="1293"/>
                    <a:pt x="72" y="1297"/>
                  </a:cubicBezTo>
                  <a:cubicBezTo>
                    <a:pt x="72" y="1297"/>
                    <a:pt x="71" y="1298"/>
                    <a:pt x="71" y="1298"/>
                  </a:cubicBezTo>
                  <a:cubicBezTo>
                    <a:pt x="70" y="1300"/>
                    <a:pt x="69" y="1302"/>
                    <a:pt x="69" y="1303"/>
                  </a:cubicBezTo>
                  <a:cubicBezTo>
                    <a:pt x="69" y="1303"/>
                    <a:pt x="69" y="1303"/>
                    <a:pt x="69" y="1303"/>
                  </a:cubicBezTo>
                  <a:cubicBezTo>
                    <a:pt x="69" y="1303"/>
                    <a:pt x="69" y="1303"/>
                    <a:pt x="69" y="1303"/>
                  </a:cubicBezTo>
                  <a:cubicBezTo>
                    <a:pt x="65" y="1310"/>
                    <a:pt x="63" y="1311"/>
                    <a:pt x="59" y="1314"/>
                  </a:cubicBezTo>
                  <a:cubicBezTo>
                    <a:pt x="59" y="1319"/>
                    <a:pt x="69" y="1316"/>
                    <a:pt x="76" y="1314"/>
                  </a:cubicBezTo>
                  <a:cubicBezTo>
                    <a:pt x="76" y="1314"/>
                    <a:pt x="88" y="1309"/>
                    <a:pt x="88" y="1309"/>
                  </a:cubicBezTo>
                  <a:cubicBezTo>
                    <a:pt x="96" y="1306"/>
                    <a:pt x="97" y="1304"/>
                    <a:pt x="106" y="1304"/>
                  </a:cubicBezTo>
                  <a:cubicBezTo>
                    <a:pt x="120" y="1304"/>
                    <a:pt x="120" y="1297"/>
                    <a:pt x="124" y="1302"/>
                  </a:cubicBezTo>
                  <a:cubicBezTo>
                    <a:pt x="128" y="1307"/>
                    <a:pt x="130" y="1329"/>
                    <a:pt x="141" y="1331"/>
                  </a:cubicBezTo>
                  <a:cubicBezTo>
                    <a:pt x="152" y="1334"/>
                    <a:pt x="151" y="1340"/>
                    <a:pt x="157" y="1342"/>
                  </a:cubicBezTo>
                  <a:cubicBezTo>
                    <a:pt x="163" y="1345"/>
                    <a:pt x="169" y="1354"/>
                    <a:pt x="169" y="1363"/>
                  </a:cubicBezTo>
                  <a:cubicBezTo>
                    <a:pt x="169" y="1371"/>
                    <a:pt x="178" y="1372"/>
                    <a:pt x="185" y="1378"/>
                  </a:cubicBezTo>
                  <a:cubicBezTo>
                    <a:pt x="193" y="1384"/>
                    <a:pt x="195" y="1395"/>
                    <a:pt x="205" y="1395"/>
                  </a:cubicBezTo>
                  <a:cubicBezTo>
                    <a:pt x="215" y="1395"/>
                    <a:pt x="219" y="1397"/>
                    <a:pt x="227" y="1408"/>
                  </a:cubicBezTo>
                  <a:cubicBezTo>
                    <a:pt x="231" y="1413"/>
                    <a:pt x="232" y="1411"/>
                    <a:pt x="241" y="1416"/>
                  </a:cubicBezTo>
                  <a:cubicBezTo>
                    <a:pt x="245" y="1418"/>
                    <a:pt x="248" y="1424"/>
                    <a:pt x="256" y="1426"/>
                  </a:cubicBezTo>
                  <a:cubicBezTo>
                    <a:pt x="257" y="1426"/>
                    <a:pt x="259" y="1427"/>
                    <a:pt x="262" y="1429"/>
                  </a:cubicBezTo>
                  <a:cubicBezTo>
                    <a:pt x="264" y="1431"/>
                    <a:pt x="266" y="1432"/>
                    <a:pt x="271" y="1429"/>
                  </a:cubicBezTo>
                  <a:cubicBezTo>
                    <a:pt x="273" y="1428"/>
                    <a:pt x="276" y="1423"/>
                    <a:pt x="276" y="1423"/>
                  </a:cubicBezTo>
                  <a:cubicBezTo>
                    <a:pt x="279" y="1418"/>
                    <a:pt x="278" y="1415"/>
                    <a:pt x="289" y="1414"/>
                  </a:cubicBezTo>
                  <a:cubicBezTo>
                    <a:pt x="300" y="1414"/>
                    <a:pt x="300" y="1406"/>
                    <a:pt x="310" y="1402"/>
                  </a:cubicBezTo>
                  <a:cubicBezTo>
                    <a:pt x="321" y="1399"/>
                    <a:pt x="322" y="1396"/>
                    <a:pt x="335" y="1396"/>
                  </a:cubicBezTo>
                  <a:cubicBezTo>
                    <a:pt x="348" y="1396"/>
                    <a:pt x="362" y="1394"/>
                    <a:pt x="370" y="1406"/>
                  </a:cubicBezTo>
                  <a:cubicBezTo>
                    <a:pt x="379" y="1417"/>
                    <a:pt x="385" y="1425"/>
                    <a:pt x="397" y="1428"/>
                  </a:cubicBezTo>
                  <a:cubicBezTo>
                    <a:pt x="409" y="1430"/>
                    <a:pt x="422" y="1431"/>
                    <a:pt x="418" y="1440"/>
                  </a:cubicBezTo>
                  <a:cubicBezTo>
                    <a:pt x="415" y="1450"/>
                    <a:pt x="409" y="1451"/>
                    <a:pt x="410" y="1460"/>
                  </a:cubicBezTo>
                  <a:cubicBezTo>
                    <a:pt x="412" y="1470"/>
                    <a:pt x="412" y="1486"/>
                    <a:pt x="404" y="1488"/>
                  </a:cubicBezTo>
                  <a:cubicBezTo>
                    <a:pt x="396" y="1490"/>
                    <a:pt x="392" y="1493"/>
                    <a:pt x="386" y="1501"/>
                  </a:cubicBezTo>
                  <a:cubicBezTo>
                    <a:pt x="381" y="1509"/>
                    <a:pt x="375" y="1529"/>
                    <a:pt x="362" y="1532"/>
                  </a:cubicBezTo>
                  <a:cubicBezTo>
                    <a:pt x="350" y="1536"/>
                    <a:pt x="343" y="1542"/>
                    <a:pt x="338" y="1536"/>
                  </a:cubicBezTo>
                  <a:cubicBezTo>
                    <a:pt x="334" y="1529"/>
                    <a:pt x="327" y="1523"/>
                    <a:pt x="320" y="1528"/>
                  </a:cubicBezTo>
                  <a:cubicBezTo>
                    <a:pt x="312" y="1532"/>
                    <a:pt x="306" y="1539"/>
                    <a:pt x="314" y="1548"/>
                  </a:cubicBezTo>
                  <a:cubicBezTo>
                    <a:pt x="322" y="1556"/>
                    <a:pt x="326" y="1558"/>
                    <a:pt x="322" y="1567"/>
                  </a:cubicBezTo>
                  <a:cubicBezTo>
                    <a:pt x="319" y="1576"/>
                    <a:pt x="327" y="1590"/>
                    <a:pt x="336" y="1594"/>
                  </a:cubicBezTo>
                  <a:cubicBezTo>
                    <a:pt x="344" y="1597"/>
                    <a:pt x="351" y="1604"/>
                    <a:pt x="352" y="1608"/>
                  </a:cubicBezTo>
                  <a:cubicBezTo>
                    <a:pt x="352" y="1612"/>
                    <a:pt x="352" y="1615"/>
                    <a:pt x="357" y="1620"/>
                  </a:cubicBezTo>
                  <a:cubicBezTo>
                    <a:pt x="362" y="1626"/>
                    <a:pt x="368" y="1632"/>
                    <a:pt x="362" y="1638"/>
                  </a:cubicBezTo>
                  <a:cubicBezTo>
                    <a:pt x="356" y="1644"/>
                    <a:pt x="348" y="1644"/>
                    <a:pt x="343" y="1650"/>
                  </a:cubicBezTo>
                  <a:cubicBezTo>
                    <a:pt x="338" y="1657"/>
                    <a:pt x="326" y="1667"/>
                    <a:pt x="323" y="1661"/>
                  </a:cubicBezTo>
                  <a:cubicBezTo>
                    <a:pt x="320" y="1655"/>
                    <a:pt x="318" y="1644"/>
                    <a:pt x="315" y="1642"/>
                  </a:cubicBezTo>
                  <a:cubicBezTo>
                    <a:pt x="312" y="1640"/>
                    <a:pt x="305" y="1645"/>
                    <a:pt x="299" y="1645"/>
                  </a:cubicBezTo>
                  <a:cubicBezTo>
                    <a:pt x="293" y="1645"/>
                    <a:pt x="290" y="1653"/>
                    <a:pt x="296" y="1662"/>
                  </a:cubicBezTo>
                  <a:cubicBezTo>
                    <a:pt x="302" y="1672"/>
                    <a:pt x="304" y="1669"/>
                    <a:pt x="308" y="1681"/>
                  </a:cubicBezTo>
                  <a:cubicBezTo>
                    <a:pt x="311" y="1693"/>
                    <a:pt x="308" y="1730"/>
                    <a:pt x="319" y="1730"/>
                  </a:cubicBezTo>
                  <a:cubicBezTo>
                    <a:pt x="330" y="1730"/>
                    <a:pt x="339" y="1722"/>
                    <a:pt x="345" y="1735"/>
                  </a:cubicBezTo>
                  <a:cubicBezTo>
                    <a:pt x="351" y="1748"/>
                    <a:pt x="353" y="1756"/>
                    <a:pt x="365" y="1756"/>
                  </a:cubicBezTo>
                  <a:cubicBezTo>
                    <a:pt x="377" y="1756"/>
                    <a:pt x="381" y="1749"/>
                    <a:pt x="388" y="1761"/>
                  </a:cubicBezTo>
                  <a:cubicBezTo>
                    <a:pt x="396" y="1773"/>
                    <a:pt x="394" y="1778"/>
                    <a:pt x="407" y="1783"/>
                  </a:cubicBezTo>
                  <a:cubicBezTo>
                    <a:pt x="420" y="1788"/>
                    <a:pt x="425" y="1788"/>
                    <a:pt x="432" y="1794"/>
                  </a:cubicBezTo>
                  <a:cubicBezTo>
                    <a:pt x="438" y="1799"/>
                    <a:pt x="442" y="1795"/>
                    <a:pt x="446" y="1804"/>
                  </a:cubicBezTo>
                  <a:cubicBezTo>
                    <a:pt x="447" y="1804"/>
                    <a:pt x="447" y="1805"/>
                    <a:pt x="447" y="1806"/>
                  </a:cubicBezTo>
                  <a:cubicBezTo>
                    <a:pt x="447" y="1806"/>
                    <a:pt x="447" y="1806"/>
                    <a:pt x="447" y="1806"/>
                  </a:cubicBezTo>
                  <a:cubicBezTo>
                    <a:pt x="448" y="1807"/>
                    <a:pt x="448" y="1807"/>
                    <a:pt x="448" y="1808"/>
                  </a:cubicBezTo>
                  <a:cubicBezTo>
                    <a:pt x="448" y="1808"/>
                    <a:pt x="448" y="1808"/>
                    <a:pt x="448" y="1808"/>
                  </a:cubicBezTo>
                  <a:cubicBezTo>
                    <a:pt x="451" y="1808"/>
                    <a:pt x="455" y="1809"/>
                    <a:pt x="459" y="1811"/>
                  </a:cubicBezTo>
                  <a:cubicBezTo>
                    <a:pt x="468" y="1816"/>
                    <a:pt x="469" y="1817"/>
                    <a:pt x="474" y="1818"/>
                  </a:cubicBezTo>
                  <a:cubicBezTo>
                    <a:pt x="478" y="1818"/>
                    <a:pt x="476" y="1803"/>
                    <a:pt x="482" y="1802"/>
                  </a:cubicBezTo>
                  <a:cubicBezTo>
                    <a:pt x="489" y="1801"/>
                    <a:pt x="488" y="1793"/>
                    <a:pt x="494" y="1792"/>
                  </a:cubicBezTo>
                  <a:cubicBezTo>
                    <a:pt x="501" y="1792"/>
                    <a:pt x="503" y="1801"/>
                    <a:pt x="510" y="1801"/>
                  </a:cubicBezTo>
                  <a:cubicBezTo>
                    <a:pt x="517" y="1801"/>
                    <a:pt x="528" y="1803"/>
                    <a:pt x="531" y="1809"/>
                  </a:cubicBezTo>
                  <a:cubicBezTo>
                    <a:pt x="533" y="1815"/>
                    <a:pt x="536" y="1825"/>
                    <a:pt x="544" y="1826"/>
                  </a:cubicBezTo>
                  <a:cubicBezTo>
                    <a:pt x="552" y="1828"/>
                    <a:pt x="562" y="1827"/>
                    <a:pt x="566" y="1833"/>
                  </a:cubicBezTo>
                  <a:cubicBezTo>
                    <a:pt x="570" y="1838"/>
                    <a:pt x="589" y="1858"/>
                    <a:pt x="601" y="1861"/>
                  </a:cubicBezTo>
                  <a:cubicBezTo>
                    <a:pt x="613" y="1865"/>
                    <a:pt x="613" y="1869"/>
                    <a:pt x="621" y="1877"/>
                  </a:cubicBezTo>
                  <a:cubicBezTo>
                    <a:pt x="629" y="1884"/>
                    <a:pt x="632" y="1895"/>
                    <a:pt x="646" y="1895"/>
                  </a:cubicBezTo>
                  <a:cubicBezTo>
                    <a:pt x="661" y="1895"/>
                    <a:pt x="672" y="1891"/>
                    <a:pt x="679" y="1900"/>
                  </a:cubicBezTo>
                  <a:cubicBezTo>
                    <a:pt x="687" y="1908"/>
                    <a:pt x="689" y="1915"/>
                    <a:pt x="700" y="1917"/>
                  </a:cubicBezTo>
                  <a:cubicBezTo>
                    <a:pt x="710" y="1919"/>
                    <a:pt x="722" y="1918"/>
                    <a:pt x="726" y="1927"/>
                  </a:cubicBezTo>
                  <a:cubicBezTo>
                    <a:pt x="730" y="1935"/>
                    <a:pt x="736" y="1938"/>
                    <a:pt x="744" y="1939"/>
                  </a:cubicBezTo>
                  <a:cubicBezTo>
                    <a:pt x="751" y="1939"/>
                    <a:pt x="774" y="1944"/>
                    <a:pt x="778" y="1948"/>
                  </a:cubicBezTo>
                  <a:cubicBezTo>
                    <a:pt x="782" y="1952"/>
                    <a:pt x="783" y="1961"/>
                    <a:pt x="792" y="1961"/>
                  </a:cubicBezTo>
                  <a:cubicBezTo>
                    <a:pt x="800" y="1962"/>
                    <a:pt x="812" y="1972"/>
                    <a:pt x="815" y="1966"/>
                  </a:cubicBezTo>
                  <a:cubicBezTo>
                    <a:pt x="818" y="1960"/>
                    <a:pt x="825" y="1953"/>
                    <a:pt x="831" y="1960"/>
                  </a:cubicBezTo>
                  <a:cubicBezTo>
                    <a:pt x="838" y="1967"/>
                    <a:pt x="851" y="1975"/>
                    <a:pt x="855" y="1975"/>
                  </a:cubicBezTo>
                  <a:cubicBezTo>
                    <a:pt x="858" y="1976"/>
                    <a:pt x="870" y="1974"/>
                    <a:pt x="876" y="1974"/>
                  </a:cubicBezTo>
                  <a:cubicBezTo>
                    <a:pt x="883" y="1974"/>
                    <a:pt x="883" y="1965"/>
                    <a:pt x="894" y="1965"/>
                  </a:cubicBezTo>
                  <a:cubicBezTo>
                    <a:pt x="899" y="1965"/>
                    <a:pt x="905" y="1965"/>
                    <a:pt x="910" y="1965"/>
                  </a:cubicBezTo>
                  <a:cubicBezTo>
                    <a:pt x="911" y="1965"/>
                    <a:pt x="913" y="1965"/>
                    <a:pt x="915" y="1965"/>
                  </a:cubicBezTo>
                  <a:cubicBezTo>
                    <a:pt x="915" y="1965"/>
                    <a:pt x="915" y="1965"/>
                    <a:pt x="915" y="1965"/>
                  </a:cubicBezTo>
                  <a:cubicBezTo>
                    <a:pt x="916" y="1965"/>
                    <a:pt x="916" y="1965"/>
                    <a:pt x="917" y="1965"/>
                  </a:cubicBezTo>
                  <a:cubicBezTo>
                    <a:pt x="917" y="1965"/>
                    <a:pt x="917" y="1965"/>
                    <a:pt x="918" y="1965"/>
                  </a:cubicBezTo>
                  <a:cubicBezTo>
                    <a:pt x="918" y="1965"/>
                    <a:pt x="918" y="1965"/>
                    <a:pt x="919" y="1965"/>
                  </a:cubicBezTo>
                  <a:cubicBezTo>
                    <a:pt x="919" y="1965"/>
                    <a:pt x="919" y="1965"/>
                    <a:pt x="920" y="1965"/>
                  </a:cubicBezTo>
                  <a:cubicBezTo>
                    <a:pt x="920" y="1965"/>
                    <a:pt x="920" y="1965"/>
                    <a:pt x="921" y="1965"/>
                  </a:cubicBezTo>
                  <a:cubicBezTo>
                    <a:pt x="921" y="1965"/>
                    <a:pt x="921" y="1965"/>
                    <a:pt x="921" y="1965"/>
                  </a:cubicBezTo>
                  <a:cubicBezTo>
                    <a:pt x="922" y="1965"/>
                    <a:pt x="922" y="1965"/>
                    <a:pt x="923" y="1965"/>
                  </a:cubicBezTo>
                  <a:cubicBezTo>
                    <a:pt x="923" y="1965"/>
                    <a:pt x="923" y="1965"/>
                    <a:pt x="923" y="1964"/>
                  </a:cubicBezTo>
                  <a:cubicBezTo>
                    <a:pt x="923" y="1964"/>
                    <a:pt x="924" y="1964"/>
                    <a:pt x="924" y="1964"/>
                  </a:cubicBezTo>
                  <a:cubicBezTo>
                    <a:pt x="924" y="1964"/>
                    <a:pt x="924" y="1964"/>
                    <a:pt x="924" y="1964"/>
                  </a:cubicBezTo>
                  <a:cubicBezTo>
                    <a:pt x="925" y="1964"/>
                    <a:pt x="925" y="1963"/>
                    <a:pt x="926" y="1963"/>
                  </a:cubicBezTo>
                  <a:cubicBezTo>
                    <a:pt x="930" y="1959"/>
                    <a:pt x="936" y="1956"/>
                    <a:pt x="943" y="1956"/>
                  </a:cubicBezTo>
                  <a:cubicBezTo>
                    <a:pt x="951" y="1957"/>
                    <a:pt x="952" y="1962"/>
                    <a:pt x="952" y="1967"/>
                  </a:cubicBezTo>
                  <a:cubicBezTo>
                    <a:pt x="952" y="1973"/>
                    <a:pt x="949" y="1988"/>
                    <a:pt x="951" y="1993"/>
                  </a:cubicBezTo>
                  <a:cubicBezTo>
                    <a:pt x="951" y="1993"/>
                    <a:pt x="951" y="1993"/>
                    <a:pt x="952" y="1994"/>
                  </a:cubicBezTo>
                  <a:cubicBezTo>
                    <a:pt x="952" y="1994"/>
                    <a:pt x="952" y="1994"/>
                    <a:pt x="952" y="1994"/>
                  </a:cubicBezTo>
                  <a:cubicBezTo>
                    <a:pt x="952" y="1994"/>
                    <a:pt x="953" y="1995"/>
                    <a:pt x="953" y="1995"/>
                  </a:cubicBezTo>
                  <a:cubicBezTo>
                    <a:pt x="957" y="1999"/>
                    <a:pt x="963" y="2001"/>
                    <a:pt x="967" y="1992"/>
                  </a:cubicBezTo>
                  <a:cubicBezTo>
                    <a:pt x="971" y="1981"/>
                    <a:pt x="973" y="1976"/>
                    <a:pt x="978" y="1974"/>
                  </a:cubicBezTo>
                  <a:cubicBezTo>
                    <a:pt x="983" y="1972"/>
                    <a:pt x="985" y="1961"/>
                    <a:pt x="992" y="1958"/>
                  </a:cubicBezTo>
                  <a:cubicBezTo>
                    <a:pt x="1000" y="1956"/>
                    <a:pt x="1009" y="1941"/>
                    <a:pt x="1014" y="1940"/>
                  </a:cubicBezTo>
                  <a:cubicBezTo>
                    <a:pt x="1019" y="1939"/>
                    <a:pt x="1024" y="1931"/>
                    <a:pt x="1029" y="1936"/>
                  </a:cubicBezTo>
                  <a:cubicBezTo>
                    <a:pt x="1033" y="1940"/>
                    <a:pt x="1038" y="1942"/>
                    <a:pt x="1046" y="1944"/>
                  </a:cubicBezTo>
                  <a:cubicBezTo>
                    <a:pt x="1053" y="1946"/>
                    <a:pt x="1056" y="1961"/>
                    <a:pt x="1064" y="1960"/>
                  </a:cubicBezTo>
                  <a:cubicBezTo>
                    <a:pt x="1073" y="1960"/>
                    <a:pt x="1081" y="1957"/>
                    <a:pt x="1088" y="1958"/>
                  </a:cubicBezTo>
                  <a:cubicBezTo>
                    <a:pt x="1095" y="1959"/>
                    <a:pt x="1107" y="1951"/>
                    <a:pt x="1116" y="1956"/>
                  </a:cubicBezTo>
                  <a:cubicBezTo>
                    <a:pt x="1124" y="1961"/>
                    <a:pt x="1121" y="1964"/>
                    <a:pt x="1129" y="1967"/>
                  </a:cubicBezTo>
                  <a:cubicBezTo>
                    <a:pt x="1135" y="1969"/>
                    <a:pt x="1133" y="1980"/>
                    <a:pt x="1137" y="1981"/>
                  </a:cubicBezTo>
                  <a:cubicBezTo>
                    <a:pt x="1138" y="1981"/>
                    <a:pt x="1138" y="1981"/>
                    <a:pt x="1139" y="1981"/>
                  </a:cubicBezTo>
                  <a:cubicBezTo>
                    <a:pt x="1146" y="1979"/>
                    <a:pt x="1153" y="1974"/>
                    <a:pt x="1161" y="1975"/>
                  </a:cubicBezTo>
                  <a:cubicBezTo>
                    <a:pt x="1170" y="1977"/>
                    <a:pt x="1190" y="1980"/>
                    <a:pt x="1193" y="1970"/>
                  </a:cubicBezTo>
                  <a:cubicBezTo>
                    <a:pt x="1196" y="1960"/>
                    <a:pt x="1194" y="1948"/>
                    <a:pt x="1205" y="1946"/>
                  </a:cubicBezTo>
                  <a:cubicBezTo>
                    <a:pt x="1216" y="1944"/>
                    <a:pt x="1223" y="1938"/>
                    <a:pt x="1227" y="1929"/>
                  </a:cubicBezTo>
                  <a:cubicBezTo>
                    <a:pt x="1230" y="1921"/>
                    <a:pt x="1231" y="1915"/>
                    <a:pt x="1242" y="1916"/>
                  </a:cubicBezTo>
                  <a:cubicBezTo>
                    <a:pt x="1253" y="1916"/>
                    <a:pt x="1266" y="1916"/>
                    <a:pt x="1274" y="1905"/>
                  </a:cubicBezTo>
                  <a:cubicBezTo>
                    <a:pt x="1282" y="1894"/>
                    <a:pt x="1284" y="1888"/>
                    <a:pt x="1296" y="1881"/>
                  </a:cubicBezTo>
                  <a:cubicBezTo>
                    <a:pt x="1307" y="1875"/>
                    <a:pt x="1317" y="1861"/>
                    <a:pt x="1324" y="1868"/>
                  </a:cubicBezTo>
                  <a:cubicBezTo>
                    <a:pt x="1331" y="1876"/>
                    <a:pt x="1332" y="1885"/>
                    <a:pt x="1341" y="1885"/>
                  </a:cubicBezTo>
                  <a:cubicBezTo>
                    <a:pt x="1351" y="1885"/>
                    <a:pt x="1353" y="1882"/>
                    <a:pt x="1358" y="1886"/>
                  </a:cubicBezTo>
                  <a:cubicBezTo>
                    <a:pt x="1363" y="1890"/>
                    <a:pt x="1369" y="1892"/>
                    <a:pt x="1373" y="1887"/>
                  </a:cubicBezTo>
                  <a:cubicBezTo>
                    <a:pt x="1376" y="1883"/>
                    <a:pt x="1385" y="1867"/>
                    <a:pt x="1391" y="1867"/>
                  </a:cubicBezTo>
                  <a:cubicBezTo>
                    <a:pt x="1398" y="1867"/>
                    <a:pt x="1399" y="1857"/>
                    <a:pt x="1405" y="1856"/>
                  </a:cubicBezTo>
                  <a:cubicBezTo>
                    <a:pt x="1411" y="1856"/>
                    <a:pt x="1411" y="1864"/>
                    <a:pt x="1416" y="1865"/>
                  </a:cubicBezTo>
                  <a:cubicBezTo>
                    <a:pt x="1421" y="1866"/>
                    <a:pt x="1426" y="1870"/>
                    <a:pt x="1427" y="1874"/>
                  </a:cubicBezTo>
                  <a:cubicBezTo>
                    <a:pt x="1427" y="1878"/>
                    <a:pt x="1422" y="1887"/>
                    <a:pt x="1429" y="1890"/>
                  </a:cubicBezTo>
                  <a:cubicBezTo>
                    <a:pt x="1436" y="1894"/>
                    <a:pt x="1440" y="1898"/>
                    <a:pt x="1440" y="1903"/>
                  </a:cubicBezTo>
                  <a:cubicBezTo>
                    <a:pt x="1441" y="1908"/>
                    <a:pt x="1441" y="1913"/>
                    <a:pt x="1436" y="1917"/>
                  </a:cubicBezTo>
                  <a:cubicBezTo>
                    <a:pt x="1430" y="1920"/>
                    <a:pt x="1419" y="1932"/>
                    <a:pt x="1432" y="1934"/>
                  </a:cubicBezTo>
                  <a:cubicBezTo>
                    <a:pt x="1444" y="1935"/>
                    <a:pt x="1457" y="1928"/>
                    <a:pt x="1461" y="1934"/>
                  </a:cubicBezTo>
                  <a:cubicBezTo>
                    <a:pt x="1466" y="1939"/>
                    <a:pt x="1467" y="1943"/>
                    <a:pt x="1472" y="1941"/>
                  </a:cubicBezTo>
                  <a:cubicBezTo>
                    <a:pt x="1477" y="1940"/>
                    <a:pt x="1483" y="1937"/>
                    <a:pt x="1489" y="1940"/>
                  </a:cubicBezTo>
                  <a:cubicBezTo>
                    <a:pt x="1489" y="1940"/>
                    <a:pt x="1490" y="1940"/>
                    <a:pt x="1490" y="1940"/>
                  </a:cubicBezTo>
                  <a:cubicBezTo>
                    <a:pt x="1491" y="1940"/>
                    <a:pt x="1491" y="1940"/>
                    <a:pt x="1492" y="1940"/>
                  </a:cubicBezTo>
                  <a:cubicBezTo>
                    <a:pt x="1496" y="1939"/>
                    <a:pt x="1499" y="1934"/>
                    <a:pt x="1502" y="1930"/>
                  </a:cubicBezTo>
                  <a:cubicBezTo>
                    <a:pt x="1506" y="1925"/>
                    <a:pt x="1517" y="1920"/>
                    <a:pt x="1522" y="1931"/>
                  </a:cubicBezTo>
                  <a:cubicBezTo>
                    <a:pt x="1527" y="1941"/>
                    <a:pt x="1530" y="1941"/>
                    <a:pt x="1537" y="1946"/>
                  </a:cubicBezTo>
                  <a:cubicBezTo>
                    <a:pt x="1544" y="1950"/>
                    <a:pt x="1545" y="1961"/>
                    <a:pt x="1545" y="1969"/>
                  </a:cubicBezTo>
                  <a:cubicBezTo>
                    <a:pt x="1545" y="1977"/>
                    <a:pt x="1548" y="1987"/>
                    <a:pt x="1557" y="1989"/>
                  </a:cubicBezTo>
                  <a:cubicBezTo>
                    <a:pt x="1565" y="1990"/>
                    <a:pt x="1581" y="1992"/>
                    <a:pt x="1581" y="2001"/>
                  </a:cubicBezTo>
                  <a:cubicBezTo>
                    <a:pt x="1581" y="2009"/>
                    <a:pt x="1578" y="2021"/>
                    <a:pt x="1581" y="2028"/>
                  </a:cubicBezTo>
                  <a:cubicBezTo>
                    <a:pt x="1584" y="2035"/>
                    <a:pt x="1586" y="2042"/>
                    <a:pt x="1584" y="2050"/>
                  </a:cubicBezTo>
                  <a:cubicBezTo>
                    <a:pt x="1583" y="2057"/>
                    <a:pt x="1578" y="2057"/>
                    <a:pt x="1578" y="2068"/>
                  </a:cubicBezTo>
                  <a:cubicBezTo>
                    <a:pt x="1578" y="2079"/>
                    <a:pt x="1581" y="2097"/>
                    <a:pt x="1576" y="2103"/>
                  </a:cubicBezTo>
                  <a:cubicBezTo>
                    <a:pt x="1571" y="2109"/>
                    <a:pt x="1571" y="2119"/>
                    <a:pt x="1560" y="2124"/>
                  </a:cubicBezTo>
                  <a:cubicBezTo>
                    <a:pt x="1550" y="2129"/>
                    <a:pt x="1548" y="2131"/>
                    <a:pt x="1541" y="2141"/>
                  </a:cubicBezTo>
                  <a:cubicBezTo>
                    <a:pt x="1533" y="2151"/>
                    <a:pt x="1524" y="2155"/>
                    <a:pt x="1520" y="2163"/>
                  </a:cubicBezTo>
                  <a:cubicBezTo>
                    <a:pt x="1516" y="2172"/>
                    <a:pt x="1517" y="2179"/>
                    <a:pt x="1511" y="2184"/>
                  </a:cubicBezTo>
                  <a:cubicBezTo>
                    <a:pt x="1505" y="2188"/>
                    <a:pt x="1506" y="2190"/>
                    <a:pt x="1510" y="2197"/>
                  </a:cubicBezTo>
                  <a:cubicBezTo>
                    <a:pt x="1513" y="2204"/>
                    <a:pt x="1513" y="2204"/>
                    <a:pt x="1515" y="2213"/>
                  </a:cubicBezTo>
                  <a:cubicBezTo>
                    <a:pt x="1516" y="2222"/>
                    <a:pt x="1511" y="2239"/>
                    <a:pt x="1514" y="2240"/>
                  </a:cubicBezTo>
                  <a:cubicBezTo>
                    <a:pt x="1518" y="2242"/>
                    <a:pt x="1525" y="2241"/>
                    <a:pt x="1528" y="2236"/>
                  </a:cubicBezTo>
                  <a:cubicBezTo>
                    <a:pt x="1532" y="2231"/>
                    <a:pt x="1539" y="2229"/>
                    <a:pt x="1544" y="2229"/>
                  </a:cubicBezTo>
                  <a:cubicBezTo>
                    <a:pt x="1549" y="2229"/>
                    <a:pt x="1555" y="2221"/>
                    <a:pt x="1560" y="2225"/>
                  </a:cubicBezTo>
                  <a:cubicBezTo>
                    <a:pt x="1565" y="2228"/>
                    <a:pt x="1579" y="2228"/>
                    <a:pt x="1586" y="2222"/>
                  </a:cubicBezTo>
                  <a:cubicBezTo>
                    <a:pt x="1593" y="2217"/>
                    <a:pt x="1588" y="2234"/>
                    <a:pt x="1585" y="2243"/>
                  </a:cubicBezTo>
                  <a:cubicBezTo>
                    <a:pt x="1582" y="2253"/>
                    <a:pt x="1584" y="2254"/>
                    <a:pt x="1587" y="2264"/>
                  </a:cubicBezTo>
                  <a:cubicBezTo>
                    <a:pt x="1591" y="2273"/>
                    <a:pt x="1593" y="2272"/>
                    <a:pt x="1594" y="2282"/>
                  </a:cubicBezTo>
                  <a:cubicBezTo>
                    <a:pt x="1596" y="2293"/>
                    <a:pt x="1597" y="2297"/>
                    <a:pt x="1607" y="2297"/>
                  </a:cubicBezTo>
                  <a:cubicBezTo>
                    <a:pt x="1616" y="2298"/>
                    <a:pt x="1635" y="2294"/>
                    <a:pt x="1632" y="2306"/>
                  </a:cubicBezTo>
                  <a:cubicBezTo>
                    <a:pt x="1629" y="2319"/>
                    <a:pt x="1619" y="2318"/>
                    <a:pt x="1621" y="2326"/>
                  </a:cubicBezTo>
                  <a:cubicBezTo>
                    <a:pt x="1623" y="2334"/>
                    <a:pt x="1620" y="2340"/>
                    <a:pt x="1616" y="2342"/>
                  </a:cubicBezTo>
                  <a:cubicBezTo>
                    <a:pt x="1612" y="2344"/>
                    <a:pt x="1604" y="2353"/>
                    <a:pt x="1610" y="2356"/>
                  </a:cubicBezTo>
                  <a:cubicBezTo>
                    <a:pt x="1616" y="2359"/>
                    <a:pt x="1615" y="2364"/>
                    <a:pt x="1623" y="2363"/>
                  </a:cubicBezTo>
                  <a:cubicBezTo>
                    <a:pt x="1632" y="2363"/>
                    <a:pt x="1652" y="2361"/>
                    <a:pt x="1655" y="2369"/>
                  </a:cubicBezTo>
                  <a:cubicBezTo>
                    <a:pt x="1659" y="2376"/>
                    <a:pt x="1661" y="2380"/>
                    <a:pt x="1665" y="2388"/>
                  </a:cubicBezTo>
                  <a:cubicBezTo>
                    <a:pt x="1669" y="2397"/>
                    <a:pt x="1666" y="2405"/>
                    <a:pt x="1678" y="2405"/>
                  </a:cubicBezTo>
                  <a:cubicBezTo>
                    <a:pt x="1690" y="2405"/>
                    <a:pt x="1703" y="2407"/>
                    <a:pt x="1706" y="2401"/>
                  </a:cubicBezTo>
                  <a:cubicBezTo>
                    <a:pt x="1709" y="2395"/>
                    <a:pt x="1713" y="2398"/>
                    <a:pt x="1718" y="2392"/>
                  </a:cubicBezTo>
                  <a:cubicBezTo>
                    <a:pt x="1723" y="2387"/>
                    <a:pt x="1726" y="2384"/>
                    <a:pt x="1731" y="2382"/>
                  </a:cubicBezTo>
                  <a:cubicBezTo>
                    <a:pt x="1731" y="2382"/>
                    <a:pt x="1731" y="2382"/>
                    <a:pt x="1731" y="2382"/>
                  </a:cubicBezTo>
                  <a:cubicBezTo>
                    <a:pt x="1734" y="2382"/>
                    <a:pt x="1736" y="2384"/>
                    <a:pt x="1737" y="2388"/>
                  </a:cubicBezTo>
                  <a:cubicBezTo>
                    <a:pt x="1737" y="2388"/>
                    <a:pt x="1737" y="2388"/>
                    <a:pt x="1737" y="2388"/>
                  </a:cubicBezTo>
                  <a:cubicBezTo>
                    <a:pt x="1737" y="2389"/>
                    <a:pt x="1737" y="2389"/>
                    <a:pt x="1737" y="2390"/>
                  </a:cubicBezTo>
                  <a:cubicBezTo>
                    <a:pt x="1737" y="2390"/>
                    <a:pt x="1737" y="2390"/>
                    <a:pt x="1737" y="2391"/>
                  </a:cubicBezTo>
                  <a:cubicBezTo>
                    <a:pt x="1737" y="2391"/>
                    <a:pt x="1737" y="2392"/>
                    <a:pt x="1737" y="2392"/>
                  </a:cubicBezTo>
                  <a:cubicBezTo>
                    <a:pt x="1737" y="2393"/>
                    <a:pt x="1738" y="2393"/>
                    <a:pt x="1738" y="2394"/>
                  </a:cubicBezTo>
                  <a:cubicBezTo>
                    <a:pt x="1738" y="2400"/>
                    <a:pt x="1737" y="2401"/>
                    <a:pt x="1740" y="2407"/>
                  </a:cubicBezTo>
                  <a:cubicBezTo>
                    <a:pt x="1742" y="2412"/>
                    <a:pt x="1740" y="2422"/>
                    <a:pt x="1749" y="2421"/>
                  </a:cubicBezTo>
                  <a:cubicBezTo>
                    <a:pt x="1758" y="2421"/>
                    <a:pt x="1774" y="2426"/>
                    <a:pt x="1774" y="2419"/>
                  </a:cubicBezTo>
                  <a:cubicBezTo>
                    <a:pt x="1775" y="2411"/>
                    <a:pt x="1774" y="2405"/>
                    <a:pt x="1776" y="2401"/>
                  </a:cubicBezTo>
                  <a:cubicBezTo>
                    <a:pt x="1779" y="2396"/>
                    <a:pt x="1781" y="2386"/>
                    <a:pt x="1776" y="2382"/>
                  </a:cubicBezTo>
                  <a:cubicBezTo>
                    <a:pt x="1771" y="2378"/>
                    <a:pt x="1769" y="2378"/>
                    <a:pt x="1768" y="2373"/>
                  </a:cubicBezTo>
                  <a:cubicBezTo>
                    <a:pt x="1767" y="2367"/>
                    <a:pt x="1758" y="2367"/>
                    <a:pt x="1758" y="2362"/>
                  </a:cubicBezTo>
                  <a:cubicBezTo>
                    <a:pt x="1758" y="2356"/>
                    <a:pt x="1759" y="2349"/>
                    <a:pt x="1763" y="2348"/>
                  </a:cubicBezTo>
                  <a:cubicBezTo>
                    <a:pt x="1766" y="2347"/>
                    <a:pt x="1763" y="2333"/>
                    <a:pt x="1772" y="2333"/>
                  </a:cubicBezTo>
                  <a:cubicBezTo>
                    <a:pt x="1780" y="2333"/>
                    <a:pt x="1780" y="2333"/>
                    <a:pt x="1789" y="2336"/>
                  </a:cubicBezTo>
                  <a:cubicBezTo>
                    <a:pt x="1790" y="2336"/>
                    <a:pt x="1792" y="2336"/>
                    <a:pt x="1793" y="2336"/>
                  </a:cubicBezTo>
                  <a:cubicBezTo>
                    <a:pt x="1793" y="2336"/>
                    <a:pt x="1793" y="2336"/>
                    <a:pt x="1793" y="2337"/>
                  </a:cubicBezTo>
                  <a:cubicBezTo>
                    <a:pt x="1794" y="2337"/>
                    <a:pt x="1795" y="2337"/>
                    <a:pt x="1796" y="2337"/>
                  </a:cubicBezTo>
                  <a:cubicBezTo>
                    <a:pt x="1796" y="2337"/>
                    <a:pt x="1796" y="2337"/>
                    <a:pt x="1796" y="2337"/>
                  </a:cubicBezTo>
                  <a:cubicBezTo>
                    <a:pt x="1798" y="2337"/>
                    <a:pt x="1800" y="2337"/>
                    <a:pt x="1801" y="2336"/>
                  </a:cubicBezTo>
                  <a:cubicBezTo>
                    <a:pt x="1802" y="2336"/>
                    <a:pt x="1803" y="2335"/>
                    <a:pt x="1803" y="2335"/>
                  </a:cubicBezTo>
                  <a:cubicBezTo>
                    <a:pt x="1804" y="2335"/>
                    <a:pt x="1804" y="2334"/>
                    <a:pt x="1804" y="2334"/>
                  </a:cubicBezTo>
                  <a:cubicBezTo>
                    <a:pt x="1804" y="2334"/>
                    <a:pt x="1804" y="2334"/>
                    <a:pt x="1805" y="2334"/>
                  </a:cubicBezTo>
                  <a:cubicBezTo>
                    <a:pt x="1805" y="2333"/>
                    <a:pt x="1806" y="2333"/>
                    <a:pt x="1806" y="2332"/>
                  </a:cubicBezTo>
                  <a:cubicBezTo>
                    <a:pt x="1811" y="2327"/>
                    <a:pt x="1821" y="2317"/>
                    <a:pt x="1826" y="2319"/>
                  </a:cubicBezTo>
                  <a:cubicBezTo>
                    <a:pt x="1831" y="2321"/>
                    <a:pt x="1841" y="2324"/>
                    <a:pt x="1842" y="2330"/>
                  </a:cubicBezTo>
                  <a:cubicBezTo>
                    <a:pt x="1844" y="2336"/>
                    <a:pt x="1848" y="2337"/>
                    <a:pt x="1854" y="2337"/>
                  </a:cubicBezTo>
                  <a:cubicBezTo>
                    <a:pt x="1859" y="2337"/>
                    <a:pt x="1862" y="2331"/>
                    <a:pt x="1864" y="2328"/>
                  </a:cubicBezTo>
                  <a:cubicBezTo>
                    <a:pt x="1867" y="2325"/>
                    <a:pt x="1872" y="2316"/>
                    <a:pt x="1876" y="2319"/>
                  </a:cubicBezTo>
                  <a:cubicBezTo>
                    <a:pt x="1880" y="2321"/>
                    <a:pt x="1888" y="2326"/>
                    <a:pt x="1890" y="2321"/>
                  </a:cubicBezTo>
                  <a:cubicBezTo>
                    <a:pt x="1893" y="2317"/>
                    <a:pt x="1898" y="2316"/>
                    <a:pt x="1900" y="2320"/>
                  </a:cubicBezTo>
                  <a:cubicBezTo>
                    <a:pt x="1902" y="2323"/>
                    <a:pt x="1904" y="2327"/>
                    <a:pt x="1910" y="2327"/>
                  </a:cubicBezTo>
                  <a:cubicBezTo>
                    <a:pt x="1915" y="2326"/>
                    <a:pt x="1916" y="2318"/>
                    <a:pt x="1924" y="2316"/>
                  </a:cubicBezTo>
                  <a:cubicBezTo>
                    <a:pt x="1933" y="2315"/>
                    <a:pt x="1933" y="2312"/>
                    <a:pt x="1943" y="2312"/>
                  </a:cubicBezTo>
                  <a:cubicBezTo>
                    <a:pt x="1952" y="2312"/>
                    <a:pt x="1964" y="2322"/>
                    <a:pt x="1970" y="2306"/>
                  </a:cubicBezTo>
                  <a:cubicBezTo>
                    <a:pt x="1977" y="2291"/>
                    <a:pt x="1972" y="2285"/>
                    <a:pt x="1979" y="2284"/>
                  </a:cubicBezTo>
                  <a:cubicBezTo>
                    <a:pt x="1987" y="2283"/>
                    <a:pt x="1988" y="2274"/>
                    <a:pt x="1995" y="2274"/>
                  </a:cubicBezTo>
                  <a:cubicBezTo>
                    <a:pt x="2002" y="2274"/>
                    <a:pt x="2007" y="2279"/>
                    <a:pt x="2011" y="2286"/>
                  </a:cubicBezTo>
                  <a:cubicBezTo>
                    <a:pt x="2014" y="2293"/>
                    <a:pt x="2020" y="2297"/>
                    <a:pt x="2027" y="2299"/>
                  </a:cubicBezTo>
                  <a:cubicBezTo>
                    <a:pt x="2035" y="2301"/>
                    <a:pt x="2039" y="2304"/>
                    <a:pt x="2050" y="2305"/>
                  </a:cubicBezTo>
                  <a:cubicBezTo>
                    <a:pt x="2060" y="2305"/>
                    <a:pt x="2080" y="2301"/>
                    <a:pt x="2085" y="2307"/>
                  </a:cubicBezTo>
                  <a:cubicBezTo>
                    <a:pt x="2090" y="2313"/>
                    <a:pt x="2094" y="2324"/>
                    <a:pt x="2089" y="2327"/>
                  </a:cubicBezTo>
                  <a:cubicBezTo>
                    <a:pt x="2084" y="2330"/>
                    <a:pt x="2081" y="2332"/>
                    <a:pt x="2081" y="2338"/>
                  </a:cubicBezTo>
                  <a:cubicBezTo>
                    <a:pt x="2081" y="2345"/>
                    <a:pt x="2081" y="2357"/>
                    <a:pt x="2086" y="2361"/>
                  </a:cubicBezTo>
                  <a:cubicBezTo>
                    <a:pt x="2090" y="2365"/>
                    <a:pt x="2105" y="2381"/>
                    <a:pt x="2109" y="2385"/>
                  </a:cubicBezTo>
                  <a:cubicBezTo>
                    <a:pt x="2112" y="2388"/>
                    <a:pt x="2123" y="2395"/>
                    <a:pt x="2134" y="2395"/>
                  </a:cubicBezTo>
                  <a:cubicBezTo>
                    <a:pt x="2146" y="2395"/>
                    <a:pt x="2153" y="2390"/>
                    <a:pt x="2160" y="2394"/>
                  </a:cubicBezTo>
                  <a:cubicBezTo>
                    <a:pt x="2164" y="2396"/>
                    <a:pt x="2168" y="2396"/>
                    <a:pt x="2173" y="2398"/>
                  </a:cubicBezTo>
                  <a:cubicBezTo>
                    <a:pt x="2175" y="2397"/>
                    <a:pt x="2178" y="2395"/>
                    <a:pt x="2181" y="2393"/>
                  </a:cubicBezTo>
                  <a:cubicBezTo>
                    <a:pt x="2198" y="2382"/>
                    <a:pt x="2181" y="2393"/>
                    <a:pt x="2201" y="2394"/>
                  </a:cubicBezTo>
                  <a:cubicBezTo>
                    <a:pt x="2221" y="2396"/>
                    <a:pt x="2209" y="2390"/>
                    <a:pt x="2221" y="2390"/>
                  </a:cubicBezTo>
                  <a:cubicBezTo>
                    <a:pt x="2232" y="2390"/>
                    <a:pt x="2235" y="2400"/>
                    <a:pt x="2244" y="2404"/>
                  </a:cubicBezTo>
                  <a:cubicBezTo>
                    <a:pt x="2252" y="2409"/>
                    <a:pt x="2258" y="2400"/>
                    <a:pt x="2264" y="2393"/>
                  </a:cubicBezTo>
                  <a:cubicBezTo>
                    <a:pt x="2270" y="2386"/>
                    <a:pt x="2280" y="2396"/>
                    <a:pt x="2288" y="2397"/>
                  </a:cubicBezTo>
                  <a:cubicBezTo>
                    <a:pt x="2297" y="2399"/>
                    <a:pt x="2291" y="2409"/>
                    <a:pt x="2281" y="2417"/>
                  </a:cubicBezTo>
                  <a:cubicBezTo>
                    <a:pt x="2271" y="2426"/>
                    <a:pt x="2272" y="2437"/>
                    <a:pt x="2278" y="2439"/>
                  </a:cubicBezTo>
                  <a:cubicBezTo>
                    <a:pt x="2284" y="2440"/>
                    <a:pt x="2290" y="2460"/>
                    <a:pt x="2301" y="2470"/>
                  </a:cubicBezTo>
                  <a:cubicBezTo>
                    <a:pt x="2313" y="2480"/>
                    <a:pt x="2318" y="2479"/>
                    <a:pt x="2325" y="2466"/>
                  </a:cubicBezTo>
                  <a:cubicBezTo>
                    <a:pt x="2333" y="2453"/>
                    <a:pt x="2320" y="2450"/>
                    <a:pt x="2315" y="2443"/>
                  </a:cubicBezTo>
                  <a:cubicBezTo>
                    <a:pt x="2311" y="2436"/>
                    <a:pt x="2315" y="2433"/>
                    <a:pt x="2320" y="2422"/>
                  </a:cubicBezTo>
                  <a:cubicBezTo>
                    <a:pt x="2324" y="2410"/>
                    <a:pt x="2338" y="2410"/>
                    <a:pt x="2348" y="2406"/>
                  </a:cubicBezTo>
                  <a:cubicBezTo>
                    <a:pt x="2358" y="2402"/>
                    <a:pt x="2378" y="2399"/>
                    <a:pt x="2396" y="2399"/>
                  </a:cubicBezTo>
                  <a:cubicBezTo>
                    <a:pt x="2413" y="2399"/>
                    <a:pt x="2420" y="2396"/>
                    <a:pt x="2429" y="2386"/>
                  </a:cubicBezTo>
                  <a:cubicBezTo>
                    <a:pt x="2437" y="2376"/>
                    <a:pt x="2450" y="2382"/>
                    <a:pt x="2466" y="2387"/>
                  </a:cubicBezTo>
                  <a:cubicBezTo>
                    <a:pt x="2482" y="2393"/>
                    <a:pt x="2490" y="2363"/>
                    <a:pt x="2500" y="2353"/>
                  </a:cubicBezTo>
                  <a:cubicBezTo>
                    <a:pt x="2508" y="2345"/>
                    <a:pt x="2518" y="2349"/>
                    <a:pt x="2529" y="2354"/>
                  </a:cubicBezTo>
                  <a:cubicBezTo>
                    <a:pt x="2532" y="2356"/>
                    <a:pt x="2536" y="2358"/>
                    <a:pt x="2540" y="2360"/>
                  </a:cubicBezTo>
                  <a:cubicBezTo>
                    <a:pt x="2556" y="2367"/>
                    <a:pt x="2562" y="2363"/>
                    <a:pt x="2578" y="2356"/>
                  </a:cubicBezTo>
                  <a:cubicBezTo>
                    <a:pt x="2593" y="2349"/>
                    <a:pt x="2573" y="2347"/>
                    <a:pt x="2560" y="2344"/>
                  </a:cubicBezTo>
                  <a:cubicBezTo>
                    <a:pt x="2553" y="2343"/>
                    <a:pt x="2549" y="2339"/>
                    <a:pt x="2552" y="2336"/>
                  </a:cubicBezTo>
                  <a:cubicBezTo>
                    <a:pt x="2554" y="2334"/>
                    <a:pt x="2559" y="2333"/>
                    <a:pt x="2568" y="2333"/>
                  </a:cubicBezTo>
                  <a:cubicBezTo>
                    <a:pt x="2589" y="2333"/>
                    <a:pt x="2579" y="2330"/>
                    <a:pt x="2593" y="2330"/>
                  </a:cubicBezTo>
                  <a:cubicBezTo>
                    <a:pt x="2608" y="2330"/>
                    <a:pt x="2614" y="2327"/>
                    <a:pt x="2618" y="2318"/>
                  </a:cubicBezTo>
                  <a:cubicBezTo>
                    <a:pt x="2622" y="2310"/>
                    <a:pt x="2636" y="2318"/>
                    <a:pt x="2645" y="2320"/>
                  </a:cubicBezTo>
                  <a:cubicBezTo>
                    <a:pt x="2654" y="2321"/>
                    <a:pt x="2655" y="2317"/>
                    <a:pt x="2667" y="2310"/>
                  </a:cubicBezTo>
                  <a:cubicBezTo>
                    <a:pt x="2678" y="2303"/>
                    <a:pt x="2694" y="2310"/>
                    <a:pt x="2707" y="2308"/>
                  </a:cubicBezTo>
                  <a:cubicBezTo>
                    <a:pt x="2720" y="2307"/>
                    <a:pt x="2714" y="2284"/>
                    <a:pt x="2722" y="2280"/>
                  </a:cubicBezTo>
                  <a:cubicBezTo>
                    <a:pt x="2731" y="2275"/>
                    <a:pt x="2732" y="2267"/>
                    <a:pt x="2744" y="2263"/>
                  </a:cubicBezTo>
                  <a:cubicBezTo>
                    <a:pt x="2755" y="2258"/>
                    <a:pt x="2760" y="2257"/>
                    <a:pt x="2775" y="2245"/>
                  </a:cubicBezTo>
                  <a:cubicBezTo>
                    <a:pt x="2791" y="2234"/>
                    <a:pt x="2790" y="2232"/>
                    <a:pt x="2803" y="2225"/>
                  </a:cubicBezTo>
                  <a:cubicBezTo>
                    <a:pt x="2816" y="2218"/>
                    <a:pt x="2807" y="2215"/>
                    <a:pt x="2807" y="2201"/>
                  </a:cubicBezTo>
                  <a:cubicBezTo>
                    <a:pt x="2807" y="2187"/>
                    <a:pt x="2813" y="2194"/>
                    <a:pt x="2830" y="2197"/>
                  </a:cubicBezTo>
                  <a:cubicBezTo>
                    <a:pt x="2847" y="2199"/>
                    <a:pt x="2847" y="2195"/>
                    <a:pt x="2849" y="2179"/>
                  </a:cubicBezTo>
                  <a:cubicBezTo>
                    <a:pt x="2850" y="2164"/>
                    <a:pt x="2870" y="2172"/>
                    <a:pt x="2877" y="2155"/>
                  </a:cubicBezTo>
                  <a:cubicBezTo>
                    <a:pt x="2884" y="2138"/>
                    <a:pt x="2880" y="2138"/>
                    <a:pt x="2896" y="2134"/>
                  </a:cubicBezTo>
                  <a:cubicBezTo>
                    <a:pt x="2912" y="2129"/>
                    <a:pt x="2913" y="2116"/>
                    <a:pt x="2910" y="2106"/>
                  </a:cubicBezTo>
                  <a:cubicBezTo>
                    <a:pt x="2907" y="2096"/>
                    <a:pt x="2903" y="2088"/>
                    <a:pt x="2909" y="2083"/>
                  </a:cubicBezTo>
                  <a:cubicBezTo>
                    <a:pt x="2915" y="2079"/>
                    <a:pt x="2922" y="2070"/>
                    <a:pt x="2912" y="2059"/>
                  </a:cubicBezTo>
                  <a:cubicBezTo>
                    <a:pt x="2902" y="2048"/>
                    <a:pt x="2922" y="2043"/>
                    <a:pt x="2933" y="2043"/>
                  </a:cubicBezTo>
                  <a:cubicBezTo>
                    <a:pt x="2945" y="2043"/>
                    <a:pt x="2946" y="2025"/>
                    <a:pt x="2950" y="2025"/>
                  </a:cubicBezTo>
                  <a:cubicBezTo>
                    <a:pt x="2955" y="2025"/>
                    <a:pt x="2963" y="2022"/>
                    <a:pt x="2963" y="2006"/>
                  </a:cubicBezTo>
                  <a:cubicBezTo>
                    <a:pt x="2963" y="1990"/>
                    <a:pt x="2979" y="1993"/>
                    <a:pt x="2979" y="1982"/>
                  </a:cubicBezTo>
                  <a:cubicBezTo>
                    <a:pt x="2979" y="1970"/>
                    <a:pt x="2982" y="1956"/>
                    <a:pt x="2992" y="1954"/>
                  </a:cubicBezTo>
                  <a:cubicBezTo>
                    <a:pt x="3002" y="1953"/>
                    <a:pt x="3006" y="1944"/>
                    <a:pt x="3026" y="1933"/>
                  </a:cubicBezTo>
                  <a:cubicBezTo>
                    <a:pt x="3046" y="1921"/>
                    <a:pt x="3025" y="1914"/>
                    <a:pt x="3035" y="1909"/>
                  </a:cubicBezTo>
                  <a:cubicBezTo>
                    <a:pt x="3045" y="1903"/>
                    <a:pt x="3038" y="1896"/>
                    <a:pt x="3033" y="1881"/>
                  </a:cubicBezTo>
                  <a:cubicBezTo>
                    <a:pt x="3029" y="1867"/>
                    <a:pt x="3039" y="1871"/>
                    <a:pt x="3055" y="1871"/>
                  </a:cubicBezTo>
                  <a:cubicBezTo>
                    <a:pt x="3071" y="1871"/>
                    <a:pt x="3064" y="1858"/>
                    <a:pt x="3048" y="1850"/>
                  </a:cubicBezTo>
                  <a:cubicBezTo>
                    <a:pt x="3032" y="1841"/>
                    <a:pt x="3054" y="1841"/>
                    <a:pt x="3058" y="1830"/>
                  </a:cubicBezTo>
                  <a:cubicBezTo>
                    <a:pt x="3062" y="1818"/>
                    <a:pt x="3045" y="1820"/>
                    <a:pt x="3033" y="1817"/>
                  </a:cubicBezTo>
                  <a:cubicBezTo>
                    <a:pt x="3022" y="1814"/>
                    <a:pt x="3025" y="1804"/>
                    <a:pt x="3012" y="1800"/>
                  </a:cubicBezTo>
                  <a:cubicBezTo>
                    <a:pt x="2999" y="1795"/>
                    <a:pt x="2995" y="1814"/>
                    <a:pt x="2972" y="1812"/>
                  </a:cubicBezTo>
                  <a:cubicBezTo>
                    <a:pt x="2949" y="1811"/>
                    <a:pt x="2950" y="1795"/>
                    <a:pt x="2979" y="1795"/>
                  </a:cubicBezTo>
                  <a:cubicBezTo>
                    <a:pt x="3008" y="1795"/>
                    <a:pt x="3002" y="1785"/>
                    <a:pt x="3008" y="1774"/>
                  </a:cubicBezTo>
                  <a:cubicBezTo>
                    <a:pt x="3013" y="1762"/>
                    <a:pt x="3021" y="1765"/>
                    <a:pt x="3038" y="1758"/>
                  </a:cubicBezTo>
                  <a:cubicBezTo>
                    <a:pt x="3055" y="1751"/>
                    <a:pt x="3051" y="1739"/>
                    <a:pt x="3044" y="1732"/>
                  </a:cubicBezTo>
                  <a:cubicBezTo>
                    <a:pt x="3036" y="1725"/>
                    <a:pt x="3023" y="1715"/>
                    <a:pt x="3009" y="1708"/>
                  </a:cubicBezTo>
                  <a:cubicBezTo>
                    <a:pt x="2995" y="1701"/>
                    <a:pt x="3008" y="1685"/>
                    <a:pt x="3025" y="1694"/>
                  </a:cubicBezTo>
                  <a:cubicBezTo>
                    <a:pt x="3042" y="1702"/>
                    <a:pt x="3045" y="1711"/>
                    <a:pt x="3054" y="1695"/>
                  </a:cubicBezTo>
                  <a:cubicBezTo>
                    <a:pt x="3062" y="1679"/>
                    <a:pt x="3039" y="1673"/>
                    <a:pt x="3031" y="1662"/>
                  </a:cubicBezTo>
                  <a:cubicBezTo>
                    <a:pt x="3022" y="1651"/>
                    <a:pt x="3013" y="1643"/>
                    <a:pt x="3001" y="1640"/>
                  </a:cubicBezTo>
                  <a:cubicBezTo>
                    <a:pt x="2988" y="1638"/>
                    <a:pt x="2992" y="1616"/>
                    <a:pt x="2989" y="1599"/>
                  </a:cubicBezTo>
                  <a:cubicBezTo>
                    <a:pt x="2986" y="1582"/>
                    <a:pt x="2970" y="1577"/>
                    <a:pt x="2970" y="1569"/>
                  </a:cubicBezTo>
                  <a:cubicBezTo>
                    <a:pt x="2970" y="1560"/>
                    <a:pt x="2960" y="1549"/>
                    <a:pt x="2955" y="1524"/>
                  </a:cubicBezTo>
                  <a:cubicBezTo>
                    <a:pt x="2949" y="1500"/>
                    <a:pt x="2935" y="1504"/>
                    <a:pt x="2915" y="1499"/>
                  </a:cubicBezTo>
                  <a:cubicBezTo>
                    <a:pt x="2894" y="1493"/>
                    <a:pt x="2889" y="1484"/>
                    <a:pt x="2886" y="1470"/>
                  </a:cubicBezTo>
                  <a:cubicBezTo>
                    <a:pt x="2883" y="1456"/>
                    <a:pt x="2896" y="1458"/>
                    <a:pt x="2903" y="1437"/>
                  </a:cubicBezTo>
                  <a:cubicBezTo>
                    <a:pt x="2910" y="1415"/>
                    <a:pt x="2929" y="1423"/>
                    <a:pt x="2939" y="1398"/>
                  </a:cubicBezTo>
                  <a:cubicBezTo>
                    <a:pt x="2949" y="1374"/>
                    <a:pt x="2953" y="1382"/>
                    <a:pt x="2969" y="1381"/>
                  </a:cubicBezTo>
                  <a:cubicBezTo>
                    <a:pt x="2985" y="1380"/>
                    <a:pt x="2983" y="1371"/>
                    <a:pt x="2988" y="1357"/>
                  </a:cubicBezTo>
                  <a:cubicBezTo>
                    <a:pt x="2992" y="1342"/>
                    <a:pt x="3002" y="1339"/>
                    <a:pt x="3019" y="1338"/>
                  </a:cubicBezTo>
                  <a:cubicBezTo>
                    <a:pt x="3036" y="1337"/>
                    <a:pt x="3039" y="1335"/>
                    <a:pt x="3049" y="1328"/>
                  </a:cubicBezTo>
                  <a:cubicBezTo>
                    <a:pt x="3059" y="1321"/>
                    <a:pt x="3061" y="1318"/>
                    <a:pt x="3076" y="1329"/>
                  </a:cubicBezTo>
                  <a:cubicBezTo>
                    <a:pt x="3092" y="1341"/>
                    <a:pt x="3092" y="1317"/>
                    <a:pt x="3097" y="1307"/>
                  </a:cubicBezTo>
                  <a:cubicBezTo>
                    <a:pt x="3101" y="1296"/>
                    <a:pt x="3098" y="1292"/>
                    <a:pt x="3088" y="1285"/>
                  </a:cubicBezTo>
                  <a:cubicBezTo>
                    <a:pt x="3078" y="1278"/>
                    <a:pt x="3059" y="1279"/>
                    <a:pt x="3048" y="1284"/>
                  </a:cubicBezTo>
                  <a:cubicBezTo>
                    <a:pt x="3036" y="1288"/>
                    <a:pt x="3018" y="1281"/>
                    <a:pt x="3009" y="1269"/>
                  </a:cubicBezTo>
                  <a:cubicBezTo>
                    <a:pt x="3001" y="1258"/>
                    <a:pt x="2978" y="1252"/>
                    <a:pt x="2968" y="1256"/>
                  </a:cubicBezTo>
                  <a:cubicBezTo>
                    <a:pt x="2958" y="1261"/>
                    <a:pt x="2936" y="1279"/>
                    <a:pt x="2925" y="1295"/>
                  </a:cubicBezTo>
                  <a:cubicBezTo>
                    <a:pt x="2913" y="1311"/>
                    <a:pt x="2882" y="1305"/>
                    <a:pt x="2873" y="1298"/>
                  </a:cubicBezTo>
                  <a:cubicBezTo>
                    <a:pt x="2864" y="1291"/>
                    <a:pt x="2870" y="1278"/>
                    <a:pt x="2874" y="1266"/>
                  </a:cubicBezTo>
                  <a:cubicBezTo>
                    <a:pt x="2879" y="1255"/>
                    <a:pt x="2872" y="1251"/>
                    <a:pt x="2866" y="1242"/>
                  </a:cubicBezTo>
                  <a:cubicBezTo>
                    <a:pt x="2860" y="1233"/>
                    <a:pt x="2847" y="1231"/>
                    <a:pt x="2844" y="1242"/>
                  </a:cubicBezTo>
                  <a:cubicBezTo>
                    <a:pt x="2841" y="1253"/>
                    <a:pt x="2824" y="1229"/>
                    <a:pt x="2810" y="1232"/>
                  </a:cubicBezTo>
                  <a:cubicBezTo>
                    <a:pt x="2796" y="1235"/>
                    <a:pt x="2791" y="1223"/>
                    <a:pt x="2778" y="1208"/>
                  </a:cubicBezTo>
                  <a:cubicBezTo>
                    <a:pt x="2765" y="1192"/>
                    <a:pt x="2786" y="1178"/>
                    <a:pt x="2787" y="1163"/>
                  </a:cubicBezTo>
                  <a:cubicBezTo>
                    <a:pt x="2788" y="1149"/>
                    <a:pt x="2837" y="1160"/>
                    <a:pt x="2863" y="1156"/>
                  </a:cubicBezTo>
                  <a:cubicBezTo>
                    <a:pt x="2889" y="1152"/>
                    <a:pt x="2884" y="1136"/>
                    <a:pt x="2893" y="1117"/>
                  </a:cubicBezTo>
                  <a:cubicBezTo>
                    <a:pt x="2902" y="1099"/>
                    <a:pt x="2925" y="1096"/>
                    <a:pt x="2942" y="1089"/>
                  </a:cubicBezTo>
                  <a:cubicBezTo>
                    <a:pt x="2959" y="1082"/>
                    <a:pt x="2959" y="1071"/>
                    <a:pt x="2972" y="1061"/>
                  </a:cubicBezTo>
                  <a:cubicBezTo>
                    <a:pt x="2985" y="1051"/>
                    <a:pt x="2995" y="1043"/>
                    <a:pt x="3006" y="1030"/>
                  </a:cubicBezTo>
                  <a:cubicBezTo>
                    <a:pt x="3018" y="1017"/>
                    <a:pt x="3032" y="1043"/>
                    <a:pt x="3035" y="1031"/>
                  </a:cubicBezTo>
                  <a:cubicBezTo>
                    <a:pt x="3038" y="1020"/>
                    <a:pt x="3046" y="1028"/>
                    <a:pt x="3054" y="1033"/>
                  </a:cubicBezTo>
                  <a:cubicBezTo>
                    <a:pt x="3061" y="1037"/>
                    <a:pt x="3071" y="1044"/>
                    <a:pt x="3069" y="1060"/>
                  </a:cubicBezTo>
                  <a:cubicBezTo>
                    <a:pt x="3068" y="1076"/>
                    <a:pt x="3055" y="1092"/>
                    <a:pt x="3032" y="1104"/>
                  </a:cubicBezTo>
                  <a:cubicBezTo>
                    <a:pt x="3009" y="1117"/>
                    <a:pt x="3022" y="1132"/>
                    <a:pt x="3029" y="1132"/>
                  </a:cubicBezTo>
                  <a:cubicBezTo>
                    <a:pt x="3036" y="1132"/>
                    <a:pt x="3041" y="1140"/>
                    <a:pt x="3032" y="1155"/>
                  </a:cubicBezTo>
                  <a:cubicBezTo>
                    <a:pt x="3023" y="1169"/>
                    <a:pt x="3006" y="1163"/>
                    <a:pt x="2999" y="1176"/>
                  </a:cubicBezTo>
                  <a:cubicBezTo>
                    <a:pt x="2992" y="1189"/>
                    <a:pt x="3008" y="1193"/>
                    <a:pt x="3023" y="1180"/>
                  </a:cubicBezTo>
                  <a:cubicBezTo>
                    <a:pt x="3039" y="1167"/>
                    <a:pt x="3058" y="1163"/>
                    <a:pt x="3065" y="1155"/>
                  </a:cubicBezTo>
                  <a:cubicBezTo>
                    <a:pt x="3072" y="1146"/>
                    <a:pt x="3098" y="1139"/>
                    <a:pt x="3117" y="1124"/>
                  </a:cubicBezTo>
                  <a:cubicBezTo>
                    <a:pt x="3135" y="1110"/>
                    <a:pt x="3154" y="1104"/>
                    <a:pt x="3168" y="1103"/>
                  </a:cubicBezTo>
                  <a:cubicBezTo>
                    <a:pt x="3176" y="1102"/>
                    <a:pt x="3185" y="1102"/>
                    <a:pt x="3198" y="1105"/>
                  </a:cubicBezTo>
                  <a:cubicBezTo>
                    <a:pt x="3201" y="1093"/>
                    <a:pt x="3206" y="1085"/>
                    <a:pt x="3214" y="1078"/>
                  </a:cubicBezTo>
                  <a:cubicBezTo>
                    <a:pt x="3224" y="1070"/>
                    <a:pt x="3251" y="1060"/>
                    <a:pt x="3259" y="1053"/>
                  </a:cubicBezTo>
                  <a:cubicBezTo>
                    <a:pt x="3267" y="1046"/>
                    <a:pt x="3280" y="1048"/>
                    <a:pt x="3286" y="1042"/>
                  </a:cubicBezTo>
                  <a:cubicBezTo>
                    <a:pt x="3293" y="1036"/>
                    <a:pt x="3295" y="1029"/>
                    <a:pt x="3304" y="1027"/>
                  </a:cubicBezTo>
                  <a:cubicBezTo>
                    <a:pt x="3312" y="1025"/>
                    <a:pt x="3322" y="1018"/>
                    <a:pt x="3332" y="1009"/>
                  </a:cubicBezTo>
                  <a:cubicBezTo>
                    <a:pt x="3342" y="1000"/>
                    <a:pt x="3350" y="986"/>
                    <a:pt x="3352" y="975"/>
                  </a:cubicBezTo>
                  <a:cubicBezTo>
                    <a:pt x="3354" y="964"/>
                    <a:pt x="3356" y="958"/>
                    <a:pt x="3370" y="958"/>
                  </a:cubicBezTo>
                  <a:cubicBezTo>
                    <a:pt x="3385" y="958"/>
                    <a:pt x="3380" y="974"/>
                    <a:pt x="3384" y="974"/>
                  </a:cubicBezTo>
                  <a:cubicBezTo>
                    <a:pt x="3388" y="974"/>
                    <a:pt x="3402" y="982"/>
                    <a:pt x="3407" y="988"/>
                  </a:cubicBezTo>
                  <a:cubicBezTo>
                    <a:pt x="3412" y="995"/>
                    <a:pt x="3430" y="996"/>
                    <a:pt x="3434" y="990"/>
                  </a:cubicBezTo>
                  <a:cubicBezTo>
                    <a:pt x="3438" y="985"/>
                    <a:pt x="3447" y="988"/>
                    <a:pt x="3453" y="986"/>
                  </a:cubicBezTo>
                  <a:cubicBezTo>
                    <a:pt x="3459" y="985"/>
                    <a:pt x="3457" y="976"/>
                    <a:pt x="3452" y="973"/>
                  </a:cubicBezTo>
                  <a:cubicBezTo>
                    <a:pt x="3448" y="970"/>
                    <a:pt x="3454" y="960"/>
                    <a:pt x="3446" y="953"/>
                  </a:cubicBezTo>
                  <a:cubicBezTo>
                    <a:pt x="3439" y="946"/>
                    <a:pt x="3447" y="940"/>
                    <a:pt x="3465" y="941"/>
                  </a:cubicBezTo>
                  <a:cubicBezTo>
                    <a:pt x="3483" y="942"/>
                    <a:pt x="3510" y="938"/>
                    <a:pt x="3514" y="930"/>
                  </a:cubicBezTo>
                  <a:cubicBezTo>
                    <a:pt x="3518" y="922"/>
                    <a:pt x="3522" y="912"/>
                    <a:pt x="3530" y="912"/>
                  </a:cubicBezTo>
                  <a:cubicBezTo>
                    <a:pt x="3538" y="912"/>
                    <a:pt x="3549" y="906"/>
                    <a:pt x="3549" y="897"/>
                  </a:cubicBezTo>
                  <a:cubicBezTo>
                    <a:pt x="3549" y="888"/>
                    <a:pt x="3550" y="886"/>
                    <a:pt x="3558" y="882"/>
                  </a:cubicBezTo>
                  <a:cubicBezTo>
                    <a:pt x="3566" y="878"/>
                    <a:pt x="3554" y="868"/>
                    <a:pt x="3564" y="866"/>
                  </a:cubicBezTo>
                  <a:cubicBezTo>
                    <a:pt x="3573" y="863"/>
                    <a:pt x="3584" y="872"/>
                    <a:pt x="3585" y="878"/>
                  </a:cubicBezTo>
                  <a:cubicBezTo>
                    <a:pt x="3586" y="883"/>
                    <a:pt x="3585" y="891"/>
                    <a:pt x="3591" y="894"/>
                  </a:cubicBezTo>
                  <a:cubicBezTo>
                    <a:pt x="3592" y="895"/>
                    <a:pt x="3593" y="895"/>
                    <a:pt x="3593" y="895"/>
                  </a:cubicBezTo>
                  <a:cubicBezTo>
                    <a:pt x="3594" y="895"/>
                    <a:pt x="3594" y="895"/>
                    <a:pt x="3595" y="895"/>
                  </a:cubicBezTo>
                  <a:cubicBezTo>
                    <a:pt x="3595" y="895"/>
                    <a:pt x="3595" y="895"/>
                    <a:pt x="3596" y="895"/>
                  </a:cubicBezTo>
                  <a:cubicBezTo>
                    <a:pt x="3597" y="895"/>
                    <a:pt x="3599" y="895"/>
                    <a:pt x="3600" y="894"/>
                  </a:cubicBezTo>
                  <a:cubicBezTo>
                    <a:pt x="3600" y="894"/>
                    <a:pt x="3600" y="894"/>
                    <a:pt x="3600" y="894"/>
                  </a:cubicBezTo>
                  <a:cubicBezTo>
                    <a:pt x="3602" y="893"/>
                    <a:pt x="3603" y="892"/>
                    <a:pt x="3604" y="890"/>
                  </a:cubicBezTo>
                  <a:cubicBezTo>
                    <a:pt x="3604" y="890"/>
                    <a:pt x="3604" y="890"/>
                    <a:pt x="3604" y="890"/>
                  </a:cubicBezTo>
                  <a:cubicBezTo>
                    <a:pt x="3605" y="889"/>
                    <a:pt x="3605" y="889"/>
                    <a:pt x="3606" y="888"/>
                  </a:cubicBezTo>
                  <a:cubicBezTo>
                    <a:pt x="3606" y="888"/>
                    <a:pt x="3606" y="888"/>
                    <a:pt x="3606" y="887"/>
                  </a:cubicBezTo>
                  <a:cubicBezTo>
                    <a:pt x="3606" y="886"/>
                    <a:pt x="3607" y="885"/>
                    <a:pt x="3607" y="884"/>
                  </a:cubicBezTo>
                  <a:cubicBezTo>
                    <a:pt x="3609" y="876"/>
                    <a:pt x="3610" y="880"/>
                    <a:pt x="3620" y="879"/>
                  </a:cubicBezTo>
                  <a:cubicBezTo>
                    <a:pt x="3631" y="878"/>
                    <a:pt x="3634" y="874"/>
                    <a:pt x="3640" y="864"/>
                  </a:cubicBezTo>
                  <a:cubicBezTo>
                    <a:pt x="3645" y="854"/>
                    <a:pt x="3649" y="858"/>
                    <a:pt x="3650" y="848"/>
                  </a:cubicBezTo>
                  <a:cubicBezTo>
                    <a:pt x="3652" y="839"/>
                    <a:pt x="3654" y="828"/>
                    <a:pt x="3650" y="820"/>
                  </a:cubicBezTo>
                  <a:cubicBezTo>
                    <a:pt x="3647" y="812"/>
                    <a:pt x="3650" y="792"/>
                    <a:pt x="3650" y="782"/>
                  </a:cubicBezTo>
                  <a:cubicBezTo>
                    <a:pt x="3651" y="772"/>
                    <a:pt x="3650" y="762"/>
                    <a:pt x="3644" y="757"/>
                  </a:cubicBezTo>
                  <a:cubicBezTo>
                    <a:pt x="3639" y="752"/>
                    <a:pt x="3644" y="746"/>
                    <a:pt x="3639" y="742"/>
                  </a:cubicBezTo>
                  <a:cubicBezTo>
                    <a:pt x="3634" y="737"/>
                    <a:pt x="3629" y="729"/>
                    <a:pt x="3630" y="721"/>
                  </a:cubicBezTo>
                  <a:cubicBezTo>
                    <a:pt x="3632" y="713"/>
                    <a:pt x="3648" y="713"/>
                    <a:pt x="3659" y="711"/>
                  </a:cubicBezTo>
                  <a:cubicBezTo>
                    <a:pt x="3670" y="709"/>
                    <a:pt x="3674" y="701"/>
                    <a:pt x="3680" y="692"/>
                  </a:cubicBezTo>
                  <a:cubicBezTo>
                    <a:pt x="3686" y="682"/>
                    <a:pt x="3696" y="687"/>
                    <a:pt x="3706" y="692"/>
                  </a:cubicBezTo>
                  <a:cubicBezTo>
                    <a:pt x="3716" y="698"/>
                    <a:pt x="3732" y="704"/>
                    <a:pt x="3748" y="707"/>
                  </a:cubicBezTo>
                  <a:cubicBezTo>
                    <a:pt x="3764" y="710"/>
                    <a:pt x="3767" y="703"/>
                    <a:pt x="3768" y="689"/>
                  </a:cubicBezTo>
                  <a:cubicBezTo>
                    <a:pt x="3768" y="675"/>
                    <a:pt x="3771" y="672"/>
                    <a:pt x="3781" y="669"/>
                  </a:cubicBezTo>
                  <a:cubicBezTo>
                    <a:pt x="3791" y="666"/>
                    <a:pt x="3793" y="652"/>
                    <a:pt x="3797" y="638"/>
                  </a:cubicBezTo>
                  <a:cubicBezTo>
                    <a:pt x="3801" y="625"/>
                    <a:pt x="3806" y="624"/>
                    <a:pt x="3814" y="616"/>
                  </a:cubicBezTo>
                  <a:cubicBezTo>
                    <a:pt x="3822" y="609"/>
                    <a:pt x="3821" y="592"/>
                    <a:pt x="3820" y="579"/>
                  </a:cubicBezTo>
                  <a:cubicBezTo>
                    <a:pt x="3820" y="566"/>
                    <a:pt x="3835" y="555"/>
                    <a:pt x="3835" y="541"/>
                  </a:cubicBezTo>
                  <a:cubicBezTo>
                    <a:pt x="3835" y="527"/>
                    <a:pt x="3842" y="517"/>
                    <a:pt x="3850" y="516"/>
                  </a:cubicBezTo>
                  <a:cubicBezTo>
                    <a:pt x="3858" y="516"/>
                    <a:pt x="3864" y="514"/>
                    <a:pt x="3868" y="503"/>
                  </a:cubicBezTo>
                  <a:cubicBezTo>
                    <a:pt x="3873" y="492"/>
                    <a:pt x="3870" y="484"/>
                    <a:pt x="3861" y="477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1812" y="1308"/>
              <a:ext cx="1209" cy="1299"/>
            </a:xfrm>
            <a:custGeom>
              <a:avLst/>
              <a:gdLst>
                <a:gd name="T0" fmla="*/ 1794 w 1850"/>
                <a:gd name="T1" fmla="*/ 620 h 1988"/>
                <a:gd name="T2" fmla="*/ 1749 w 1850"/>
                <a:gd name="T3" fmla="*/ 570 h 1988"/>
                <a:gd name="T4" fmla="*/ 1632 w 1850"/>
                <a:gd name="T5" fmla="*/ 608 h 1988"/>
                <a:gd name="T6" fmla="*/ 1497 w 1850"/>
                <a:gd name="T7" fmla="*/ 684 h 1988"/>
                <a:gd name="T8" fmla="*/ 1524 w 1850"/>
                <a:gd name="T9" fmla="*/ 741 h 1988"/>
                <a:gd name="T10" fmla="*/ 1392 w 1850"/>
                <a:gd name="T11" fmla="*/ 750 h 1988"/>
                <a:gd name="T12" fmla="*/ 1311 w 1850"/>
                <a:gd name="T13" fmla="*/ 698 h 1988"/>
                <a:gd name="T14" fmla="*/ 1301 w 1850"/>
                <a:gd name="T15" fmla="*/ 659 h 1988"/>
                <a:gd name="T16" fmla="*/ 1280 w 1850"/>
                <a:gd name="T17" fmla="*/ 668 h 1988"/>
                <a:gd name="T18" fmla="*/ 1276 w 1850"/>
                <a:gd name="T19" fmla="*/ 668 h 1988"/>
                <a:gd name="T20" fmla="*/ 1264 w 1850"/>
                <a:gd name="T21" fmla="*/ 695 h 1988"/>
                <a:gd name="T22" fmla="*/ 1229 w 1850"/>
                <a:gd name="T23" fmla="*/ 771 h 1988"/>
                <a:gd name="T24" fmla="*/ 1072 w 1850"/>
                <a:gd name="T25" fmla="*/ 741 h 1988"/>
                <a:gd name="T26" fmla="*/ 952 w 1850"/>
                <a:gd name="T27" fmla="*/ 709 h 1988"/>
                <a:gd name="T28" fmla="*/ 838 w 1850"/>
                <a:gd name="T29" fmla="*/ 652 h 1988"/>
                <a:gd name="T30" fmla="*/ 772 w 1850"/>
                <a:gd name="T31" fmla="*/ 565 h 1988"/>
                <a:gd name="T32" fmla="*/ 804 w 1850"/>
                <a:gd name="T33" fmla="*/ 507 h 1988"/>
                <a:gd name="T34" fmla="*/ 677 w 1850"/>
                <a:gd name="T35" fmla="*/ 433 h 1988"/>
                <a:gd name="T36" fmla="*/ 701 w 1850"/>
                <a:gd name="T37" fmla="*/ 353 h 1988"/>
                <a:gd name="T38" fmla="*/ 672 w 1850"/>
                <a:gd name="T39" fmla="*/ 251 h 1988"/>
                <a:gd name="T40" fmla="*/ 768 w 1850"/>
                <a:gd name="T41" fmla="*/ 163 h 1988"/>
                <a:gd name="T42" fmla="*/ 647 w 1850"/>
                <a:gd name="T43" fmla="*/ 117 h 1988"/>
                <a:gd name="T44" fmla="*/ 585 w 1850"/>
                <a:gd name="T45" fmla="*/ 111 h 1988"/>
                <a:gd name="T46" fmla="*/ 482 w 1850"/>
                <a:gd name="T47" fmla="*/ 5 h 1988"/>
                <a:gd name="T48" fmla="*/ 384 w 1850"/>
                <a:gd name="T49" fmla="*/ 34 h 1988"/>
                <a:gd name="T50" fmla="*/ 361 w 1850"/>
                <a:gd name="T51" fmla="*/ 220 h 1988"/>
                <a:gd name="T52" fmla="*/ 443 w 1850"/>
                <a:gd name="T53" fmla="*/ 357 h 1988"/>
                <a:gd name="T54" fmla="*/ 404 w 1850"/>
                <a:gd name="T55" fmla="*/ 456 h 1988"/>
                <a:gd name="T56" fmla="*/ 275 w 1850"/>
                <a:gd name="T57" fmla="*/ 602 h 1988"/>
                <a:gd name="T58" fmla="*/ 159 w 1850"/>
                <a:gd name="T59" fmla="*/ 675 h 1988"/>
                <a:gd name="T60" fmla="*/ 127 w 1850"/>
                <a:gd name="T61" fmla="*/ 773 h 1988"/>
                <a:gd name="T62" fmla="*/ 181 w 1850"/>
                <a:gd name="T63" fmla="*/ 903 h 1988"/>
                <a:gd name="T64" fmla="*/ 84 w 1850"/>
                <a:gd name="T65" fmla="*/ 920 h 1988"/>
                <a:gd name="T66" fmla="*/ 73 w 1850"/>
                <a:gd name="T67" fmla="*/ 1014 h 1988"/>
                <a:gd name="T68" fmla="*/ 151 w 1850"/>
                <a:gd name="T69" fmla="*/ 1152 h 1988"/>
                <a:gd name="T70" fmla="*/ 284 w 1850"/>
                <a:gd name="T71" fmla="*/ 1100 h 1988"/>
                <a:gd name="T72" fmla="*/ 403 w 1850"/>
                <a:gd name="T73" fmla="*/ 1598 h 1988"/>
                <a:gd name="T74" fmla="*/ 615 w 1850"/>
                <a:gd name="T75" fmla="*/ 1975 h 1988"/>
                <a:gd name="T76" fmla="*/ 741 w 1850"/>
                <a:gd name="T77" fmla="*/ 1777 h 1988"/>
                <a:gd name="T78" fmla="*/ 763 w 1850"/>
                <a:gd name="T79" fmla="*/ 1549 h 1988"/>
                <a:gd name="T80" fmla="*/ 958 w 1850"/>
                <a:gd name="T81" fmla="*/ 1363 h 1988"/>
                <a:gd name="T82" fmla="*/ 1196 w 1850"/>
                <a:gd name="T83" fmla="*/ 1133 h 1988"/>
                <a:gd name="T84" fmla="*/ 1324 w 1850"/>
                <a:gd name="T85" fmla="*/ 1104 h 1988"/>
                <a:gd name="T86" fmla="*/ 1301 w 1850"/>
                <a:gd name="T87" fmla="*/ 935 h 1988"/>
                <a:gd name="T88" fmla="*/ 1314 w 1850"/>
                <a:gd name="T89" fmla="*/ 854 h 1988"/>
                <a:gd name="T90" fmla="*/ 1270 w 1850"/>
                <a:gd name="T91" fmla="*/ 794 h 1988"/>
                <a:gd name="T92" fmla="*/ 1293 w 1850"/>
                <a:gd name="T93" fmla="*/ 772 h 1988"/>
                <a:gd name="T94" fmla="*/ 1297 w 1850"/>
                <a:gd name="T95" fmla="*/ 774 h 1988"/>
                <a:gd name="T96" fmla="*/ 1302 w 1850"/>
                <a:gd name="T97" fmla="*/ 775 h 1988"/>
                <a:gd name="T98" fmla="*/ 1371 w 1850"/>
                <a:gd name="T99" fmla="*/ 822 h 1988"/>
                <a:gd name="T100" fmla="*/ 1524 w 1850"/>
                <a:gd name="T101" fmla="*/ 860 h 1988"/>
                <a:gd name="T102" fmla="*/ 1482 w 1850"/>
                <a:gd name="T103" fmla="*/ 930 h 1988"/>
                <a:gd name="T104" fmla="*/ 1502 w 1850"/>
                <a:gd name="T105" fmla="*/ 975 h 1988"/>
                <a:gd name="T106" fmla="*/ 1549 w 1850"/>
                <a:gd name="T107" fmla="*/ 1063 h 1988"/>
                <a:gd name="T108" fmla="*/ 1580 w 1850"/>
                <a:gd name="T109" fmla="*/ 1067 h 1988"/>
                <a:gd name="T110" fmla="*/ 1602 w 1850"/>
                <a:gd name="T111" fmla="*/ 958 h 1988"/>
                <a:gd name="T112" fmla="*/ 1659 w 1850"/>
                <a:gd name="T113" fmla="*/ 916 h 1988"/>
                <a:gd name="T114" fmla="*/ 1691 w 1850"/>
                <a:gd name="T115" fmla="*/ 834 h 1988"/>
                <a:gd name="T116" fmla="*/ 1792 w 1850"/>
                <a:gd name="T117" fmla="*/ 713 h 1988"/>
                <a:gd name="T118" fmla="*/ 1850 w 1850"/>
                <a:gd name="T119" fmla="*/ 643 h 19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50" h="1988">
                  <a:moveTo>
                    <a:pt x="1848" y="643"/>
                  </a:moveTo>
                  <a:cubicBezTo>
                    <a:pt x="1848" y="643"/>
                    <a:pt x="1847" y="643"/>
                    <a:pt x="1847" y="643"/>
                  </a:cubicBezTo>
                  <a:cubicBezTo>
                    <a:pt x="1841" y="640"/>
                    <a:pt x="1835" y="643"/>
                    <a:pt x="1830" y="644"/>
                  </a:cubicBezTo>
                  <a:cubicBezTo>
                    <a:pt x="1825" y="646"/>
                    <a:pt x="1824" y="642"/>
                    <a:pt x="1819" y="637"/>
                  </a:cubicBezTo>
                  <a:cubicBezTo>
                    <a:pt x="1815" y="631"/>
                    <a:pt x="1802" y="638"/>
                    <a:pt x="1790" y="637"/>
                  </a:cubicBezTo>
                  <a:cubicBezTo>
                    <a:pt x="1777" y="635"/>
                    <a:pt x="1788" y="623"/>
                    <a:pt x="1794" y="620"/>
                  </a:cubicBezTo>
                  <a:cubicBezTo>
                    <a:pt x="1799" y="616"/>
                    <a:pt x="1799" y="611"/>
                    <a:pt x="1798" y="606"/>
                  </a:cubicBezTo>
                  <a:cubicBezTo>
                    <a:pt x="1798" y="601"/>
                    <a:pt x="1794" y="597"/>
                    <a:pt x="1787" y="593"/>
                  </a:cubicBezTo>
                  <a:cubicBezTo>
                    <a:pt x="1780" y="590"/>
                    <a:pt x="1785" y="581"/>
                    <a:pt x="1785" y="577"/>
                  </a:cubicBezTo>
                  <a:cubicBezTo>
                    <a:pt x="1784" y="573"/>
                    <a:pt x="1779" y="569"/>
                    <a:pt x="1774" y="568"/>
                  </a:cubicBezTo>
                  <a:cubicBezTo>
                    <a:pt x="1769" y="567"/>
                    <a:pt x="1769" y="559"/>
                    <a:pt x="1763" y="559"/>
                  </a:cubicBezTo>
                  <a:cubicBezTo>
                    <a:pt x="1757" y="560"/>
                    <a:pt x="1756" y="570"/>
                    <a:pt x="1749" y="570"/>
                  </a:cubicBezTo>
                  <a:cubicBezTo>
                    <a:pt x="1743" y="570"/>
                    <a:pt x="1734" y="586"/>
                    <a:pt x="1731" y="590"/>
                  </a:cubicBezTo>
                  <a:cubicBezTo>
                    <a:pt x="1727" y="595"/>
                    <a:pt x="1721" y="593"/>
                    <a:pt x="1716" y="589"/>
                  </a:cubicBezTo>
                  <a:cubicBezTo>
                    <a:pt x="1711" y="585"/>
                    <a:pt x="1709" y="588"/>
                    <a:pt x="1699" y="588"/>
                  </a:cubicBezTo>
                  <a:cubicBezTo>
                    <a:pt x="1690" y="588"/>
                    <a:pt x="1689" y="579"/>
                    <a:pt x="1682" y="571"/>
                  </a:cubicBezTo>
                  <a:cubicBezTo>
                    <a:pt x="1675" y="564"/>
                    <a:pt x="1665" y="578"/>
                    <a:pt x="1654" y="584"/>
                  </a:cubicBezTo>
                  <a:cubicBezTo>
                    <a:pt x="1642" y="591"/>
                    <a:pt x="1640" y="597"/>
                    <a:pt x="1632" y="608"/>
                  </a:cubicBezTo>
                  <a:cubicBezTo>
                    <a:pt x="1624" y="619"/>
                    <a:pt x="1611" y="619"/>
                    <a:pt x="1600" y="619"/>
                  </a:cubicBezTo>
                  <a:cubicBezTo>
                    <a:pt x="1589" y="618"/>
                    <a:pt x="1588" y="624"/>
                    <a:pt x="1585" y="632"/>
                  </a:cubicBezTo>
                  <a:cubicBezTo>
                    <a:pt x="1581" y="641"/>
                    <a:pt x="1574" y="647"/>
                    <a:pt x="1563" y="649"/>
                  </a:cubicBezTo>
                  <a:cubicBezTo>
                    <a:pt x="1552" y="651"/>
                    <a:pt x="1554" y="663"/>
                    <a:pt x="1551" y="673"/>
                  </a:cubicBezTo>
                  <a:cubicBezTo>
                    <a:pt x="1548" y="683"/>
                    <a:pt x="1528" y="680"/>
                    <a:pt x="1519" y="678"/>
                  </a:cubicBezTo>
                  <a:cubicBezTo>
                    <a:pt x="1511" y="677"/>
                    <a:pt x="1504" y="682"/>
                    <a:pt x="1497" y="684"/>
                  </a:cubicBezTo>
                  <a:cubicBezTo>
                    <a:pt x="1496" y="684"/>
                    <a:pt x="1496" y="684"/>
                    <a:pt x="1495" y="684"/>
                  </a:cubicBezTo>
                  <a:cubicBezTo>
                    <a:pt x="1492" y="686"/>
                    <a:pt x="1488" y="684"/>
                    <a:pt x="1486" y="685"/>
                  </a:cubicBezTo>
                  <a:cubicBezTo>
                    <a:pt x="1482" y="687"/>
                    <a:pt x="1482" y="692"/>
                    <a:pt x="1484" y="695"/>
                  </a:cubicBezTo>
                  <a:cubicBezTo>
                    <a:pt x="1485" y="697"/>
                    <a:pt x="1493" y="703"/>
                    <a:pt x="1503" y="704"/>
                  </a:cubicBezTo>
                  <a:cubicBezTo>
                    <a:pt x="1512" y="706"/>
                    <a:pt x="1510" y="723"/>
                    <a:pt x="1511" y="727"/>
                  </a:cubicBezTo>
                  <a:cubicBezTo>
                    <a:pt x="1512" y="731"/>
                    <a:pt x="1518" y="735"/>
                    <a:pt x="1524" y="741"/>
                  </a:cubicBezTo>
                  <a:cubicBezTo>
                    <a:pt x="1530" y="747"/>
                    <a:pt x="1506" y="744"/>
                    <a:pt x="1494" y="744"/>
                  </a:cubicBezTo>
                  <a:cubicBezTo>
                    <a:pt x="1482" y="744"/>
                    <a:pt x="1472" y="744"/>
                    <a:pt x="1463" y="744"/>
                  </a:cubicBezTo>
                  <a:cubicBezTo>
                    <a:pt x="1453" y="744"/>
                    <a:pt x="1436" y="744"/>
                    <a:pt x="1433" y="750"/>
                  </a:cubicBezTo>
                  <a:cubicBezTo>
                    <a:pt x="1429" y="757"/>
                    <a:pt x="1417" y="754"/>
                    <a:pt x="1416" y="748"/>
                  </a:cubicBezTo>
                  <a:cubicBezTo>
                    <a:pt x="1416" y="743"/>
                    <a:pt x="1411" y="741"/>
                    <a:pt x="1404" y="741"/>
                  </a:cubicBezTo>
                  <a:cubicBezTo>
                    <a:pt x="1396" y="741"/>
                    <a:pt x="1395" y="742"/>
                    <a:pt x="1392" y="750"/>
                  </a:cubicBezTo>
                  <a:cubicBezTo>
                    <a:pt x="1389" y="758"/>
                    <a:pt x="1378" y="756"/>
                    <a:pt x="1371" y="757"/>
                  </a:cubicBezTo>
                  <a:cubicBezTo>
                    <a:pt x="1364" y="757"/>
                    <a:pt x="1352" y="755"/>
                    <a:pt x="1350" y="751"/>
                  </a:cubicBezTo>
                  <a:cubicBezTo>
                    <a:pt x="1348" y="748"/>
                    <a:pt x="1334" y="745"/>
                    <a:pt x="1324" y="745"/>
                  </a:cubicBezTo>
                  <a:cubicBezTo>
                    <a:pt x="1315" y="745"/>
                    <a:pt x="1317" y="732"/>
                    <a:pt x="1310" y="729"/>
                  </a:cubicBezTo>
                  <a:cubicBezTo>
                    <a:pt x="1304" y="727"/>
                    <a:pt x="1309" y="720"/>
                    <a:pt x="1308" y="710"/>
                  </a:cubicBezTo>
                  <a:cubicBezTo>
                    <a:pt x="1308" y="706"/>
                    <a:pt x="1309" y="702"/>
                    <a:pt x="1311" y="698"/>
                  </a:cubicBezTo>
                  <a:cubicBezTo>
                    <a:pt x="1311" y="698"/>
                    <a:pt x="1311" y="698"/>
                    <a:pt x="1311" y="698"/>
                  </a:cubicBezTo>
                  <a:cubicBezTo>
                    <a:pt x="1310" y="697"/>
                    <a:pt x="1310" y="697"/>
                    <a:pt x="1310" y="697"/>
                  </a:cubicBezTo>
                  <a:cubicBezTo>
                    <a:pt x="1310" y="697"/>
                    <a:pt x="1310" y="697"/>
                    <a:pt x="1310" y="697"/>
                  </a:cubicBezTo>
                  <a:cubicBezTo>
                    <a:pt x="1309" y="696"/>
                    <a:pt x="1309" y="696"/>
                    <a:pt x="1309" y="696"/>
                  </a:cubicBezTo>
                  <a:cubicBezTo>
                    <a:pt x="1307" y="691"/>
                    <a:pt x="1310" y="676"/>
                    <a:pt x="1310" y="670"/>
                  </a:cubicBezTo>
                  <a:cubicBezTo>
                    <a:pt x="1310" y="665"/>
                    <a:pt x="1309" y="660"/>
                    <a:pt x="1301" y="659"/>
                  </a:cubicBezTo>
                  <a:cubicBezTo>
                    <a:pt x="1294" y="659"/>
                    <a:pt x="1288" y="662"/>
                    <a:pt x="1284" y="666"/>
                  </a:cubicBezTo>
                  <a:cubicBezTo>
                    <a:pt x="1283" y="666"/>
                    <a:pt x="1283" y="667"/>
                    <a:pt x="1282" y="667"/>
                  </a:cubicBezTo>
                  <a:cubicBezTo>
                    <a:pt x="1282" y="667"/>
                    <a:pt x="1282" y="667"/>
                    <a:pt x="1282" y="667"/>
                  </a:cubicBezTo>
                  <a:cubicBezTo>
                    <a:pt x="1282" y="667"/>
                    <a:pt x="1281" y="667"/>
                    <a:pt x="1281" y="667"/>
                  </a:cubicBezTo>
                  <a:cubicBezTo>
                    <a:pt x="1281" y="668"/>
                    <a:pt x="1281" y="668"/>
                    <a:pt x="1281" y="668"/>
                  </a:cubicBezTo>
                  <a:cubicBezTo>
                    <a:pt x="1280" y="668"/>
                    <a:pt x="1280" y="668"/>
                    <a:pt x="1280" y="668"/>
                  </a:cubicBezTo>
                  <a:cubicBezTo>
                    <a:pt x="1280" y="668"/>
                    <a:pt x="1280" y="668"/>
                    <a:pt x="1279" y="668"/>
                  </a:cubicBezTo>
                  <a:cubicBezTo>
                    <a:pt x="1279" y="668"/>
                    <a:pt x="1279" y="668"/>
                    <a:pt x="1279" y="668"/>
                  </a:cubicBezTo>
                  <a:cubicBezTo>
                    <a:pt x="1278" y="668"/>
                    <a:pt x="1278" y="668"/>
                    <a:pt x="1278" y="668"/>
                  </a:cubicBezTo>
                  <a:cubicBezTo>
                    <a:pt x="1278" y="668"/>
                    <a:pt x="1277" y="668"/>
                    <a:pt x="1277" y="668"/>
                  </a:cubicBezTo>
                  <a:cubicBezTo>
                    <a:pt x="1277" y="668"/>
                    <a:pt x="1277" y="668"/>
                    <a:pt x="1277" y="668"/>
                  </a:cubicBezTo>
                  <a:cubicBezTo>
                    <a:pt x="1276" y="668"/>
                    <a:pt x="1276" y="668"/>
                    <a:pt x="1276" y="668"/>
                  </a:cubicBezTo>
                  <a:cubicBezTo>
                    <a:pt x="1275" y="668"/>
                    <a:pt x="1275" y="668"/>
                    <a:pt x="1275" y="668"/>
                  </a:cubicBezTo>
                  <a:cubicBezTo>
                    <a:pt x="1274" y="668"/>
                    <a:pt x="1274" y="668"/>
                    <a:pt x="1273" y="668"/>
                  </a:cubicBezTo>
                  <a:cubicBezTo>
                    <a:pt x="1273" y="668"/>
                    <a:pt x="1273" y="668"/>
                    <a:pt x="1273" y="668"/>
                  </a:cubicBezTo>
                  <a:cubicBezTo>
                    <a:pt x="1271" y="668"/>
                    <a:pt x="1269" y="668"/>
                    <a:pt x="1268" y="668"/>
                  </a:cubicBezTo>
                  <a:cubicBezTo>
                    <a:pt x="1268" y="673"/>
                    <a:pt x="1268" y="679"/>
                    <a:pt x="1268" y="681"/>
                  </a:cubicBezTo>
                  <a:cubicBezTo>
                    <a:pt x="1268" y="687"/>
                    <a:pt x="1270" y="694"/>
                    <a:pt x="1264" y="695"/>
                  </a:cubicBezTo>
                  <a:cubicBezTo>
                    <a:pt x="1259" y="695"/>
                    <a:pt x="1257" y="700"/>
                    <a:pt x="1258" y="705"/>
                  </a:cubicBezTo>
                  <a:cubicBezTo>
                    <a:pt x="1259" y="710"/>
                    <a:pt x="1257" y="732"/>
                    <a:pt x="1262" y="734"/>
                  </a:cubicBezTo>
                  <a:cubicBezTo>
                    <a:pt x="1266" y="736"/>
                    <a:pt x="1267" y="740"/>
                    <a:pt x="1267" y="746"/>
                  </a:cubicBezTo>
                  <a:cubicBezTo>
                    <a:pt x="1267" y="750"/>
                    <a:pt x="1271" y="752"/>
                    <a:pt x="1273" y="758"/>
                  </a:cubicBezTo>
                  <a:cubicBezTo>
                    <a:pt x="1266" y="758"/>
                    <a:pt x="1260" y="765"/>
                    <a:pt x="1256" y="771"/>
                  </a:cubicBezTo>
                  <a:cubicBezTo>
                    <a:pt x="1250" y="778"/>
                    <a:pt x="1240" y="770"/>
                    <a:pt x="1229" y="771"/>
                  </a:cubicBezTo>
                  <a:cubicBezTo>
                    <a:pt x="1218" y="773"/>
                    <a:pt x="1216" y="773"/>
                    <a:pt x="1204" y="767"/>
                  </a:cubicBezTo>
                  <a:cubicBezTo>
                    <a:pt x="1192" y="761"/>
                    <a:pt x="1191" y="769"/>
                    <a:pt x="1180" y="769"/>
                  </a:cubicBezTo>
                  <a:cubicBezTo>
                    <a:pt x="1170" y="769"/>
                    <a:pt x="1156" y="762"/>
                    <a:pt x="1140" y="761"/>
                  </a:cubicBezTo>
                  <a:cubicBezTo>
                    <a:pt x="1123" y="759"/>
                    <a:pt x="1122" y="758"/>
                    <a:pt x="1118" y="751"/>
                  </a:cubicBezTo>
                  <a:cubicBezTo>
                    <a:pt x="1114" y="745"/>
                    <a:pt x="1112" y="747"/>
                    <a:pt x="1096" y="749"/>
                  </a:cubicBezTo>
                  <a:cubicBezTo>
                    <a:pt x="1080" y="751"/>
                    <a:pt x="1082" y="743"/>
                    <a:pt x="1072" y="741"/>
                  </a:cubicBezTo>
                  <a:cubicBezTo>
                    <a:pt x="1061" y="739"/>
                    <a:pt x="1054" y="736"/>
                    <a:pt x="1052" y="728"/>
                  </a:cubicBezTo>
                  <a:cubicBezTo>
                    <a:pt x="1050" y="720"/>
                    <a:pt x="1044" y="719"/>
                    <a:pt x="1038" y="709"/>
                  </a:cubicBezTo>
                  <a:cubicBezTo>
                    <a:pt x="1033" y="699"/>
                    <a:pt x="1026" y="701"/>
                    <a:pt x="1017" y="701"/>
                  </a:cubicBezTo>
                  <a:cubicBezTo>
                    <a:pt x="1008" y="700"/>
                    <a:pt x="1007" y="704"/>
                    <a:pt x="1000" y="709"/>
                  </a:cubicBezTo>
                  <a:cubicBezTo>
                    <a:pt x="994" y="713"/>
                    <a:pt x="984" y="707"/>
                    <a:pt x="976" y="704"/>
                  </a:cubicBezTo>
                  <a:cubicBezTo>
                    <a:pt x="968" y="701"/>
                    <a:pt x="962" y="706"/>
                    <a:pt x="952" y="709"/>
                  </a:cubicBezTo>
                  <a:cubicBezTo>
                    <a:pt x="943" y="711"/>
                    <a:pt x="940" y="705"/>
                    <a:pt x="936" y="697"/>
                  </a:cubicBezTo>
                  <a:cubicBezTo>
                    <a:pt x="932" y="688"/>
                    <a:pt x="924" y="687"/>
                    <a:pt x="914" y="688"/>
                  </a:cubicBezTo>
                  <a:cubicBezTo>
                    <a:pt x="905" y="689"/>
                    <a:pt x="895" y="684"/>
                    <a:pt x="890" y="675"/>
                  </a:cubicBezTo>
                  <a:cubicBezTo>
                    <a:pt x="884" y="665"/>
                    <a:pt x="880" y="671"/>
                    <a:pt x="876" y="675"/>
                  </a:cubicBezTo>
                  <a:cubicBezTo>
                    <a:pt x="872" y="678"/>
                    <a:pt x="866" y="679"/>
                    <a:pt x="860" y="673"/>
                  </a:cubicBezTo>
                  <a:cubicBezTo>
                    <a:pt x="854" y="666"/>
                    <a:pt x="844" y="663"/>
                    <a:pt x="838" y="652"/>
                  </a:cubicBezTo>
                  <a:cubicBezTo>
                    <a:pt x="833" y="641"/>
                    <a:pt x="824" y="640"/>
                    <a:pt x="816" y="639"/>
                  </a:cubicBezTo>
                  <a:cubicBezTo>
                    <a:pt x="808" y="637"/>
                    <a:pt x="801" y="636"/>
                    <a:pt x="797" y="629"/>
                  </a:cubicBezTo>
                  <a:cubicBezTo>
                    <a:pt x="793" y="623"/>
                    <a:pt x="782" y="624"/>
                    <a:pt x="771" y="622"/>
                  </a:cubicBezTo>
                  <a:cubicBezTo>
                    <a:pt x="760" y="620"/>
                    <a:pt x="761" y="612"/>
                    <a:pt x="758" y="599"/>
                  </a:cubicBezTo>
                  <a:cubicBezTo>
                    <a:pt x="754" y="585"/>
                    <a:pt x="762" y="585"/>
                    <a:pt x="767" y="581"/>
                  </a:cubicBezTo>
                  <a:cubicBezTo>
                    <a:pt x="772" y="576"/>
                    <a:pt x="773" y="573"/>
                    <a:pt x="772" y="565"/>
                  </a:cubicBezTo>
                  <a:cubicBezTo>
                    <a:pt x="772" y="556"/>
                    <a:pt x="776" y="553"/>
                    <a:pt x="779" y="543"/>
                  </a:cubicBezTo>
                  <a:cubicBezTo>
                    <a:pt x="782" y="534"/>
                    <a:pt x="786" y="533"/>
                    <a:pt x="797" y="527"/>
                  </a:cubicBezTo>
                  <a:cubicBezTo>
                    <a:pt x="806" y="521"/>
                    <a:pt x="808" y="517"/>
                    <a:pt x="806" y="511"/>
                  </a:cubicBezTo>
                  <a:cubicBezTo>
                    <a:pt x="806" y="510"/>
                    <a:pt x="806" y="510"/>
                    <a:pt x="805" y="509"/>
                  </a:cubicBezTo>
                  <a:cubicBezTo>
                    <a:pt x="805" y="509"/>
                    <a:pt x="805" y="509"/>
                    <a:pt x="805" y="509"/>
                  </a:cubicBezTo>
                  <a:cubicBezTo>
                    <a:pt x="805" y="508"/>
                    <a:pt x="805" y="507"/>
                    <a:pt x="804" y="507"/>
                  </a:cubicBezTo>
                  <a:cubicBezTo>
                    <a:pt x="800" y="498"/>
                    <a:pt x="796" y="502"/>
                    <a:pt x="790" y="497"/>
                  </a:cubicBezTo>
                  <a:cubicBezTo>
                    <a:pt x="783" y="491"/>
                    <a:pt x="778" y="491"/>
                    <a:pt x="765" y="486"/>
                  </a:cubicBezTo>
                  <a:cubicBezTo>
                    <a:pt x="752" y="481"/>
                    <a:pt x="754" y="476"/>
                    <a:pt x="746" y="464"/>
                  </a:cubicBezTo>
                  <a:cubicBezTo>
                    <a:pt x="739" y="452"/>
                    <a:pt x="735" y="459"/>
                    <a:pt x="723" y="459"/>
                  </a:cubicBezTo>
                  <a:cubicBezTo>
                    <a:pt x="711" y="459"/>
                    <a:pt x="709" y="451"/>
                    <a:pt x="703" y="438"/>
                  </a:cubicBezTo>
                  <a:cubicBezTo>
                    <a:pt x="697" y="425"/>
                    <a:pt x="688" y="433"/>
                    <a:pt x="677" y="433"/>
                  </a:cubicBezTo>
                  <a:cubicBezTo>
                    <a:pt x="666" y="433"/>
                    <a:pt x="669" y="396"/>
                    <a:pt x="666" y="384"/>
                  </a:cubicBezTo>
                  <a:cubicBezTo>
                    <a:pt x="662" y="372"/>
                    <a:pt x="660" y="375"/>
                    <a:pt x="654" y="365"/>
                  </a:cubicBezTo>
                  <a:cubicBezTo>
                    <a:pt x="648" y="356"/>
                    <a:pt x="651" y="348"/>
                    <a:pt x="657" y="348"/>
                  </a:cubicBezTo>
                  <a:cubicBezTo>
                    <a:pt x="663" y="348"/>
                    <a:pt x="670" y="343"/>
                    <a:pt x="673" y="345"/>
                  </a:cubicBezTo>
                  <a:cubicBezTo>
                    <a:pt x="676" y="347"/>
                    <a:pt x="678" y="358"/>
                    <a:pt x="681" y="364"/>
                  </a:cubicBezTo>
                  <a:cubicBezTo>
                    <a:pt x="684" y="370"/>
                    <a:pt x="696" y="360"/>
                    <a:pt x="701" y="353"/>
                  </a:cubicBezTo>
                  <a:cubicBezTo>
                    <a:pt x="706" y="347"/>
                    <a:pt x="714" y="347"/>
                    <a:pt x="720" y="341"/>
                  </a:cubicBezTo>
                  <a:cubicBezTo>
                    <a:pt x="726" y="335"/>
                    <a:pt x="720" y="329"/>
                    <a:pt x="715" y="323"/>
                  </a:cubicBezTo>
                  <a:cubicBezTo>
                    <a:pt x="710" y="318"/>
                    <a:pt x="710" y="315"/>
                    <a:pt x="710" y="311"/>
                  </a:cubicBezTo>
                  <a:cubicBezTo>
                    <a:pt x="709" y="307"/>
                    <a:pt x="702" y="300"/>
                    <a:pt x="694" y="297"/>
                  </a:cubicBezTo>
                  <a:cubicBezTo>
                    <a:pt x="685" y="293"/>
                    <a:pt x="677" y="279"/>
                    <a:pt x="680" y="270"/>
                  </a:cubicBezTo>
                  <a:cubicBezTo>
                    <a:pt x="684" y="261"/>
                    <a:pt x="680" y="259"/>
                    <a:pt x="672" y="251"/>
                  </a:cubicBezTo>
                  <a:cubicBezTo>
                    <a:pt x="664" y="242"/>
                    <a:pt x="670" y="235"/>
                    <a:pt x="678" y="231"/>
                  </a:cubicBezTo>
                  <a:cubicBezTo>
                    <a:pt x="685" y="226"/>
                    <a:pt x="692" y="232"/>
                    <a:pt x="696" y="239"/>
                  </a:cubicBezTo>
                  <a:cubicBezTo>
                    <a:pt x="701" y="245"/>
                    <a:pt x="708" y="239"/>
                    <a:pt x="720" y="235"/>
                  </a:cubicBezTo>
                  <a:cubicBezTo>
                    <a:pt x="733" y="232"/>
                    <a:pt x="739" y="212"/>
                    <a:pt x="744" y="204"/>
                  </a:cubicBezTo>
                  <a:cubicBezTo>
                    <a:pt x="750" y="196"/>
                    <a:pt x="754" y="193"/>
                    <a:pt x="762" y="191"/>
                  </a:cubicBezTo>
                  <a:cubicBezTo>
                    <a:pt x="770" y="189"/>
                    <a:pt x="770" y="173"/>
                    <a:pt x="768" y="163"/>
                  </a:cubicBezTo>
                  <a:cubicBezTo>
                    <a:pt x="767" y="154"/>
                    <a:pt x="773" y="153"/>
                    <a:pt x="776" y="143"/>
                  </a:cubicBezTo>
                  <a:cubicBezTo>
                    <a:pt x="780" y="134"/>
                    <a:pt x="767" y="133"/>
                    <a:pt x="755" y="131"/>
                  </a:cubicBezTo>
                  <a:cubicBezTo>
                    <a:pt x="743" y="128"/>
                    <a:pt x="737" y="120"/>
                    <a:pt x="728" y="109"/>
                  </a:cubicBezTo>
                  <a:cubicBezTo>
                    <a:pt x="720" y="97"/>
                    <a:pt x="706" y="99"/>
                    <a:pt x="693" y="99"/>
                  </a:cubicBezTo>
                  <a:cubicBezTo>
                    <a:pt x="680" y="99"/>
                    <a:pt x="679" y="102"/>
                    <a:pt x="668" y="105"/>
                  </a:cubicBezTo>
                  <a:cubicBezTo>
                    <a:pt x="658" y="109"/>
                    <a:pt x="658" y="117"/>
                    <a:pt x="647" y="117"/>
                  </a:cubicBezTo>
                  <a:cubicBezTo>
                    <a:pt x="636" y="118"/>
                    <a:pt x="637" y="121"/>
                    <a:pt x="634" y="126"/>
                  </a:cubicBezTo>
                  <a:cubicBezTo>
                    <a:pt x="634" y="126"/>
                    <a:pt x="631" y="131"/>
                    <a:pt x="629" y="132"/>
                  </a:cubicBezTo>
                  <a:cubicBezTo>
                    <a:pt x="624" y="135"/>
                    <a:pt x="622" y="134"/>
                    <a:pt x="620" y="132"/>
                  </a:cubicBezTo>
                  <a:cubicBezTo>
                    <a:pt x="617" y="130"/>
                    <a:pt x="615" y="129"/>
                    <a:pt x="614" y="129"/>
                  </a:cubicBezTo>
                  <a:cubicBezTo>
                    <a:pt x="606" y="127"/>
                    <a:pt x="603" y="121"/>
                    <a:pt x="599" y="119"/>
                  </a:cubicBezTo>
                  <a:cubicBezTo>
                    <a:pt x="590" y="114"/>
                    <a:pt x="589" y="116"/>
                    <a:pt x="585" y="111"/>
                  </a:cubicBezTo>
                  <a:cubicBezTo>
                    <a:pt x="577" y="100"/>
                    <a:pt x="573" y="98"/>
                    <a:pt x="563" y="98"/>
                  </a:cubicBezTo>
                  <a:cubicBezTo>
                    <a:pt x="553" y="98"/>
                    <a:pt x="551" y="87"/>
                    <a:pt x="543" y="81"/>
                  </a:cubicBezTo>
                  <a:cubicBezTo>
                    <a:pt x="536" y="75"/>
                    <a:pt x="527" y="74"/>
                    <a:pt x="527" y="66"/>
                  </a:cubicBezTo>
                  <a:cubicBezTo>
                    <a:pt x="527" y="57"/>
                    <a:pt x="521" y="48"/>
                    <a:pt x="515" y="45"/>
                  </a:cubicBezTo>
                  <a:cubicBezTo>
                    <a:pt x="509" y="43"/>
                    <a:pt x="510" y="37"/>
                    <a:pt x="499" y="34"/>
                  </a:cubicBezTo>
                  <a:cubicBezTo>
                    <a:pt x="488" y="32"/>
                    <a:pt x="486" y="10"/>
                    <a:pt x="482" y="5"/>
                  </a:cubicBezTo>
                  <a:cubicBezTo>
                    <a:pt x="478" y="0"/>
                    <a:pt x="478" y="7"/>
                    <a:pt x="464" y="7"/>
                  </a:cubicBezTo>
                  <a:cubicBezTo>
                    <a:pt x="455" y="7"/>
                    <a:pt x="454" y="9"/>
                    <a:pt x="446" y="12"/>
                  </a:cubicBezTo>
                  <a:cubicBezTo>
                    <a:pt x="446" y="12"/>
                    <a:pt x="434" y="17"/>
                    <a:pt x="434" y="17"/>
                  </a:cubicBezTo>
                  <a:cubicBezTo>
                    <a:pt x="428" y="19"/>
                    <a:pt x="419" y="22"/>
                    <a:pt x="417" y="18"/>
                  </a:cubicBezTo>
                  <a:cubicBezTo>
                    <a:pt x="416" y="19"/>
                    <a:pt x="414" y="19"/>
                    <a:pt x="414" y="19"/>
                  </a:cubicBezTo>
                  <a:cubicBezTo>
                    <a:pt x="402" y="19"/>
                    <a:pt x="393" y="29"/>
                    <a:pt x="384" y="34"/>
                  </a:cubicBezTo>
                  <a:cubicBezTo>
                    <a:pt x="373" y="40"/>
                    <a:pt x="358" y="44"/>
                    <a:pt x="338" y="45"/>
                  </a:cubicBezTo>
                  <a:cubicBezTo>
                    <a:pt x="318" y="46"/>
                    <a:pt x="315" y="80"/>
                    <a:pt x="297" y="84"/>
                  </a:cubicBezTo>
                  <a:cubicBezTo>
                    <a:pt x="279" y="88"/>
                    <a:pt x="337" y="123"/>
                    <a:pt x="333" y="119"/>
                  </a:cubicBezTo>
                  <a:cubicBezTo>
                    <a:pt x="329" y="115"/>
                    <a:pt x="383" y="146"/>
                    <a:pt x="390" y="157"/>
                  </a:cubicBezTo>
                  <a:cubicBezTo>
                    <a:pt x="410" y="187"/>
                    <a:pt x="387" y="185"/>
                    <a:pt x="374" y="185"/>
                  </a:cubicBezTo>
                  <a:cubicBezTo>
                    <a:pt x="361" y="185"/>
                    <a:pt x="361" y="210"/>
                    <a:pt x="361" y="220"/>
                  </a:cubicBezTo>
                  <a:cubicBezTo>
                    <a:pt x="361" y="230"/>
                    <a:pt x="362" y="232"/>
                    <a:pt x="373" y="238"/>
                  </a:cubicBezTo>
                  <a:cubicBezTo>
                    <a:pt x="384" y="244"/>
                    <a:pt x="386" y="249"/>
                    <a:pt x="374" y="257"/>
                  </a:cubicBezTo>
                  <a:cubicBezTo>
                    <a:pt x="362" y="265"/>
                    <a:pt x="379" y="280"/>
                    <a:pt x="377" y="293"/>
                  </a:cubicBezTo>
                  <a:cubicBezTo>
                    <a:pt x="375" y="306"/>
                    <a:pt x="389" y="316"/>
                    <a:pt x="389" y="323"/>
                  </a:cubicBezTo>
                  <a:cubicBezTo>
                    <a:pt x="389" y="330"/>
                    <a:pt x="406" y="334"/>
                    <a:pt x="407" y="344"/>
                  </a:cubicBezTo>
                  <a:cubicBezTo>
                    <a:pt x="408" y="354"/>
                    <a:pt x="428" y="355"/>
                    <a:pt x="443" y="357"/>
                  </a:cubicBezTo>
                  <a:cubicBezTo>
                    <a:pt x="458" y="359"/>
                    <a:pt x="455" y="365"/>
                    <a:pt x="454" y="371"/>
                  </a:cubicBezTo>
                  <a:cubicBezTo>
                    <a:pt x="453" y="377"/>
                    <a:pt x="428" y="382"/>
                    <a:pt x="415" y="385"/>
                  </a:cubicBezTo>
                  <a:cubicBezTo>
                    <a:pt x="402" y="388"/>
                    <a:pt x="401" y="401"/>
                    <a:pt x="406" y="408"/>
                  </a:cubicBezTo>
                  <a:cubicBezTo>
                    <a:pt x="411" y="415"/>
                    <a:pt x="402" y="423"/>
                    <a:pt x="402" y="430"/>
                  </a:cubicBezTo>
                  <a:cubicBezTo>
                    <a:pt x="402" y="437"/>
                    <a:pt x="405" y="444"/>
                    <a:pt x="413" y="446"/>
                  </a:cubicBezTo>
                  <a:cubicBezTo>
                    <a:pt x="421" y="448"/>
                    <a:pt x="413" y="456"/>
                    <a:pt x="404" y="456"/>
                  </a:cubicBezTo>
                  <a:cubicBezTo>
                    <a:pt x="395" y="456"/>
                    <a:pt x="391" y="466"/>
                    <a:pt x="380" y="473"/>
                  </a:cubicBezTo>
                  <a:cubicBezTo>
                    <a:pt x="369" y="480"/>
                    <a:pt x="370" y="488"/>
                    <a:pt x="366" y="508"/>
                  </a:cubicBezTo>
                  <a:cubicBezTo>
                    <a:pt x="362" y="528"/>
                    <a:pt x="353" y="521"/>
                    <a:pt x="341" y="522"/>
                  </a:cubicBezTo>
                  <a:cubicBezTo>
                    <a:pt x="329" y="523"/>
                    <a:pt x="328" y="540"/>
                    <a:pt x="326" y="554"/>
                  </a:cubicBezTo>
                  <a:cubicBezTo>
                    <a:pt x="324" y="568"/>
                    <a:pt x="316" y="567"/>
                    <a:pt x="305" y="584"/>
                  </a:cubicBezTo>
                  <a:cubicBezTo>
                    <a:pt x="294" y="601"/>
                    <a:pt x="291" y="600"/>
                    <a:pt x="275" y="602"/>
                  </a:cubicBezTo>
                  <a:cubicBezTo>
                    <a:pt x="259" y="604"/>
                    <a:pt x="259" y="633"/>
                    <a:pt x="250" y="638"/>
                  </a:cubicBezTo>
                  <a:cubicBezTo>
                    <a:pt x="241" y="643"/>
                    <a:pt x="237" y="647"/>
                    <a:pt x="236" y="660"/>
                  </a:cubicBezTo>
                  <a:cubicBezTo>
                    <a:pt x="235" y="673"/>
                    <a:pt x="206" y="672"/>
                    <a:pt x="198" y="672"/>
                  </a:cubicBezTo>
                  <a:cubicBezTo>
                    <a:pt x="190" y="672"/>
                    <a:pt x="185" y="670"/>
                    <a:pt x="183" y="680"/>
                  </a:cubicBezTo>
                  <a:cubicBezTo>
                    <a:pt x="181" y="690"/>
                    <a:pt x="171" y="687"/>
                    <a:pt x="168" y="687"/>
                  </a:cubicBezTo>
                  <a:cubicBezTo>
                    <a:pt x="165" y="687"/>
                    <a:pt x="161" y="683"/>
                    <a:pt x="159" y="675"/>
                  </a:cubicBezTo>
                  <a:cubicBezTo>
                    <a:pt x="157" y="667"/>
                    <a:pt x="151" y="662"/>
                    <a:pt x="141" y="662"/>
                  </a:cubicBezTo>
                  <a:cubicBezTo>
                    <a:pt x="131" y="662"/>
                    <a:pt x="124" y="676"/>
                    <a:pt x="113" y="695"/>
                  </a:cubicBezTo>
                  <a:cubicBezTo>
                    <a:pt x="102" y="714"/>
                    <a:pt x="102" y="715"/>
                    <a:pt x="89" y="720"/>
                  </a:cubicBezTo>
                  <a:cubicBezTo>
                    <a:pt x="76" y="725"/>
                    <a:pt x="80" y="741"/>
                    <a:pt x="81" y="747"/>
                  </a:cubicBezTo>
                  <a:cubicBezTo>
                    <a:pt x="82" y="753"/>
                    <a:pt x="103" y="760"/>
                    <a:pt x="112" y="761"/>
                  </a:cubicBezTo>
                  <a:cubicBezTo>
                    <a:pt x="121" y="762"/>
                    <a:pt x="121" y="761"/>
                    <a:pt x="127" y="773"/>
                  </a:cubicBezTo>
                  <a:cubicBezTo>
                    <a:pt x="133" y="785"/>
                    <a:pt x="128" y="792"/>
                    <a:pt x="122" y="795"/>
                  </a:cubicBezTo>
                  <a:cubicBezTo>
                    <a:pt x="116" y="798"/>
                    <a:pt x="122" y="808"/>
                    <a:pt x="125" y="814"/>
                  </a:cubicBezTo>
                  <a:cubicBezTo>
                    <a:pt x="128" y="820"/>
                    <a:pt x="136" y="825"/>
                    <a:pt x="149" y="827"/>
                  </a:cubicBezTo>
                  <a:cubicBezTo>
                    <a:pt x="162" y="829"/>
                    <a:pt x="155" y="849"/>
                    <a:pt x="166" y="851"/>
                  </a:cubicBezTo>
                  <a:cubicBezTo>
                    <a:pt x="177" y="853"/>
                    <a:pt x="169" y="870"/>
                    <a:pt x="178" y="882"/>
                  </a:cubicBezTo>
                  <a:cubicBezTo>
                    <a:pt x="187" y="894"/>
                    <a:pt x="177" y="893"/>
                    <a:pt x="181" y="903"/>
                  </a:cubicBezTo>
                  <a:cubicBezTo>
                    <a:pt x="185" y="913"/>
                    <a:pt x="179" y="910"/>
                    <a:pt x="171" y="919"/>
                  </a:cubicBezTo>
                  <a:cubicBezTo>
                    <a:pt x="163" y="928"/>
                    <a:pt x="161" y="925"/>
                    <a:pt x="159" y="918"/>
                  </a:cubicBezTo>
                  <a:cubicBezTo>
                    <a:pt x="157" y="911"/>
                    <a:pt x="152" y="907"/>
                    <a:pt x="142" y="906"/>
                  </a:cubicBezTo>
                  <a:cubicBezTo>
                    <a:pt x="132" y="905"/>
                    <a:pt x="136" y="918"/>
                    <a:pt x="126" y="918"/>
                  </a:cubicBezTo>
                  <a:cubicBezTo>
                    <a:pt x="116" y="918"/>
                    <a:pt x="114" y="928"/>
                    <a:pt x="103" y="928"/>
                  </a:cubicBezTo>
                  <a:cubicBezTo>
                    <a:pt x="92" y="928"/>
                    <a:pt x="88" y="928"/>
                    <a:pt x="84" y="920"/>
                  </a:cubicBezTo>
                  <a:cubicBezTo>
                    <a:pt x="80" y="912"/>
                    <a:pt x="60" y="917"/>
                    <a:pt x="48" y="917"/>
                  </a:cubicBezTo>
                  <a:cubicBezTo>
                    <a:pt x="36" y="917"/>
                    <a:pt x="33" y="927"/>
                    <a:pt x="33" y="935"/>
                  </a:cubicBezTo>
                  <a:cubicBezTo>
                    <a:pt x="33" y="943"/>
                    <a:pt x="23" y="942"/>
                    <a:pt x="13" y="942"/>
                  </a:cubicBezTo>
                  <a:cubicBezTo>
                    <a:pt x="8" y="942"/>
                    <a:pt x="3" y="950"/>
                    <a:pt x="0" y="957"/>
                  </a:cubicBezTo>
                  <a:cubicBezTo>
                    <a:pt x="11" y="965"/>
                    <a:pt x="13" y="973"/>
                    <a:pt x="19" y="984"/>
                  </a:cubicBezTo>
                  <a:cubicBezTo>
                    <a:pt x="26" y="999"/>
                    <a:pt x="58" y="1001"/>
                    <a:pt x="73" y="1014"/>
                  </a:cubicBezTo>
                  <a:cubicBezTo>
                    <a:pt x="89" y="1027"/>
                    <a:pt x="115" y="1001"/>
                    <a:pt x="134" y="1014"/>
                  </a:cubicBezTo>
                  <a:cubicBezTo>
                    <a:pt x="152" y="1027"/>
                    <a:pt x="132" y="1032"/>
                    <a:pt x="113" y="1034"/>
                  </a:cubicBezTo>
                  <a:cubicBezTo>
                    <a:pt x="95" y="1037"/>
                    <a:pt x="96" y="1046"/>
                    <a:pt x="82" y="1044"/>
                  </a:cubicBezTo>
                  <a:cubicBezTo>
                    <a:pt x="68" y="1043"/>
                    <a:pt x="55" y="1040"/>
                    <a:pt x="55" y="1050"/>
                  </a:cubicBezTo>
                  <a:cubicBezTo>
                    <a:pt x="55" y="1060"/>
                    <a:pt x="88" y="1090"/>
                    <a:pt x="99" y="1107"/>
                  </a:cubicBezTo>
                  <a:cubicBezTo>
                    <a:pt x="111" y="1125"/>
                    <a:pt x="128" y="1139"/>
                    <a:pt x="151" y="1152"/>
                  </a:cubicBezTo>
                  <a:cubicBezTo>
                    <a:pt x="174" y="1165"/>
                    <a:pt x="179" y="1169"/>
                    <a:pt x="192" y="1153"/>
                  </a:cubicBezTo>
                  <a:cubicBezTo>
                    <a:pt x="205" y="1138"/>
                    <a:pt x="225" y="1139"/>
                    <a:pt x="241" y="1129"/>
                  </a:cubicBezTo>
                  <a:cubicBezTo>
                    <a:pt x="257" y="1119"/>
                    <a:pt x="264" y="1109"/>
                    <a:pt x="258" y="1099"/>
                  </a:cubicBezTo>
                  <a:cubicBezTo>
                    <a:pt x="253" y="1089"/>
                    <a:pt x="260" y="1063"/>
                    <a:pt x="260" y="1052"/>
                  </a:cubicBezTo>
                  <a:cubicBezTo>
                    <a:pt x="260" y="1040"/>
                    <a:pt x="277" y="1056"/>
                    <a:pt x="281" y="1070"/>
                  </a:cubicBezTo>
                  <a:cubicBezTo>
                    <a:pt x="285" y="1085"/>
                    <a:pt x="287" y="1085"/>
                    <a:pt x="284" y="1100"/>
                  </a:cubicBezTo>
                  <a:cubicBezTo>
                    <a:pt x="281" y="1116"/>
                    <a:pt x="300" y="1140"/>
                    <a:pt x="303" y="1153"/>
                  </a:cubicBezTo>
                  <a:cubicBezTo>
                    <a:pt x="306" y="1166"/>
                    <a:pt x="304" y="1172"/>
                    <a:pt x="285" y="1195"/>
                  </a:cubicBezTo>
                  <a:cubicBezTo>
                    <a:pt x="267" y="1218"/>
                    <a:pt x="285" y="1242"/>
                    <a:pt x="287" y="1261"/>
                  </a:cubicBezTo>
                  <a:cubicBezTo>
                    <a:pt x="288" y="1279"/>
                    <a:pt x="320" y="1367"/>
                    <a:pt x="324" y="1400"/>
                  </a:cubicBezTo>
                  <a:cubicBezTo>
                    <a:pt x="328" y="1433"/>
                    <a:pt x="338" y="1473"/>
                    <a:pt x="354" y="1500"/>
                  </a:cubicBezTo>
                  <a:cubicBezTo>
                    <a:pt x="370" y="1527"/>
                    <a:pt x="389" y="1563"/>
                    <a:pt x="403" y="1598"/>
                  </a:cubicBezTo>
                  <a:cubicBezTo>
                    <a:pt x="417" y="1632"/>
                    <a:pt x="422" y="1649"/>
                    <a:pt x="424" y="1672"/>
                  </a:cubicBezTo>
                  <a:cubicBezTo>
                    <a:pt x="427" y="1695"/>
                    <a:pt x="445" y="1718"/>
                    <a:pt x="465" y="1748"/>
                  </a:cubicBezTo>
                  <a:cubicBezTo>
                    <a:pt x="485" y="1778"/>
                    <a:pt x="500" y="1804"/>
                    <a:pt x="510" y="1834"/>
                  </a:cubicBezTo>
                  <a:cubicBezTo>
                    <a:pt x="521" y="1864"/>
                    <a:pt x="521" y="1881"/>
                    <a:pt x="525" y="1906"/>
                  </a:cubicBezTo>
                  <a:cubicBezTo>
                    <a:pt x="529" y="1930"/>
                    <a:pt x="559" y="1953"/>
                    <a:pt x="566" y="1970"/>
                  </a:cubicBezTo>
                  <a:cubicBezTo>
                    <a:pt x="574" y="1988"/>
                    <a:pt x="607" y="1986"/>
                    <a:pt x="615" y="1975"/>
                  </a:cubicBezTo>
                  <a:cubicBezTo>
                    <a:pt x="624" y="1963"/>
                    <a:pt x="647" y="1947"/>
                    <a:pt x="648" y="1932"/>
                  </a:cubicBezTo>
                  <a:cubicBezTo>
                    <a:pt x="650" y="1916"/>
                    <a:pt x="660" y="1919"/>
                    <a:pt x="681" y="1913"/>
                  </a:cubicBezTo>
                  <a:cubicBezTo>
                    <a:pt x="703" y="1907"/>
                    <a:pt x="695" y="1893"/>
                    <a:pt x="694" y="1884"/>
                  </a:cubicBezTo>
                  <a:cubicBezTo>
                    <a:pt x="693" y="1876"/>
                    <a:pt x="711" y="1849"/>
                    <a:pt x="721" y="1840"/>
                  </a:cubicBezTo>
                  <a:cubicBezTo>
                    <a:pt x="731" y="1831"/>
                    <a:pt x="747" y="1833"/>
                    <a:pt x="748" y="1824"/>
                  </a:cubicBezTo>
                  <a:cubicBezTo>
                    <a:pt x="750" y="1816"/>
                    <a:pt x="744" y="1788"/>
                    <a:pt x="741" y="1777"/>
                  </a:cubicBezTo>
                  <a:cubicBezTo>
                    <a:pt x="738" y="1765"/>
                    <a:pt x="746" y="1751"/>
                    <a:pt x="750" y="1737"/>
                  </a:cubicBezTo>
                  <a:cubicBezTo>
                    <a:pt x="754" y="1722"/>
                    <a:pt x="761" y="1707"/>
                    <a:pt x="770" y="1695"/>
                  </a:cubicBezTo>
                  <a:cubicBezTo>
                    <a:pt x="779" y="1684"/>
                    <a:pt x="779" y="1671"/>
                    <a:pt x="777" y="1658"/>
                  </a:cubicBezTo>
                  <a:cubicBezTo>
                    <a:pt x="776" y="1645"/>
                    <a:pt x="776" y="1631"/>
                    <a:pt x="776" y="1615"/>
                  </a:cubicBezTo>
                  <a:cubicBezTo>
                    <a:pt x="776" y="1599"/>
                    <a:pt x="764" y="1598"/>
                    <a:pt x="768" y="1586"/>
                  </a:cubicBezTo>
                  <a:cubicBezTo>
                    <a:pt x="773" y="1575"/>
                    <a:pt x="767" y="1559"/>
                    <a:pt x="763" y="1549"/>
                  </a:cubicBezTo>
                  <a:cubicBezTo>
                    <a:pt x="758" y="1539"/>
                    <a:pt x="764" y="1522"/>
                    <a:pt x="770" y="1502"/>
                  </a:cubicBezTo>
                  <a:cubicBezTo>
                    <a:pt x="776" y="1482"/>
                    <a:pt x="776" y="1486"/>
                    <a:pt x="797" y="1486"/>
                  </a:cubicBezTo>
                  <a:cubicBezTo>
                    <a:pt x="819" y="1486"/>
                    <a:pt x="830" y="1474"/>
                    <a:pt x="842" y="1456"/>
                  </a:cubicBezTo>
                  <a:cubicBezTo>
                    <a:pt x="853" y="1437"/>
                    <a:pt x="872" y="1449"/>
                    <a:pt x="890" y="1437"/>
                  </a:cubicBezTo>
                  <a:cubicBezTo>
                    <a:pt x="909" y="1426"/>
                    <a:pt x="909" y="1396"/>
                    <a:pt x="918" y="1387"/>
                  </a:cubicBezTo>
                  <a:cubicBezTo>
                    <a:pt x="926" y="1378"/>
                    <a:pt x="949" y="1374"/>
                    <a:pt x="958" y="1363"/>
                  </a:cubicBezTo>
                  <a:cubicBezTo>
                    <a:pt x="966" y="1351"/>
                    <a:pt x="992" y="1330"/>
                    <a:pt x="1002" y="1322"/>
                  </a:cubicBezTo>
                  <a:cubicBezTo>
                    <a:pt x="1012" y="1315"/>
                    <a:pt x="1032" y="1304"/>
                    <a:pt x="1052" y="1279"/>
                  </a:cubicBezTo>
                  <a:cubicBezTo>
                    <a:pt x="1072" y="1255"/>
                    <a:pt x="1082" y="1235"/>
                    <a:pt x="1100" y="1231"/>
                  </a:cubicBezTo>
                  <a:cubicBezTo>
                    <a:pt x="1117" y="1226"/>
                    <a:pt x="1130" y="1222"/>
                    <a:pt x="1145" y="1216"/>
                  </a:cubicBezTo>
                  <a:cubicBezTo>
                    <a:pt x="1161" y="1211"/>
                    <a:pt x="1177" y="1185"/>
                    <a:pt x="1190" y="1173"/>
                  </a:cubicBezTo>
                  <a:cubicBezTo>
                    <a:pt x="1203" y="1162"/>
                    <a:pt x="1194" y="1148"/>
                    <a:pt x="1196" y="1133"/>
                  </a:cubicBezTo>
                  <a:cubicBezTo>
                    <a:pt x="1197" y="1119"/>
                    <a:pt x="1200" y="1103"/>
                    <a:pt x="1213" y="1103"/>
                  </a:cubicBezTo>
                  <a:cubicBezTo>
                    <a:pt x="1226" y="1103"/>
                    <a:pt x="1243" y="1100"/>
                    <a:pt x="1247" y="1092"/>
                  </a:cubicBezTo>
                  <a:cubicBezTo>
                    <a:pt x="1252" y="1083"/>
                    <a:pt x="1262" y="1077"/>
                    <a:pt x="1266" y="1092"/>
                  </a:cubicBezTo>
                  <a:cubicBezTo>
                    <a:pt x="1270" y="1106"/>
                    <a:pt x="1287" y="1102"/>
                    <a:pt x="1287" y="1102"/>
                  </a:cubicBezTo>
                  <a:cubicBezTo>
                    <a:pt x="1287" y="1102"/>
                    <a:pt x="1313" y="1095"/>
                    <a:pt x="1322" y="1102"/>
                  </a:cubicBezTo>
                  <a:cubicBezTo>
                    <a:pt x="1323" y="1102"/>
                    <a:pt x="1323" y="1103"/>
                    <a:pt x="1324" y="1104"/>
                  </a:cubicBezTo>
                  <a:cubicBezTo>
                    <a:pt x="1325" y="1091"/>
                    <a:pt x="1323" y="1067"/>
                    <a:pt x="1323" y="1062"/>
                  </a:cubicBezTo>
                  <a:cubicBezTo>
                    <a:pt x="1323" y="1056"/>
                    <a:pt x="1318" y="1055"/>
                    <a:pt x="1316" y="1048"/>
                  </a:cubicBezTo>
                  <a:cubicBezTo>
                    <a:pt x="1314" y="1040"/>
                    <a:pt x="1317" y="1020"/>
                    <a:pt x="1317" y="1013"/>
                  </a:cubicBezTo>
                  <a:cubicBezTo>
                    <a:pt x="1317" y="1005"/>
                    <a:pt x="1318" y="998"/>
                    <a:pt x="1312" y="994"/>
                  </a:cubicBezTo>
                  <a:cubicBezTo>
                    <a:pt x="1307" y="989"/>
                    <a:pt x="1305" y="986"/>
                    <a:pt x="1301" y="976"/>
                  </a:cubicBezTo>
                  <a:cubicBezTo>
                    <a:pt x="1298" y="967"/>
                    <a:pt x="1298" y="945"/>
                    <a:pt x="1301" y="935"/>
                  </a:cubicBezTo>
                  <a:cubicBezTo>
                    <a:pt x="1305" y="925"/>
                    <a:pt x="1293" y="913"/>
                    <a:pt x="1287" y="910"/>
                  </a:cubicBezTo>
                  <a:cubicBezTo>
                    <a:pt x="1282" y="907"/>
                    <a:pt x="1279" y="902"/>
                    <a:pt x="1273" y="896"/>
                  </a:cubicBezTo>
                  <a:cubicBezTo>
                    <a:pt x="1268" y="891"/>
                    <a:pt x="1269" y="884"/>
                    <a:pt x="1270" y="879"/>
                  </a:cubicBezTo>
                  <a:cubicBezTo>
                    <a:pt x="1271" y="873"/>
                    <a:pt x="1283" y="872"/>
                    <a:pt x="1283" y="869"/>
                  </a:cubicBezTo>
                  <a:cubicBezTo>
                    <a:pt x="1283" y="866"/>
                    <a:pt x="1286" y="860"/>
                    <a:pt x="1296" y="860"/>
                  </a:cubicBezTo>
                  <a:cubicBezTo>
                    <a:pt x="1305" y="860"/>
                    <a:pt x="1311" y="860"/>
                    <a:pt x="1314" y="854"/>
                  </a:cubicBezTo>
                  <a:cubicBezTo>
                    <a:pt x="1317" y="847"/>
                    <a:pt x="1319" y="840"/>
                    <a:pt x="1318" y="839"/>
                  </a:cubicBezTo>
                  <a:cubicBezTo>
                    <a:pt x="1317" y="837"/>
                    <a:pt x="1298" y="835"/>
                    <a:pt x="1293" y="834"/>
                  </a:cubicBezTo>
                  <a:cubicBezTo>
                    <a:pt x="1287" y="833"/>
                    <a:pt x="1282" y="824"/>
                    <a:pt x="1280" y="819"/>
                  </a:cubicBezTo>
                  <a:cubicBezTo>
                    <a:pt x="1278" y="814"/>
                    <a:pt x="1274" y="813"/>
                    <a:pt x="1271" y="811"/>
                  </a:cubicBezTo>
                  <a:cubicBezTo>
                    <a:pt x="1267" y="810"/>
                    <a:pt x="1263" y="810"/>
                    <a:pt x="1263" y="806"/>
                  </a:cubicBezTo>
                  <a:cubicBezTo>
                    <a:pt x="1263" y="801"/>
                    <a:pt x="1264" y="795"/>
                    <a:pt x="1270" y="794"/>
                  </a:cubicBezTo>
                  <a:cubicBezTo>
                    <a:pt x="1276" y="793"/>
                    <a:pt x="1272" y="786"/>
                    <a:pt x="1280" y="784"/>
                  </a:cubicBezTo>
                  <a:cubicBezTo>
                    <a:pt x="1289" y="783"/>
                    <a:pt x="1285" y="774"/>
                    <a:pt x="1284" y="770"/>
                  </a:cubicBezTo>
                  <a:cubicBezTo>
                    <a:pt x="1283" y="768"/>
                    <a:pt x="1283" y="766"/>
                    <a:pt x="1283" y="763"/>
                  </a:cubicBezTo>
                  <a:cubicBezTo>
                    <a:pt x="1283" y="763"/>
                    <a:pt x="1283" y="763"/>
                    <a:pt x="1284" y="763"/>
                  </a:cubicBezTo>
                  <a:cubicBezTo>
                    <a:pt x="1288" y="767"/>
                    <a:pt x="1290" y="770"/>
                    <a:pt x="1293" y="772"/>
                  </a:cubicBezTo>
                  <a:cubicBezTo>
                    <a:pt x="1293" y="772"/>
                    <a:pt x="1293" y="772"/>
                    <a:pt x="1293" y="772"/>
                  </a:cubicBezTo>
                  <a:cubicBezTo>
                    <a:pt x="1293" y="772"/>
                    <a:pt x="1293" y="772"/>
                    <a:pt x="1294" y="773"/>
                  </a:cubicBezTo>
                  <a:cubicBezTo>
                    <a:pt x="1294" y="773"/>
                    <a:pt x="1294" y="773"/>
                    <a:pt x="1294" y="773"/>
                  </a:cubicBezTo>
                  <a:cubicBezTo>
                    <a:pt x="1294" y="773"/>
                    <a:pt x="1294" y="773"/>
                    <a:pt x="1295" y="773"/>
                  </a:cubicBezTo>
                  <a:cubicBezTo>
                    <a:pt x="1295" y="774"/>
                    <a:pt x="1295" y="774"/>
                    <a:pt x="1295" y="774"/>
                  </a:cubicBezTo>
                  <a:cubicBezTo>
                    <a:pt x="1295" y="774"/>
                    <a:pt x="1296" y="774"/>
                    <a:pt x="1296" y="774"/>
                  </a:cubicBezTo>
                  <a:cubicBezTo>
                    <a:pt x="1296" y="774"/>
                    <a:pt x="1296" y="774"/>
                    <a:pt x="1297" y="774"/>
                  </a:cubicBezTo>
                  <a:cubicBezTo>
                    <a:pt x="1297" y="774"/>
                    <a:pt x="1297" y="774"/>
                    <a:pt x="1297" y="775"/>
                  </a:cubicBezTo>
                  <a:cubicBezTo>
                    <a:pt x="1298" y="775"/>
                    <a:pt x="1298" y="775"/>
                    <a:pt x="1298" y="775"/>
                  </a:cubicBezTo>
                  <a:cubicBezTo>
                    <a:pt x="1298" y="775"/>
                    <a:pt x="1299" y="775"/>
                    <a:pt x="1299" y="775"/>
                  </a:cubicBezTo>
                  <a:cubicBezTo>
                    <a:pt x="1299" y="775"/>
                    <a:pt x="1299" y="775"/>
                    <a:pt x="1300" y="775"/>
                  </a:cubicBezTo>
                  <a:cubicBezTo>
                    <a:pt x="1300" y="775"/>
                    <a:pt x="1300" y="775"/>
                    <a:pt x="1301" y="775"/>
                  </a:cubicBezTo>
                  <a:cubicBezTo>
                    <a:pt x="1301" y="775"/>
                    <a:pt x="1301" y="775"/>
                    <a:pt x="1302" y="775"/>
                  </a:cubicBezTo>
                  <a:cubicBezTo>
                    <a:pt x="1302" y="775"/>
                    <a:pt x="1303" y="775"/>
                    <a:pt x="1304" y="775"/>
                  </a:cubicBezTo>
                  <a:cubicBezTo>
                    <a:pt x="1316" y="775"/>
                    <a:pt x="1319" y="774"/>
                    <a:pt x="1323" y="783"/>
                  </a:cubicBezTo>
                  <a:cubicBezTo>
                    <a:pt x="1327" y="791"/>
                    <a:pt x="1330" y="797"/>
                    <a:pt x="1342" y="799"/>
                  </a:cubicBezTo>
                  <a:cubicBezTo>
                    <a:pt x="1353" y="801"/>
                    <a:pt x="1358" y="791"/>
                    <a:pt x="1366" y="789"/>
                  </a:cubicBezTo>
                  <a:cubicBezTo>
                    <a:pt x="1375" y="787"/>
                    <a:pt x="1375" y="791"/>
                    <a:pt x="1375" y="799"/>
                  </a:cubicBezTo>
                  <a:cubicBezTo>
                    <a:pt x="1375" y="807"/>
                    <a:pt x="1365" y="816"/>
                    <a:pt x="1371" y="822"/>
                  </a:cubicBezTo>
                  <a:cubicBezTo>
                    <a:pt x="1377" y="828"/>
                    <a:pt x="1364" y="841"/>
                    <a:pt x="1371" y="845"/>
                  </a:cubicBezTo>
                  <a:cubicBezTo>
                    <a:pt x="1378" y="849"/>
                    <a:pt x="1384" y="849"/>
                    <a:pt x="1390" y="854"/>
                  </a:cubicBezTo>
                  <a:cubicBezTo>
                    <a:pt x="1395" y="859"/>
                    <a:pt x="1408" y="860"/>
                    <a:pt x="1417" y="861"/>
                  </a:cubicBezTo>
                  <a:cubicBezTo>
                    <a:pt x="1426" y="861"/>
                    <a:pt x="1454" y="857"/>
                    <a:pt x="1467" y="859"/>
                  </a:cubicBezTo>
                  <a:cubicBezTo>
                    <a:pt x="1480" y="860"/>
                    <a:pt x="1473" y="868"/>
                    <a:pt x="1492" y="863"/>
                  </a:cubicBezTo>
                  <a:cubicBezTo>
                    <a:pt x="1510" y="857"/>
                    <a:pt x="1516" y="859"/>
                    <a:pt x="1524" y="860"/>
                  </a:cubicBezTo>
                  <a:cubicBezTo>
                    <a:pt x="1532" y="861"/>
                    <a:pt x="1532" y="868"/>
                    <a:pt x="1535" y="871"/>
                  </a:cubicBezTo>
                  <a:cubicBezTo>
                    <a:pt x="1538" y="875"/>
                    <a:pt x="1543" y="883"/>
                    <a:pt x="1534" y="885"/>
                  </a:cubicBezTo>
                  <a:cubicBezTo>
                    <a:pt x="1524" y="888"/>
                    <a:pt x="1523" y="891"/>
                    <a:pt x="1523" y="897"/>
                  </a:cubicBezTo>
                  <a:cubicBezTo>
                    <a:pt x="1523" y="903"/>
                    <a:pt x="1513" y="907"/>
                    <a:pt x="1511" y="914"/>
                  </a:cubicBezTo>
                  <a:cubicBezTo>
                    <a:pt x="1509" y="921"/>
                    <a:pt x="1501" y="925"/>
                    <a:pt x="1496" y="926"/>
                  </a:cubicBezTo>
                  <a:cubicBezTo>
                    <a:pt x="1490" y="927"/>
                    <a:pt x="1482" y="926"/>
                    <a:pt x="1482" y="930"/>
                  </a:cubicBezTo>
                  <a:cubicBezTo>
                    <a:pt x="1481" y="934"/>
                    <a:pt x="1465" y="935"/>
                    <a:pt x="1465" y="941"/>
                  </a:cubicBezTo>
                  <a:cubicBezTo>
                    <a:pt x="1465" y="946"/>
                    <a:pt x="1454" y="948"/>
                    <a:pt x="1456" y="955"/>
                  </a:cubicBezTo>
                  <a:cubicBezTo>
                    <a:pt x="1458" y="961"/>
                    <a:pt x="1464" y="977"/>
                    <a:pt x="1464" y="986"/>
                  </a:cubicBezTo>
                  <a:cubicBezTo>
                    <a:pt x="1464" y="995"/>
                    <a:pt x="1466" y="999"/>
                    <a:pt x="1473" y="999"/>
                  </a:cubicBezTo>
                  <a:cubicBezTo>
                    <a:pt x="1480" y="999"/>
                    <a:pt x="1491" y="1015"/>
                    <a:pt x="1496" y="1002"/>
                  </a:cubicBezTo>
                  <a:cubicBezTo>
                    <a:pt x="1500" y="989"/>
                    <a:pt x="1498" y="976"/>
                    <a:pt x="1502" y="975"/>
                  </a:cubicBezTo>
                  <a:cubicBezTo>
                    <a:pt x="1507" y="973"/>
                    <a:pt x="1499" y="963"/>
                    <a:pt x="1510" y="961"/>
                  </a:cubicBezTo>
                  <a:cubicBezTo>
                    <a:pt x="1522" y="958"/>
                    <a:pt x="1532" y="955"/>
                    <a:pt x="1532" y="964"/>
                  </a:cubicBezTo>
                  <a:cubicBezTo>
                    <a:pt x="1532" y="973"/>
                    <a:pt x="1528" y="994"/>
                    <a:pt x="1532" y="997"/>
                  </a:cubicBezTo>
                  <a:cubicBezTo>
                    <a:pt x="1535" y="1001"/>
                    <a:pt x="1538" y="1007"/>
                    <a:pt x="1538" y="1013"/>
                  </a:cubicBezTo>
                  <a:cubicBezTo>
                    <a:pt x="1539" y="1019"/>
                    <a:pt x="1549" y="1021"/>
                    <a:pt x="1548" y="1035"/>
                  </a:cubicBezTo>
                  <a:cubicBezTo>
                    <a:pt x="1548" y="1048"/>
                    <a:pt x="1544" y="1059"/>
                    <a:pt x="1549" y="1063"/>
                  </a:cubicBezTo>
                  <a:cubicBezTo>
                    <a:pt x="1549" y="1064"/>
                    <a:pt x="1550" y="1064"/>
                    <a:pt x="1550" y="1065"/>
                  </a:cubicBezTo>
                  <a:cubicBezTo>
                    <a:pt x="1550" y="1065"/>
                    <a:pt x="1550" y="1065"/>
                    <a:pt x="1550" y="1065"/>
                  </a:cubicBezTo>
                  <a:cubicBezTo>
                    <a:pt x="1550" y="1066"/>
                    <a:pt x="1550" y="1066"/>
                    <a:pt x="1551" y="1067"/>
                  </a:cubicBezTo>
                  <a:cubicBezTo>
                    <a:pt x="1551" y="1067"/>
                    <a:pt x="1551" y="1067"/>
                    <a:pt x="1551" y="1067"/>
                  </a:cubicBezTo>
                  <a:cubicBezTo>
                    <a:pt x="1554" y="1067"/>
                    <a:pt x="1558" y="1067"/>
                    <a:pt x="1562" y="1069"/>
                  </a:cubicBezTo>
                  <a:cubicBezTo>
                    <a:pt x="1571" y="1073"/>
                    <a:pt x="1579" y="1075"/>
                    <a:pt x="1580" y="1067"/>
                  </a:cubicBezTo>
                  <a:cubicBezTo>
                    <a:pt x="1580" y="1059"/>
                    <a:pt x="1592" y="1061"/>
                    <a:pt x="1592" y="1054"/>
                  </a:cubicBezTo>
                  <a:cubicBezTo>
                    <a:pt x="1592" y="1048"/>
                    <a:pt x="1590" y="1040"/>
                    <a:pt x="1585" y="1040"/>
                  </a:cubicBezTo>
                  <a:cubicBezTo>
                    <a:pt x="1581" y="1040"/>
                    <a:pt x="1579" y="1040"/>
                    <a:pt x="1579" y="1032"/>
                  </a:cubicBezTo>
                  <a:cubicBezTo>
                    <a:pt x="1579" y="1023"/>
                    <a:pt x="1578" y="1011"/>
                    <a:pt x="1585" y="1007"/>
                  </a:cubicBezTo>
                  <a:cubicBezTo>
                    <a:pt x="1593" y="1004"/>
                    <a:pt x="1598" y="1000"/>
                    <a:pt x="1598" y="990"/>
                  </a:cubicBezTo>
                  <a:cubicBezTo>
                    <a:pt x="1598" y="979"/>
                    <a:pt x="1597" y="961"/>
                    <a:pt x="1602" y="958"/>
                  </a:cubicBezTo>
                  <a:cubicBezTo>
                    <a:pt x="1608" y="955"/>
                    <a:pt x="1607" y="949"/>
                    <a:pt x="1601" y="945"/>
                  </a:cubicBezTo>
                  <a:cubicBezTo>
                    <a:pt x="1596" y="941"/>
                    <a:pt x="1593" y="933"/>
                    <a:pt x="1604" y="933"/>
                  </a:cubicBezTo>
                  <a:cubicBezTo>
                    <a:pt x="1614" y="933"/>
                    <a:pt x="1613" y="940"/>
                    <a:pt x="1625" y="940"/>
                  </a:cubicBezTo>
                  <a:cubicBezTo>
                    <a:pt x="1637" y="939"/>
                    <a:pt x="1641" y="947"/>
                    <a:pt x="1642" y="951"/>
                  </a:cubicBezTo>
                  <a:cubicBezTo>
                    <a:pt x="1643" y="956"/>
                    <a:pt x="1651" y="951"/>
                    <a:pt x="1650" y="942"/>
                  </a:cubicBezTo>
                  <a:cubicBezTo>
                    <a:pt x="1650" y="933"/>
                    <a:pt x="1645" y="917"/>
                    <a:pt x="1659" y="916"/>
                  </a:cubicBezTo>
                  <a:cubicBezTo>
                    <a:pt x="1673" y="916"/>
                    <a:pt x="1659" y="900"/>
                    <a:pt x="1671" y="899"/>
                  </a:cubicBezTo>
                  <a:cubicBezTo>
                    <a:pt x="1684" y="897"/>
                    <a:pt x="1680" y="887"/>
                    <a:pt x="1680" y="880"/>
                  </a:cubicBezTo>
                  <a:cubicBezTo>
                    <a:pt x="1681" y="873"/>
                    <a:pt x="1689" y="869"/>
                    <a:pt x="1684" y="864"/>
                  </a:cubicBezTo>
                  <a:cubicBezTo>
                    <a:pt x="1678" y="860"/>
                    <a:pt x="1673" y="859"/>
                    <a:pt x="1674" y="855"/>
                  </a:cubicBezTo>
                  <a:cubicBezTo>
                    <a:pt x="1674" y="850"/>
                    <a:pt x="1679" y="853"/>
                    <a:pt x="1679" y="844"/>
                  </a:cubicBezTo>
                  <a:cubicBezTo>
                    <a:pt x="1680" y="836"/>
                    <a:pt x="1686" y="835"/>
                    <a:pt x="1691" y="834"/>
                  </a:cubicBezTo>
                  <a:cubicBezTo>
                    <a:pt x="1695" y="833"/>
                    <a:pt x="1706" y="826"/>
                    <a:pt x="1707" y="817"/>
                  </a:cubicBezTo>
                  <a:cubicBezTo>
                    <a:pt x="1707" y="808"/>
                    <a:pt x="1718" y="805"/>
                    <a:pt x="1712" y="798"/>
                  </a:cubicBezTo>
                  <a:cubicBezTo>
                    <a:pt x="1706" y="791"/>
                    <a:pt x="1705" y="794"/>
                    <a:pt x="1707" y="781"/>
                  </a:cubicBezTo>
                  <a:cubicBezTo>
                    <a:pt x="1710" y="769"/>
                    <a:pt x="1713" y="755"/>
                    <a:pt x="1728" y="754"/>
                  </a:cubicBezTo>
                  <a:cubicBezTo>
                    <a:pt x="1742" y="753"/>
                    <a:pt x="1752" y="740"/>
                    <a:pt x="1758" y="728"/>
                  </a:cubicBezTo>
                  <a:cubicBezTo>
                    <a:pt x="1765" y="715"/>
                    <a:pt x="1784" y="713"/>
                    <a:pt x="1792" y="713"/>
                  </a:cubicBezTo>
                  <a:cubicBezTo>
                    <a:pt x="1800" y="713"/>
                    <a:pt x="1812" y="709"/>
                    <a:pt x="1818" y="719"/>
                  </a:cubicBezTo>
                  <a:cubicBezTo>
                    <a:pt x="1825" y="730"/>
                    <a:pt x="1833" y="724"/>
                    <a:pt x="1832" y="716"/>
                  </a:cubicBezTo>
                  <a:cubicBezTo>
                    <a:pt x="1832" y="708"/>
                    <a:pt x="1819" y="708"/>
                    <a:pt x="1821" y="697"/>
                  </a:cubicBezTo>
                  <a:cubicBezTo>
                    <a:pt x="1823" y="685"/>
                    <a:pt x="1824" y="677"/>
                    <a:pt x="1836" y="674"/>
                  </a:cubicBezTo>
                  <a:cubicBezTo>
                    <a:pt x="1847" y="671"/>
                    <a:pt x="1850" y="667"/>
                    <a:pt x="1850" y="658"/>
                  </a:cubicBezTo>
                  <a:cubicBezTo>
                    <a:pt x="1850" y="652"/>
                    <a:pt x="1850" y="648"/>
                    <a:pt x="1850" y="643"/>
                  </a:cubicBezTo>
                  <a:cubicBezTo>
                    <a:pt x="1849" y="643"/>
                    <a:pt x="1849" y="643"/>
                    <a:pt x="1848" y="64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272456" y="1114299"/>
            <a:ext cx="6110635" cy="3468315"/>
            <a:chOff x="1557131" y="2007267"/>
            <a:chExt cx="6443371" cy="3657172"/>
          </a:xfrm>
        </p:grpSpPr>
        <p:sp>
          <p:nvSpPr>
            <p:cNvPr id="40" name="TextBox 39"/>
            <p:cNvSpPr txBox="1"/>
            <p:nvPr/>
          </p:nvSpPr>
          <p:spPr>
            <a:xfrm>
              <a:off x="2505473" y="2824685"/>
              <a:ext cx="629126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Tajikistan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942620" y="2520611"/>
              <a:ext cx="696738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Uzbekistan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285561" y="3645845"/>
              <a:ext cx="583489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Pakistan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097507" y="3973588"/>
              <a:ext cx="448265" cy="22717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India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488748" y="3621122"/>
              <a:ext cx="453336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Nepal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92071" y="2572255"/>
              <a:ext cx="698428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Kyrgyzstan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079513" y="2007267"/>
              <a:ext cx="803226" cy="22717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Kazakhstan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065629" y="3242000"/>
              <a:ext cx="732234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Afghanistan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557131" y="2761075"/>
              <a:ext cx="813367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Turkmenistan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389804" y="3095233"/>
              <a:ext cx="725122" cy="22717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China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603302" y="2144839"/>
              <a:ext cx="674764" cy="22717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Mongolia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531954" y="2960347"/>
              <a:ext cx="468548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Japan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512968" y="2975495"/>
              <a:ext cx="904719" cy="1939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South Korea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98176" y="2689211"/>
              <a:ext cx="745756" cy="1939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North Korea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741711" y="4294692"/>
              <a:ext cx="412769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Laos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350707" y="4130776"/>
              <a:ext cx="493903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Burma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359891" y="4713901"/>
              <a:ext cx="561515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Vietnam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533706" y="5097662"/>
              <a:ext cx="617295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Sri Lanka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012768" y="3695870"/>
              <a:ext cx="470239" cy="1947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Bhutan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570047" y="3992058"/>
              <a:ext cx="723782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Bangladesh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588767" y="4830358"/>
              <a:ext cx="683215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Philippines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921438" y="5453491"/>
              <a:ext cx="590250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Malaysia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420416" y="5286490"/>
              <a:ext cx="487142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Brunei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819824" y="4830358"/>
              <a:ext cx="590251" cy="1947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Cambodia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693197" y="4526080"/>
              <a:ext cx="576728" cy="2109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Thailand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4385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Asia </a:t>
            </a:r>
            <a:r>
              <a:rPr lang="en-GB" dirty="0" smtClean="0"/>
              <a:t>without</a:t>
            </a:r>
            <a:br>
              <a:rPr lang="en-GB" dirty="0" smtClean="0"/>
            </a:br>
            <a:r>
              <a:rPr lang="en-GB" dirty="0" smtClean="0"/>
              <a:t>country </a:t>
            </a:r>
            <a:r>
              <a:rPr lang="en-GB" dirty="0"/>
              <a:t>names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846336" y="560387"/>
            <a:ext cx="6542088" cy="4086225"/>
            <a:chOff x="902" y="353"/>
            <a:chExt cx="4121" cy="2574"/>
          </a:xfrm>
          <a:solidFill>
            <a:schemeClr val="bg1"/>
          </a:solidFill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274" y="881"/>
              <a:ext cx="749" cy="946"/>
            </a:xfrm>
            <a:custGeom>
              <a:avLst/>
              <a:gdLst>
                <a:gd name="T0" fmla="*/ 1137 w 1146"/>
                <a:gd name="T1" fmla="*/ 196 h 1448"/>
                <a:gd name="T2" fmla="*/ 1120 w 1146"/>
                <a:gd name="T3" fmla="*/ 130 h 1448"/>
                <a:gd name="T4" fmla="*/ 1001 w 1146"/>
                <a:gd name="T5" fmla="*/ 110 h 1448"/>
                <a:gd name="T6" fmla="*/ 908 w 1146"/>
                <a:gd name="T7" fmla="*/ 80 h 1448"/>
                <a:gd name="T8" fmla="*/ 881 w 1146"/>
                <a:gd name="T9" fmla="*/ 179 h 1448"/>
                <a:gd name="T10" fmla="*/ 818 w 1146"/>
                <a:gd name="T11" fmla="*/ 197 h 1448"/>
                <a:gd name="T12" fmla="*/ 784 w 1146"/>
                <a:gd name="T13" fmla="*/ 274 h 1448"/>
                <a:gd name="T14" fmla="*/ 813 w 1146"/>
                <a:gd name="T15" fmla="*/ 338 h 1448"/>
                <a:gd name="T16" fmla="*/ 845 w 1146"/>
                <a:gd name="T17" fmla="*/ 293 h 1448"/>
                <a:gd name="T18" fmla="*/ 867 w 1146"/>
                <a:gd name="T19" fmla="*/ 266 h 1448"/>
                <a:gd name="T20" fmla="*/ 981 w 1146"/>
                <a:gd name="T21" fmla="*/ 289 h 1448"/>
                <a:gd name="T22" fmla="*/ 1112 w 1146"/>
                <a:gd name="T23" fmla="*/ 222 h 1448"/>
                <a:gd name="T24" fmla="*/ 755 w 1146"/>
                <a:gd name="T25" fmla="*/ 281 h 1448"/>
                <a:gd name="T26" fmla="*/ 886 w 1146"/>
                <a:gd name="T27" fmla="*/ 381 h 1448"/>
                <a:gd name="T28" fmla="*/ 845 w 1146"/>
                <a:gd name="T29" fmla="*/ 377 h 1448"/>
                <a:gd name="T30" fmla="*/ 785 w 1146"/>
                <a:gd name="T31" fmla="*/ 404 h 1448"/>
                <a:gd name="T32" fmla="*/ 790 w 1146"/>
                <a:gd name="T33" fmla="*/ 520 h 1448"/>
                <a:gd name="T34" fmla="*/ 690 w 1146"/>
                <a:gd name="T35" fmla="*/ 673 h 1448"/>
                <a:gd name="T36" fmla="*/ 576 w 1146"/>
                <a:gd name="T37" fmla="*/ 713 h 1448"/>
                <a:gd name="T38" fmla="*/ 515 w 1146"/>
                <a:gd name="T39" fmla="*/ 780 h 1448"/>
                <a:gd name="T40" fmla="*/ 409 w 1146"/>
                <a:gd name="T41" fmla="*/ 782 h 1448"/>
                <a:gd name="T42" fmla="*/ 241 w 1146"/>
                <a:gd name="T43" fmla="*/ 853 h 1448"/>
                <a:gd name="T44" fmla="*/ 279 w 1146"/>
                <a:gd name="T45" fmla="*/ 894 h 1448"/>
                <a:gd name="T46" fmla="*/ 318 w 1146"/>
                <a:gd name="T47" fmla="*/ 873 h 1448"/>
                <a:gd name="T48" fmla="*/ 398 w 1146"/>
                <a:gd name="T49" fmla="*/ 857 h 1448"/>
                <a:gd name="T50" fmla="*/ 490 w 1146"/>
                <a:gd name="T51" fmla="*/ 870 h 1448"/>
                <a:gd name="T52" fmla="*/ 569 w 1146"/>
                <a:gd name="T53" fmla="*/ 880 h 1448"/>
                <a:gd name="T54" fmla="*/ 607 w 1146"/>
                <a:gd name="T55" fmla="*/ 833 h 1448"/>
                <a:gd name="T56" fmla="*/ 745 w 1146"/>
                <a:gd name="T57" fmla="*/ 807 h 1448"/>
                <a:gd name="T58" fmla="*/ 828 w 1146"/>
                <a:gd name="T59" fmla="*/ 802 h 1448"/>
                <a:gd name="T60" fmla="*/ 847 w 1146"/>
                <a:gd name="T61" fmla="*/ 689 h 1448"/>
                <a:gd name="T62" fmla="*/ 894 w 1146"/>
                <a:gd name="T63" fmla="*/ 565 h 1448"/>
                <a:gd name="T64" fmla="*/ 897 w 1146"/>
                <a:gd name="T65" fmla="*/ 412 h 1448"/>
                <a:gd name="T66" fmla="*/ 703 w 1146"/>
                <a:gd name="T67" fmla="*/ 586 h 1448"/>
                <a:gd name="T68" fmla="*/ 456 w 1146"/>
                <a:gd name="T69" fmla="*/ 898 h 1448"/>
                <a:gd name="T70" fmla="*/ 383 w 1146"/>
                <a:gd name="T71" fmla="*/ 894 h 1448"/>
                <a:gd name="T72" fmla="*/ 305 w 1146"/>
                <a:gd name="T73" fmla="*/ 929 h 1448"/>
                <a:gd name="T74" fmla="*/ 349 w 1146"/>
                <a:gd name="T75" fmla="*/ 975 h 1448"/>
                <a:gd name="T76" fmla="*/ 431 w 1146"/>
                <a:gd name="T77" fmla="*/ 935 h 1448"/>
                <a:gd name="T78" fmla="*/ 237 w 1146"/>
                <a:gd name="T79" fmla="*/ 918 h 1448"/>
                <a:gd name="T80" fmla="*/ 140 w 1146"/>
                <a:gd name="T81" fmla="*/ 940 h 1448"/>
                <a:gd name="T82" fmla="*/ 155 w 1146"/>
                <a:gd name="T83" fmla="*/ 973 h 1448"/>
                <a:gd name="T84" fmla="*/ 181 w 1146"/>
                <a:gd name="T85" fmla="*/ 972 h 1448"/>
                <a:gd name="T86" fmla="*/ 165 w 1146"/>
                <a:gd name="T87" fmla="*/ 998 h 1448"/>
                <a:gd name="T88" fmla="*/ 192 w 1146"/>
                <a:gd name="T89" fmla="*/ 1008 h 1448"/>
                <a:gd name="T90" fmla="*/ 172 w 1146"/>
                <a:gd name="T91" fmla="*/ 1086 h 1448"/>
                <a:gd name="T92" fmla="*/ 226 w 1146"/>
                <a:gd name="T93" fmla="*/ 1094 h 1448"/>
                <a:gd name="T94" fmla="*/ 271 w 1146"/>
                <a:gd name="T95" fmla="*/ 1010 h 1448"/>
                <a:gd name="T96" fmla="*/ 85 w 1146"/>
                <a:gd name="T97" fmla="*/ 977 h 1448"/>
                <a:gd name="T98" fmla="*/ 97 w 1146"/>
                <a:gd name="T99" fmla="*/ 958 h 1448"/>
                <a:gd name="T100" fmla="*/ 230 w 1146"/>
                <a:gd name="T101" fmla="*/ 1142 h 1448"/>
                <a:gd name="T102" fmla="*/ 190 w 1146"/>
                <a:gd name="T103" fmla="*/ 1160 h 1448"/>
                <a:gd name="T104" fmla="*/ 120 w 1146"/>
                <a:gd name="T105" fmla="*/ 1305 h 1448"/>
                <a:gd name="T106" fmla="*/ 105 w 1146"/>
                <a:gd name="T107" fmla="*/ 1298 h 1448"/>
                <a:gd name="T108" fmla="*/ 25 w 1146"/>
                <a:gd name="T109" fmla="*/ 1431 h 1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46" h="1448">
                  <a:moveTo>
                    <a:pt x="855" y="37"/>
                  </a:moveTo>
                  <a:cubicBezTo>
                    <a:pt x="850" y="33"/>
                    <a:pt x="855" y="21"/>
                    <a:pt x="855" y="21"/>
                  </a:cubicBezTo>
                  <a:cubicBezTo>
                    <a:pt x="867" y="15"/>
                    <a:pt x="859" y="40"/>
                    <a:pt x="855" y="37"/>
                  </a:cubicBezTo>
                  <a:close/>
                  <a:moveTo>
                    <a:pt x="1137" y="196"/>
                  </a:moveTo>
                  <a:cubicBezTo>
                    <a:pt x="1129" y="192"/>
                    <a:pt x="1139" y="180"/>
                    <a:pt x="1127" y="170"/>
                  </a:cubicBezTo>
                  <a:cubicBezTo>
                    <a:pt x="1116" y="161"/>
                    <a:pt x="1123" y="152"/>
                    <a:pt x="1129" y="139"/>
                  </a:cubicBezTo>
                  <a:cubicBezTo>
                    <a:pt x="1134" y="126"/>
                    <a:pt x="1138" y="115"/>
                    <a:pt x="1130" y="114"/>
                  </a:cubicBezTo>
                  <a:cubicBezTo>
                    <a:pt x="1121" y="113"/>
                    <a:pt x="1130" y="119"/>
                    <a:pt x="1120" y="130"/>
                  </a:cubicBezTo>
                  <a:cubicBezTo>
                    <a:pt x="1110" y="140"/>
                    <a:pt x="1110" y="147"/>
                    <a:pt x="1094" y="147"/>
                  </a:cubicBezTo>
                  <a:cubicBezTo>
                    <a:pt x="1078" y="147"/>
                    <a:pt x="1076" y="146"/>
                    <a:pt x="1071" y="139"/>
                  </a:cubicBezTo>
                  <a:cubicBezTo>
                    <a:pt x="1065" y="133"/>
                    <a:pt x="1069" y="130"/>
                    <a:pt x="1045" y="130"/>
                  </a:cubicBezTo>
                  <a:cubicBezTo>
                    <a:pt x="1021" y="130"/>
                    <a:pt x="1013" y="122"/>
                    <a:pt x="1001" y="110"/>
                  </a:cubicBezTo>
                  <a:cubicBezTo>
                    <a:pt x="989" y="99"/>
                    <a:pt x="964" y="78"/>
                    <a:pt x="957" y="64"/>
                  </a:cubicBezTo>
                  <a:cubicBezTo>
                    <a:pt x="951" y="51"/>
                    <a:pt x="888" y="0"/>
                    <a:pt x="895" y="41"/>
                  </a:cubicBezTo>
                  <a:cubicBezTo>
                    <a:pt x="895" y="41"/>
                    <a:pt x="886" y="58"/>
                    <a:pt x="898" y="60"/>
                  </a:cubicBezTo>
                  <a:cubicBezTo>
                    <a:pt x="911" y="62"/>
                    <a:pt x="908" y="68"/>
                    <a:pt x="908" y="80"/>
                  </a:cubicBezTo>
                  <a:cubicBezTo>
                    <a:pt x="908" y="93"/>
                    <a:pt x="916" y="108"/>
                    <a:pt x="907" y="116"/>
                  </a:cubicBezTo>
                  <a:cubicBezTo>
                    <a:pt x="898" y="123"/>
                    <a:pt x="895" y="130"/>
                    <a:pt x="895" y="138"/>
                  </a:cubicBezTo>
                  <a:cubicBezTo>
                    <a:pt x="895" y="147"/>
                    <a:pt x="898" y="151"/>
                    <a:pt x="891" y="159"/>
                  </a:cubicBezTo>
                  <a:cubicBezTo>
                    <a:pt x="883" y="166"/>
                    <a:pt x="879" y="174"/>
                    <a:pt x="881" y="179"/>
                  </a:cubicBezTo>
                  <a:cubicBezTo>
                    <a:pt x="883" y="184"/>
                    <a:pt x="889" y="202"/>
                    <a:pt x="874" y="205"/>
                  </a:cubicBezTo>
                  <a:cubicBezTo>
                    <a:pt x="859" y="207"/>
                    <a:pt x="858" y="210"/>
                    <a:pt x="851" y="200"/>
                  </a:cubicBezTo>
                  <a:cubicBezTo>
                    <a:pt x="845" y="191"/>
                    <a:pt x="840" y="195"/>
                    <a:pt x="835" y="190"/>
                  </a:cubicBezTo>
                  <a:cubicBezTo>
                    <a:pt x="831" y="184"/>
                    <a:pt x="825" y="190"/>
                    <a:pt x="818" y="197"/>
                  </a:cubicBezTo>
                  <a:cubicBezTo>
                    <a:pt x="812" y="205"/>
                    <a:pt x="817" y="208"/>
                    <a:pt x="819" y="214"/>
                  </a:cubicBezTo>
                  <a:cubicBezTo>
                    <a:pt x="821" y="221"/>
                    <a:pt x="828" y="226"/>
                    <a:pt x="816" y="230"/>
                  </a:cubicBezTo>
                  <a:cubicBezTo>
                    <a:pt x="804" y="235"/>
                    <a:pt x="794" y="236"/>
                    <a:pt x="789" y="247"/>
                  </a:cubicBezTo>
                  <a:cubicBezTo>
                    <a:pt x="785" y="259"/>
                    <a:pt x="781" y="267"/>
                    <a:pt x="784" y="274"/>
                  </a:cubicBezTo>
                  <a:cubicBezTo>
                    <a:pt x="787" y="282"/>
                    <a:pt x="783" y="288"/>
                    <a:pt x="793" y="292"/>
                  </a:cubicBezTo>
                  <a:cubicBezTo>
                    <a:pt x="802" y="297"/>
                    <a:pt x="805" y="303"/>
                    <a:pt x="802" y="308"/>
                  </a:cubicBezTo>
                  <a:cubicBezTo>
                    <a:pt x="799" y="314"/>
                    <a:pt x="796" y="326"/>
                    <a:pt x="799" y="333"/>
                  </a:cubicBezTo>
                  <a:cubicBezTo>
                    <a:pt x="802" y="341"/>
                    <a:pt x="810" y="346"/>
                    <a:pt x="813" y="338"/>
                  </a:cubicBezTo>
                  <a:cubicBezTo>
                    <a:pt x="816" y="331"/>
                    <a:pt x="830" y="337"/>
                    <a:pt x="829" y="324"/>
                  </a:cubicBezTo>
                  <a:cubicBezTo>
                    <a:pt x="828" y="312"/>
                    <a:pt x="822" y="312"/>
                    <a:pt x="841" y="315"/>
                  </a:cubicBezTo>
                  <a:cubicBezTo>
                    <a:pt x="859" y="318"/>
                    <a:pt x="862" y="319"/>
                    <a:pt x="862" y="309"/>
                  </a:cubicBezTo>
                  <a:cubicBezTo>
                    <a:pt x="862" y="300"/>
                    <a:pt x="857" y="296"/>
                    <a:pt x="845" y="293"/>
                  </a:cubicBezTo>
                  <a:cubicBezTo>
                    <a:pt x="833" y="291"/>
                    <a:pt x="832" y="290"/>
                    <a:pt x="826" y="284"/>
                  </a:cubicBezTo>
                  <a:cubicBezTo>
                    <a:pt x="819" y="277"/>
                    <a:pt x="813" y="272"/>
                    <a:pt x="821" y="265"/>
                  </a:cubicBezTo>
                  <a:cubicBezTo>
                    <a:pt x="830" y="257"/>
                    <a:pt x="841" y="255"/>
                    <a:pt x="845" y="262"/>
                  </a:cubicBezTo>
                  <a:cubicBezTo>
                    <a:pt x="849" y="270"/>
                    <a:pt x="861" y="271"/>
                    <a:pt x="867" y="266"/>
                  </a:cubicBezTo>
                  <a:cubicBezTo>
                    <a:pt x="874" y="260"/>
                    <a:pt x="887" y="266"/>
                    <a:pt x="891" y="255"/>
                  </a:cubicBezTo>
                  <a:cubicBezTo>
                    <a:pt x="895" y="244"/>
                    <a:pt x="916" y="245"/>
                    <a:pt x="921" y="254"/>
                  </a:cubicBezTo>
                  <a:cubicBezTo>
                    <a:pt x="926" y="262"/>
                    <a:pt x="929" y="272"/>
                    <a:pt x="943" y="275"/>
                  </a:cubicBezTo>
                  <a:cubicBezTo>
                    <a:pt x="957" y="278"/>
                    <a:pt x="979" y="286"/>
                    <a:pt x="981" y="289"/>
                  </a:cubicBezTo>
                  <a:cubicBezTo>
                    <a:pt x="983" y="292"/>
                    <a:pt x="1011" y="315"/>
                    <a:pt x="1011" y="292"/>
                  </a:cubicBezTo>
                  <a:cubicBezTo>
                    <a:pt x="1011" y="270"/>
                    <a:pt x="1017" y="267"/>
                    <a:pt x="1028" y="253"/>
                  </a:cubicBezTo>
                  <a:cubicBezTo>
                    <a:pt x="1039" y="239"/>
                    <a:pt x="1046" y="226"/>
                    <a:pt x="1063" y="226"/>
                  </a:cubicBezTo>
                  <a:cubicBezTo>
                    <a:pt x="1080" y="226"/>
                    <a:pt x="1105" y="231"/>
                    <a:pt x="1112" y="222"/>
                  </a:cubicBezTo>
                  <a:cubicBezTo>
                    <a:pt x="1120" y="212"/>
                    <a:pt x="1134" y="216"/>
                    <a:pt x="1139" y="210"/>
                  </a:cubicBezTo>
                  <a:cubicBezTo>
                    <a:pt x="1145" y="204"/>
                    <a:pt x="1146" y="200"/>
                    <a:pt x="1137" y="196"/>
                  </a:cubicBezTo>
                  <a:close/>
                  <a:moveTo>
                    <a:pt x="764" y="284"/>
                  </a:moveTo>
                  <a:cubicBezTo>
                    <a:pt x="764" y="277"/>
                    <a:pt x="756" y="270"/>
                    <a:pt x="755" y="281"/>
                  </a:cubicBezTo>
                  <a:cubicBezTo>
                    <a:pt x="755" y="281"/>
                    <a:pt x="752" y="291"/>
                    <a:pt x="759" y="293"/>
                  </a:cubicBezTo>
                  <a:cubicBezTo>
                    <a:pt x="767" y="296"/>
                    <a:pt x="764" y="290"/>
                    <a:pt x="764" y="284"/>
                  </a:cubicBezTo>
                  <a:close/>
                  <a:moveTo>
                    <a:pt x="897" y="412"/>
                  </a:moveTo>
                  <a:cubicBezTo>
                    <a:pt x="887" y="403"/>
                    <a:pt x="886" y="396"/>
                    <a:pt x="886" y="381"/>
                  </a:cubicBezTo>
                  <a:cubicBezTo>
                    <a:pt x="886" y="366"/>
                    <a:pt x="894" y="348"/>
                    <a:pt x="878" y="342"/>
                  </a:cubicBezTo>
                  <a:cubicBezTo>
                    <a:pt x="862" y="335"/>
                    <a:pt x="833" y="344"/>
                    <a:pt x="852" y="351"/>
                  </a:cubicBezTo>
                  <a:cubicBezTo>
                    <a:pt x="872" y="359"/>
                    <a:pt x="876" y="357"/>
                    <a:pt x="868" y="364"/>
                  </a:cubicBezTo>
                  <a:cubicBezTo>
                    <a:pt x="861" y="372"/>
                    <a:pt x="856" y="382"/>
                    <a:pt x="845" y="377"/>
                  </a:cubicBezTo>
                  <a:cubicBezTo>
                    <a:pt x="834" y="372"/>
                    <a:pt x="838" y="355"/>
                    <a:pt x="826" y="357"/>
                  </a:cubicBezTo>
                  <a:cubicBezTo>
                    <a:pt x="813" y="358"/>
                    <a:pt x="812" y="364"/>
                    <a:pt x="813" y="375"/>
                  </a:cubicBezTo>
                  <a:cubicBezTo>
                    <a:pt x="814" y="385"/>
                    <a:pt x="813" y="392"/>
                    <a:pt x="803" y="392"/>
                  </a:cubicBezTo>
                  <a:cubicBezTo>
                    <a:pt x="794" y="392"/>
                    <a:pt x="784" y="394"/>
                    <a:pt x="785" y="404"/>
                  </a:cubicBezTo>
                  <a:cubicBezTo>
                    <a:pt x="786" y="413"/>
                    <a:pt x="797" y="415"/>
                    <a:pt x="797" y="428"/>
                  </a:cubicBezTo>
                  <a:cubicBezTo>
                    <a:pt x="797" y="441"/>
                    <a:pt x="795" y="439"/>
                    <a:pt x="789" y="449"/>
                  </a:cubicBezTo>
                  <a:cubicBezTo>
                    <a:pt x="784" y="458"/>
                    <a:pt x="781" y="456"/>
                    <a:pt x="799" y="481"/>
                  </a:cubicBezTo>
                  <a:cubicBezTo>
                    <a:pt x="799" y="481"/>
                    <a:pt x="798" y="512"/>
                    <a:pt x="790" y="520"/>
                  </a:cubicBezTo>
                  <a:cubicBezTo>
                    <a:pt x="783" y="529"/>
                    <a:pt x="776" y="531"/>
                    <a:pt x="775" y="545"/>
                  </a:cubicBezTo>
                  <a:cubicBezTo>
                    <a:pt x="774" y="559"/>
                    <a:pt x="766" y="577"/>
                    <a:pt x="758" y="588"/>
                  </a:cubicBezTo>
                  <a:cubicBezTo>
                    <a:pt x="751" y="598"/>
                    <a:pt x="720" y="607"/>
                    <a:pt x="715" y="618"/>
                  </a:cubicBezTo>
                  <a:cubicBezTo>
                    <a:pt x="711" y="628"/>
                    <a:pt x="703" y="671"/>
                    <a:pt x="690" y="673"/>
                  </a:cubicBezTo>
                  <a:cubicBezTo>
                    <a:pt x="677" y="675"/>
                    <a:pt x="675" y="658"/>
                    <a:pt x="665" y="658"/>
                  </a:cubicBezTo>
                  <a:cubicBezTo>
                    <a:pt x="656" y="658"/>
                    <a:pt x="639" y="666"/>
                    <a:pt x="632" y="678"/>
                  </a:cubicBezTo>
                  <a:cubicBezTo>
                    <a:pt x="624" y="689"/>
                    <a:pt x="618" y="693"/>
                    <a:pt x="599" y="693"/>
                  </a:cubicBezTo>
                  <a:cubicBezTo>
                    <a:pt x="580" y="693"/>
                    <a:pt x="580" y="704"/>
                    <a:pt x="576" y="713"/>
                  </a:cubicBezTo>
                  <a:cubicBezTo>
                    <a:pt x="573" y="721"/>
                    <a:pt x="567" y="723"/>
                    <a:pt x="556" y="729"/>
                  </a:cubicBezTo>
                  <a:cubicBezTo>
                    <a:pt x="545" y="735"/>
                    <a:pt x="543" y="737"/>
                    <a:pt x="543" y="745"/>
                  </a:cubicBezTo>
                  <a:cubicBezTo>
                    <a:pt x="543" y="752"/>
                    <a:pt x="552" y="774"/>
                    <a:pt x="539" y="777"/>
                  </a:cubicBezTo>
                  <a:cubicBezTo>
                    <a:pt x="526" y="780"/>
                    <a:pt x="521" y="774"/>
                    <a:pt x="515" y="780"/>
                  </a:cubicBezTo>
                  <a:cubicBezTo>
                    <a:pt x="510" y="787"/>
                    <a:pt x="499" y="787"/>
                    <a:pt x="499" y="780"/>
                  </a:cubicBezTo>
                  <a:cubicBezTo>
                    <a:pt x="499" y="774"/>
                    <a:pt x="497" y="762"/>
                    <a:pt x="486" y="763"/>
                  </a:cubicBezTo>
                  <a:cubicBezTo>
                    <a:pt x="476" y="764"/>
                    <a:pt x="458" y="770"/>
                    <a:pt x="444" y="772"/>
                  </a:cubicBezTo>
                  <a:cubicBezTo>
                    <a:pt x="430" y="774"/>
                    <a:pt x="437" y="784"/>
                    <a:pt x="409" y="782"/>
                  </a:cubicBezTo>
                  <a:cubicBezTo>
                    <a:pt x="382" y="781"/>
                    <a:pt x="337" y="777"/>
                    <a:pt x="328" y="792"/>
                  </a:cubicBezTo>
                  <a:cubicBezTo>
                    <a:pt x="320" y="807"/>
                    <a:pt x="302" y="823"/>
                    <a:pt x="292" y="826"/>
                  </a:cubicBezTo>
                  <a:cubicBezTo>
                    <a:pt x="281" y="830"/>
                    <a:pt x="267" y="840"/>
                    <a:pt x="264" y="847"/>
                  </a:cubicBezTo>
                  <a:cubicBezTo>
                    <a:pt x="261" y="853"/>
                    <a:pt x="259" y="851"/>
                    <a:pt x="241" y="853"/>
                  </a:cubicBezTo>
                  <a:cubicBezTo>
                    <a:pt x="224" y="855"/>
                    <a:pt x="218" y="863"/>
                    <a:pt x="218" y="870"/>
                  </a:cubicBezTo>
                  <a:cubicBezTo>
                    <a:pt x="218" y="878"/>
                    <a:pt x="214" y="892"/>
                    <a:pt x="225" y="892"/>
                  </a:cubicBezTo>
                  <a:cubicBezTo>
                    <a:pt x="237" y="892"/>
                    <a:pt x="233" y="886"/>
                    <a:pt x="251" y="887"/>
                  </a:cubicBezTo>
                  <a:cubicBezTo>
                    <a:pt x="269" y="888"/>
                    <a:pt x="277" y="889"/>
                    <a:pt x="279" y="894"/>
                  </a:cubicBezTo>
                  <a:cubicBezTo>
                    <a:pt x="281" y="898"/>
                    <a:pt x="294" y="905"/>
                    <a:pt x="300" y="905"/>
                  </a:cubicBezTo>
                  <a:cubicBezTo>
                    <a:pt x="307" y="905"/>
                    <a:pt x="312" y="897"/>
                    <a:pt x="306" y="894"/>
                  </a:cubicBezTo>
                  <a:cubicBezTo>
                    <a:pt x="299" y="891"/>
                    <a:pt x="297" y="881"/>
                    <a:pt x="305" y="877"/>
                  </a:cubicBezTo>
                  <a:cubicBezTo>
                    <a:pt x="312" y="872"/>
                    <a:pt x="316" y="868"/>
                    <a:pt x="318" y="873"/>
                  </a:cubicBezTo>
                  <a:cubicBezTo>
                    <a:pt x="321" y="879"/>
                    <a:pt x="333" y="888"/>
                    <a:pt x="336" y="880"/>
                  </a:cubicBezTo>
                  <a:cubicBezTo>
                    <a:pt x="338" y="871"/>
                    <a:pt x="344" y="870"/>
                    <a:pt x="348" y="870"/>
                  </a:cubicBezTo>
                  <a:cubicBezTo>
                    <a:pt x="353" y="870"/>
                    <a:pt x="364" y="872"/>
                    <a:pt x="368" y="865"/>
                  </a:cubicBezTo>
                  <a:cubicBezTo>
                    <a:pt x="371" y="857"/>
                    <a:pt x="382" y="859"/>
                    <a:pt x="398" y="857"/>
                  </a:cubicBezTo>
                  <a:cubicBezTo>
                    <a:pt x="414" y="855"/>
                    <a:pt x="424" y="855"/>
                    <a:pt x="430" y="848"/>
                  </a:cubicBezTo>
                  <a:cubicBezTo>
                    <a:pt x="435" y="840"/>
                    <a:pt x="447" y="839"/>
                    <a:pt x="454" y="839"/>
                  </a:cubicBezTo>
                  <a:cubicBezTo>
                    <a:pt x="462" y="839"/>
                    <a:pt x="490" y="836"/>
                    <a:pt x="494" y="846"/>
                  </a:cubicBezTo>
                  <a:cubicBezTo>
                    <a:pt x="498" y="855"/>
                    <a:pt x="504" y="867"/>
                    <a:pt x="490" y="870"/>
                  </a:cubicBezTo>
                  <a:cubicBezTo>
                    <a:pt x="476" y="873"/>
                    <a:pt x="470" y="886"/>
                    <a:pt x="479" y="893"/>
                  </a:cubicBezTo>
                  <a:cubicBezTo>
                    <a:pt x="487" y="899"/>
                    <a:pt x="493" y="901"/>
                    <a:pt x="499" y="911"/>
                  </a:cubicBezTo>
                  <a:cubicBezTo>
                    <a:pt x="506" y="920"/>
                    <a:pt x="520" y="943"/>
                    <a:pt x="531" y="927"/>
                  </a:cubicBezTo>
                  <a:cubicBezTo>
                    <a:pt x="543" y="911"/>
                    <a:pt x="554" y="885"/>
                    <a:pt x="569" y="880"/>
                  </a:cubicBezTo>
                  <a:cubicBezTo>
                    <a:pt x="584" y="874"/>
                    <a:pt x="597" y="877"/>
                    <a:pt x="597" y="867"/>
                  </a:cubicBezTo>
                  <a:cubicBezTo>
                    <a:pt x="597" y="857"/>
                    <a:pt x="598" y="859"/>
                    <a:pt x="586" y="853"/>
                  </a:cubicBezTo>
                  <a:cubicBezTo>
                    <a:pt x="574" y="847"/>
                    <a:pt x="575" y="832"/>
                    <a:pt x="584" y="827"/>
                  </a:cubicBezTo>
                  <a:cubicBezTo>
                    <a:pt x="592" y="823"/>
                    <a:pt x="601" y="825"/>
                    <a:pt x="607" y="833"/>
                  </a:cubicBezTo>
                  <a:cubicBezTo>
                    <a:pt x="614" y="840"/>
                    <a:pt x="636" y="847"/>
                    <a:pt x="649" y="846"/>
                  </a:cubicBezTo>
                  <a:cubicBezTo>
                    <a:pt x="662" y="845"/>
                    <a:pt x="680" y="847"/>
                    <a:pt x="691" y="833"/>
                  </a:cubicBezTo>
                  <a:cubicBezTo>
                    <a:pt x="702" y="819"/>
                    <a:pt x="720" y="827"/>
                    <a:pt x="729" y="825"/>
                  </a:cubicBezTo>
                  <a:cubicBezTo>
                    <a:pt x="739" y="823"/>
                    <a:pt x="730" y="807"/>
                    <a:pt x="745" y="807"/>
                  </a:cubicBezTo>
                  <a:cubicBezTo>
                    <a:pt x="760" y="807"/>
                    <a:pt x="768" y="790"/>
                    <a:pt x="773" y="798"/>
                  </a:cubicBezTo>
                  <a:cubicBezTo>
                    <a:pt x="779" y="807"/>
                    <a:pt x="795" y="789"/>
                    <a:pt x="787" y="807"/>
                  </a:cubicBezTo>
                  <a:cubicBezTo>
                    <a:pt x="780" y="825"/>
                    <a:pt x="782" y="833"/>
                    <a:pt x="791" y="826"/>
                  </a:cubicBezTo>
                  <a:cubicBezTo>
                    <a:pt x="801" y="820"/>
                    <a:pt x="826" y="820"/>
                    <a:pt x="828" y="802"/>
                  </a:cubicBezTo>
                  <a:cubicBezTo>
                    <a:pt x="830" y="784"/>
                    <a:pt x="820" y="782"/>
                    <a:pt x="838" y="778"/>
                  </a:cubicBezTo>
                  <a:cubicBezTo>
                    <a:pt x="857" y="774"/>
                    <a:pt x="858" y="763"/>
                    <a:pt x="847" y="754"/>
                  </a:cubicBezTo>
                  <a:cubicBezTo>
                    <a:pt x="836" y="744"/>
                    <a:pt x="838" y="741"/>
                    <a:pt x="838" y="723"/>
                  </a:cubicBezTo>
                  <a:cubicBezTo>
                    <a:pt x="838" y="704"/>
                    <a:pt x="831" y="695"/>
                    <a:pt x="847" y="689"/>
                  </a:cubicBezTo>
                  <a:cubicBezTo>
                    <a:pt x="863" y="684"/>
                    <a:pt x="874" y="687"/>
                    <a:pt x="870" y="669"/>
                  </a:cubicBezTo>
                  <a:cubicBezTo>
                    <a:pt x="865" y="651"/>
                    <a:pt x="858" y="630"/>
                    <a:pt x="858" y="610"/>
                  </a:cubicBezTo>
                  <a:cubicBezTo>
                    <a:pt x="858" y="590"/>
                    <a:pt x="851" y="580"/>
                    <a:pt x="867" y="577"/>
                  </a:cubicBezTo>
                  <a:cubicBezTo>
                    <a:pt x="883" y="574"/>
                    <a:pt x="892" y="591"/>
                    <a:pt x="894" y="565"/>
                  </a:cubicBezTo>
                  <a:cubicBezTo>
                    <a:pt x="896" y="540"/>
                    <a:pt x="896" y="537"/>
                    <a:pt x="905" y="528"/>
                  </a:cubicBezTo>
                  <a:cubicBezTo>
                    <a:pt x="913" y="518"/>
                    <a:pt x="923" y="519"/>
                    <a:pt x="924" y="503"/>
                  </a:cubicBezTo>
                  <a:cubicBezTo>
                    <a:pt x="925" y="487"/>
                    <a:pt x="934" y="490"/>
                    <a:pt x="928" y="466"/>
                  </a:cubicBezTo>
                  <a:cubicBezTo>
                    <a:pt x="923" y="441"/>
                    <a:pt x="908" y="422"/>
                    <a:pt x="897" y="412"/>
                  </a:cubicBezTo>
                  <a:close/>
                  <a:moveTo>
                    <a:pt x="690" y="580"/>
                  </a:moveTo>
                  <a:cubicBezTo>
                    <a:pt x="690" y="580"/>
                    <a:pt x="682" y="601"/>
                    <a:pt x="687" y="610"/>
                  </a:cubicBezTo>
                  <a:cubicBezTo>
                    <a:pt x="691" y="620"/>
                    <a:pt x="704" y="616"/>
                    <a:pt x="705" y="608"/>
                  </a:cubicBezTo>
                  <a:cubicBezTo>
                    <a:pt x="706" y="601"/>
                    <a:pt x="698" y="594"/>
                    <a:pt x="703" y="586"/>
                  </a:cubicBezTo>
                  <a:cubicBezTo>
                    <a:pt x="707" y="577"/>
                    <a:pt x="700" y="556"/>
                    <a:pt x="690" y="580"/>
                  </a:cubicBezTo>
                  <a:close/>
                  <a:moveTo>
                    <a:pt x="431" y="935"/>
                  </a:moveTo>
                  <a:cubicBezTo>
                    <a:pt x="436" y="926"/>
                    <a:pt x="436" y="917"/>
                    <a:pt x="446" y="915"/>
                  </a:cubicBezTo>
                  <a:cubicBezTo>
                    <a:pt x="455" y="913"/>
                    <a:pt x="456" y="909"/>
                    <a:pt x="456" y="898"/>
                  </a:cubicBezTo>
                  <a:cubicBezTo>
                    <a:pt x="456" y="887"/>
                    <a:pt x="473" y="876"/>
                    <a:pt x="452" y="872"/>
                  </a:cubicBezTo>
                  <a:cubicBezTo>
                    <a:pt x="432" y="869"/>
                    <a:pt x="437" y="856"/>
                    <a:pt x="421" y="864"/>
                  </a:cubicBezTo>
                  <a:cubicBezTo>
                    <a:pt x="405" y="871"/>
                    <a:pt x="395" y="862"/>
                    <a:pt x="395" y="881"/>
                  </a:cubicBezTo>
                  <a:cubicBezTo>
                    <a:pt x="395" y="881"/>
                    <a:pt x="391" y="894"/>
                    <a:pt x="383" y="894"/>
                  </a:cubicBezTo>
                  <a:cubicBezTo>
                    <a:pt x="374" y="894"/>
                    <a:pt x="372" y="911"/>
                    <a:pt x="364" y="902"/>
                  </a:cubicBezTo>
                  <a:cubicBezTo>
                    <a:pt x="357" y="894"/>
                    <a:pt x="357" y="880"/>
                    <a:pt x="345" y="887"/>
                  </a:cubicBezTo>
                  <a:cubicBezTo>
                    <a:pt x="333" y="895"/>
                    <a:pt x="339" y="903"/>
                    <a:pt x="327" y="913"/>
                  </a:cubicBezTo>
                  <a:cubicBezTo>
                    <a:pt x="315" y="923"/>
                    <a:pt x="310" y="926"/>
                    <a:pt x="305" y="929"/>
                  </a:cubicBezTo>
                  <a:cubicBezTo>
                    <a:pt x="299" y="932"/>
                    <a:pt x="303" y="939"/>
                    <a:pt x="312" y="939"/>
                  </a:cubicBezTo>
                  <a:cubicBezTo>
                    <a:pt x="321" y="939"/>
                    <a:pt x="322" y="937"/>
                    <a:pt x="322" y="950"/>
                  </a:cubicBezTo>
                  <a:cubicBezTo>
                    <a:pt x="322" y="964"/>
                    <a:pt x="327" y="975"/>
                    <a:pt x="331" y="975"/>
                  </a:cubicBezTo>
                  <a:cubicBezTo>
                    <a:pt x="336" y="975"/>
                    <a:pt x="339" y="993"/>
                    <a:pt x="349" y="975"/>
                  </a:cubicBezTo>
                  <a:cubicBezTo>
                    <a:pt x="360" y="957"/>
                    <a:pt x="356" y="957"/>
                    <a:pt x="369" y="946"/>
                  </a:cubicBezTo>
                  <a:cubicBezTo>
                    <a:pt x="382" y="935"/>
                    <a:pt x="379" y="929"/>
                    <a:pt x="391" y="929"/>
                  </a:cubicBezTo>
                  <a:cubicBezTo>
                    <a:pt x="403" y="929"/>
                    <a:pt x="406" y="930"/>
                    <a:pt x="409" y="934"/>
                  </a:cubicBezTo>
                  <a:cubicBezTo>
                    <a:pt x="413" y="939"/>
                    <a:pt x="425" y="945"/>
                    <a:pt x="431" y="935"/>
                  </a:cubicBezTo>
                  <a:close/>
                  <a:moveTo>
                    <a:pt x="277" y="944"/>
                  </a:moveTo>
                  <a:cubicBezTo>
                    <a:pt x="267" y="945"/>
                    <a:pt x="270" y="939"/>
                    <a:pt x="267" y="928"/>
                  </a:cubicBezTo>
                  <a:cubicBezTo>
                    <a:pt x="264" y="917"/>
                    <a:pt x="268" y="912"/>
                    <a:pt x="254" y="913"/>
                  </a:cubicBezTo>
                  <a:cubicBezTo>
                    <a:pt x="240" y="914"/>
                    <a:pt x="256" y="923"/>
                    <a:pt x="237" y="918"/>
                  </a:cubicBezTo>
                  <a:cubicBezTo>
                    <a:pt x="218" y="914"/>
                    <a:pt x="227" y="908"/>
                    <a:pt x="222" y="902"/>
                  </a:cubicBezTo>
                  <a:cubicBezTo>
                    <a:pt x="217" y="897"/>
                    <a:pt x="192" y="893"/>
                    <a:pt x="185" y="908"/>
                  </a:cubicBezTo>
                  <a:cubicBezTo>
                    <a:pt x="185" y="908"/>
                    <a:pt x="179" y="919"/>
                    <a:pt x="165" y="924"/>
                  </a:cubicBezTo>
                  <a:cubicBezTo>
                    <a:pt x="151" y="928"/>
                    <a:pt x="141" y="932"/>
                    <a:pt x="140" y="940"/>
                  </a:cubicBezTo>
                  <a:cubicBezTo>
                    <a:pt x="139" y="947"/>
                    <a:pt x="132" y="954"/>
                    <a:pt x="143" y="956"/>
                  </a:cubicBezTo>
                  <a:cubicBezTo>
                    <a:pt x="154" y="958"/>
                    <a:pt x="151" y="970"/>
                    <a:pt x="157" y="963"/>
                  </a:cubicBezTo>
                  <a:cubicBezTo>
                    <a:pt x="162" y="957"/>
                    <a:pt x="175" y="957"/>
                    <a:pt x="174" y="963"/>
                  </a:cubicBezTo>
                  <a:cubicBezTo>
                    <a:pt x="173" y="970"/>
                    <a:pt x="162" y="973"/>
                    <a:pt x="155" y="973"/>
                  </a:cubicBezTo>
                  <a:cubicBezTo>
                    <a:pt x="147" y="973"/>
                    <a:pt x="140" y="976"/>
                    <a:pt x="142" y="981"/>
                  </a:cubicBezTo>
                  <a:cubicBezTo>
                    <a:pt x="144" y="987"/>
                    <a:pt x="151" y="995"/>
                    <a:pt x="157" y="989"/>
                  </a:cubicBezTo>
                  <a:cubicBezTo>
                    <a:pt x="162" y="983"/>
                    <a:pt x="162" y="978"/>
                    <a:pt x="171" y="978"/>
                  </a:cubicBezTo>
                  <a:cubicBezTo>
                    <a:pt x="179" y="978"/>
                    <a:pt x="183" y="979"/>
                    <a:pt x="181" y="972"/>
                  </a:cubicBezTo>
                  <a:cubicBezTo>
                    <a:pt x="180" y="964"/>
                    <a:pt x="185" y="963"/>
                    <a:pt x="188" y="965"/>
                  </a:cubicBezTo>
                  <a:cubicBezTo>
                    <a:pt x="191" y="968"/>
                    <a:pt x="195" y="973"/>
                    <a:pt x="195" y="978"/>
                  </a:cubicBezTo>
                  <a:cubicBezTo>
                    <a:pt x="195" y="984"/>
                    <a:pt x="201" y="989"/>
                    <a:pt x="190" y="991"/>
                  </a:cubicBezTo>
                  <a:cubicBezTo>
                    <a:pt x="179" y="993"/>
                    <a:pt x="171" y="995"/>
                    <a:pt x="165" y="998"/>
                  </a:cubicBezTo>
                  <a:cubicBezTo>
                    <a:pt x="160" y="1000"/>
                    <a:pt x="158" y="1007"/>
                    <a:pt x="158" y="1014"/>
                  </a:cubicBezTo>
                  <a:cubicBezTo>
                    <a:pt x="158" y="1020"/>
                    <a:pt x="171" y="1027"/>
                    <a:pt x="173" y="1016"/>
                  </a:cubicBezTo>
                  <a:cubicBezTo>
                    <a:pt x="175" y="1004"/>
                    <a:pt x="174" y="1004"/>
                    <a:pt x="183" y="1002"/>
                  </a:cubicBezTo>
                  <a:cubicBezTo>
                    <a:pt x="191" y="1000"/>
                    <a:pt x="194" y="1005"/>
                    <a:pt x="192" y="1008"/>
                  </a:cubicBezTo>
                  <a:cubicBezTo>
                    <a:pt x="190" y="1011"/>
                    <a:pt x="193" y="1016"/>
                    <a:pt x="184" y="1022"/>
                  </a:cubicBezTo>
                  <a:cubicBezTo>
                    <a:pt x="174" y="1029"/>
                    <a:pt x="169" y="1042"/>
                    <a:pt x="170" y="1048"/>
                  </a:cubicBezTo>
                  <a:cubicBezTo>
                    <a:pt x="171" y="1053"/>
                    <a:pt x="175" y="1052"/>
                    <a:pt x="178" y="1065"/>
                  </a:cubicBezTo>
                  <a:cubicBezTo>
                    <a:pt x="181" y="1078"/>
                    <a:pt x="162" y="1086"/>
                    <a:pt x="172" y="1086"/>
                  </a:cubicBezTo>
                  <a:cubicBezTo>
                    <a:pt x="181" y="1086"/>
                    <a:pt x="190" y="1095"/>
                    <a:pt x="194" y="1088"/>
                  </a:cubicBezTo>
                  <a:cubicBezTo>
                    <a:pt x="199" y="1082"/>
                    <a:pt x="208" y="1073"/>
                    <a:pt x="211" y="1079"/>
                  </a:cubicBezTo>
                  <a:cubicBezTo>
                    <a:pt x="215" y="1084"/>
                    <a:pt x="197" y="1097"/>
                    <a:pt x="206" y="1099"/>
                  </a:cubicBezTo>
                  <a:cubicBezTo>
                    <a:pt x="215" y="1101"/>
                    <a:pt x="226" y="1103"/>
                    <a:pt x="226" y="1094"/>
                  </a:cubicBezTo>
                  <a:cubicBezTo>
                    <a:pt x="226" y="1084"/>
                    <a:pt x="230" y="1080"/>
                    <a:pt x="236" y="1080"/>
                  </a:cubicBezTo>
                  <a:cubicBezTo>
                    <a:pt x="242" y="1080"/>
                    <a:pt x="258" y="1084"/>
                    <a:pt x="257" y="1064"/>
                  </a:cubicBezTo>
                  <a:cubicBezTo>
                    <a:pt x="256" y="1044"/>
                    <a:pt x="266" y="1045"/>
                    <a:pt x="261" y="1032"/>
                  </a:cubicBezTo>
                  <a:cubicBezTo>
                    <a:pt x="255" y="1019"/>
                    <a:pt x="271" y="1026"/>
                    <a:pt x="271" y="1010"/>
                  </a:cubicBezTo>
                  <a:cubicBezTo>
                    <a:pt x="271" y="994"/>
                    <a:pt x="271" y="991"/>
                    <a:pt x="281" y="985"/>
                  </a:cubicBezTo>
                  <a:cubicBezTo>
                    <a:pt x="291" y="978"/>
                    <a:pt x="285" y="974"/>
                    <a:pt x="286" y="960"/>
                  </a:cubicBezTo>
                  <a:cubicBezTo>
                    <a:pt x="287" y="946"/>
                    <a:pt x="286" y="943"/>
                    <a:pt x="277" y="944"/>
                  </a:cubicBezTo>
                  <a:close/>
                  <a:moveTo>
                    <a:pt x="85" y="977"/>
                  </a:moveTo>
                  <a:cubicBezTo>
                    <a:pt x="69" y="984"/>
                    <a:pt x="69" y="989"/>
                    <a:pt x="72" y="995"/>
                  </a:cubicBezTo>
                  <a:cubicBezTo>
                    <a:pt x="76" y="1002"/>
                    <a:pt x="70" y="991"/>
                    <a:pt x="83" y="989"/>
                  </a:cubicBezTo>
                  <a:cubicBezTo>
                    <a:pt x="96" y="987"/>
                    <a:pt x="109" y="975"/>
                    <a:pt x="107" y="962"/>
                  </a:cubicBezTo>
                  <a:cubicBezTo>
                    <a:pt x="104" y="949"/>
                    <a:pt x="100" y="949"/>
                    <a:pt x="97" y="958"/>
                  </a:cubicBezTo>
                  <a:cubicBezTo>
                    <a:pt x="97" y="958"/>
                    <a:pt x="101" y="971"/>
                    <a:pt x="85" y="977"/>
                  </a:cubicBezTo>
                  <a:close/>
                  <a:moveTo>
                    <a:pt x="219" y="1116"/>
                  </a:moveTo>
                  <a:cubicBezTo>
                    <a:pt x="219" y="1116"/>
                    <a:pt x="209" y="1152"/>
                    <a:pt x="220" y="1152"/>
                  </a:cubicBezTo>
                  <a:cubicBezTo>
                    <a:pt x="231" y="1152"/>
                    <a:pt x="229" y="1149"/>
                    <a:pt x="230" y="1142"/>
                  </a:cubicBezTo>
                  <a:cubicBezTo>
                    <a:pt x="231" y="1134"/>
                    <a:pt x="237" y="1140"/>
                    <a:pt x="237" y="1130"/>
                  </a:cubicBezTo>
                  <a:cubicBezTo>
                    <a:pt x="237" y="1121"/>
                    <a:pt x="221" y="1102"/>
                    <a:pt x="219" y="1116"/>
                  </a:cubicBezTo>
                  <a:close/>
                  <a:moveTo>
                    <a:pt x="187" y="1146"/>
                  </a:moveTo>
                  <a:cubicBezTo>
                    <a:pt x="187" y="1146"/>
                    <a:pt x="186" y="1159"/>
                    <a:pt x="190" y="1160"/>
                  </a:cubicBezTo>
                  <a:cubicBezTo>
                    <a:pt x="194" y="1161"/>
                    <a:pt x="202" y="1161"/>
                    <a:pt x="202" y="1154"/>
                  </a:cubicBezTo>
                  <a:cubicBezTo>
                    <a:pt x="202" y="1146"/>
                    <a:pt x="189" y="1137"/>
                    <a:pt x="187" y="1146"/>
                  </a:cubicBezTo>
                  <a:close/>
                  <a:moveTo>
                    <a:pt x="105" y="1298"/>
                  </a:moveTo>
                  <a:cubicBezTo>
                    <a:pt x="107" y="1305"/>
                    <a:pt x="110" y="1307"/>
                    <a:pt x="120" y="1305"/>
                  </a:cubicBezTo>
                  <a:cubicBezTo>
                    <a:pt x="131" y="1302"/>
                    <a:pt x="132" y="1299"/>
                    <a:pt x="135" y="1294"/>
                  </a:cubicBezTo>
                  <a:cubicBezTo>
                    <a:pt x="139" y="1289"/>
                    <a:pt x="151" y="1277"/>
                    <a:pt x="144" y="1277"/>
                  </a:cubicBezTo>
                  <a:cubicBezTo>
                    <a:pt x="137" y="1277"/>
                    <a:pt x="140" y="1281"/>
                    <a:pt x="125" y="1288"/>
                  </a:cubicBezTo>
                  <a:cubicBezTo>
                    <a:pt x="125" y="1288"/>
                    <a:pt x="104" y="1292"/>
                    <a:pt x="105" y="1298"/>
                  </a:cubicBezTo>
                  <a:close/>
                  <a:moveTo>
                    <a:pt x="34" y="1401"/>
                  </a:moveTo>
                  <a:cubicBezTo>
                    <a:pt x="34" y="1401"/>
                    <a:pt x="21" y="1408"/>
                    <a:pt x="21" y="1419"/>
                  </a:cubicBezTo>
                  <a:cubicBezTo>
                    <a:pt x="21" y="1430"/>
                    <a:pt x="0" y="1435"/>
                    <a:pt x="10" y="1442"/>
                  </a:cubicBezTo>
                  <a:cubicBezTo>
                    <a:pt x="21" y="1448"/>
                    <a:pt x="19" y="1439"/>
                    <a:pt x="25" y="1431"/>
                  </a:cubicBezTo>
                  <a:cubicBezTo>
                    <a:pt x="32" y="1422"/>
                    <a:pt x="29" y="1418"/>
                    <a:pt x="41" y="1416"/>
                  </a:cubicBezTo>
                  <a:cubicBezTo>
                    <a:pt x="53" y="1414"/>
                    <a:pt x="56" y="1408"/>
                    <a:pt x="56" y="1403"/>
                  </a:cubicBezTo>
                  <a:cubicBezTo>
                    <a:pt x="56" y="1398"/>
                    <a:pt x="42" y="1387"/>
                    <a:pt x="34" y="140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151" y="1038"/>
              <a:ext cx="597" cy="378"/>
            </a:xfrm>
            <a:custGeom>
              <a:avLst/>
              <a:gdLst>
                <a:gd name="T0" fmla="*/ 607 w 913"/>
                <a:gd name="T1" fmla="*/ 553 h 578"/>
                <a:gd name="T2" fmla="*/ 641 w 913"/>
                <a:gd name="T3" fmla="*/ 572 h 578"/>
                <a:gd name="T4" fmla="*/ 683 w 913"/>
                <a:gd name="T5" fmla="*/ 554 h 578"/>
                <a:gd name="T6" fmla="*/ 700 w 913"/>
                <a:gd name="T7" fmla="*/ 520 h 578"/>
                <a:gd name="T8" fmla="*/ 762 w 913"/>
                <a:gd name="T9" fmla="*/ 497 h 578"/>
                <a:gd name="T10" fmla="*/ 794 w 913"/>
                <a:gd name="T11" fmla="*/ 440 h 578"/>
                <a:gd name="T12" fmla="*/ 847 w 913"/>
                <a:gd name="T13" fmla="*/ 405 h 578"/>
                <a:gd name="T14" fmla="*/ 893 w 913"/>
                <a:gd name="T15" fmla="*/ 409 h 578"/>
                <a:gd name="T16" fmla="*/ 907 w 913"/>
                <a:gd name="T17" fmla="*/ 407 h 578"/>
                <a:gd name="T18" fmla="*/ 911 w 913"/>
                <a:gd name="T19" fmla="*/ 375 h 578"/>
                <a:gd name="T20" fmla="*/ 844 w 913"/>
                <a:gd name="T21" fmla="*/ 342 h 578"/>
                <a:gd name="T22" fmla="*/ 725 w 913"/>
                <a:gd name="T23" fmla="*/ 272 h 578"/>
                <a:gd name="T24" fmla="*/ 641 w 913"/>
                <a:gd name="T25" fmla="*/ 195 h 578"/>
                <a:gd name="T26" fmla="*/ 608 w 913"/>
                <a:gd name="T27" fmla="*/ 125 h 578"/>
                <a:gd name="T28" fmla="*/ 514 w 913"/>
                <a:gd name="T29" fmla="*/ 119 h 578"/>
                <a:gd name="T30" fmla="*/ 490 w 913"/>
                <a:gd name="T31" fmla="*/ 56 h 578"/>
                <a:gd name="T32" fmla="*/ 417 w 913"/>
                <a:gd name="T33" fmla="*/ 13 h 578"/>
                <a:gd name="T34" fmla="*/ 368 w 913"/>
                <a:gd name="T35" fmla="*/ 27 h 578"/>
                <a:gd name="T36" fmla="*/ 321 w 913"/>
                <a:gd name="T37" fmla="*/ 48 h 578"/>
                <a:gd name="T38" fmla="*/ 301 w 913"/>
                <a:gd name="T39" fmla="*/ 107 h 578"/>
                <a:gd name="T40" fmla="*/ 253 w 913"/>
                <a:gd name="T41" fmla="*/ 113 h 578"/>
                <a:gd name="T42" fmla="*/ 249 w 913"/>
                <a:gd name="T43" fmla="*/ 113 h 578"/>
                <a:gd name="T44" fmla="*/ 243 w 913"/>
                <a:gd name="T45" fmla="*/ 113 h 578"/>
                <a:gd name="T46" fmla="*/ 240 w 913"/>
                <a:gd name="T47" fmla="*/ 113 h 578"/>
                <a:gd name="T48" fmla="*/ 236 w 913"/>
                <a:gd name="T49" fmla="*/ 114 h 578"/>
                <a:gd name="T50" fmla="*/ 231 w 913"/>
                <a:gd name="T51" fmla="*/ 115 h 578"/>
                <a:gd name="T52" fmla="*/ 222 w 913"/>
                <a:gd name="T53" fmla="*/ 118 h 578"/>
                <a:gd name="T54" fmla="*/ 160 w 913"/>
                <a:gd name="T55" fmla="*/ 59 h 578"/>
                <a:gd name="T56" fmla="*/ 87 w 913"/>
                <a:gd name="T57" fmla="*/ 34 h 578"/>
                <a:gd name="T58" fmla="*/ 18 w 913"/>
                <a:gd name="T59" fmla="*/ 71 h 578"/>
                <a:gd name="T60" fmla="*/ 6 w 913"/>
                <a:gd name="T61" fmla="*/ 89 h 578"/>
                <a:gd name="T62" fmla="*/ 9 w 913"/>
                <a:gd name="T63" fmla="*/ 91 h 578"/>
                <a:gd name="T64" fmla="*/ 12 w 913"/>
                <a:gd name="T65" fmla="*/ 92 h 578"/>
                <a:gd name="T66" fmla="*/ 37 w 913"/>
                <a:gd name="T67" fmla="*/ 140 h 578"/>
                <a:gd name="T68" fmla="*/ 24 w 913"/>
                <a:gd name="T69" fmla="*/ 199 h 578"/>
                <a:gd name="T70" fmla="*/ 42 w 913"/>
                <a:gd name="T71" fmla="*/ 230 h 578"/>
                <a:gd name="T72" fmla="*/ 70 w 913"/>
                <a:gd name="T73" fmla="*/ 226 h 578"/>
                <a:gd name="T74" fmla="*/ 39 w 913"/>
                <a:gd name="T75" fmla="*/ 274 h 578"/>
                <a:gd name="T76" fmla="*/ 56 w 913"/>
                <a:gd name="T77" fmla="*/ 283 h 578"/>
                <a:gd name="T78" fmla="*/ 93 w 913"/>
                <a:gd name="T79" fmla="*/ 279 h 578"/>
                <a:gd name="T80" fmla="*/ 90 w 913"/>
                <a:gd name="T81" fmla="*/ 368 h 578"/>
                <a:gd name="T82" fmla="*/ 97 w 913"/>
                <a:gd name="T83" fmla="*/ 411 h 578"/>
                <a:gd name="T84" fmla="*/ 134 w 913"/>
                <a:gd name="T85" fmla="*/ 405 h 578"/>
                <a:gd name="T86" fmla="*/ 167 w 913"/>
                <a:gd name="T87" fmla="*/ 372 h 578"/>
                <a:gd name="T88" fmla="*/ 217 w 913"/>
                <a:gd name="T89" fmla="*/ 356 h 578"/>
                <a:gd name="T90" fmla="*/ 283 w 913"/>
                <a:gd name="T91" fmla="*/ 340 h 578"/>
                <a:gd name="T92" fmla="*/ 328 w 913"/>
                <a:gd name="T93" fmla="*/ 366 h 578"/>
                <a:gd name="T94" fmla="*/ 389 w 913"/>
                <a:gd name="T95" fmla="*/ 388 h 578"/>
                <a:gd name="T96" fmla="*/ 465 w 913"/>
                <a:gd name="T97" fmla="*/ 425 h 578"/>
                <a:gd name="T98" fmla="*/ 519 w 913"/>
                <a:gd name="T99" fmla="*/ 463 h 578"/>
                <a:gd name="T100" fmla="*/ 565 w 913"/>
                <a:gd name="T101" fmla="*/ 484 h 578"/>
                <a:gd name="T102" fmla="*/ 566 w 913"/>
                <a:gd name="T103" fmla="*/ 520 h 578"/>
                <a:gd name="T104" fmla="*/ 569 w 913"/>
                <a:gd name="T105" fmla="*/ 532 h 578"/>
                <a:gd name="T106" fmla="*/ 569 w 913"/>
                <a:gd name="T107" fmla="*/ 535 h 578"/>
                <a:gd name="T108" fmla="*/ 570 w 913"/>
                <a:gd name="T109" fmla="*/ 539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13" h="578">
                  <a:moveTo>
                    <a:pt x="589" y="545"/>
                  </a:moveTo>
                  <a:cubicBezTo>
                    <a:pt x="596" y="555"/>
                    <a:pt x="601" y="553"/>
                    <a:pt x="607" y="553"/>
                  </a:cubicBezTo>
                  <a:cubicBezTo>
                    <a:pt x="612" y="553"/>
                    <a:pt x="627" y="554"/>
                    <a:pt x="629" y="562"/>
                  </a:cubicBezTo>
                  <a:cubicBezTo>
                    <a:pt x="631" y="570"/>
                    <a:pt x="637" y="578"/>
                    <a:pt x="641" y="572"/>
                  </a:cubicBezTo>
                  <a:cubicBezTo>
                    <a:pt x="644" y="566"/>
                    <a:pt x="650" y="556"/>
                    <a:pt x="661" y="560"/>
                  </a:cubicBezTo>
                  <a:cubicBezTo>
                    <a:pt x="673" y="564"/>
                    <a:pt x="679" y="560"/>
                    <a:pt x="683" y="554"/>
                  </a:cubicBezTo>
                  <a:cubicBezTo>
                    <a:pt x="688" y="547"/>
                    <a:pt x="700" y="544"/>
                    <a:pt x="695" y="536"/>
                  </a:cubicBezTo>
                  <a:cubicBezTo>
                    <a:pt x="691" y="529"/>
                    <a:pt x="690" y="522"/>
                    <a:pt x="700" y="520"/>
                  </a:cubicBezTo>
                  <a:cubicBezTo>
                    <a:pt x="710" y="518"/>
                    <a:pt x="717" y="514"/>
                    <a:pt x="733" y="512"/>
                  </a:cubicBezTo>
                  <a:cubicBezTo>
                    <a:pt x="748" y="510"/>
                    <a:pt x="749" y="497"/>
                    <a:pt x="762" y="497"/>
                  </a:cubicBezTo>
                  <a:cubicBezTo>
                    <a:pt x="775" y="497"/>
                    <a:pt x="782" y="486"/>
                    <a:pt x="783" y="472"/>
                  </a:cubicBezTo>
                  <a:cubicBezTo>
                    <a:pt x="783" y="458"/>
                    <a:pt x="791" y="452"/>
                    <a:pt x="794" y="440"/>
                  </a:cubicBezTo>
                  <a:cubicBezTo>
                    <a:pt x="797" y="429"/>
                    <a:pt x="803" y="420"/>
                    <a:pt x="815" y="420"/>
                  </a:cubicBezTo>
                  <a:cubicBezTo>
                    <a:pt x="828" y="420"/>
                    <a:pt x="843" y="416"/>
                    <a:pt x="847" y="405"/>
                  </a:cubicBezTo>
                  <a:cubicBezTo>
                    <a:pt x="850" y="394"/>
                    <a:pt x="860" y="391"/>
                    <a:pt x="867" y="398"/>
                  </a:cubicBezTo>
                  <a:cubicBezTo>
                    <a:pt x="875" y="404"/>
                    <a:pt x="879" y="411"/>
                    <a:pt x="893" y="409"/>
                  </a:cubicBezTo>
                  <a:cubicBezTo>
                    <a:pt x="894" y="409"/>
                    <a:pt x="896" y="409"/>
                    <a:pt x="897" y="409"/>
                  </a:cubicBezTo>
                  <a:cubicBezTo>
                    <a:pt x="900" y="408"/>
                    <a:pt x="903" y="408"/>
                    <a:pt x="907" y="407"/>
                  </a:cubicBezTo>
                  <a:cubicBezTo>
                    <a:pt x="907" y="407"/>
                    <a:pt x="907" y="407"/>
                    <a:pt x="907" y="407"/>
                  </a:cubicBezTo>
                  <a:cubicBezTo>
                    <a:pt x="907" y="396"/>
                    <a:pt x="909" y="385"/>
                    <a:pt x="911" y="375"/>
                  </a:cubicBezTo>
                  <a:cubicBezTo>
                    <a:pt x="913" y="362"/>
                    <a:pt x="905" y="366"/>
                    <a:pt x="897" y="358"/>
                  </a:cubicBezTo>
                  <a:cubicBezTo>
                    <a:pt x="889" y="350"/>
                    <a:pt x="866" y="345"/>
                    <a:pt x="844" y="342"/>
                  </a:cubicBezTo>
                  <a:cubicBezTo>
                    <a:pt x="822" y="339"/>
                    <a:pt x="795" y="321"/>
                    <a:pt x="777" y="300"/>
                  </a:cubicBezTo>
                  <a:cubicBezTo>
                    <a:pt x="759" y="279"/>
                    <a:pt x="734" y="286"/>
                    <a:pt x="725" y="272"/>
                  </a:cubicBezTo>
                  <a:cubicBezTo>
                    <a:pt x="716" y="258"/>
                    <a:pt x="681" y="235"/>
                    <a:pt x="663" y="224"/>
                  </a:cubicBezTo>
                  <a:cubicBezTo>
                    <a:pt x="645" y="213"/>
                    <a:pt x="644" y="214"/>
                    <a:pt x="641" y="195"/>
                  </a:cubicBezTo>
                  <a:cubicBezTo>
                    <a:pt x="638" y="176"/>
                    <a:pt x="628" y="183"/>
                    <a:pt x="621" y="166"/>
                  </a:cubicBezTo>
                  <a:cubicBezTo>
                    <a:pt x="614" y="149"/>
                    <a:pt x="613" y="141"/>
                    <a:pt x="608" y="125"/>
                  </a:cubicBezTo>
                  <a:cubicBezTo>
                    <a:pt x="603" y="109"/>
                    <a:pt x="579" y="110"/>
                    <a:pt x="569" y="124"/>
                  </a:cubicBezTo>
                  <a:cubicBezTo>
                    <a:pt x="559" y="138"/>
                    <a:pt x="534" y="118"/>
                    <a:pt x="514" y="119"/>
                  </a:cubicBezTo>
                  <a:cubicBezTo>
                    <a:pt x="494" y="120"/>
                    <a:pt x="492" y="101"/>
                    <a:pt x="496" y="84"/>
                  </a:cubicBezTo>
                  <a:cubicBezTo>
                    <a:pt x="500" y="67"/>
                    <a:pt x="490" y="66"/>
                    <a:pt x="490" y="56"/>
                  </a:cubicBezTo>
                  <a:cubicBezTo>
                    <a:pt x="490" y="46"/>
                    <a:pt x="478" y="37"/>
                    <a:pt x="456" y="37"/>
                  </a:cubicBezTo>
                  <a:cubicBezTo>
                    <a:pt x="434" y="37"/>
                    <a:pt x="426" y="26"/>
                    <a:pt x="417" y="13"/>
                  </a:cubicBezTo>
                  <a:cubicBezTo>
                    <a:pt x="408" y="0"/>
                    <a:pt x="393" y="0"/>
                    <a:pt x="387" y="11"/>
                  </a:cubicBezTo>
                  <a:cubicBezTo>
                    <a:pt x="381" y="22"/>
                    <a:pt x="383" y="26"/>
                    <a:pt x="368" y="27"/>
                  </a:cubicBezTo>
                  <a:cubicBezTo>
                    <a:pt x="353" y="28"/>
                    <a:pt x="354" y="28"/>
                    <a:pt x="353" y="42"/>
                  </a:cubicBezTo>
                  <a:cubicBezTo>
                    <a:pt x="352" y="56"/>
                    <a:pt x="339" y="49"/>
                    <a:pt x="321" y="48"/>
                  </a:cubicBezTo>
                  <a:cubicBezTo>
                    <a:pt x="303" y="47"/>
                    <a:pt x="301" y="66"/>
                    <a:pt x="294" y="78"/>
                  </a:cubicBezTo>
                  <a:cubicBezTo>
                    <a:pt x="287" y="90"/>
                    <a:pt x="297" y="97"/>
                    <a:pt x="301" y="107"/>
                  </a:cubicBezTo>
                  <a:cubicBezTo>
                    <a:pt x="305" y="117"/>
                    <a:pt x="270" y="117"/>
                    <a:pt x="257" y="114"/>
                  </a:cubicBezTo>
                  <a:cubicBezTo>
                    <a:pt x="256" y="114"/>
                    <a:pt x="254" y="113"/>
                    <a:pt x="253" y="113"/>
                  </a:cubicBezTo>
                  <a:cubicBezTo>
                    <a:pt x="252" y="113"/>
                    <a:pt x="252" y="113"/>
                    <a:pt x="251" y="113"/>
                  </a:cubicBezTo>
                  <a:cubicBezTo>
                    <a:pt x="250" y="113"/>
                    <a:pt x="249" y="113"/>
                    <a:pt x="249" y="113"/>
                  </a:cubicBezTo>
                  <a:cubicBezTo>
                    <a:pt x="248" y="113"/>
                    <a:pt x="248" y="113"/>
                    <a:pt x="247" y="113"/>
                  </a:cubicBezTo>
                  <a:cubicBezTo>
                    <a:pt x="246" y="113"/>
                    <a:pt x="245" y="113"/>
                    <a:pt x="243" y="113"/>
                  </a:cubicBezTo>
                  <a:cubicBezTo>
                    <a:pt x="243" y="113"/>
                    <a:pt x="243" y="113"/>
                    <a:pt x="243" y="113"/>
                  </a:cubicBezTo>
                  <a:cubicBezTo>
                    <a:pt x="242" y="113"/>
                    <a:pt x="241" y="113"/>
                    <a:pt x="240" y="113"/>
                  </a:cubicBezTo>
                  <a:cubicBezTo>
                    <a:pt x="239" y="113"/>
                    <a:pt x="239" y="113"/>
                    <a:pt x="238" y="114"/>
                  </a:cubicBezTo>
                  <a:cubicBezTo>
                    <a:pt x="237" y="114"/>
                    <a:pt x="237" y="114"/>
                    <a:pt x="236" y="114"/>
                  </a:cubicBezTo>
                  <a:cubicBezTo>
                    <a:pt x="235" y="114"/>
                    <a:pt x="235" y="114"/>
                    <a:pt x="234" y="114"/>
                  </a:cubicBezTo>
                  <a:cubicBezTo>
                    <a:pt x="233" y="115"/>
                    <a:pt x="232" y="115"/>
                    <a:pt x="231" y="115"/>
                  </a:cubicBezTo>
                  <a:cubicBezTo>
                    <a:pt x="231" y="115"/>
                    <a:pt x="231" y="115"/>
                    <a:pt x="231" y="115"/>
                  </a:cubicBezTo>
                  <a:cubicBezTo>
                    <a:pt x="228" y="116"/>
                    <a:pt x="225" y="117"/>
                    <a:pt x="222" y="118"/>
                  </a:cubicBezTo>
                  <a:cubicBezTo>
                    <a:pt x="210" y="122"/>
                    <a:pt x="192" y="118"/>
                    <a:pt x="183" y="106"/>
                  </a:cubicBezTo>
                  <a:cubicBezTo>
                    <a:pt x="174" y="94"/>
                    <a:pt x="164" y="72"/>
                    <a:pt x="160" y="59"/>
                  </a:cubicBezTo>
                  <a:cubicBezTo>
                    <a:pt x="156" y="46"/>
                    <a:pt x="137" y="53"/>
                    <a:pt x="127" y="41"/>
                  </a:cubicBezTo>
                  <a:cubicBezTo>
                    <a:pt x="117" y="29"/>
                    <a:pt x="109" y="32"/>
                    <a:pt x="87" y="34"/>
                  </a:cubicBezTo>
                  <a:cubicBezTo>
                    <a:pt x="65" y="36"/>
                    <a:pt x="70" y="48"/>
                    <a:pt x="52" y="48"/>
                  </a:cubicBezTo>
                  <a:cubicBezTo>
                    <a:pt x="34" y="48"/>
                    <a:pt x="27" y="58"/>
                    <a:pt x="18" y="71"/>
                  </a:cubicBezTo>
                  <a:cubicBezTo>
                    <a:pt x="13" y="78"/>
                    <a:pt x="6" y="83"/>
                    <a:pt x="0" y="86"/>
                  </a:cubicBezTo>
                  <a:cubicBezTo>
                    <a:pt x="2" y="87"/>
                    <a:pt x="4" y="88"/>
                    <a:pt x="6" y="89"/>
                  </a:cubicBezTo>
                  <a:cubicBezTo>
                    <a:pt x="6" y="89"/>
                    <a:pt x="6" y="89"/>
                    <a:pt x="6" y="89"/>
                  </a:cubicBezTo>
                  <a:cubicBezTo>
                    <a:pt x="7" y="90"/>
                    <a:pt x="8" y="90"/>
                    <a:pt x="9" y="91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10" y="91"/>
                    <a:pt x="11" y="92"/>
                    <a:pt x="12" y="92"/>
                  </a:cubicBezTo>
                  <a:cubicBezTo>
                    <a:pt x="22" y="95"/>
                    <a:pt x="18" y="108"/>
                    <a:pt x="30" y="114"/>
                  </a:cubicBezTo>
                  <a:cubicBezTo>
                    <a:pt x="42" y="120"/>
                    <a:pt x="37" y="129"/>
                    <a:pt x="37" y="140"/>
                  </a:cubicBezTo>
                  <a:cubicBezTo>
                    <a:pt x="37" y="151"/>
                    <a:pt x="36" y="159"/>
                    <a:pt x="26" y="162"/>
                  </a:cubicBezTo>
                  <a:cubicBezTo>
                    <a:pt x="16" y="165"/>
                    <a:pt x="21" y="192"/>
                    <a:pt x="24" y="199"/>
                  </a:cubicBezTo>
                  <a:cubicBezTo>
                    <a:pt x="27" y="206"/>
                    <a:pt x="31" y="213"/>
                    <a:pt x="33" y="224"/>
                  </a:cubicBezTo>
                  <a:cubicBezTo>
                    <a:pt x="35" y="235"/>
                    <a:pt x="43" y="236"/>
                    <a:pt x="42" y="230"/>
                  </a:cubicBezTo>
                  <a:cubicBezTo>
                    <a:pt x="41" y="224"/>
                    <a:pt x="47" y="212"/>
                    <a:pt x="55" y="212"/>
                  </a:cubicBezTo>
                  <a:cubicBezTo>
                    <a:pt x="63" y="212"/>
                    <a:pt x="71" y="214"/>
                    <a:pt x="70" y="226"/>
                  </a:cubicBezTo>
                  <a:cubicBezTo>
                    <a:pt x="69" y="238"/>
                    <a:pt x="56" y="241"/>
                    <a:pt x="49" y="245"/>
                  </a:cubicBezTo>
                  <a:cubicBezTo>
                    <a:pt x="42" y="249"/>
                    <a:pt x="48" y="261"/>
                    <a:pt x="39" y="274"/>
                  </a:cubicBezTo>
                  <a:cubicBezTo>
                    <a:pt x="30" y="287"/>
                    <a:pt x="40" y="295"/>
                    <a:pt x="48" y="303"/>
                  </a:cubicBezTo>
                  <a:cubicBezTo>
                    <a:pt x="56" y="311"/>
                    <a:pt x="51" y="288"/>
                    <a:pt x="56" y="283"/>
                  </a:cubicBezTo>
                  <a:cubicBezTo>
                    <a:pt x="61" y="278"/>
                    <a:pt x="58" y="269"/>
                    <a:pt x="62" y="261"/>
                  </a:cubicBezTo>
                  <a:cubicBezTo>
                    <a:pt x="66" y="253"/>
                    <a:pt x="78" y="271"/>
                    <a:pt x="93" y="279"/>
                  </a:cubicBezTo>
                  <a:cubicBezTo>
                    <a:pt x="108" y="287"/>
                    <a:pt x="107" y="299"/>
                    <a:pt x="98" y="310"/>
                  </a:cubicBezTo>
                  <a:cubicBezTo>
                    <a:pt x="89" y="321"/>
                    <a:pt x="95" y="354"/>
                    <a:pt x="90" y="368"/>
                  </a:cubicBezTo>
                  <a:cubicBezTo>
                    <a:pt x="85" y="382"/>
                    <a:pt x="97" y="396"/>
                    <a:pt x="97" y="410"/>
                  </a:cubicBezTo>
                  <a:cubicBezTo>
                    <a:pt x="97" y="410"/>
                    <a:pt x="97" y="411"/>
                    <a:pt x="97" y="411"/>
                  </a:cubicBezTo>
                  <a:cubicBezTo>
                    <a:pt x="100" y="411"/>
                    <a:pt x="104" y="412"/>
                    <a:pt x="109" y="412"/>
                  </a:cubicBezTo>
                  <a:cubicBezTo>
                    <a:pt x="121" y="414"/>
                    <a:pt x="122" y="404"/>
                    <a:pt x="134" y="405"/>
                  </a:cubicBezTo>
                  <a:cubicBezTo>
                    <a:pt x="146" y="406"/>
                    <a:pt x="151" y="402"/>
                    <a:pt x="151" y="395"/>
                  </a:cubicBezTo>
                  <a:cubicBezTo>
                    <a:pt x="151" y="388"/>
                    <a:pt x="156" y="378"/>
                    <a:pt x="167" y="372"/>
                  </a:cubicBezTo>
                  <a:cubicBezTo>
                    <a:pt x="177" y="366"/>
                    <a:pt x="185" y="366"/>
                    <a:pt x="187" y="361"/>
                  </a:cubicBezTo>
                  <a:cubicBezTo>
                    <a:pt x="189" y="356"/>
                    <a:pt x="200" y="353"/>
                    <a:pt x="217" y="356"/>
                  </a:cubicBezTo>
                  <a:cubicBezTo>
                    <a:pt x="233" y="358"/>
                    <a:pt x="249" y="360"/>
                    <a:pt x="255" y="352"/>
                  </a:cubicBezTo>
                  <a:cubicBezTo>
                    <a:pt x="261" y="344"/>
                    <a:pt x="273" y="337"/>
                    <a:pt x="283" y="340"/>
                  </a:cubicBezTo>
                  <a:cubicBezTo>
                    <a:pt x="292" y="344"/>
                    <a:pt x="294" y="348"/>
                    <a:pt x="302" y="348"/>
                  </a:cubicBezTo>
                  <a:cubicBezTo>
                    <a:pt x="310" y="348"/>
                    <a:pt x="325" y="362"/>
                    <a:pt x="328" y="366"/>
                  </a:cubicBezTo>
                  <a:cubicBezTo>
                    <a:pt x="331" y="371"/>
                    <a:pt x="349" y="372"/>
                    <a:pt x="359" y="376"/>
                  </a:cubicBezTo>
                  <a:cubicBezTo>
                    <a:pt x="368" y="379"/>
                    <a:pt x="375" y="388"/>
                    <a:pt x="389" y="388"/>
                  </a:cubicBezTo>
                  <a:cubicBezTo>
                    <a:pt x="404" y="388"/>
                    <a:pt x="433" y="388"/>
                    <a:pt x="439" y="399"/>
                  </a:cubicBezTo>
                  <a:cubicBezTo>
                    <a:pt x="445" y="410"/>
                    <a:pt x="447" y="425"/>
                    <a:pt x="465" y="425"/>
                  </a:cubicBezTo>
                  <a:cubicBezTo>
                    <a:pt x="482" y="425"/>
                    <a:pt x="483" y="428"/>
                    <a:pt x="489" y="438"/>
                  </a:cubicBezTo>
                  <a:cubicBezTo>
                    <a:pt x="495" y="448"/>
                    <a:pt x="507" y="463"/>
                    <a:pt x="519" y="463"/>
                  </a:cubicBezTo>
                  <a:cubicBezTo>
                    <a:pt x="530" y="463"/>
                    <a:pt x="563" y="456"/>
                    <a:pt x="563" y="465"/>
                  </a:cubicBezTo>
                  <a:cubicBezTo>
                    <a:pt x="563" y="474"/>
                    <a:pt x="560" y="478"/>
                    <a:pt x="565" y="484"/>
                  </a:cubicBezTo>
                  <a:cubicBezTo>
                    <a:pt x="569" y="490"/>
                    <a:pt x="572" y="494"/>
                    <a:pt x="570" y="500"/>
                  </a:cubicBezTo>
                  <a:cubicBezTo>
                    <a:pt x="568" y="506"/>
                    <a:pt x="565" y="516"/>
                    <a:pt x="566" y="520"/>
                  </a:cubicBezTo>
                  <a:cubicBezTo>
                    <a:pt x="566" y="520"/>
                    <a:pt x="566" y="520"/>
                    <a:pt x="566" y="521"/>
                  </a:cubicBezTo>
                  <a:cubicBezTo>
                    <a:pt x="567" y="523"/>
                    <a:pt x="568" y="527"/>
                    <a:pt x="569" y="532"/>
                  </a:cubicBezTo>
                  <a:cubicBezTo>
                    <a:pt x="569" y="532"/>
                    <a:pt x="569" y="532"/>
                    <a:pt x="569" y="532"/>
                  </a:cubicBezTo>
                  <a:cubicBezTo>
                    <a:pt x="569" y="533"/>
                    <a:pt x="569" y="534"/>
                    <a:pt x="569" y="535"/>
                  </a:cubicBezTo>
                  <a:cubicBezTo>
                    <a:pt x="569" y="535"/>
                    <a:pt x="569" y="535"/>
                    <a:pt x="569" y="536"/>
                  </a:cubicBezTo>
                  <a:cubicBezTo>
                    <a:pt x="569" y="537"/>
                    <a:pt x="569" y="538"/>
                    <a:pt x="570" y="539"/>
                  </a:cubicBezTo>
                  <a:cubicBezTo>
                    <a:pt x="577" y="538"/>
                    <a:pt x="586" y="539"/>
                    <a:pt x="589" y="54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902" y="353"/>
              <a:ext cx="1693" cy="802"/>
            </a:xfrm>
            <a:custGeom>
              <a:avLst/>
              <a:gdLst>
                <a:gd name="T0" fmla="*/ 238 w 2591"/>
                <a:gd name="T1" fmla="*/ 739 h 1228"/>
                <a:gd name="T2" fmla="*/ 380 w 2591"/>
                <a:gd name="T3" fmla="*/ 724 h 1228"/>
                <a:gd name="T4" fmla="*/ 432 w 2591"/>
                <a:gd name="T5" fmla="*/ 794 h 1228"/>
                <a:gd name="T6" fmla="*/ 343 w 2591"/>
                <a:gd name="T7" fmla="*/ 838 h 1228"/>
                <a:gd name="T8" fmla="*/ 282 w 2591"/>
                <a:gd name="T9" fmla="*/ 902 h 1228"/>
                <a:gd name="T10" fmla="*/ 310 w 2591"/>
                <a:gd name="T11" fmla="*/ 1005 h 1228"/>
                <a:gd name="T12" fmla="*/ 387 w 2591"/>
                <a:gd name="T13" fmla="*/ 1091 h 1228"/>
                <a:gd name="T14" fmla="*/ 376 w 2591"/>
                <a:gd name="T15" fmla="*/ 1123 h 1228"/>
                <a:gd name="T16" fmla="*/ 381 w 2591"/>
                <a:gd name="T17" fmla="*/ 1134 h 1228"/>
                <a:gd name="T18" fmla="*/ 541 w 2591"/>
                <a:gd name="T19" fmla="*/ 1107 h 1228"/>
                <a:gd name="T20" fmla="*/ 661 w 2591"/>
                <a:gd name="T21" fmla="*/ 865 h 1228"/>
                <a:gd name="T22" fmla="*/ 824 w 2591"/>
                <a:gd name="T23" fmla="*/ 810 h 1228"/>
                <a:gd name="T24" fmla="*/ 914 w 2591"/>
                <a:gd name="T25" fmla="*/ 773 h 1228"/>
                <a:gd name="T26" fmla="*/ 922 w 2591"/>
                <a:gd name="T27" fmla="*/ 786 h 1228"/>
                <a:gd name="T28" fmla="*/ 918 w 2591"/>
                <a:gd name="T29" fmla="*/ 902 h 1228"/>
                <a:gd name="T30" fmla="*/ 1082 w 2591"/>
                <a:gd name="T31" fmla="*/ 984 h 1228"/>
                <a:gd name="T32" fmla="*/ 1277 w 2591"/>
                <a:gd name="T33" fmla="*/ 1109 h 1228"/>
                <a:gd name="T34" fmla="*/ 1416 w 2591"/>
                <a:gd name="T35" fmla="*/ 1215 h 1228"/>
                <a:gd name="T36" fmla="*/ 1543 w 2591"/>
                <a:gd name="T37" fmla="*/ 1099 h 1228"/>
                <a:gd name="T38" fmla="*/ 1600 w 2591"/>
                <a:gd name="T39" fmla="*/ 1049 h 1228"/>
                <a:gd name="T40" fmla="*/ 1609 w 2591"/>
                <a:gd name="T41" fmla="*/ 1046 h 1228"/>
                <a:gd name="T42" fmla="*/ 1708 w 2591"/>
                <a:gd name="T43" fmla="*/ 1065 h 1228"/>
                <a:gd name="T44" fmla="*/ 1867 w 2591"/>
                <a:gd name="T45" fmla="*/ 1045 h 1228"/>
                <a:gd name="T46" fmla="*/ 2101 w 2591"/>
                <a:gd name="T47" fmla="*/ 1061 h 1228"/>
                <a:gd name="T48" fmla="*/ 2153 w 2591"/>
                <a:gd name="T49" fmla="*/ 1074 h 1228"/>
                <a:gd name="T50" fmla="*/ 2153 w 2591"/>
                <a:gd name="T51" fmla="*/ 1066 h 1228"/>
                <a:gd name="T52" fmla="*/ 2154 w 2591"/>
                <a:gd name="T53" fmla="*/ 1058 h 1228"/>
                <a:gd name="T54" fmla="*/ 2178 w 2591"/>
                <a:gd name="T55" fmla="*/ 971 h 1228"/>
                <a:gd name="T56" fmla="*/ 2211 w 2591"/>
                <a:gd name="T57" fmla="*/ 863 h 1228"/>
                <a:gd name="T58" fmla="*/ 2290 w 2591"/>
                <a:gd name="T59" fmla="*/ 828 h 1228"/>
                <a:gd name="T60" fmla="*/ 2397 w 2591"/>
                <a:gd name="T61" fmla="*/ 721 h 1228"/>
                <a:gd name="T62" fmla="*/ 2499 w 2591"/>
                <a:gd name="T63" fmla="*/ 668 h 1228"/>
                <a:gd name="T64" fmla="*/ 2583 w 2591"/>
                <a:gd name="T65" fmla="*/ 543 h 1228"/>
                <a:gd name="T66" fmla="*/ 2588 w 2591"/>
                <a:gd name="T67" fmla="*/ 538 h 1228"/>
                <a:gd name="T68" fmla="*/ 2590 w 2591"/>
                <a:gd name="T69" fmla="*/ 530 h 1228"/>
                <a:gd name="T70" fmla="*/ 2589 w 2591"/>
                <a:gd name="T71" fmla="*/ 526 h 1228"/>
                <a:gd name="T72" fmla="*/ 2585 w 2591"/>
                <a:gd name="T73" fmla="*/ 522 h 1228"/>
                <a:gd name="T74" fmla="*/ 2447 w 2591"/>
                <a:gd name="T75" fmla="*/ 456 h 1228"/>
                <a:gd name="T76" fmla="*/ 2272 w 2591"/>
                <a:gd name="T77" fmla="*/ 409 h 1228"/>
                <a:gd name="T78" fmla="*/ 2172 w 2591"/>
                <a:gd name="T79" fmla="*/ 378 h 1228"/>
                <a:gd name="T80" fmla="*/ 1944 w 2591"/>
                <a:gd name="T81" fmla="*/ 97 h 1228"/>
                <a:gd name="T82" fmla="*/ 1831 w 2591"/>
                <a:gd name="T83" fmla="*/ 140 h 1228"/>
                <a:gd name="T84" fmla="*/ 1744 w 2591"/>
                <a:gd name="T85" fmla="*/ 162 h 1228"/>
                <a:gd name="T86" fmla="*/ 1721 w 2591"/>
                <a:gd name="T87" fmla="*/ 128 h 1228"/>
                <a:gd name="T88" fmla="*/ 1639 w 2591"/>
                <a:gd name="T89" fmla="*/ 97 h 1228"/>
                <a:gd name="T90" fmla="*/ 1572 w 2591"/>
                <a:gd name="T91" fmla="*/ 67 h 1228"/>
                <a:gd name="T92" fmla="*/ 1474 w 2591"/>
                <a:gd name="T93" fmla="*/ 7 h 1228"/>
                <a:gd name="T94" fmla="*/ 1205 w 2591"/>
                <a:gd name="T95" fmla="*/ 84 h 1228"/>
                <a:gd name="T96" fmla="*/ 997 w 2591"/>
                <a:gd name="T97" fmla="*/ 124 h 1228"/>
                <a:gd name="T98" fmla="*/ 939 w 2591"/>
                <a:gd name="T99" fmla="*/ 171 h 1228"/>
                <a:gd name="T100" fmla="*/ 931 w 2591"/>
                <a:gd name="T101" fmla="*/ 215 h 1228"/>
                <a:gd name="T102" fmla="*/ 878 w 2591"/>
                <a:gd name="T103" fmla="*/ 297 h 1228"/>
                <a:gd name="T104" fmla="*/ 972 w 2591"/>
                <a:gd name="T105" fmla="*/ 364 h 1228"/>
                <a:gd name="T106" fmla="*/ 866 w 2591"/>
                <a:gd name="T107" fmla="*/ 407 h 1228"/>
                <a:gd name="T108" fmla="*/ 725 w 2591"/>
                <a:gd name="T109" fmla="*/ 380 h 1228"/>
                <a:gd name="T110" fmla="*/ 598 w 2591"/>
                <a:gd name="T111" fmla="*/ 421 h 1228"/>
                <a:gd name="T112" fmla="*/ 472 w 2591"/>
                <a:gd name="T113" fmla="*/ 368 h 1228"/>
                <a:gd name="T114" fmla="*/ 321 w 2591"/>
                <a:gd name="T115" fmla="*/ 343 h 1228"/>
                <a:gd name="T116" fmla="*/ 171 w 2591"/>
                <a:gd name="T117" fmla="*/ 410 h 1228"/>
                <a:gd name="T118" fmla="*/ 90 w 2591"/>
                <a:gd name="T119" fmla="*/ 442 h 1228"/>
                <a:gd name="T120" fmla="*/ 39 w 2591"/>
                <a:gd name="T121" fmla="*/ 548 h 1228"/>
                <a:gd name="T122" fmla="*/ 84 w 2591"/>
                <a:gd name="T123" fmla="*/ 650 h 1228"/>
                <a:gd name="T124" fmla="*/ 188 w 2591"/>
                <a:gd name="T125" fmla="*/ 775 h 1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91" h="1228">
                  <a:moveTo>
                    <a:pt x="189" y="772"/>
                  </a:moveTo>
                  <a:cubicBezTo>
                    <a:pt x="189" y="772"/>
                    <a:pt x="189" y="772"/>
                    <a:pt x="189" y="772"/>
                  </a:cubicBezTo>
                  <a:cubicBezTo>
                    <a:pt x="189" y="771"/>
                    <a:pt x="190" y="770"/>
                    <a:pt x="190" y="769"/>
                  </a:cubicBezTo>
                  <a:cubicBezTo>
                    <a:pt x="192" y="761"/>
                    <a:pt x="202" y="755"/>
                    <a:pt x="218" y="754"/>
                  </a:cubicBezTo>
                  <a:cubicBezTo>
                    <a:pt x="234" y="753"/>
                    <a:pt x="233" y="748"/>
                    <a:pt x="238" y="739"/>
                  </a:cubicBezTo>
                  <a:cubicBezTo>
                    <a:pt x="243" y="730"/>
                    <a:pt x="247" y="728"/>
                    <a:pt x="261" y="728"/>
                  </a:cubicBezTo>
                  <a:cubicBezTo>
                    <a:pt x="275" y="728"/>
                    <a:pt x="280" y="723"/>
                    <a:pt x="287" y="717"/>
                  </a:cubicBezTo>
                  <a:cubicBezTo>
                    <a:pt x="294" y="711"/>
                    <a:pt x="297" y="708"/>
                    <a:pt x="309" y="708"/>
                  </a:cubicBezTo>
                  <a:cubicBezTo>
                    <a:pt x="321" y="708"/>
                    <a:pt x="347" y="720"/>
                    <a:pt x="353" y="725"/>
                  </a:cubicBezTo>
                  <a:cubicBezTo>
                    <a:pt x="359" y="730"/>
                    <a:pt x="376" y="730"/>
                    <a:pt x="380" y="724"/>
                  </a:cubicBezTo>
                  <a:cubicBezTo>
                    <a:pt x="384" y="718"/>
                    <a:pt x="396" y="720"/>
                    <a:pt x="408" y="716"/>
                  </a:cubicBezTo>
                  <a:cubicBezTo>
                    <a:pt x="420" y="712"/>
                    <a:pt x="430" y="729"/>
                    <a:pt x="435" y="735"/>
                  </a:cubicBezTo>
                  <a:cubicBezTo>
                    <a:pt x="440" y="741"/>
                    <a:pt x="436" y="747"/>
                    <a:pt x="428" y="748"/>
                  </a:cubicBezTo>
                  <a:cubicBezTo>
                    <a:pt x="420" y="749"/>
                    <a:pt x="423" y="759"/>
                    <a:pt x="432" y="763"/>
                  </a:cubicBezTo>
                  <a:cubicBezTo>
                    <a:pt x="441" y="767"/>
                    <a:pt x="432" y="779"/>
                    <a:pt x="432" y="794"/>
                  </a:cubicBezTo>
                  <a:cubicBezTo>
                    <a:pt x="432" y="809"/>
                    <a:pt x="411" y="805"/>
                    <a:pt x="408" y="812"/>
                  </a:cubicBezTo>
                  <a:cubicBezTo>
                    <a:pt x="405" y="819"/>
                    <a:pt x="411" y="830"/>
                    <a:pt x="423" y="837"/>
                  </a:cubicBezTo>
                  <a:cubicBezTo>
                    <a:pt x="435" y="844"/>
                    <a:pt x="421" y="845"/>
                    <a:pt x="410" y="843"/>
                  </a:cubicBezTo>
                  <a:cubicBezTo>
                    <a:pt x="399" y="841"/>
                    <a:pt x="402" y="836"/>
                    <a:pt x="396" y="836"/>
                  </a:cubicBezTo>
                  <a:cubicBezTo>
                    <a:pt x="390" y="836"/>
                    <a:pt x="358" y="838"/>
                    <a:pt x="343" y="838"/>
                  </a:cubicBezTo>
                  <a:cubicBezTo>
                    <a:pt x="328" y="838"/>
                    <a:pt x="318" y="841"/>
                    <a:pt x="316" y="851"/>
                  </a:cubicBezTo>
                  <a:cubicBezTo>
                    <a:pt x="314" y="861"/>
                    <a:pt x="308" y="871"/>
                    <a:pt x="296" y="873"/>
                  </a:cubicBezTo>
                  <a:cubicBezTo>
                    <a:pt x="284" y="875"/>
                    <a:pt x="296" y="889"/>
                    <a:pt x="310" y="891"/>
                  </a:cubicBezTo>
                  <a:cubicBezTo>
                    <a:pt x="324" y="893"/>
                    <a:pt x="319" y="905"/>
                    <a:pt x="310" y="907"/>
                  </a:cubicBezTo>
                  <a:cubicBezTo>
                    <a:pt x="301" y="909"/>
                    <a:pt x="293" y="908"/>
                    <a:pt x="282" y="902"/>
                  </a:cubicBezTo>
                  <a:cubicBezTo>
                    <a:pt x="271" y="896"/>
                    <a:pt x="266" y="898"/>
                    <a:pt x="257" y="901"/>
                  </a:cubicBezTo>
                  <a:cubicBezTo>
                    <a:pt x="248" y="904"/>
                    <a:pt x="245" y="918"/>
                    <a:pt x="247" y="925"/>
                  </a:cubicBezTo>
                  <a:cubicBezTo>
                    <a:pt x="249" y="932"/>
                    <a:pt x="256" y="930"/>
                    <a:pt x="272" y="936"/>
                  </a:cubicBezTo>
                  <a:cubicBezTo>
                    <a:pt x="288" y="942"/>
                    <a:pt x="297" y="969"/>
                    <a:pt x="303" y="979"/>
                  </a:cubicBezTo>
                  <a:cubicBezTo>
                    <a:pt x="309" y="989"/>
                    <a:pt x="310" y="994"/>
                    <a:pt x="310" y="1005"/>
                  </a:cubicBezTo>
                  <a:cubicBezTo>
                    <a:pt x="310" y="1016"/>
                    <a:pt x="316" y="1018"/>
                    <a:pt x="330" y="1018"/>
                  </a:cubicBezTo>
                  <a:cubicBezTo>
                    <a:pt x="344" y="1018"/>
                    <a:pt x="342" y="1026"/>
                    <a:pt x="348" y="1036"/>
                  </a:cubicBezTo>
                  <a:cubicBezTo>
                    <a:pt x="354" y="1046"/>
                    <a:pt x="377" y="1042"/>
                    <a:pt x="388" y="1043"/>
                  </a:cubicBezTo>
                  <a:cubicBezTo>
                    <a:pt x="399" y="1044"/>
                    <a:pt x="404" y="1061"/>
                    <a:pt x="403" y="1074"/>
                  </a:cubicBezTo>
                  <a:cubicBezTo>
                    <a:pt x="402" y="1087"/>
                    <a:pt x="399" y="1089"/>
                    <a:pt x="387" y="1091"/>
                  </a:cubicBezTo>
                  <a:cubicBezTo>
                    <a:pt x="375" y="1093"/>
                    <a:pt x="384" y="1110"/>
                    <a:pt x="378" y="1119"/>
                  </a:cubicBezTo>
                  <a:cubicBezTo>
                    <a:pt x="378" y="1120"/>
                    <a:pt x="377" y="1120"/>
                    <a:pt x="377" y="1121"/>
                  </a:cubicBezTo>
                  <a:cubicBezTo>
                    <a:pt x="377" y="1121"/>
                    <a:pt x="377" y="1121"/>
                    <a:pt x="377" y="1121"/>
                  </a:cubicBezTo>
                  <a:cubicBezTo>
                    <a:pt x="377" y="1122"/>
                    <a:pt x="377" y="1122"/>
                    <a:pt x="376" y="1123"/>
                  </a:cubicBezTo>
                  <a:cubicBezTo>
                    <a:pt x="376" y="1123"/>
                    <a:pt x="376" y="1123"/>
                    <a:pt x="376" y="1123"/>
                  </a:cubicBezTo>
                  <a:cubicBezTo>
                    <a:pt x="376" y="1124"/>
                    <a:pt x="376" y="1124"/>
                    <a:pt x="376" y="1125"/>
                  </a:cubicBezTo>
                  <a:cubicBezTo>
                    <a:pt x="376" y="1125"/>
                    <a:pt x="376" y="1125"/>
                    <a:pt x="376" y="1125"/>
                  </a:cubicBezTo>
                  <a:cubicBezTo>
                    <a:pt x="376" y="1126"/>
                    <a:pt x="377" y="1126"/>
                    <a:pt x="377" y="1127"/>
                  </a:cubicBezTo>
                  <a:cubicBezTo>
                    <a:pt x="377" y="1127"/>
                    <a:pt x="377" y="1127"/>
                    <a:pt x="377" y="1127"/>
                  </a:cubicBezTo>
                  <a:cubicBezTo>
                    <a:pt x="377" y="1129"/>
                    <a:pt x="379" y="1132"/>
                    <a:pt x="381" y="1134"/>
                  </a:cubicBezTo>
                  <a:cubicBezTo>
                    <a:pt x="387" y="1131"/>
                    <a:pt x="394" y="1126"/>
                    <a:pt x="399" y="1119"/>
                  </a:cubicBezTo>
                  <a:cubicBezTo>
                    <a:pt x="408" y="1106"/>
                    <a:pt x="415" y="1096"/>
                    <a:pt x="433" y="1096"/>
                  </a:cubicBezTo>
                  <a:cubicBezTo>
                    <a:pt x="451" y="1096"/>
                    <a:pt x="446" y="1084"/>
                    <a:pt x="468" y="1082"/>
                  </a:cubicBezTo>
                  <a:cubicBezTo>
                    <a:pt x="490" y="1080"/>
                    <a:pt x="498" y="1077"/>
                    <a:pt x="508" y="1089"/>
                  </a:cubicBezTo>
                  <a:cubicBezTo>
                    <a:pt x="518" y="1101"/>
                    <a:pt x="537" y="1094"/>
                    <a:pt x="541" y="1107"/>
                  </a:cubicBezTo>
                  <a:cubicBezTo>
                    <a:pt x="545" y="1120"/>
                    <a:pt x="555" y="1142"/>
                    <a:pt x="564" y="1154"/>
                  </a:cubicBezTo>
                  <a:cubicBezTo>
                    <a:pt x="573" y="1166"/>
                    <a:pt x="591" y="1170"/>
                    <a:pt x="603" y="1166"/>
                  </a:cubicBezTo>
                  <a:cubicBezTo>
                    <a:pt x="606" y="1165"/>
                    <a:pt x="609" y="1164"/>
                    <a:pt x="612" y="1163"/>
                  </a:cubicBezTo>
                  <a:cubicBezTo>
                    <a:pt x="611" y="878"/>
                    <a:pt x="611" y="878"/>
                    <a:pt x="611" y="878"/>
                  </a:cubicBezTo>
                  <a:cubicBezTo>
                    <a:pt x="611" y="878"/>
                    <a:pt x="644" y="872"/>
                    <a:pt x="661" y="865"/>
                  </a:cubicBezTo>
                  <a:cubicBezTo>
                    <a:pt x="678" y="858"/>
                    <a:pt x="690" y="851"/>
                    <a:pt x="710" y="847"/>
                  </a:cubicBezTo>
                  <a:cubicBezTo>
                    <a:pt x="728" y="843"/>
                    <a:pt x="764" y="828"/>
                    <a:pt x="782" y="834"/>
                  </a:cubicBezTo>
                  <a:cubicBezTo>
                    <a:pt x="784" y="828"/>
                    <a:pt x="785" y="823"/>
                    <a:pt x="787" y="819"/>
                  </a:cubicBezTo>
                  <a:cubicBezTo>
                    <a:pt x="792" y="809"/>
                    <a:pt x="798" y="798"/>
                    <a:pt x="807" y="798"/>
                  </a:cubicBezTo>
                  <a:cubicBezTo>
                    <a:pt x="817" y="798"/>
                    <a:pt x="820" y="803"/>
                    <a:pt x="824" y="810"/>
                  </a:cubicBezTo>
                  <a:cubicBezTo>
                    <a:pt x="828" y="817"/>
                    <a:pt x="828" y="818"/>
                    <a:pt x="839" y="815"/>
                  </a:cubicBezTo>
                  <a:cubicBezTo>
                    <a:pt x="850" y="811"/>
                    <a:pt x="841" y="792"/>
                    <a:pt x="848" y="779"/>
                  </a:cubicBezTo>
                  <a:cubicBezTo>
                    <a:pt x="854" y="766"/>
                    <a:pt x="870" y="782"/>
                    <a:pt x="870" y="782"/>
                  </a:cubicBezTo>
                  <a:cubicBezTo>
                    <a:pt x="884" y="794"/>
                    <a:pt x="897" y="787"/>
                    <a:pt x="907" y="787"/>
                  </a:cubicBezTo>
                  <a:cubicBezTo>
                    <a:pt x="917" y="787"/>
                    <a:pt x="917" y="777"/>
                    <a:pt x="914" y="773"/>
                  </a:cubicBezTo>
                  <a:cubicBezTo>
                    <a:pt x="911" y="770"/>
                    <a:pt x="897" y="767"/>
                    <a:pt x="881" y="758"/>
                  </a:cubicBezTo>
                  <a:cubicBezTo>
                    <a:pt x="864" y="749"/>
                    <a:pt x="893" y="742"/>
                    <a:pt x="905" y="746"/>
                  </a:cubicBezTo>
                  <a:cubicBezTo>
                    <a:pt x="917" y="750"/>
                    <a:pt x="926" y="753"/>
                    <a:pt x="940" y="759"/>
                  </a:cubicBezTo>
                  <a:cubicBezTo>
                    <a:pt x="955" y="764"/>
                    <a:pt x="950" y="769"/>
                    <a:pt x="940" y="776"/>
                  </a:cubicBezTo>
                  <a:cubicBezTo>
                    <a:pt x="931" y="783"/>
                    <a:pt x="932" y="783"/>
                    <a:pt x="922" y="786"/>
                  </a:cubicBezTo>
                  <a:cubicBezTo>
                    <a:pt x="912" y="789"/>
                    <a:pt x="917" y="805"/>
                    <a:pt x="909" y="816"/>
                  </a:cubicBezTo>
                  <a:cubicBezTo>
                    <a:pt x="902" y="827"/>
                    <a:pt x="906" y="840"/>
                    <a:pt x="915" y="844"/>
                  </a:cubicBezTo>
                  <a:cubicBezTo>
                    <a:pt x="924" y="848"/>
                    <a:pt x="921" y="853"/>
                    <a:pt x="921" y="868"/>
                  </a:cubicBezTo>
                  <a:cubicBezTo>
                    <a:pt x="921" y="883"/>
                    <a:pt x="928" y="879"/>
                    <a:pt x="928" y="890"/>
                  </a:cubicBezTo>
                  <a:cubicBezTo>
                    <a:pt x="928" y="901"/>
                    <a:pt x="928" y="898"/>
                    <a:pt x="918" y="902"/>
                  </a:cubicBezTo>
                  <a:cubicBezTo>
                    <a:pt x="916" y="903"/>
                    <a:pt x="914" y="905"/>
                    <a:pt x="911" y="907"/>
                  </a:cubicBezTo>
                  <a:cubicBezTo>
                    <a:pt x="916" y="911"/>
                    <a:pt x="920" y="914"/>
                    <a:pt x="923" y="918"/>
                  </a:cubicBezTo>
                  <a:cubicBezTo>
                    <a:pt x="938" y="937"/>
                    <a:pt x="967" y="955"/>
                    <a:pt x="978" y="971"/>
                  </a:cubicBezTo>
                  <a:cubicBezTo>
                    <a:pt x="989" y="987"/>
                    <a:pt x="990" y="997"/>
                    <a:pt x="1013" y="994"/>
                  </a:cubicBezTo>
                  <a:cubicBezTo>
                    <a:pt x="1036" y="991"/>
                    <a:pt x="1053" y="979"/>
                    <a:pt x="1082" y="984"/>
                  </a:cubicBezTo>
                  <a:cubicBezTo>
                    <a:pt x="1111" y="989"/>
                    <a:pt x="1146" y="998"/>
                    <a:pt x="1159" y="988"/>
                  </a:cubicBezTo>
                  <a:cubicBezTo>
                    <a:pt x="1172" y="978"/>
                    <a:pt x="1188" y="966"/>
                    <a:pt x="1209" y="996"/>
                  </a:cubicBezTo>
                  <a:cubicBezTo>
                    <a:pt x="1230" y="1026"/>
                    <a:pt x="1232" y="1038"/>
                    <a:pt x="1248" y="1039"/>
                  </a:cubicBezTo>
                  <a:cubicBezTo>
                    <a:pt x="1264" y="1040"/>
                    <a:pt x="1259" y="1054"/>
                    <a:pt x="1258" y="1070"/>
                  </a:cubicBezTo>
                  <a:cubicBezTo>
                    <a:pt x="1257" y="1086"/>
                    <a:pt x="1266" y="1095"/>
                    <a:pt x="1277" y="1109"/>
                  </a:cubicBezTo>
                  <a:cubicBezTo>
                    <a:pt x="1288" y="1123"/>
                    <a:pt x="1293" y="1141"/>
                    <a:pt x="1296" y="1156"/>
                  </a:cubicBezTo>
                  <a:cubicBezTo>
                    <a:pt x="1299" y="1171"/>
                    <a:pt x="1300" y="1177"/>
                    <a:pt x="1319" y="1177"/>
                  </a:cubicBezTo>
                  <a:cubicBezTo>
                    <a:pt x="1338" y="1177"/>
                    <a:pt x="1375" y="1163"/>
                    <a:pt x="1380" y="1182"/>
                  </a:cubicBezTo>
                  <a:cubicBezTo>
                    <a:pt x="1385" y="1201"/>
                    <a:pt x="1379" y="1209"/>
                    <a:pt x="1390" y="1212"/>
                  </a:cubicBezTo>
                  <a:cubicBezTo>
                    <a:pt x="1401" y="1215"/>
                    <a:pt x="1417" y="1228"/>
                    <a:pt x="1416" y="1215"/>
                  </a:cubicBezTo>
                  <a:cubicBezTo>
                    <a:pt x="1415" y="1202"/>
                    <a:pt x="1404" y="1195"/>
                    <a:pt x="1417" y="1189"/>
                  </a:cubicBezTo>
                  <a:cubicBezTo>
                    <a:pt x="1430" y="1183"/>
                    <a:pt x="1432" y="1163"/>
                    <a:pt x="1451" y="1155"/>
                  </a:cubicBezTo>
                  <a:cubicBezTo>
                    <a:pt x="1470" y="1147"/>
                    <a:pt x="1472" y="1142"/>
                    <a:pt x="1483" y="1136"/>
                  </a:cubicBezTo>
                  <a:cubicBezTo>
                    <a:pt x="1494" y="1130"/>
                    <a:pt x="1501" y="1132"/>
                    <a:pt x="1512" y="1121"/>
                  </a:cubicBezTo>
                  <a:cubicBezTo>
                    <a:pt x="1523" y="1110"/>
                    <a:pt x="1530" y="1099"/>
                    <a:pt x="1543" y="1099"/>
                  </a:cubicBezTo>
                  <a:cubicBezTo>
                    <a:pt x="1556" y="1099"/>
                    <a:pt x="1561" y="1092"/>
                    <a:pt x="1569" y="1074"/>
                  </a:cubicBezTo>
                  <a:cubicBezTo>
                    <a:pt x="1574" y="1063"/>
                    <a:pt x="1585" y="1054"/>
                    <a:pt x="1596" y="1050"/>
                  </a:cubicBezTo>
                  <a:cubicBezTo>
                    <a:pt x="1596" y="1050"/>
                    <a:pt x="1596" y="1050"/>
                    <a:pt x="1596" y="1050"/>
                  </a:cubicBezTo>
                  <a:cubicBezTo>
                    <a:pt x="1597" y="1050"/>
                    <a:pt x="1598" y="1049"/>
                    <a:pt x="1599" y="1049"/>
                  </a:cubicBezTo>
                  <a:cubicBezTo>
                    <a:pt x="1599" y="1049"/>
                    <a:pt x="1599" y="1049"/>
                    <a:pt x="1600" y="1049"/>
                  </a:cubicBezTo>
                  <a:cubicBezTo>
                    <a:pt x="1601" y="1048"/>
                    <a:pt x="1601" y="1048"/>
                    <a:pt x="1602" y="1048"/>
                  </a:cubicBezTo>
                  <a:cubicBezTo>
                    <a:pt x="1603" y="1048"/>
                    <a:pt x="1603" y="1048"/>
                    <a:pt x="1603" y="1048"/>
                  </a:cubicBezTo>
                  <a:cubicBezTo>
                    <a:pt x="1604" y="1047"/>
                    <a:pt x="1605" y="1047"/>
                    <a:pt x="1606" y="1047"/>
                  </a:cubicBezTo>
                  <a:cubicBezTo>
                    <a:pt x="1606" y="1047"/>
                    <a:pt x="1606" y="1047"/>
                    <a:pt x="1607" y="1047"/>
                  </a:cubicBezTo>
                  <a:cubicBezTo>
                    <a:pt x="1608" y="1047"/>
                    <a:pt x="1608" y="1047"/>
                    <a:pt x="1609" y="1046"/>
                  </a:cubicBezTo>
                  <a:cubicBezTo>
                    <a:pt x="1609" y="1046"/>
                    <a:pt x="1610" y="1046"/>
                    <a:pt x="1611" y="1046"/>
                  </a:cubicBezTo>
                  <a:cubicBezTo>
                    <a:pt x="1611" y="1046"/>
                    <a:pt x="1612" y="1046"/>
                    <a:pt x="1612" y="1046"/>
                  </a:cubicBezTo>
                  <a:cubicBezTo>
                    <a:pt x="1613" y="1046"/>
                    <a:pt x="1614" y="1046"/>
                    <a:pt x="1615" y="1046"/>
                  </a:cubicBezTo>
                  <a:cubicBezTo>
                    <a:pt x="1631" y="1046"/>
                    <a:pt x="1655" y="1047"/>
                    <a:pt x="1667" y="1055"/>
                  </a:cubicBezTo>
                  <a:cubicBezTo>
                    <a:pt x="1679" y="1063"/>
                    <a:pt x="1696" y="1063"/>
                    <a:pt x="1708" y="1065"/>
                  </a:cubicBezTo>
                  <a:cubicBezTo>
                    <a:pt x="1720" y="1067"/>
                    <a:pt x="1732" y="1068"/>
                    <a:pt x="1732" y="1054"/>
                  </a:cubicBezTo>
                  <a:cubicBezTo>
                    <a:pt x="1732" y="1040"/>
                    <a:pt x="1734" y="1028"/>
                    <a:pt x="1743" y="1024"/>
                  </a:cubicBezTo>
                  <a:cubicBezTo>
                    <a:pt x="1752" y="1020"/>
                    <a:pt x="1759" y="1001"/>
                    <a:pt x="1777" y="1011"/>
                  </a:cubicBezTo>
                  <a:cubicBezTo>
                    <a:pt x="1795" y="1021"/>
                    <a:pt x="1797" y="1036"/>
                    <a:pt x="1816" y="1036"/>
                  </a:cubicBezTo>
                  <a:cubicBezTo>
                    <a:pt x="1835" y="1036"/>
                    <a:pt x="1845" y="1054"/>
                    <a:pt x="1867" y="1045"/>
                  </a:cubicBezTo>
                  <a:cubicBezTo>
                    <a:pt x="1889" y="1036"/>
                    <a:pt x="1898" y="1035"/>
                    <a:pt x="1916" y="1037"/>
                  </a:cubicBezTo>
                  <a:cubicBezTo>
                    <a:pt x="1934" y="1039"/>
                    <a:pt x="1953" y="1029"/>
                    <a:pt x="1969" y="1033"/>
                  </a:cubicBezTo>
                  <a:cubicBezTo>
                    <a:pt x="1985" y="1037"/>
                    <a:pt x="1995" y="1037"/>
                    <a:pt x="2021" y="1039"/>
                  </a:cubicBezTo>
                  <a:cubicBezTo>
                    <a:pt x="2047" y="1041"/>
                    <a:pt x="2062" y="1045"/>
                    <a:pt x="2076" y="1049"/>
                  </a:cubicBezTo>
                  <a:cubicBezTo>
                    <a:pt x="2090" y="1053"/>
                    <a:pt x="2094" y="1051"/>
                    <a:pt x="2101" y="1061"/>
                  </a:cubicBezTo>
                  <a:cubicBezTo>
                    <a:pt x="2108" y="1071"/>
                    <a:pt x="2116" y="1075"/>
                    <a:pt x="2126" y="1077"/>
                  </a:cubicBezTo>
                  <a:cubicBezTo>
                    <a:pt x="2132" y="1078"/>
                    <a:pt x="2143" y="1080"/>
                    <a:pt x="2154" y="1082"/>
                  </a:cubicBezTo>
                  <a:cubicBezTo>
                    <a:pt x="2154" y="1081"/>
                    <a:pt x="2154" y="1079"/>
                    <a:pt x="2153" y="1078"/>
                  </a:cubicBezTo>
                  <a:cubicBezTo>
                    <a:pt x="2153" y="1078"/>
                    <a:pt x="2153" y="1078"/>
                    <a:pt x="2153" y="1078"/>
                  </a:cubicBezTo>
                  <a:cubicBezTo>
                    <a:pt x="2153" y="1077"/>
                    <a:pt x="2153" y="1075"/>
                    <a:pt x="2153" y="1074"/>
                  </a:cubicBezTo>
                  <a:cubicBezTo>
                    <a:pt x="2153" y="1074"/>
                    <a:pt x="2153" y="1074"/>
                    <a:pt x="2153" y="1073"/>
                  </a:cubicBezTo>
                  <a:cubicBezTo>
                    <a:pt x="2153" y="1073"/>
                    <a:pt x="2153" y="1072"/>
                    <a:pt x="2153" y="1071"/>
                  </a:cubicBezTo>
                  <a:cubicBezTo>
                    <a:pt x="2153" y="1070"/>
                    <a:pt x="2153" y="1070"/>
                    <a:pt x="2153" y="1070"/>
                  </a:cubicBezTo>
                  <a:cubicBezTo>
                    <a:pt x="2153" y="1069"/>
                    <a:pt x="2153" y="1068"/>
                    <a:pt x="2153" y="1067"/>
                  </a:cubicBezTo>
                  <a:cubicBezTo>
                    <a:pt x="2153" y="1067"/>
                    <a:pt x="2153" y="1067"/>
                    <a:pt x="2153" y="1066"/>
                  </a:cubicBezTo>
                  <a:cubicBezTo>
                    <a:pt x="2153" y="1065"/>
                    <a:pt x="2153" y="1065"/>
                    <a:pt x="2153" y="1064"/>
                  </a:cubicBezTo>
                  <a:cubicBezTo>
                    <a:pt x="2153" y="1064"/>
                    <a:pt x="2153" y="1063"/>
                    <a:pt x="2153" y="1063"/>
                  </a:cubicBezTo>
                  <a:cubicBezTo>
                    <a:pt x="2153" y="1062"/>
                    <a:pt x="2153" y="1062"/>
                    <a:pt x="2153" y="1061"/>
                  </a:cubicBezTo>
                  <a:cubicBezTo>
                    <a:pt x="2153" y="1061"/>
                    <a:pt x="2153" y="1060"/>
                    <a:pt x="2153" y="1060"/>
                  </a:cubicBezTo>
                  <a:cubicBezTo>
                    <a:pt x="2154" y="1059"/>
                    <a:pt x="2154" y="1059"/>
                    <a:pt x="2154" y="1058"/>
                  </a:cubicBezTo>
                  <a:cubicBezTo>
                    <a:pt x="2154" y="1058"/>
                    <a:pt x="2154" y="1057"/>
                    <a:pt x="2154" y="1057"/>
                  </a:cubicBezTo>
                  <a:cubicBezTo>
                    <a:pt x="2154" y="1056"/>
                    <a:pt x="2155" y="1056"/>
                    <a:pt x="2155" y="1055"/>
                  </a:cubicBezTo>
                  <a:cubicBezTo>
                    <a:pt x="2160" y="1045"/>
                    <a:pt x="2179" y="1046"/>
                    <a:pt x="2182" y="1036"/>
                  </a:cubicBezTo>
                  <a:cubicBezTo>
                    <a:pt x="2186" y="1026"/>
                    <a:pt x="2196" y="1028"/>
                    <a:pt x="2190" y="1010"/>
                  </a:cubicBezTo>
                  <a:cubicBezTo>
                    <a:pt x="2185" y="992"/>
                    <a:pt x="2190" y="980"/>
                    <a:pt x="2178" y="971"/>
                  </a:cubicBezTo>
                  <a:cubicBezTo>
                    <a:pt x="2166" y="962"/>
                    <a:pt x="2167" y="958"/>
                    <a:pt x="2166" y="940"/>
                  </a:cubicBezTo>
                  <a:cubicBezTo>
                    <a:pt x="2166" y="921"/>
                    <a:pt x="2171" y="894"/>
                    <a:pt x="2157" y="894"/>
                  </a:cubicBezTo>
                  <a:cubicBezTo>
                    <a:pt x="2143" y="894"/>
                    <a:pt x="2139" y="889"/>
                    <a:pt x="2141" y="878"/>
                  </a:cubicBezTo>
                  <a:cubicBezTo>
                    <a:pt x="2143" y="868"/>
                    <a:pt x="2168" y="875"/>
                    <a:pt x="2169" y="869"/>
                  </a:cubicBezTo>
                  <a:cubicBezTo>
                    <a:pt x="2170" y="863"/>
                    <a:pt x="2206" y="872"/>
                    <a:pt x="2211" y="863"/>
                  </a:cubicBezTo>
                  <a:cubicBezTo>
                    <a:pt x="2216" y="854"/>
                    <a:pt x="2232" y="848"/>
                    <a:pt x="2244" y="851"/>
                  </a:cubicBezTo>
                  <a:cubicBezTo>
                    <a:pt x="2257" y="854"/>
                    <a:pt x="2254" y="864"/>
                    <a:pt x="2274" y="866"/>
                  </a:cubicBezTo>
                  <a:cubicBezTo>
                    <a:pt x="2293" y="867"/>
                    <a:pt x="2306" y="867"/>
                    <a:pt x="2310" y="858"/>
                  </a:cubicBezTo>
                  <a:cubicBezTo>
                    <a:pt x="2313" y="850"/>
                    <a:pt x="2314" y="842"/>
                    <a:pt x="2303" y="842"/>
                  </a:cubicBezTo>
                  <a:cubicBezTo>
                    <a:pt x="2292" y="842"/>
                    <a:pt x="2289" y="836"/>
                    <a:pt x="2290" y="828"/>
                  </a:cubicBezTo>
                  <a:cubicBezTo>
                    <a:pt x="2292" y="821"/>
                    <a:pt x="2298" y="785"/>
                    <a:pt x="2310" y="777"/>
                  </a:cubicBezTo>
                  <a:cubicBezTo>
                    <a:pt x="2322" y="769"/>
                    <a:pt x="2317" y="769"/>
                    <a:pt x="2321" y="753"/>
                  </a:cubicBezTo>
                  <a:cubicBezTo>
                    <a:pt x="2325" y="737"/>
                    <a:pt x="2329" y="727"/>
                    <a:pt x="2333" y="718"/>
                  </a:cubicBezTo>
                  <a:cubicBezTo>
                    <a:pt x="2337" y="710"/>
                    <a:pt x="2336" y="692"/>
                    <a:pt x="2360" y="704"/>
                  </a:cubicBezTo>
                  <a:cubicBezTo>
                    <a:pt x="2384" y="715"/>
                    <a:pt x="2374" y="723"/>
                    <a:pt x="2397" y="721"/>
                  </a:cubicBezTo>
                  <a:cubicBezTo>
                    <a:pt x="2420" y="719"/>
                    <a:pt x="2432" y="718"/>
                    <a:pt x="2443" y="724"/>
                  </a:cubicBezTo>
                  <a:cubicBezTo>
                    <a:pt x="2454" y="730"/>
                    <a:pt x="2461" y="729"/>
                    <a:pt x="2469" y="721"/>
                  </a:cubicBezTo>
                  <a:cubicBezTo>
                    <a:pt x="2477" y="713"/>
                    <a:pt x="2482" y="710"/>
                    <a:pt x="2490" y="709"/>
                  </a:cubicBezTo>
                  <a:cubicBezTo>
                    <a:pt x="2498" y="708"/>
                    <a:pt x="2504" y="704"/>
                    <a:pt x="2502" y="692"/>
                  </a:cubicBezTo>
                  <a:cubicBezTo>
                    <a:pt x="2501" y="680"/>
                    <a:pt x="2504" y="676"/>
                    <a:pt x="2499" y="668"/>
                  </a:cubicBezTo>
                  <a:cubicBezTo>
                    <a:pt x="2494" y="660"/>
                    <a:pt x="2492" y="648"/>
                    <a:pt x="2493" y="638"/>
                  </a:cubicBezTo>
                  <a:cubicBezTo>
                    <a:pt x="2494" y="628"/>
                    <a:pt x="2502" y="600"/>
                    <a:pt x="2522" y="600"/>
                  </a:cubicBezTo>
                  <a:cubicBezTo>
                    <a:pt x="2543" y="600"/>
                    <a:pt x="2570" y="600"/>
                    <a:pt x="2572" y="578"/>
                  </a:cubicBezTo>
                  <a:cubicBezTo>
                    <a:pt x="2574" y="555"/>
                    <a:pt x="2569" y="552"/>
                    <a:pt x="2580" y="545"/>
                  </a:cubicBezTo>
                  <a:cubicBezTo>
                    <a:pt x="2581" y="544"/>
                    <a:pt x="2582" y="544"/>
                    <a:pt x="2583" y="543"/>
                  </a:cubicBezTo>
                  <a:cubicBezTo>
                    <a:pt x="2583" y="543"/>
                    <a:pt x="2583" y="543"/>
                    <a:pt x="2583" y="543"/>
                  </a:cubicBezTo>
                  <a:cubicBezTo>
                    <a:pt x="2584" y="542"/>
                    <a:pt x="2585" y="541"/>
                    <a:pt x="2585" y="540"/>
                  </a:cubicBezTo>
                  <a:cubicBezTo>
                    <a:pt x="2586" y="540"/>
                    <a:pt x="2586" y="540"/>
                    <a:pt x="2586" y="540"/>
                  </a:cubicBezTo>
                  <a:cubicBezTo>
                    <a:pt x="2587" y="539"/>
                    <a:pt x="2587" y="538"/>
                    <a:pt x="2588" y="538"/>
                  </a:cubicBezTo>
                  <a:cubicBezTo>
                    <a:pt x="2588" y="538"/>
                    <a:pt x="2588" y="538"/>
                    <a:pt x="2588" y="538"/>
                  </a:cubicBezTo>
                  <a:cubicBezTo>
                    <a:pt x="2588" y="537"/>
                    <a:pt x="2589" y="536"/>
                    <a:pt x="2589" y="535"/>
                  </a:cubicBezTo>
                  <a:cubicBezTo>
                    <a:pt x="2589" y="535"/>
                    <a:pt x="2589" y="535"/>
                    <a:pt x="2589" y="535"/>
                  </a:cubicBezTo>
                  <a:cubicBezTo>
                    <a:pt x="2590" y="534"/>
                    <a:pt x="2590" y="533"/>
                    <a:pt x="2590" y="531"/>
                  </a:cubicBezTo>
                  <a:cubicBezTo>
                    <a:pt x="2590" y="531"/>
                    <a:pt x="2590" y="531"/>
                    <a:pt x="2590" y="531"/>
                  </a:cubicBezTo>
                  <a:cubicBezTo>
                    <a:pt x="2591" y="531"/>
                    <a:pt x="2591" y="530"/>
                    <a:pt x="2590" y="530"/>
                  </a:cubicBezTo>
                  <a:cubicBezTo>
                    <a:pt x="2590" y="530"/>
                    <a:pt x="2590" y="530"/>
                    <a:pt x="2590" y="529"/>
                  </a:cubicBezTo>
                  <a:cubicBezTo>
                    <a:pt x="2590" y="529"/>
                    <a:pt x="2590" y="529"/>
                    <a:pt x="2590" y="528"/>
                  </a:cubicBezTo>
                  <a:cubicBezTo>
                    <a:pt x="2590" y="528"/>
                    <a:pt x="2590" y="528"/>
                    <a:pt x="2590" y="528"/>
                  </a:cubicBezTo>
                  <a:cubicBezTo>
                    <a:pt x="2590" y="527"/>
                    <a:pt x="2590" y="527"/>
                    <a:pt x="2590" y="527"/>
                  </a:cubicBezTo>
                  <a:cubicBezTo>
                    <a:pt x="2590" y="527"/>
                    <a:pt x="2589" y="526"/>
                    <a:pt x="2589" y="526"/>
                  </a:cubicBezTo>
                  <a:cubicBezTo>
                    <a:pt x="2589" y="526"/>
                    <a:pt x="2589" y="526"/>
                    <a:pt x="2589" y="525"/>
                  </a:cubicBezTo>
                  <a:cubicBezTo>
                    <a:pt x="2589" y="525"/>
                    <a:pt x="2588" y="525"/>
                    <a:pt x="2588" y="525"/>
                  </a:cubicBezTo>
                  <a:cubicBezTo>
                    <a:pt x="2588" y="524"/>
                    <a:pt x="2588" y="524"/>
                    <a:pt x="2587" y="524"/>
                  </a:cubicBezTo>
                  <a:cubicBezTo>
                    <a:pt x="2587" y="524"/>
                    <a:pt x="2587" y="524"/>
                    <a:pt x="2587" y="523"/>
                  </a:cubicBezTo>
                  <a:cubicBezTo>
                    <a:pt x="2586" y="523"/>
                    <a:pt x="2586" y="523"/>
                    <a:pt x="2585" y="522"/>
                  </a:cubicBezTo>
                  <a:cubicBezTo>
                    <a:pt x="2575" y="517"/>
                    <a:pt x="2571" y="514"/>
                    <a:pt x="2571" y="505"/>
                  </a:cubicBezTo>
                  <a:cubicBezTo>
                    <a:pt x="2571" y="496"/>
                    <a:pt x="2561" y="483"/>
                    <a:pt x="2551" y="496"/>
                  </a:cubicBezTo>
                  <a:cubicBezTo>
                    <a:pt x="2541" y="508"/>
                    <a:pt x="2515" y="515"/>
                    <a:pt x="2499" y="508"/>
                  </a:cubicBezTo>
                  <a:cubicBezTo>
                    <a:pt x="2483" y="502"/>
                    <a:pt x="2473" y="501"/>
                    <a:pt x="2466" y="486"/>
                  </a:cubicBezTo>
                  <a:cubicBezTo>
                    <a:pt x="2458" y="472"/>
                    <a:pt x="2468" y="458"/>
                    <a:pt x="2447" y="456"/>
                  </a:cubicBezTo>
                  <a:cubicBezTo>
                    <a:pt x="2426" y="454"/>
                    <a:pt x="2413" y="455"/>
                    <a:pt x="2406" y="437"/>
                  </a:cubicBezTo>
                  <a:cubicBezTo>
                    <a:pt x="2400" y="419"/>
                    <a:pt x="2386" y="395"/>
                    <a:pt x="2371" y="391"/>
                  </a:cubicBezTo>
                  <a:cubicBezTo>
                    <a:pt x="2356" y="387"/>
                    <a:pt x="2340" y="388"/>
                    <a:pt x="2326" y="396"/>
                  </a:cubicBezTo>
                  <a:cubicBezTo>
                    <a:pt x="2313" y="405"/>
                    <a:pt x="2299" y="402"/>
                    <a:pt x="2294" y="410"/>
                  </a:cubicBezTo>
                  <a:cubicBezTo>
                    <a:pt x="2288" y="418"/>
                    <a:pt x="2281" y="416"/>
                    <a:pt x="2272" y="409"/>
                  </a:cubicBezTo>
                  <a:cubicBezTo>
                    <a:pt x="2262" y="402"/>
                    <a:pt x="2251" y="402"/>
                    <a:pt x="2246" y="403"/>
                  </a:cubicBezTo>
                  <a:cubicBezTo>
                    <a:pt x="2240" y="404"/>
                    <a:pt x="2236" y="402"/>
                    <a:pt x="2231" y="394"/>
                  </a:cubicBezTo>
                  <a:cubicBezTo>
                    <a:pt x="2226" y="386"/>
                    <a:pt x="2213" y="402"/>
                    <a:pt x="2213" y="384"/>
                  </a:cubicBezTo>
                  <a:cubicBezTo>
                    <a:pt x="2213" y="366"/>
                    <a:pt x="2200" y="361"/>
                    <a:pt x="2192" y="359"/>
                  </a:cubicBezTo>
                  <a:cubicBezTo>
                    <a:pt x="2184" y="357"/>
                    <a:pt x="2172" y="368"/>
                    <a:pt x="2172" y="378"/>
                  </a:cubicBezTo>
                  <a:cubicBezTo>
                    <a:pt x="2171" y="388"/>
                    <a:pt x="2153" y="422"/>
                    <a:pt x="2136" y="398"/>
                  </a:cubicBezTo>
                  <a:cubicBezTo>
                    <a:pt x="2118" y="374"/>
                    <a:pt x="2070" y="272"/>
                    <a:pt x="2046" y="248"/>
                  </a:cubicBezTo>
                  <a:cubicBezTo>
                    <a:pt x="2022" y="224"/>
                    <a:pt x="1995" y="179"/>
                    <a:pt x="1968" y="162"/>
                  </a:cubicBezTo>
                  <a:cubicBezTo>
                    <a:pt x="1940" y="146"/>
                    <a:pt x="1912" y="135"/>
                    <a:pt x="1920" y="123"/>
                  </a:cubicBezTo>
                  <a:cubicBezTo>
                    <a:pt x="1928" y="111"/>
                    <a:pt x="1944" y="108"/>
                    <a:pt x="1944" y="97"/>
                  </a:cubicBezTo>
                  <a:cubicBezTo>
                    <a:pt x="1944" y="86"/>
                    <a:pt x="1932" y="92"/>
                    <a:pt x="1918" y="94"/>
                  </a:cubicBezTo>
                  <a:cubicBezTo>
                    <a:pt x="1904" y="96"/>
                    <a:pt x="1890" y="102"/>
                    <a:pt x="1885" y="108"/>
                  </a:cubicBezTo>
                  <a:cubicBezTo>
                    <a:pt x="1880" y="115"/>
                    <a:pt x="1879" y="116"/>
                    <a:pt x="1867" y="116"/>
                  </a:cubicBezTo>
                  <a:cubicBezTo>
                    <a:pt x="1855" y="116"/>
                    <a:pt x="1846" y="115"/>
                    <a:pt x="1846" y="122"/>
                  </a:cubicBezTo>
                  <a:cubicBezTo>
                    <a:pt x="1846" y="130"/>
                    <a:pt x="1844" y="139"/>
                    <a:pt x="1831" y="140"/>
                  </a:cubicBezTo>
                  <a:cubicBezTo>
                    <a:pt x="1818" y="141"/>
                    <a:pt x="1808" y="138"/>
                    <a:pt x="1806" y="143"/>
                  </a:cubicBezTo>
                  <a:cubicBezTo>
                    <a:pt x="1803" y="147"/>
                    <a:pt x="1795" y="151"/>
                    <a:pt x="1794" y="156"/>
                  </a:cubicBezTo>
                  <a:cubicBezTo>
                    <a:pt x="1793" y="162"/>
                    <a:pt x="1796" y="180"/>
                    <a:pt x="1787" y="173"/>
                  </a:cubicBezTo>
                  <a:cubicBezTo>
                    <a:pt x="1778" y="166"/>
                    <a:pt x="1771" y="164"/>
                    <a:pt x="1765" y="161"/>
                  </a:cubicBezTo>
                  <a:cubicBezTo>
                    <a:pt x="1759" y="158"/>
                    <a:pt x="1749" y="160"/>
                    <a:pt x="1744" y="162"/>
                  </a:cubicBezTo>
                  <a:cubicBezTo>
                    <a:pt x="1740" y="163"/>
                    <a:pt x="1732" y="187"/>
                    <a:pt x="1721" y="178"/>
                  </a:cubicBezTo>
                  <a:cubicBezTo>
                    <a:pt x="1711" y="169"/>
                    <a:pt x="1704" y="158"/>
                    <a:pt x="1715" y="154"/>
                  </a:cubicBezTo>
                  <a:cubicBezTo>
                    <a:pt x="1726" y="150"/>
                    <a:pt x="1727" y="148"/>
                    <a:pt x="1731" y="141"/>
                  </a:cubicBezTo>
                  <a:cubicBezTo>
                    <a:pt x="1734" y="134"/>
                    <a:pt x="1745" y="130"/>
                    <a:pt x="1739" y="124"/>
                  </a:cubicBezTo>
                  <a:cubicBezTo>
                    <a:pt x="1733" y="117"/>
                    <a:pt x="1727" y="119"/>
                    <a:pt x="1721" y="128"/>
                  </a:cubicBezTo>
                  <a:cubicBezTo>
                    <a:pt x="1715" y="136"/>
                    <a:pt x="1703" y="136"/>
                    <a:pt x="1696" y="129"/>
                  </a:cubicBezTo>
                  <a:cubicBezTo>
                    <a:pt x="1689" y="123"/>
                    <a:pt x="1683" y="109"/>
                    <a:pt x="1679" y="118"/>
                  </a:cubicBezTo>
                  <a:cubicBezTo>
                    <a:pt x="1675" y="127"/>
                    <a:pt x="1667" y="139"/>
                    <a:pt x="1664" y="128"/>
                  </a:cubicBezTo>
                  <a:cubicBezTo>
                    <a:pt x="1661" y="118"/>
                    <a:pt x="1655" y="112"/>
                    <a:pt x="1651" y="108"/>
                  </a:cubicBezTo>
                  <a:cubicBezTo>
                    <a:pt x="1646" y="105"/>
                    <a:pt x="1648" y="88"/>
                    <a:pt x="1639" y="97"/>
                  </a:cubicBezTo>
                  <a:cubicBezTo>
                    <a:pt x="1630" y="106"/>
                    <a:pt x="1623" y="107"/>
                    <a:pt x="1618" y="107"/>
                  </a:cubicBezTo>
                  <a:cubicBezTo>
                    <a:pt x="1613" y="107"/>
                    <a:pt x="1612" y="125"/>
                    <a:pt x="1600" y="118"/>
                  </a:cubicBezTo>
                  <a:cubicBezTo>
                    <a:pt x="1589" y="111"/>
                    <a:pt x="1560" y="106"/>
                    <a:pt x="1568" y="102"/>
                  </a:cubicBezTo>
                  <a:cubicBezTo>
                    <a:pt x="1575" y="98"/>
                    <a:pt x="1579" y="91"/>
                    <a:pt x="1579" y="82"/>
                  </a:cubicBezTo>
                  <a:cubicBezTo>
                    <a:pt x="1578" y="73"/>
                    <a:pt x="1577" y="77"/>
                    <a:pt x="1572" y="67"/>
                  </a:cubicBezTo>
                  <a:cubicBezTo>
                    <a:pt x="1566" y="58"/>
                    <a:pt x="1565" y="53"/>
                    <a:pt x="1562" y="39"/>
                  </a:cubicBezTo>
                  <a:cubicBezTo>
                    <a:pt x="1560" y="25"/>
                    <a:pt x="1555" y="18"/>
                    <a:pt x="1548" y="15"/>
                  </a:cubicBezTo>
                  <a:cubicBezTo>
                    <a:pt x="1540" y="12"/>
                    <a:pt x="1531" y="10"/>
                    <a:pt x="1529" y="17"/>
                  </a:cubicBezTo>
                  <a:cubicBezTo>
                    <a:pt x="1527" y="23"/>
                    <a:pt x="1524" y="33"/>
                    <a:pt x="1510" y="26"/>
                  </a:cubicBezTo>
                  <a:cubicBezTo>
                    <a:pt x="1495" y="19"/>
                    <a:pt x="1495" y="14"/>
                    <a:pt x="1474" y="7"/>
                  </a:cubicBezTo>
                  <a:cubicBezTo>
                    <a:pt x="1452" y="0"/>
                    <a:pt x="1441" y="6"/>
                    <a:pt x="1430" y="14"/>
                  </a:cubicBezTo>
                  <a:cubicBezTo>
                    <a:pt x="1419" y="22"/>
                    <a:pt x="1400" y="9"/>
                    <a:pt x="1393" y="29"/>
                  </a:cubicBezTo>
                  <a:cubicBezTo>
                    <a:pt x="1386" y="49"/>
                    <a:pt x="1372" y="47"/>
                    <a:pt x="1351" y="49"/>
                  </a:cubicBezTo>
                  <a:cubicBezTo>
                    <a:pt x="1330" y="51"/>
                    <a:pt x="1260" y="68"/>
                    <a:pt x="1244" y="70"/>
                  </a:cubicBezTo>
                  <a:cubicBezTo>
                    <a:pt x="1228" y="72"/>
                    <a:pt x="1213" y="73"/>
                    <a:pt x="1205" y="84"/>
                  </a:cubicBezTo>
                  <a:cubicBezTo>
                    <a:pt x="1197" y="95"/>
                    <a:pt x="1180" y="96"/>
                    <a:pt x="1161" y="96"/>
                  </a:cubicBezTo>
                  <a:cubicBezTo>
                    <a:pt x="1142" y="96"/>
                    <a:pt x="1123" y="94"/>
                    <a:pt x="1116" y="102"/>
                  </a:cubicBezTo>
                  <a:cubicBezTo>
                    <a:pt x="1109" y="110"/>
                    <a:pt x="1088" y="104"/>
                    <a:pt x="1075" y="113"/>
                  </a:cubicBezTo>
                  <a:cubicBezTo>
                    <a:pt x="1062" y="122"/>
                    <a:pt x="1054" y="122"/>
                    <a:pt x="1036" y="125"/>
                  </a:cubicBezTo>
                  <a:cubicBezTo>
                    <a:pt x="1018" y="128"/>
                    <a:pt x="1006" y="115"/>
                    <a:pt x="997" y="124"/>
                  </a:cubicBezTo>
                  <a:cubicBezTo>
                    <a:pt x="988" y="133"/>
                    <a:pt x="976" y="132"/>
                    <a:pt x="969" y="127"/>
                  </a:cubicBezTo>
                  <a:cubicBezTo>
                    <a:pt x="962" y="122"/>
                    <a:pt x="951" y="123"/>
                    <a:pt x="947" y="126"/>
                  </a:cubicBezTo>
                  <a:cubicBezTo>
                    <a:pt x="943" y="128"/>
                    <a:pt x="926" y="126"/>
                    <a:pt x="930" y="136"/>
                  </a:cubicBezTo>
                  <a:cubicBezTo>
                    <a:pt x="935" y="146"/>
                    <a:pt x="935" y="155"/>
                    <a:pt x="933" y="160"/>
                  </a:cubicBezTo>
                  <a:cubicBezTo>
                    <a:pt x="931" y="164"/>
                    <a:pt x="932" y="169"/>
                    <a:pt x="939" y="171"/>
                  </a:cubicBezTo>
                  <a:cubicBezTo>
                    <a:pt x="945" y="174"/>
                    <a:pt x="954" y="173"/>
                    <a:pt x="954" y="182"/>
                  </a:cubicBezTo>
                  <a:cubicBezTo>
                    <a:pt x="954" y="191"/>
                    <a:pt x="952" y="196"/>
                    <a:pt x="966" y="198"/>
                  </a:cubicBezTo>
                  <a:cubicBezTo>
                    <a:pt x="980" y="200"/>
                    <a:pt x="994" y="199"/>
                    <a:pt x="995" y="204"/>
                  </a:cubicBezTo>
                  <a:cubicBezTo>
                    <a:pt x="997" y="208"/>
                    <a:pt x="995" y="224"/>
                    <a:pt x="981" y="221"/>
                  </a:cubicBezTo>
                  <a:cubicBezTo>
                    <a:pt x="967" y="218"/>
                    <a:pt x="936" y="210"/>
                    <a:pt x="931" y="215"/>
                  </a:cubicBezTo>
                  <a:cubicBezTo>
                    <a:pt x="925" y="220"/>
                    <a:pt x="927" y="230"/>
                    <a:pt x="920" y="233"/>
                  </a:cubicBezTo>
                  <a:cubicBezTo>
                    <a:pt x="913" y="235"/>
                    <a:pt x="911" y="244"/>
                    <a:pt x="921" y="250"/>
                  </a:cubicBezTo>
                  <a:cubicBezTo>
                    <a:pt x="931" y="257"/>
                    <a:pt x="935" y="271"/>
                    <a:pt x="924" y="278"/>
                  </a:cubicBezTo>
                  <a:cubicBezTo>
                    <a:pt x="913" y="286"/>
                    <a:pt x="908" y="288"/>
                    <a:pt x="899" y="291"/>
                  </a:cubicBezTo>
                  <a:cubicBezTo>
                    <a:pt x="890" y="293"/>
                    <a:pt x="883" y="297"/>
                    <a:pt x="878" y="297"/>
                  </a:cubicBezTo>
                  <a:cubicBezTo>
                    <a:pt x="874" y="298"/>
                    <a:pt x="871" y="307"/>
                    <a:pt x="883" y="312"/>
                  </a:cubicBezTo>
                  <a:cubicBezTo>
                    <a:pt x="896" y="317"/>
                    <a:pt x="897" y="333"/>
                    <a:pt x="907" y="333"/>
                  </a:cubicBezTo>
                  <a:cubicBezTo>
                    <a:pt x="917" y="333"/>
                    <a:pt x="925" y="332"/>
                    <a:pt x="930" y="336"/>
                  </a:cubicBezTo>
                  <a:cubicBezTo>
                    <a:pt x="934" y="340"/>
                    <a:pt x="934" y="344"/>
                    <a:pt x="946" y="347"/>
                  </a:cubicBezTo>
                  <a:cubicBezTo>
                    <a:pt x="957" y="349"/>
                    <a:pt x="968" y="361"/>
                    <a:pt x="972" y="364"/>
                  </a:cubicBezTo>
                  <a:cubicBezTo>
                    <a:pt x="976" y="368"/>
                    <a:pt x="977" y="376"/>
                    <a:pt x="966" y="384"/>
                  </a:cubicBezTo>
                  <a:cubicBezTo>
                    <a:pt x="956" y="391"/>
                    <a:pt x="953" y="407"/>
                    <a:pt x="945" y="407"/>
                  </a:cubicBezTo>
                  <a:cubicBezTo>
                    <a:pt x="937" y="407"/>
                    <a:pt x="933" y="416"/>
                    <a:pt x="923" y="416"/>
                  </a:cubicBezTo>
                  <a:cubicBezTo>
                    <a:pt x="913" y="416"/>
                    <a:pt x="892" y="417"/>
                    <a:pt x="887" y="409"/>
                  </a:cubicBezTo>
                  <a:cubicBezTo>
                    <a:pt x="882" y="402"/>
                    <a:pt x="875" y="393"/>
                    <a:pt x="866" y="407"/>
                  </a:cubicBezTo>
                  <a:cubicBezTo>
                    <a:pt x="858" y="420"/>
                    <a:pt x="845" y="441"/>
                    <a:pt x="836" y="429"/>
                  </a:cubicBezTo>
                  <a:cubicBezTo>
                    <a:pt x="828" y="417"/>
                    <a:pt x="823" y="413"/>
                    <a:pt x="811" y="413"/>
                  </a:cubicBezTo>
                  <a:cubicBezTo>
                    <a:pt x="800" y="413"/>
                    <a:pt x="791" y="411"/>
                    <a:pt x="785" y="403"/>
                  </a:cubicBezTo>
                  <a:cubicBezTo>
                    <a:pt x="779" y="396"/>
                    <a:pt x="769" y="377"/>
                    <a:pt x="760" y="377"/>
                  </a:cubicBezTo>
                  <a:cubicBezTo>
                    <a:pt x="751" y="377"/>
                    <a:pt x="726" y="374"/>
                    <a:pt x="725" y="380"/>
                  </a:cubicBezTo>
                  <a:cubicBezTo>
                    <a:pt x="724" y="386"/>
                    <a:pt x="714" y="402"/>
                    <a:pt x="705" y="397"/>
                  </a:cubicBezTo>
                  <a:cubicBezTo>
                    <a:pt x="696" y="392"/>
                    <a:pt x="681" y="378"/>
                    <a:pt x="671" y="379"/>
                  </a:cubicBezTo>
                  <a:cubicBezTo>
                    <a:pt x="662" y="380"/>
                    <a:pt x="653" y="388"/>
                    <a:pt x="644" y="386"/>
                  </a:cubicBezTo>
                  <a:cubicBezTo>
                    <a:pt x="634" y="384"/>
                    <a:pt x="631" y="389"/>
                    <a:pt x="624" y="399"/>
                  </a:cubicBezTo>
                  <a:cubicBezTo>
                    <a:pt x="616" y="408"/>
                    <a:pt x="609" y="420"/>
                    <a:pt x="598" y="421"/>
                  </a:cubicBezTo>
                  <a:cubicBezTo>
                    <a:pt x="587" y="422"/>
                    <a:pt x="578" y="419"/>
                    <a:pt x="560" y="404"/>
                  </a:cubicBezTo>
                  <a:cubicBezTo>
                    <a:pt x="541" y="388"/>
                    <a:pt x="531" y="387"/>
                    <a:pt x="531" y="395"/>
                  </a:cubicBezTo>
                  <a:cubicBezTo>
                    <a:pt x="531" y="403"/>
                    <a:pt x="534" y="427"/>
                    <a:pt x="522" y="426"/>
                  </a:cubicBezTo>
                  <a:cubicBezTo>
                    <a:pt x="510" y="424"/>
                    <a:pt x="530" y="408"/>
                    <a:pt x="509" y="396"/>
                  </a:cubicBezTo>
                  <a:cubicBezTo>
                    <a:pt x="488" y="384"/>
                    <a:pt x="484" y="371"/>
                    <a:pt x="472" y="368"/>
                  </a:cubicBezTo>
                  <a:cubicBezTo>
                    <a:pt x="460" y="366"/>
                    <a:pt x="461" y="343"/>
                    <a:pt x="443" y="344"/>
                  </a:cubicBezTo>
                  <a:cubicBezTo>
                    <a:pt x="425" y="344"/>
                    <a:pt x="394" y="351"/>
                    <a:pt x="390" y="340"/>
                  </a:cubicBezTo>
                  <a:cubicBezTo>
                    <a:pt x="387" y="328"/>
                    <a:pt x="380" y="324"/>
                    <a:pt x="370" y="324"/>
                  </a:cubicBezTo>
                  <a:cubicBezTo>
                    <a:pt x="359" y="324"/>
                    <a:pt x="348" y="320"/>
                    <a:pt x="347" y="330"/>
                  </a:cubicBezTo>
                  <a:cubicBezTo>
                    <a:pt x="346" y="341"/>
                    <a:pt x="336" y="350"/>
                    <a:pt x="321" y="343"/>
                  </a:cubicBezTo>
                  <a:cubicBezTo>
                    <a:pt x="306" y="336"/>
                    <a:pt x="308" y="324"/>
                    <a:pt x="294" y="323"/>
                  </a:cubicBezTo>
                  <a:cubicBezTo>
                    <a:pt x="279" y="322"/>
                    <a:pt x="275" y="330"/>
                    <a:pt x="269" y="342"/>
                  </a:cubicBezTo>
                  <a:cubicBezTo>
                    <a:pt x="263" y="354"/>
                    <a:pt x="251" y="364"/>
                    <a:pt x="235" y="366"/>
                  </a:cubicBezTo>
                  <a:cubicBezTo>
                    <a:pt x="219" y="367"/>
                    <a:pt x="206" y="369"/>
                    <a:pt x="202" y="379"/>
                  </a:cubicBezTo>
                  <a:cubicBezTo>
                    <a:pt x="198" y="389"/>
                    <a:pt x="191" y="406"/>
                    <a:pt x="171" y="410"/>
                  </a:cubicBezTo>
                  <a:cubicBezTo>
                    <a:pt x="151" y="413"/>
                    <a:pt x="148" y="409"/>
                    <a:pt x="148" y="422"/>
                  </a:cubicBezTo>
                  <a:cubicBezTo>
                    <a:pt x="148" y="434"/>
                    <a:pt x="140" y="448"/>
                    <a:pt x="150" y="454"/>
                  </a:cubicBezTo>
                  <a:cubicBezTo>
                    <a:pt x="161" y="460"/>
                    <a:pt x="165" y="464"/>
                    <a:pt x="154" y="472"/>
                  </a:cubicBezTo>
                  <a:cubicBezTo>
                    <a:pt x="144" y="480"/>
                    <a:pt x="131" y="492"/>
                    <a:pt x="119" y="473"/>
                  </a:cubicBezTo>
                  <a:cubicBezTo>
                    <a:pt x="107" y="454"/>
                    <a:pt x="96" y="449"/>
                    <a:pt x="90" y="442"/>
                  </a:cubicBezTo>
                  <a:cubicBezTo>
                    <a:pt x="84" y="434"/>
                    <a:pt x="77" y="429"/>
                    <a:pt x="68" y="438"/>
                  </a:cubicBezTo>
                  <a:cubicBezTo>
                    <a:pt x="60" y="448"/>
                    <a:pt x="68" y="461"/>
                    <a:pt x="55" y="468"/>
                  </a:cubicBezTo>
                  <a:cubicBezTo>
                    <a:pt x="42" y="474"/>
                    <a:pt x="37" y="484"/>
                    <a:pt x="33" y="492"/>
                  </a:cubicBezTo>
                  <a:cubicBezTo>
                    <a:pt x="29" y="500"/>
                    <a:pt x="26" y="514"/>
                    <a:pt x="32" y="521"/>
                  </a:cubicBezTo>
                  <a:cubicBezTo>
                    <a:pt x="38" y="528"/>
                    <a:pt x="50" y="538"/>
                    <a:pt x="39" y="548"/>
                  </a:cubicBezTo>
                  <a:cubicBezTo>
                    <a:pt x="28" y="557"/>
                    <a:pt x="18" y="566"/>
                    <a:pt x="16" y="575"/>
                  </a:cubicBezTo>
                  <a:cubicBezTo>
                    <a:pt x="14" y="584"/>
                    <a:pt x="0" y="586"/>
                    <a:pt x="12" y="597"/>
                  </a:cubicBezTo>
                  <a:cubicBezTo>
                    <a:pt x="24" y="608"/>
                    <a:pt x="44" y="603"/>
                    <a:pt x="44" y="618"/>
                  </a:cubicBezTo>
                  <a:cubicBezTo>
                    <a:pt x="45" y="632"/>
                    <a:pt x="48" y="655"/>
                    <a:pt x="58" y="655"/>
                  </a:cubicBezTo>
                  <a:cubicBezTo>
                    <a:pt x="69" y="655"/>
                    <a:pt x="74" y="648"/>
                    <a:pt x="84" y="650"/>
                  </a:cubicBezTo>
                  <a:cubicBezTo>
                    <a:pt x="93" y="653"/>
                    <a:pt x="114" y="653"/>
                    <a:pt x="122" y="665"/>
                  </a:cubicBezTo>
                  <a:cubicBezTo>
                    <a:pt x="129" y="677"/>
                    <a:pt x="138" y="695"/>
                    <a:pt x="146" y="700"/>
                  </a:cubicBezTo>
                  <a:cubicBezTo>
                    <a:pt x="153" y="706"/>
                    <a:pt x="164" y="720"/>
                    <a:pt x="163" y="727"/>
                  </a:cubicBezTo>
                  <a:cubicBezTo>
                    <a:pt x="162" y="734"/>
                    <a:pt x="132" y="746"/>
                    <a:pt x="150" y="754"/>
                  </a:cubicBezTo>
                  <a:cubicBezTo>
                    <a:pt x="164" y="760"/>
                    <a:pt x="175" y="762"/>
                    <a:pt x="188" y="775"/>
                  </a:cubicBezTo>
                  <a:cubicBezTo>
                    <a:pt x="188" y="775"/>
                    <a:pt x="188" y="775"/>
                    <a:pt x="188" y="775"/>
                  </a:cubicBezTo>
                  <a:cubicBezTo>
                    <a:pt x="189" y="774"/>
                    <a:pt x="189" y="773"/>
                    <a:pt x="189" y="77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1301" y="894"/>
              <a:ext cx="718" cy="420"/>
            </a:xfrm>
            <a:custGeom>
              <a:avLst/>
              <a:gdLst>
                <a:gd name="T0" fmla="*/ 8 w 1098"/>
                <a:gd name="T1" fmla="*/ 334 h 643"/>
                <a:gd name="T2" fmla="*/ 13 w 1098"/>
                <a:gd name="T3" fmla="*/ 333 h 643"/>
                <a:gd name="T4" fmla="*/ 21 w 1098"/>
                <a:gd name="T5" fmla="*/ 333 h 643"/>
                <a:gd name="T6" fmla="*/ 71 w 1098"/>
                <a:gd name="T7" fmla="*/ 327 h 643"/>
                <a:gd name="T8" fmla="*/ 123 w 1098"/>
                <a:gd name="T9" fmla="*/ 262 h 643"/>
                <a:gd name="T10" fmla="*/ 187 w 1098"/>
                <a:gd name="T11" fmla="*/ 233 h 643"/>
                <a:gd name="T12" fmla="*/ 266 w 1098"/>
                <a:gd name="T13" fmla="*/ 304 h 643"/>
                <a:gd name="T14" fmla="*/ 378 w 1098"/>
                <a:gd name="T15" fmla="*/ 345 h 643"/>
                <a:gd name="T16" fmla="*/ 433 w 1098"/>
                <a:gd name="T17" fmla="*/ 444 h 643"/>
                <a:gd name="T18" fmla="*/ 614 w 1098"/>
                <a:gd name="T19" fmla="*/ 562 h 643"/>
                <a:gd name="T20" fmla="*/ 677 w 1098"/>
                <a:gd name="T21" fmla="*/ 627 h 643"/>
                <a:gd name="T22" fmla="*/ 682 w 1098"/>
                <a:gd name="T23" fmla="*/ 627 h 643"/>
                <a:gd name="T24" fmla="*/ 687 w 1098"/>
                <a:gd name="T25" fmla="*/ 626 h 643"/>
                <a:gd name="T26" fmla="*/ 692 w 1098"/>
                <a:gd name="T27" fmla="*/ 626 h 643"/>
                <a:gd name="T28" fmla="*/ 696 w 1098"/>
                <a:gd name="T29" fmla="*/ 626 h 643"/>
                <a:gd name="T30" fmla="*/ 701 w 1098"/>
                <a:gd name="T31" fmla="*/ 626 h 643"/>
                <a:gd name="T32" fmla="*/ 704 w 1098"/>
                <a:gd name="T33" fmla="*/ 627 h 643"/>
                <a:gd name="T34" fmla="*/ 707 w 1098"/>
                <a:gd name="T35" fmla="*/ 628 h 643"/>
                <a:gd name="T36" fmla="*/ 730 w 1098"/>
                <a:gd name="T37" fmla="*/ 643 h 643"/>
                <a:gd name="T38" fmla="*/ 735 w 1098"/>
                <a:gd name="T39" fmla="*/ 643 h 643"/>
                <a:gd name="T40" fmla="*/ 738 w 1098"/>
                <a:gd name="T41" fmla="*/ 643 h 643"/>
                <a:gd name="T42" fmla="*/ 742 w 1098"/>
                <a:gd name="T43" fmla="*/ 643 h 643"/>
                <a:gd name="T44" fmla="*/ 778 w 1098"/>
                <a:gd name="T45" fmla="*/ 594 h 643"/>
                <a:gd name="T46" fmla="*/ 770 w 1098"/>
                <a:gd name="T47" fmla="*/ 536 h 643"/>
                <a:gd name="T48" fmla="*/ 722 w 1098"/>
                <a:gd name="T49" fmla="*/ 477 h 643"/>
                <a:gd name="T50" fmla="*/ 801 w 1098"/>
                <a:gd name="T51" fmla="*/ 469 h 643"/>
                <a:gd name="T52" fmla="*/ 827 w 1098"/>
                <a:gd name="T53" fmla="*/ 413 h 643"/>
                <a:gd name="T54" fmla="*/ 901 w 1098"/>
                <a:gd name="T55" fmla="*/ 372 h 643"/>
                <a:gd name="T56" fmla="*/ 936 w 1098"/>
                <a:gd name="T57" fmla="*/ 394 h 643"/>
                <a:gd name="T58" fmla="*/ 931 w 1098"/>
                <a:gd name="T59" fmla="*/ 414 h 643"/>
                <a:gd name="T60" fmla="*/ 937 w 1098"/>
                <a:gd name="T61" fmla="*/ 414 h 643"/>
                <a:gd name="T62" fmla="*/ 952 w 1098"/>
                <a:gd name="T63" fmla="*/ 412 h 643"/>
                <a:gd name="T64" fmla="*/ 957 w 1098"/>
                <a:gd name="T65" fmla="*/ 411 h 643"/>
                <a:gd name="T66" fmla="*/ 961 w 1098"/>
                <a:gd name="T67" fmla="*/ 410 h 643"/>
                <a:gd name="T68" fmla="*/ 966 w 1098"/>
                <a:gd name="T69" fmla="*/ 411 h 643"/>
                <a:gd name="T70" fmla="*/ 1047 w 1098"/>
                <a:gd name="T71" fmla="*/ 395 h 643"/>
                <a:gd name="T72" fmla="*/ 1031 w 1098"/>
                <a:gd name="T73" fmla="*/ 348 h 643"/>
                <a:gd name="T74" fmla="*/ 926 w 1098"/>
                <a:gd name="T75" fmla="*/ 325 h 643"/>
                <a:gd name="T76" fmla="*/ 958 w 1098"/>
                <a:gd name="T77" fmla="*/ 245 h 643"/>
                <a:gd name="T78" fmla="*/ 901 w 1098"/>
                <a:gd name="T79" fmla="*/ 293 h 643"/>
                <a:gd name="T80" fmla="*/ 806 w 1098"/>
                <a:gd name="T81" fmla="*/ 361 h 643"/>
                <a:gd name="T82" fmla="*/ 769 w 1098"/>
                <a:gd name="T83" fmla="*/ 354 h 643"/>
                <a:gd name="T84" fmla="*/ 666 w 1098"/>
                <a:gd name="T85" fmla="*/ 281 h 643"/>
                <a:gd name="T86" fmla="*/ 598 w 1098"/>
                <a:gd name="T87" fmla="*/ 168 h 643"/>
                <a:gd name="T88" fmla="*/ 402 w 1098"/>
                <a:gd name="T89" fmla="*/ 166 h 643"/>
                <a:gd name="T90" fmla="*/ 300 w 1098"/>
                <a:gd name="T91" fmla="*/ 79 h 643"/>
                <a:gd name="T92" fmla="*/ 197 w 1098"/>
                <a:gd name="T93" fmla="*/ 125 h 643"/>
                <a:gd name="T94" fmla="*/ 162 w 1098"/>
                <a:gd name="T95" fmla="*/ 29 h 643"/>
                <a:gd name="T96" fmla="*/ 50 w 1098"/>
                <a:gd name="T97" fmla="*/ 37 h 643"/>
                <a:gd name="T98" fmla="*/ 1 w 1098"/>
                <a:gd name="T99" fmla="*/ 335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98" h="643">
                  <a:moveTo>
                    <a:pt x="4" y="334"/>
                  </a:moveTo>
                  <a:cubicBezTo>
                    <a:pt x="5" y="334"/>
                    <a:pt x="5" y="334"/>
                    <a:pt x="6" y="334"/>
                  </a:cubicBezTo>
                  <a:cubicBezTo>
                    <a:pt x="7" y="334"/>
                    <a:pt x="7" y="334"/>
                    <a:pt x="8" y="334"/>
                  </a:cubicBezTo>
                  <a:cubicBezTo>
                    <a:pt x="9" y="333"/>
                    <a:pt x="9" y="333"/>
                    <a:pt x="10" y="333"/>
                  </a:cubicBezTo>
                  <a:cubicBezTo>
                    <a:pt x="11" y="333"/>
                    <a:pt x="12" y="333"/>
                    <a:pt x="13" y="333"/>
                  </a:cubicBezTo>
                  <a:cubicBezTo>
                    <a:pt x="13" y="333"/>
                    <a:pt x="13" y="333"/>
                    <a:pt x="13" y="333"/>
                  </a:cubicBezTo>
                  <a:cubicBezTo>
                    <a:pt x="15" y="333"/>
                    <a:pt x="16" y="333"/>
                    <a:pt x="17" y="333"/>
                  </a:cubicBezTo>
                  <a:cubicBezTo>
                    <a:pt x="18" y="333"/>
                    <a:pt x="18" y="333"/>
                    <a:pt x="19" y="333"/>
                  </a:cubicBezTo>
                  <a:cubicBezTo>
                    <a:pt x="19" y="333"/>
                    <a:pt x="20" y="333"/>
                    <a:pt x="21" y="333"/>
                  </a:cubicBezTo>
                  <a:cubicBezTo>
                    <a:pt x="22" y="333"/>
                    <a:pt x="22" y="333"/>
                    <a:pt x="23" y="333"/>
                  </a:cubicBezTo>
                  <a:cubicBezTo>
                    <a:pt x="24" y="333"/>
                    <a:pt x="26" y="334"/>
                    <a:pt x="27" y="334"/>
                  </a:cubicBezTo>
                  <a:cubicBezTo>
                    <a:pt x="40" y="337"/>
                    <a:pt x="75" y="337"/>
                    <a:pt x="71" y="327"/>
                  </a:cubicBezTo>
                  <a:cubicBezTo>
                    <a:pt x="67" y="317"/>
                    <a:pt x="57" y="310"/>
                    <a:pt x="64" y="298"/>
                  </a:cubicBezTo>
                  <a:cubicBezTo>
                    <a:pt x="71" y="286"/>
                    <a:pt x="73" y="267"/>
                    <a:pt x="91" y="268"/>
                  </a:cubicBezTo>
                  <a:cubicBezTo>
                    <a:pt x="109" y="269"/>
                    <a:pt x="122" y="276"/>
                    <a:pt x="123" y="262"/>
                  </a:cubicBezTo>
                  <a:cubicBezTo>
                    <a:pt x="124" y="248"/>
                    <a:pt x="123" y="248"/>
                    <a:pt x="138" y="247"/>
                  </a:cubicBezTo>
                  <a:cubicBezTo>
                    <a:pt x="153" y="246"/>
                    <a:pt x="151" y="242"/>
                    <a:pt x="157" y="231"/>
                  </a:cubicBezTo>
                  <a:cubicBezTo>
                    <a:pt x="163" y="220"/>
                    <a:pt x="178" y="220"/>
                    <a:pt x="187" y="233"/>
                  </a:cubicBezTo>
                  <a:cubicBezTo>
                    <a:pt x="196" y="246"/>
                    <a:pt x="204" y="257"/>
                    <a:pt x="226" y="257"/>
                  </a:cubicBezTo>
                  <a:cubicBezTo>
                    <a:pt x="248" y="257"/>
                    <a:pt x="260" y="266"/>
                    <a:pt x="260" y="276"/>
                  </a:cubicBezTo>
                  <a:cubicBezTo>
                    <a:pt x="260" y="286"/>
                    <a:pt x="270" y="287"/>
                    <a:pt x="266" y="304"/>
                  </a:cubicBezTo>
                  <a:cubicBezTo>
                    <a:pt x="262" y="321"/>
                    <a:pt x="264" y="340"/>
                    <a:pt x="284" y="339"/>
                  </a:cubicBezTo>
                  <a:cubicBezTo>
                    <a:pt x="304" y="338"/>
                    <a:pt x="329" y="358"/>
                    <a:pt x="339" y="344"/>
                  </a:cubicBezTo>
                  <a:cubicBezTo>
                    <a:pt x="349" y="330"/>
                    <a:pt x="373" y="329"/>
                    <a:pt x="378" y="345"/>
                  </a:cubicBezTo>
                  <a:cubicBezTo>
                    <a:pt x="383" y="361"/>
                    <a:pt x="384" y="369"/>
                    <a:pt x="391" y="386"/>
                  </a:cubicBezTo>
                  <a:cubicBezTo>
                    <a:pt x="398" y="403"/>
                    <a:pt x="408" y="396"/>
                    <a:pt x="411" y="415"/>
                  </a:cubicBezTo>
                  <a:cubicBezTo>
                    <a:pt x="414" y="434"/>
                    <a:pt x="415" y="433"/>
                    <a:pt x="433" y="444"/>
                  </a:cubicBezTo>
                  <a:cubicBezTo>
                    <a:pt x="451" y="455"/>
                    <a:pt x="486" y="478"/>
                    <a:pt x="495" y="492"/>
                  </a:cubicBezTo>
                  <a:cubicBezTo>
                    <a:pt x="504" y="506"/>
                    <a:pt x="529" y="499"/>
                    <a:pt x="547" y="520"/>
                  </a:cubicBezTo>
                  <a:cubicBezTo>
                    <a:pt x="565" y="541"/>
                    <a:pt x="592" y="559"/>
                    <a:pt x="614" y="562"/>
                  </a:cubicBezTo>
                  <a:cubicBezTo>
                    <a:pt x="636" y="565"/>
                    <a:pt x="659" y="570"/>
                    <a:pt x="667" y="578"/>
                  </a:cubicBezTo>
                  <a:cubicBezTo>
                    <a:pt x="675" y="586"/>
                    <a:pt x="683" y="582"/>
                    <a:pt x="681" y="595"/>
                  </a:cubicBezTo>
                  <a:cubicBezTo>
                    <a:pt x="679" y="605"/>
                    <a:pt x="677" y="616"/>
                    <a:pt x="677" y="627"/>
                  </a:cubicBezTo>
                  <a:cubicBezTo>
                    <a:pt x="677" y="627"/>
                    <a:pt x="677" y="627"/>
                    <a:pt x="677" y="627"/>
                  </a:cubicBezTo>
                  <a:cubicBezTo>
                    <a:pt x="679" y="627"/>
                    <a:pt x="680" y="627"/>
                    <a:pt x="681" y="627"/>
                  </a:cubicBezTo>
                  <a:cubicBezTo>
                    <a:pt x="681" y="627"/>
                    <a:pt x="682" y="627"/>
                    <a:pt x="682" y="627"/>
                  </a:cubicBezTo>
                  <a:cubicBezTo>
                    <a:pt x="683" y="627"/>
                    <a:pt x="683" y="627"/>
                    <a:pt x="684" y="626"/>
                  </a:cubicBezTo>
                  <a:cubicBezTo>
                    <a:pt x="684" y="626"/>
                    <a:pt x="685" y="626"/>
                    <a:pt x="685" y="626"/>
                  </a:cubicBezTo>
                  <a:cubicBezTo>
                    <a:pt x="686" y="626"/>
                    <a:pt x="686" y="626"/>
                    <a:pt x="687" y="626"/>
                  </a:cubicBezTo>
                  <a:cubicBezTo>
                    <a:pt x="688" y="626"/>
                    <a:pt x="689" y="626"/>
                    <a:pt x="689" y="626"/>
                  </a:cubicBezTo>
                  <a:cubicBezTo>
                    <a:pt x="690" y="626"/>
                    <a:pt x="690" y="626"/>
                    <a:pt x="690" y="626"/>
                  </a:cubicBezTo>
                  <a:cubicBezTo>
                    <a:pt x="691" y="626"/>
                    <a:pt x="692" y="626"/>
                    <a:pt x="692" y="626"/>
                  </a:cubicBezTo>
                  <a:cubicBezTo>
                    <a:pt x="693" y="626"/>
                    <a:pt x="693" y="626"/>
                    <a:pt x="693" y="626"/>
                  </a:cubicBezTo>
                  <a:cubicBezTo>
                    <a:pt x="694" y="626"/>
                    <a:pt x="695" y="626"/>
                    <a:pt x="695" y="626"/>
                  </a:cubicBezTo>
                  <a:cubicBezTo>
                    <a:pt x="696" y="626"/>
                    <a:pt x="696" y="626"/>
                    <a:pt x="696" y="626"/>
                  </a:cubicBezTo>
                  <a:cubicBezTo>
                    <a:pt x="697" y="626"/>
                    <a:pt x="698" y="626"/>
                    <a:pt x="699" y="626"/>
                  </a:cubicBezTo>
                  <a:cubicBezTo>
                    <a:pt x="699" y="626"/>
                    <a:pt x="699" y="626"/>
                    <a:pt x="699" y="626"/>
                  </a:cubicBezTo>
                  <a:cubicBezTo>
                    <a:pt x="700" y="626"/>
                    <a:pt x="700" y="626"/>
                    <a:pt x="701" y="626"/>
                  </a:cubicBezTo>
                  <a:cubicBezTo>
                    <a:pt x="701" y="626"/>
                    <a:pt x="701" y="626"/>
                    <a:pt x="702" y="627"/>
                  </a:cubicBezTo>
                  <a:cubicBezTo>
                    <a:pt x="702" y="627"/>
                    <a:pt x="703" y="627"/>
                    <a:pt x="703" y="627"/>
                  </a:cubicBezTo>
                  <a:cubicBezTo>
                    <a:pt x="703" y="627"/>
                    <a:pt x="704" y="627"/>
                    <a:pt x="704" y="627"/>
                  </a:cubicBezTo>
                  <a:cubicBezTo>
                    <a:pt x="704" y="627"/>
                    <a:pt x="705" y="627"/>
                    <a:pt x="705" y="628"/>
                  </a:cubicBezTo>
                  <a:cubicBezTo>
                    <a:pt x="706" y="628"/>
                    <a:pt x="706" y="628"/>
                    <a:pt x="706" y="628"/>
                  </a:cubicBezTo>
                  <a:cubicBezTo>
                    <a:pt x="706" y="628"/>
                    <a:pt x="706" y="628"/>
                    <a:pt x="707" y="628"/>
                  </a:cubicBezTo>
                  <a:cubicBezTo>
                    <a:pt x="707" y="628"/>
                    <a:pt x="707" y="629"/>
                    <a:pt x="707" y="629"/>
                  </a:cubicBezTo>
                  <a:cubicBezTo>
                    <a:pt x="707" y="629"/>
                    <a:pt x="708" y="629"/>
                    <a:pt x="708" y="630"/>
                  </a:cubicBezTo>
                  <a:cubicBezTo>
                    <a:pt x="712" y="636"/>
                    <a:pt x="718" y="641"/>
                    <a:pt x="730" y="643"/>
                  </a:cubicBezTo>
                  <a:cubicBezTo>
                    <a:pt x="731" y="643"/>
                    <a:pt x="732" y="643"/>
                    <a:pt x="732" y="643"/>
                  </a:cubicBezTo>
                  <a:cubicBezTo>
                    <a:pt x="733" y="643"/>
                    <a:pt x="733" y="643"/>
                    <a:pt x="733" y="643"/>
                  </a:cubicBezTo>
                  <a:cubicBezTo>
                    <a:pt x="734" y="643"/>
                    <a:pt x="734" y="643"/>
                    <a:pt x="735" y="643"/>
                  </a:cubicBezTo>
                  <a:cubicBezTo>
                    <a:pt x="735" y="643"/>
                    <a:pt x="736" y="643"/>
                    <a:pt x="736" y="643"/>
                  </a:cubicBezTo>
                  <a:cubicBezTo>
                    <a:pt x="736" y="643"/>
                    <a:pt x="737" y="643"/>
                    <a:pt x="737" y="643"/>
                  </a:cubicBezTo>
                  <a:cubicBezTo>
                    <a:pt x="738" y="643"/>
                    <a:pt x="738" y="643"/>
                    <a:pt x="738" y="643"/>
                  </a:cubicBezTo>
                  <a:cubicBezTo>
                    <a:pt x="739" y="643"/>
                    <a:pt x="739" y="643"/>
                    <a:pt x="740" y="643"/>
                  </a:cubicBezTo>
                  <a:cubicBezTo>
                    <a:pt x="740" y="643"/>
                    <a:pt x="741" y="643"/>
                    <a:pt x="741" y="643"/>
                  </a:cubicBezTo>
                  <a:cubicBezTo>
                    <a:pt x="741" y="643"/>
                    <a:pt x="742" y="643"/>
                    <a:pt x="742" y="643"/>
                  </a:cubicBezTo>
                  <a:cubicBezTo>
                    <a:pt x="745" y="642"/>
                    <a:pt x="747" y="642"/>
                    <a:pt x="749" y="641"/>
                  </a:cubicBezTo>
                  <a:cubicBezTo>
                    <a:pt x="749" y="634"/>
                    <a:pt x="750" y="624"/>
                    <a:pt x="758" y="619"/>
                  </a:cubicBezTo>
                  <a:cubicBezTo>
                    <a:pt x="770" y="612"/>
                    <a:pt x="766" y="596"/>
                    <a:pt x="778" y="594"/>
                  </a:cubicBezTo>
                  <a:cubicBezTo>
                    <a:pt x="790" y="592"/>
                    <a:pt x="792" y="586"/>
                    <a:pt x="791" y="574"/>
                  </a:cubicBezTo>
                  <a:cubicBezTo>
                    <a:pt x="790" y="562"/>
                    <a:pt x="785" y="559"/>
                    <a:pt x="779" y="555"/>
                  </a:cubicBezTo>
                  <a:cubicBezTo>
                    <a:pt x="773" y="551"/>
                    <a:pt x="769" y="547"/>
                    <a:pt x="770" y="536"/>
                  </a:cubicBezTo>
                  <a:cubicBezTo>
                    <a:pt x="771" y="525"/>
                    <a:pt x="786" y="507"/>
                    <a:pt x="769" y="508"/>
                  </a:cubicBezTo>
                  <a:cubicBezTo>
                    <a:pt x="752" y="509"/>
                    <a:pt x="744" y="512"/>
                    <a:pt x="736" y="500"/>
                  </a:cubicBezTo>
                  <a:cubicBezTo>
                    <a:pt x="728" y="488"/>
                    <a:pt x="720" y="485"/>
                    <a:pt x="722" y="477"/>
                  </a:cubicBezTo>
                  <a:cubicBezTo>
                    <a:pt x="724" y="469"/>
                    <a:pt x="735" y="468"/>
                    <a:pt x="741" y="466"/>
                  </a:cubicBezTo>
                  <a:cubicBezTo>
                    <a:pt x="747" y="464"/>
                    <a:pt x="756" y="451"/>
                    <a:pt x="765" y="462"/>
                  </a:cubicBezTo>
                  <a:cubicBezTo>
                    <a:pt x="774" y="473"/>
                    <a:pt x="787" y="470"/>
                    <a:pt x="801" y="469"/>
                  </a:cubicBezTo>
                  <a:cubicBezTo>
                    <a:pt x="815" y="468"/>
                    <a:pt x="803" y="449"/>
                    <a:pt x="814" y="443"/>
                  </a:cubicBezTo>
                  <a:cubicBezTo>
                    <a:pt x="825" y="437"/>
                    <a:pt x="814" y="428"/>
                    <a:pt x="812" y="424"/>
                  </a:cubicBezTo>
                  <a:cubicBezTo>
                    <a:pt x="810" y="420"/>
                    <a:pt x="813" y="413"/>
                    <a:pt x="827" y="413"/>
                  </a:cubicBezTo>
                  <a:cubicBezTo>
                    <a:pt x="841" y="413"/>
                    <a:pt x="851" y="406"/>
                    <a:pt x="851" y="391"/>
                  </a:cubicBezTo>
                  <a:cubicBezTo>
                    <a:pt x="851" y="376"/>
                    <a:pt x="867" y="368"/>
                    <a:pt x="872" y="374"/>
                  </a:cubicBezTo>
                  <a:cubicBezTo>
                    <a:pt x="877" y="380"/>
                    <a:pt x="892" y="386"/>
                    <a:pt x="901" y="372"/>
                  </a:cubicBezTo>
                  <a:cubicBezTo>
                    <a:pt x="910" y="358"/>
                    <a:pt x="915" y="359"/>
                    <a:pt x="921" y="358"/>
                  </a:cubicBezTo>
                  <a:cubicBezTo>
                    <a:pt x="927" y="357"/>
                    <a:pt x="939" y="362"/>
                    <a:pt x="942" y="367"/>
                  </a:cubicBezTo>
                  <a:cubicBezTo>
                    <a:pt x="945" y="372"/>
                    <a:pt x="943" y="391"/>
                    <a:pt x="936" y="394"/>
                  </a:cubicBezTo>
                  <a:cubicBezTo>
                    <a:pt x="929" y="397"/>
                    <a:pt x="918" y="409"/>
                    <a:pt x="928" y="413"/>
                  </a:cubicBezTo>
                  <a:cubicBezTo>
                    <a:pt x="929" y="413"/>
                    <a:pt x="930" y="414"/>
                    <a:pt x="930" y="414"/>
                  </a:cubicBezTo>
                  <a:cubicBezTo>
                    <a:pt x="931" y="414"/>
                    <a:pt x="931" y="414"/>
                    <a:pt x="931" y="414"/>
                  </a:cubicBezTo>
                  <a:cubicBezTo>
                    <a:pt x="932" y="414"/>
                    <a:pt x="932" y="414"/>
                    <a:pt x="933" y="414"/>
                  </a:cubicBezTo>
                  <a:cubicBezTo>
                    <a:pt x="933" y="414"/>
                    <a:pt x="934" y="414"/>
                    <a:pt x="934" y="414"/>
                  </a:cubicBezTo>
                  <a:cubicBezTo>
                    <a:pt x="935" y="414"/>
                    <a:pt x="936" y="414"/>
                    <a:pt x="937" y="414"/>
                  </a:cubicBezTo>
                  <a:cubicBezTo>
                    <a:pt x="937" y="414"/>
                    <a:pt x="937" y="414"/>
                    <a:pt x="937" y="414"/>
                  </a:cubicBezTo>
                  <a:cubicBezTo>
                    <a:pt x="938" y="414"/>
                    <a:pt x="939" y="414"/>
                    <a:pt x="940" y="414"/>
                  </a:cubicBezTo>
                  <a:cubicBezTo>
                    <a:pt x="944" y="413"/>
                    <a:pt x="948" y="412"/>
                    <a:pt x="952" y="412"/>
                  </a:cubicBezTo>
                  <a:cubicBezTo>
                    <a:pt x="952" y="411"/>
                    <a:pt x="953" y="411"/>
                    <a:pt x="953" y="411"/>
                  </a:cubicBezTo>
                  <a:cubicBezTo>
                    <a:pt x="954" y="411"/>
                    <a:pt x="954" y="411"/>
                    <a:pt x="955" y="411"/>
                  </a:cubicBezTo>
                  <a:cubicBezTo>
                    <a:pt x="955" y="411"/>
                    <a:pt x="956" y="411"/>
                    <a:pt x="957" y="411"/>
                  </a:cubicBezTo>
                  <a:cubicBezTo>
                    <a:pt x="957" y="411"/>
                    <a:pt x="957" y="411"/>
                    <a:pt x="958" y="411"/>
                  </a:cubicBezTo>
                  <a:cubicBezTo>
                    <a:pt x="959" y="411"/>
                    <a:pt x="959" y="410"/>
                    <a:pt x="960" y="410"/>
                  </a:cubicBezTo>
                  <a:cubicBezTo>
                    <a:pt x="961" y="410"/>
                    <a:pt x="961" y="410"/>
                    <a:pt x="961" y="410"/>
                  </a:cubicBezTo>
                  <a:cubicBezTo>
                    <a:pt x="962" y="410"/>
                    <a:pt x="962" y="410"/>
                    <a:pt x="963" y="410"/>
                  </a:cubicBezTo>
                  <a:cubicBezTo>
                    <a:pt x="963" y="410"/>
                    <a:pt x="964" y="411"/>
                    <a:pt x="964" y="411"/>
                  </a:cubicBezTo>
                  <a:cubicBezTo>
                    <a:pt x="965" y="411"/>
                    <a:pt x="965" y="411"/>
                    <a:pt x="966" y="411"/>
                  </a:cubicBezTo>
                  <a:cubicBezTo>
                    <a:pt x="975" y="414"/>
                    <a:pt x="990" y="419"/>
                    <a:pt x="999" y="419"/>
                  </a:cubicBezTo>
                  <a:cubicBezTo>
                    <a:pt x="1008" y="419"/>
                    <a:pt x="1021" y="425"/>
                    <a:pt x="1022" y="412"/>
                  </a:cubicBezTo>
                  <a:cubicBezTo>
                    <a:pt x="1023" y="399"/>
                    <a:pt x="1030" y="395"/>
                    <a:pt x="1047" y="395"/>
                  </a:cubicBezTo>
                  <a:cubicBezTo>
                    <a:pt x="1064" y="395"/>
                    <a:pt x="1070" y="390"/>
                    <a:pt x="1075" y="385"/>
                  </a:cubicBezTo>
                  <a:cubicBezTo>
                    <a:pt x="1080" y="380"/>
                    <a:pt x="1098" y="376"/>
                    <a:pt x="1069" y="365"/>
                  </a:cubicBezTo>
                  <a:cubicBezTo>
                    <a:pt x="1040" y="354"/>
                    <a:pt x="1041" y="363"/>
                    <a:pt x="1031" y="348"/>
                  </a:cubicBezTo>
                  <a:cubicBezTo>
                    <a:pt x="1021" y="333"/>
                    <a:pt x="1003" y="309"/>
                    <a:pt x="997" y="325"/>
                  </a:cubicBezTo>
                  <a:cubicBezTo>
                    <a:pt x="991" y="341"/>
                    <a:pt x="980" y="357"/>
                    <a:pt x="960" y="347"/>
                  </a:cubicBezTo>
                  <a:cubicBezTo>
                    <a:pt x="940" y="337"/>
                    <a:pt x="942" y="325"/>
                    <a:pt x="926" y="325"/>
                  </a:cubicBezTo>
                  <a:cubicBezTo>
                    <a:pt x="910" y="325"/>
                    <a:pt x="905" y="313"/>
                    <a:pt x="917" y="306"/>
                  </a:cubicBezTo>
                  <a:cubicBezTo>
                    <a:pt x="929" y="299"/>
                    <a:pt x="949" y="290"/>
                    <a:pt x="957" y="281"/>
                  </a:cubicBezTo>
                  <a:cubicBezTo>
                    <a:pt x="964" y="273"/>
                    <a:pt x="969" y="260"/>
                    <a:pt x="958" y="245"/>
                  </a:cubicBezTo>
                  <a:cubicBezTo>
                    <a:pt x="958" y="245"/>
                    <a:pt x="958" y="246"/>
                    <a:pt x="958" y="246"/>
                  </a:cubicBezTo>
                  <a:cubicBezTo>
                    <a:pt x="950" y="264"/>
                    <a:pt x="945" y="271"/>
                    <a:pt x="932" y="271"/>
                  </a:cubicBezTo>
                  <a:cubicBezTo>
                    <a:pt x="919" y="271"/>
                    <a:pt x="912" y="282"/>
                    <a:pt x="901" y="293"/>
                  </a:cubicBezTo>
                  <a:cubicBezTo>
                    <a:pt x="890" y="304"/>
                    <a:pt x="883" y="302"/>
                    <a:pt x="872" y="308"/>
                  </a:cubicBezTo>
                  <a:cubicBezTo>
                    <a:pt x="861" y="314"/>
                    <a:pt x="859" y="319"/>
                    <a:pt x="840" y="327"/>
                  </a:cubicBezTo>
                  <a:cubicBezTo>
                    <a:pt x="821" y="335"/>
                    <a:pt x="819" y="355"/>
                    <a:pt x="806" y="361"/>
                  </a:cubicBezTo>
                  <a:cubicBezTo>
                    <a:pt x="793" y="367"/>
                    <a:pt x="804" y="374"/>
                    <a:pt x="805" y="387"/>
                  </a:cubicBezTo>
                  <a:cubicBezTo>
                    <a:pt x="806" y="400"/>
                    <a:pt x="790" y="387"/>
                    <a:pt x="779" y="384"/>
                  </a:cubicBezTo>
                  <a:cubicBezTo>
                    <a:pt x="768" y="381"/>
                    <a:pt x="774" y="373"/>
                    <a:pt x="769" y="354"/>
                  </a:cubicBezTo>
                  <a:cubicBezTo>
                    <a:pt x="764" y="335"/>
                    <a:pt x="727" y="349"/>
                    <a:pt x="708" y="349"/>
                  </a:cubicBezTo>
                  <a:cubicBezTo>
                    <a:pt x="689" y="349"/>
                    <a:pt x="688" y="343"/>
                    <a:pt x="685" y="328"/>
                  </a:cubicBezTo>
                  <a:cubicBezTo>
                    <a:pt x="682" y="313"/>
                    <a:pt x="677" y="295"/>
                    <a:pt x="666" y="281"/>
                  </a:cubicBezTo>
                  <a:cubicBezTo>
                    <a:pt x="655" y="267"/>
                    <a:pt x="646" y="258"/>
                    <a:pt x="647" y="242"/>
                  </a:cubicBezTo>
                  <a:cubicBezTo>
                    <a:pt x="648" y="226"/>
                    <a:pt x="653" y="212"/>
                    <a:pt x="637" y="211"/>
                  </a:cubicBezTo>
                  <a:cubicBezTo>
                    <a:pt x="621" y="210"/>
                    <a:pt x="619" y="198"/>
                    <a:pt x="598" y="168"/>
                  </a:cubicBezTo>
                  <a:cubicBezTo>
                    <a:pt x="577" y="138"/>
                    <a:pt x="561" y="150"/>
                    <a:pt x="548" y="160"/>
                  </a:cubicBezTo>
                  <a:cubicBezTo>
                    <a:pt x="535" y="170"/>
                    <a:pt x="500" y="161"/>
                    <a:pt x="471" y="156"/>
                  </a:cubicBezTo>
                  <a:cubicBezTo>
                    <a:pt x="442" y="151"/>
                    <a:pt x="425" y="163"/>
                    <a:pt x="402" y="166"/>
                  </a:cubicBezTo>
                  <a:cubicBezTo>
                    <a:pt x="379" y="169"/>
                    <a:pt x="378" y="159"/>
                    <a:pt x="367" y="143"/>
                  </a:cubicBezTo>
                  <a:cubicBezTo>
                    <a:pt x="356" y="127"/>
                    <a:pt x="327" y="109"/>
                    <a:pt x="312" y="90"/>
                  </a:cubicBezTo>
                  <a:cubicBezTo>
                    <a:pt x="309" y="86"/>
                    <a:pt x="305" y="83"/>
                    <a:pt x="300" y="79"/>
                  </a:cubicBezTo>
                  <a:cubicBezTo>
                    <a:pt x="292" y="86"/>
                    <a:pt x="285" y="99"/>
                    <a:pt x="283" y="107"/>
                  </a:cubicBezTo>
                  <a:cubicBezTo>
                    <a:pt x="280" y="117"/>
                    <a:pt x="265" y="113"/>
                    <a:pt x="255" y="122"/>
                  </a:cubicBezTo>
                  <a:cubicBezTo>
                    <a:pt x="245" y="132"/>
                    <a:pt x="220" y="127"/>
                    <a:pt x="197" y="125"/>
                  </a:cubicBezTo>
                  <a:cubicBezTo>
                    <a:pt x="174" y="123"/>
                    <a:pt x="165" y="111"/>
                    <a:pt x="155" y="104"/>
                  </a:cubicBezTo>
                  <a:cubicBezTo>
                    <a:pt x="145" y="97"/>
                    <a:pt x="151" y="77"/>
                    <a:pt x="151" y="55"/>
                  </a:cubicBezTo>
                  <a:cubicBezTo>
                    <a:pt x="151" y="32"/>
                    <a:pt x="157" y="35"/>
                    <a:pt x="162" y="29"/>
                  </a:cubicBezTo>
                  <a:cubicBezTo>
                    <a:pt x="166" y="25"/>
                    <a:pt x="169" y="15"/>
                    <a:pt x="171" y="6"/>
                  </a:cubicBezTo>
                  <a:cubicBezTo>
                    <a:pt x="153" y="0"/>
                    <a:pt x="117" y="15"/>
                    <a:pt x="99" y="19"/>
                  </a:cubicBezTo>
                  <a:cubicBezTo>
                    <a:pt x="79" y="23"/>
                    <a:pt x="67" y="30"/>
                    <a:pt x="50" y="37"/>
                  </a:cubicBezTo>
                  <a:cubicBezTo>
                    <a:pt x="33" y="44"/>
                    <a:pt x="0" y="50"/>
                    <a:pt x="0" y="50"/>
                  </a:cubicBezTo>
                  <a:cubicBezTo>
                    <a:pt x="1" y="335"/>
                    <a:pt x="1" y="335"/>
                    <a:pt x="1" y="335"/>
                  </a:cubicBezTo>
                  <a:cubicBezTo>
                    <a:pt x="1" y="335"/>
                    <a:pt x="1" y="335"/>
                    <a:pt x="1" y="335"/>
                  </a:cubicBezTo>
                  <a:cubicBezTo>
                    <a:pt x="2" y="335"/>
                    <a:pt x="3" y="335"/>
                    <a:pt x="4" y="33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772" y="1127"/>
              <a:ext cx="323" cy="212"/>
            </a:xfrm>
            <a:custGeom>
              <a:avLst/>
              <a:gdLst>
                <a:gd name="T0" fmla="*/ 375 w 495"/>
                <a:gd name="T1" fmla="*/ 128 h 324"/>
                <a:gd name="T2" fmla="*/ 318 w 495"/>
                <a:gd name="T3" fmla="*/ 127 h 324"/>
                <a:gd name="T4" fmla="*/ 245 w 495"/>
                <a:gd name="T5" fmla="*/ 116 h 324"/>
                <a:gd name="T6" fmla="*/ 186 w 495"/>
                <a:gd name="T7" fmla="*/ 108 h 324"/>
                <a:gd name="T8" fmla="*/ 139 w 495"/>
                <a:gd name="T9" fmla="*/ 79 h 324"/>
                <a:gd name="T10" fmla="*/ 208 w 495"/>
                <a:gd name="T11" fmla="*/ 71 h 324"/>
                <a:gd name="T12" fmla="*/ 217 w 495"/>
                <a:gd name="T13" fmla="*/ 57 h 324"/>
                <a:gd name="T14" fmla="*/ 214 w 495"/>
                <a:gd name="T15" fmla="*/ 57 h 324"/>
                <a:gd name="T16" fmla="*/ 211 w 495"/>
                <a:gd name="T17" fmla="*/ 57 h 324"/>
                <a:gd name="T18" fmla="*/ 208 w 495"/>
                <a:gd name="T19" fmla="*/ 56 h 324"/>
                <a:gd name="T20" fmla="*/ 222 w 495"/>
                <a:gd name="T21" fmla="*/ 10 h 324"/>
                <a:gd name="T22" fmla="*/ 181 w 495"/>
                <a:gd name="T23" fmla="*/ 15 h 324"/>
                <a:gd name="T24" fmla="*/ 131 w 495"/>
                <a:gd name="T25" fmla="*/ 34 h 324"/>
                <a:gd name="T26" fmla="*/ 92 w 495"/>
                <a:gd name="T27" fmla="*/ 67 h 324"/>
                <a:gd name="T28" fmla="*/ 81 w 495"/>
                <a:gd name="T29" fmla="*/ 112 h 324"/>
                <a:gd name="T30" fmla="*/ 21 w 495"/>
                <a:gd name="T31" fmla="*/ 109 h 324"/>
                <a:gd name="T32" fmla="*/ 16 w 495"/>
                <a:gd name="T33" fmla="*/ 143 h 324"/>
                <a:gd name="T34" fmla="*/ 50 w 495"/>
                <a:gd name="T35" fmla="*/ 179 h 324"/>
                <a:gd name="T36" fmla="*/ 71 w 495"/>
                <a:gd name="T37" fmla="*/ 217 h 324"/>
                <a:gd name="T38" fmla="*/ 38 w 495"/>
                <a:gd name="T39" fmla="*/ 262 h 324"/>
                <a:gd name="T40" fmla="*/ 32 w 495"/>
                <a:gd name="T41" fmla="*/ 284 h 324"/>
                <a:gd name="T42" fmla="*/ 33 w 495"/>
                <a:gd name="T43" fmla="*/ 285 h 324"/>
                <a:gd name="T44" fmla="*/ 34 w 495"/>
                <a:gd name="T45" fmla="*/ 285 h 324"/>
                <a:gd name="T46" fmla="*/ 35 w 495"/>
                <a:gd name="T47" fmla="*/ 286 h 324"/>
                <a:gd name="T48" fmla="*/ 36 w 495"/>
                <a:gd name="T49" fmla="*/ 287 h 324"/>
                <a:gd name="T50" fmla="*/ 37 w 495"/>
                <a:gd name="T51" fmla="*/ 288 h 324"/>
                <a:gd name="T52" fmla="*/ 51 w 495"/>
                <a:gd name="T53" fmla="*/ 305 h 324"/>
                <a:gd name="T54" fmla="*/ 111 w 495"/>
                <a:gd name="T55" fmla="*/ 277 h 324"/>
                <a:gd name="T56" fmla="*/ 139 w 495"/>
                <a:gd name="T57" fmla="*/ 271 h 324"/>
                <a:gd name="T58" fmla="*/ 188 w 495"/>
                <a:gd name="T59" fmla="*/ 249 h 324"/>
                <a:gd name="T60" fmla="*/ 233 w 495"/>
                <a:gd name="T61" fmla="*/ 189 h 324"/>
                <a:gd name="T62" fmla="*/ 265 w 495"/>
                <a:gd name="T63" fmla="*/ 234 h 324"/>
                <a:gd name="T64" fmla="*/ 270 w 495"/>
                <a:gd name="T65" fmla="*/ 277 h 324"/>
                <a:gd name="T66" fmla="*/ 309 w 495"/>
                <a:gd name="T67" fmla="*/ 315 h 324"/>
                <a:gd name="T68" fmla="*/ 382 w 495"/>
                <a:gd name="T69" fmla="*/ 271 h 324"/>
                <a:gd name="T70" fmla="*/ 433 w 495"/>
                <a:gd name="T71" fmla="*/ 277 h 324"/>
                <a:gd name="T72" fmla="*/ 491 w 495"/>
                <a:gd name="T73" fmla="*/ 276 h 324"/>
                <a:gd name="T74" fmla="*/ 494 w 495"/>
                <a:gd name="T75" fmla="*/ 267 h 324"/>
                <a:gd name="T76" fmla="*/ 494 w 495"/>
                <a:gd name="T77" fmla="*/ 263 h 324"/>
                <a:gd name="T78" fmla="*/ 495 w 495"/>
                <a:gd name="T79" fmla="*/ 259 h 324"/>
                <a:gd name="T80" fmla="*/ 494 w 495"/>
                <a:gd name="T81" fmla="*/ 255 h 324"/>
                <a:gd name="T82" fmla="*/ 494 w 495"/>
                <a:gd name="T83" fmla="*/ 251 h 324"/>
                <a:gd name="T84" fmla="*/ 492 w 495"/>
                <a:gd name="T85" fmla="*/ 248 h 324"/>
                <a:gd name="T86" fmla="*/ 485 w 495"/>
                <a:gd name="T87" fmla="*/ 214 h 324"/>
                <a:gd name="T88" fmla="*/ 446 w 495"/>
                <a:gd name="T89" fmla="*/ 177 h 324"/>
                <a:gd name="T90" fmla="*/ 419 w 495"/>
                <a:gd name="T91" fmla="*/ 142 h 324"/>
                <a:gd name="T92" fmla="*/ 419 w 495"/>
                <a:gd name="T93" fmla="*/ 139 h 324"/>
                <a:gd name="T94" fmla="*/ 419 w 495"/>
                <a:gd name="T95" fmla="*/ 116 h 324"/>
                <a:gd name="T96" fmla="*/ 398 w 495"/>
                <a:gd name="T97" fmla="*/ 117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5" h="324">
                  <a:moveTo>
                    <a:pt x="398" y="117"/>
                  </a:moveTo>
                  <a:cubicBezTo>
                    <a:pt x="385" y="117"/>
                    <a:pt x="384" y="125"/>
                    <a:pt x="375" y="128"/>
                  </a:cubicBezTo>
                  <a:cubicBezTo>
                    <a:pt x="366" y="131"/>
                    <a:pt x="361" y="130"/>
                    <a:pt x="351" y="121"/>
                  </a:cubicBezTo>
                  <a:cubicBezTo>
                    <a:pt x="341" y="112"/>
                    <a:pt x="323" y="119"/>
                    <a:pt x="318" y="127"/>
                  </a:cubicBezTo>
                  <a:cubicBezTo>
                    <a:pt x="313" y="135"/>
                    <a:pt x="294" y="126"/>
                    <a:pt x="283" y="114"/>
                  </a:cubicBezTo>
                  <a:cubicBezTo>
                    <a:pt x="272" y="102"/>
                    <a:pt x="251" y="107"/>
                    <a:pt x="245" y="116"/>
                  </a:cubicBezTo>
                  <a:cubicBezTo>
                    <a:pt x="239" y="125"/>
                    <a:pt x="227" y="122"/>
                    <a:pt x="221" y="117"/>
                  </a:cubicBezTo>
                  <a:cubicBezTo>
                    <a:pt x="215" y="112"/>
                    <a:pt x="202" y="112"/>
                    <a:pt x="186" y="108"/>
                  </a:cubicBezTo>
                  <a:cubicBezTo>
                    <a:pt x="170" y="104"/>
                    <a:pt x="170" y="112"/>
                    <a:pt x="146" y="112"/>
                  </a:cubicBezTo>
                  <a:cubicBezTo>
                    <a:pt x="122" y="112"/>
                    <a:pt x="136" y="88"/>
                    <a:pt x="139" y="79"/>
                  </a:cubicBezTo>
                  <a:cubicBezTo>
                    <a:pt x="142" y="70"/>
                    <a:pt x="157" y="60"/>
                    <a:pt x="170" y="60"/>
                  </a:cubicBezTo>
                  <a:cubicBezTo>
                    <a:pt x="183" y="60"/>
                    <a:pt x="191" y="71"/>
                    <a:pt x="208" y="71"/>
                  </a:cubicBezTo>
                  <a:cubicBezTo>
                    <a:pt x="217" y="71"/>
                    <a:pt x="220" y="64"/>
                    <a:pt x="220" y="57"/>
                  </a:cubicBezTo>
                  <a:cubicBezTo>
                    <a:pt x="219" y="57"/>
                    <a:pt x="218" y="57"/>
                    <a:pt x="217" y="57"/>
                  </a:cubicBezTo>
                  <a:cubicBezTo>
                    <a:pt x="217" y="57"/>
                    <a:pt x="217" y="57"/>
                    <a:pt x="217" y="57"/>
                  </a:cubicBezTo>
                  <a:cubicBezTo>
                    <a:pt x="216" y="57"/>
                    <a:pt x="215" y="57"/>
                    <a:pt x="214" y="57"/>
                  </a:cubicBezTo>
                  <a:cubicBezTo>
                    <a:pt x="214" y="57"/>
                    <a:pt x="213" y="57"/>
                    <a:pt x="213" y="57"/>
                  </a:cubicBezTo>
                  <a:cubicBezTo>
                    <a:pt x="212" y="57"/>
                    <a:pt x="212" y="57"/>
                    <a:pt x="211" y="57"/>
                  </a:cubicBezTo>
                  <a:cubicBezTo>
                    <a:pt x="211" y="57"/>
                    <a:pt x="211" y="57"/>
                    <a:pt x="210" y="57"/>
                  </a:cubicBezTo>
                  <a:cubicBezTo>
                    <a:pt x="210" y="57"/>
                    <a:pt x="209" y="56"/>
                    <a:pt x="208" y="56"/>
                  </a:cubicBezTo>
                  <a:cubicBezTo>
                    <a:pt x="198" y="52"/>
                    <a:pt x="209" y="40"/>
                    <a:pt x="216" y="37"/>
                  </a:cubicBezTo>
                  <a:cubicBezTo>
                    <a:pt x="223" y="34"/>
                    <a:pt x="225" y="15"/>
                    <a:pt x="222" y="10"/>
                  </a:cubicBezTo>
                  <a:cubicBezTo>
                    <a:pt x="219" y="5"/>
                    <a:pt x="207" y="0"/>
                    <a:pt x="201" y="1"/>
                  </a:cubicBezTo>
                  <a:cubicBezTo>
                    <a:pt x="195" y="2"/>
                    <a:pt x="190" y="1"/>
                    <a:pt x="181" y="15"/>
                  </a:cubicBezTo>
                  <a:cubicBezTo>
                    <a:pt x="172" y="29"/>
                    <a:pt x="157" y="23"/>
                    <a:pt x="152" y="17"/>
                  </a:cubicBezTo>
                  <a:cubicBezTo>
                    <a:pt x="147" y="11"/>
                    <a:pt x="131" y="19"/>
                    <a:pt x="131" y="34"/>
                  </a:cubicBezTo>
                  <a:cubicBezTo>
                    <a:pt x="131" y="49"/>
                    <a:pt x="121" y="56"/>
                    <a:pt x="107" y="56"/>
                  </a:cubicBezTo>
                  <a:cubicBezTo>
                    <a:pt x="93" y="56"/>
                    <a:pt x="90" y="63"/>
                    <a:pt x="92" y="67"/>
                  </a:cubicBezTo>
                  <a:cubicBezTo>
                    <a:pt x="94" y="71"/>
                    <a:pt x="105" y="80"/>
                    <a:pt x="94" y="86"/>
                  </a:cubicBezTo>
                  <a:cubicBezTo>
                    <a:pt x="83" y="92"/>
                    <a:pt x="95" y="111"/>
                    <a:pt x="81" y="112"/>
                  </a:cubicBezTo>
                  <a:cubicBezTo>
                    <a:pt x="67" y="113"/>
                    <a:pt x="54" y="116"/>
                    <a:pt x="45" y="105"/>
                  </a:cubicBezTo>
                  <a:cubicBezTo>
                    <a:pt x="36" y="94"/>
                    <a:pt x="27" y="107"/>
                    <a:pt x="21" y="109"/>
                  </a:cubicBezTo>
                  <a:cubicBezTo>
                    <a:pt x="15" y="111"/>
                    <a:pt x="4" y="112"/>
                    <a:pt x="2" y="120"/>
                  </a:cubicBezTo>
                  <a:cubicBezTo>
                    <a:pt x="0" y="128"/>
                    <a:pt x="8" y="131"/>
                    <a:pt x="16" y="143"/>
                  </a:cubicBezTo>
                  <a:cubicBezTo>
                    <a:pt x="24" y="155"/>
                    <a:pt x="32" y="152"/>
                    <a:pt x="49" y="151"/>
                  </a:cubicBezTo>
                  <a:cubicBezTo>
                    <a:pt x="66" y="150"/>
                    <a:pt x="51" y="168"/>
                    <a:pt x="50" y="179"/>
                  </a:cubicBezTo>
                  <a:cubicBezTo>
                    <a:pt x="49" y="190"/>
                    <a:pt x="53" y="194"/>
                    <a:pt x="59" y="198"/>
                  </a:cubicBezTo>
                  <a:cubicBezTo>
                    <a:pt x="65" y="202"/>
                    <a:pt x="70" y="205"/>
                    <a:pt x="71" y="217"/>
                  </a:cubicBezTo>
                  <a:cubicBezTo>
                    <a:pt x="72" y="229"/>
                    <a:pt x="70" y="235"/>
                    <a:pt x="58" y="237"/>
                  </a:cubicBezTo>
                  <a:cubicBezTo>
                    <a:pt x="46" y="239"/>
                    <a:pt x="50" y="255"/>
                    <a:pt x="38" y="262"/>
                  </a:cubicBezTo>
                  <a:cubicBezTo>
                    <a:pt x="30" y="267"/>
                    <a:pt x="29" y="277"/>
                    <a:pt x="29" y="284"/>
                  </a:cubicBezTo>
                  <a:cubicBezTo>
                    <a:pt x="30" y="284"/>
                    <a:pt x="31" y="284"/>
                    <a:pt x="32" y="284"/>
                  </a:cubicBezTo>
                  <a:cubicBezTo>
                    <a:pt x="32" y="284"/>
                    <a:pt x="32" y="284"/>
                    <a:pt x="32" y="285"/>
                  </a:cubicBezTo>
                  <a:cubicBezTo>
                    <a:pt x="33" y="285"/>
                    <a:pt x="33" y="285"/>
                    <a:pt x="33" y="285"/>
                  </a:cubicBezTo>
                  <a:cubicBezTo>
                    <a:pt x="33" y="285"/>
                    <a:pt x="33" y="285"/>
                    <a:pt x="34" y="285"/>
                  </a:cubicBezTo>
                  <a:cubicBezTo>
                    <a:pt x="34" y="285"/>
                    <a:pt x="34" y="285"/>
                    <a:pt x="34" y="285"/>
                  </a:cubicBezTo>
                  <a:cubicBezTo>
                    <a:pt x="34" y="285"/>
                    <a:pt x="35" y="285"/>
                    <a:pt x="35" y="285"/>
                  </a:cubicBezTo>
                  <a:cubicBezTo>
                    <a:pt x="35" y="285"/>
                    <a:pt x="35" y="286"/>
                    <a:pt x="35" y="286"/>
                  </a:cubicBezTo>
                  <a:cubicBezTo>
                    <a:pt x="35" y="286"/>
                    <a:pt x="36" y="286"/>
                    <a:pt x="36" y="286"/>
                  </a:cubicBezTo>
                  <a:cubicBezTo>
                    <a:pt x="36" y="286"/>
                    <a:pt x="36" y="286"/>
                    <a:pt x="36" y="287"/>
                  </a:cubicBezTo>
                  <a:cubicBezTo>
                    <a:pt x="36" y="287"/>
                    <a:pt x="36" y="287"/>
                    <a:pt x="37" y="287"/>
                  </a:cubicBezTo>
                  <a:cubicBezTo>
                    <a:pt x="37" y="287"/>
                    <a:pt x="37" y="288"/>
                    <a:pt x="37" y="288"/>
                  </a:cubicBezTo>
                  <a:cubicBezTo>
                    <a:pt x="37" y="288"/>
                    <a:pt x="37" y="289"/>
                    <a:pt x="37" y="289"/>
                  </a:cubicBezTo>
                  <a:cubicBezTo>
                    <a:pt x="39" y="299"/>
                    <a:pt x="38" y="306"/>
                    <a:pt x="51" y="305"/>
                  </a:cubicBezTo>
                  <a:cubicBezTo>
                    <a:pt x="63" y="303"/>
                    <a:pt x="62" y="287"/>
                    <a:pt x="81" y="287"/>
                  </a:cubicBezTo>
                  <a:cubicBezTo>
                    <a:pt x="101" y="287"/>
                    <a:pt x="97" y="269"/>
                    <a:pt x="111" y="277"/>
                  </a:cubicBezTo>
                  <a:cubicBezTo>
                    <a:pt x="124" y="286"/>
                    <a:pt x="127" y="293"/>
                    <a:pt x="135" y="293"/>
                  </a:cubicBezTo>
                  <a:cubicBezTo>
                    <a:pt x="142" y="293"/>
                    <a:pt x="139" y="282"/>
                    <a:pt x="139" y="271"/>
                  </a:cubicBezTo>
                  <a:cubicBezTo>
                    <a:pt x="138" y="261"/>
                    <a:pt x="143" y="254"/>
                    <a:pt x="158" y="257"/>
                  </a:cubicBezTo>
                  <a:cubicBezTo>
                    <a:pt x="173" y="259"/>
                    <a:pt x="187" y="269"/>
                    <a:pt x="188" y="249"/>
                  </a:cubicBezTo>
                  <a:cubicBezTo>
                    <a:pt x="189" y="229"/>
                    <a:pt x="193" y="224"/>
                    <a:pt x="204" y="218"/>
                  </a:cubicBezTo>
                  <a:cubicBezTo>
                    <a:pt x="215" y="212"/>
                    <a:pt x="223" y="189"/>
                    <a:pt x="233" y="189"/>
                  </a:cubicBezTo>
                  <a:cubicBezTo>
                    <a:pt x="243" y="189"/>
                    <a:pt x="254" y="195"/>
                    <a:pt x="256" y="209"/>
                  </a:cubicBezTo>
                  <a:cubicBezTo>
                    <a:pt x="258" y="223"/>
                    <a:pt x="251" y="228"/>
                    <a:pt x="265" y="234"/>
                  </a:cubicBezTo>
                  <a:cubicBezTo>
                    <a:pt x="278" y="240"/>
                    <a:pt x="275" y="247"/>
                    <a:pt x="272" y="253"/>
                  </a:cubicBezTo>
                  <a:cubicBezTo>
                    <a:pt x="269" y="260"/>
                    <a:pt x="269" y="271"/>
                    <a:pt x="270" y="277"/>
                  </a:cubicBezTo>
                  <a:cubicBezTo>
                    <a:pt x="271" y="284"/>
                    <a:pt x="257" y="304"/>
                    <a:pt x="269" y="314"/>
                  </a:cubicBezTo>
                  <a:cubicBezTo>
                    <a:pt x="281" y="324"/>
                    <a:pt x="300" y="323"/>
                    <a:pt x="309" y="315"/>
                  </a:cubicBezTo>
                  <a:cubicBezTo>
                    <a:pt x="317" y="307"/>
                    <a:pt x="332" y="307"/>
                    <a:pt x="340" y="299"/>
                  </a:cubicBezTo>
                  <a:cubicBezTo>
                    <a:pt x="348" y="291"/>
                    <a:pt x="367" y="273"/>
                    <a:pt x="382" y="271"/>
                  </a:cubicBezTo>
                  <a:cubicBezTo>
                    <a:pt x="397" y="269"/>
                    <a:pt x="408" y="270"/>
                    <a:pt x="412" y="275"/>
                  </a:cubicBezTo>
                  <a:cubicBezTo>
                    <a:pt x="416" y="279"/>
                    <a:pt x="427" y="281"/>
                    <a:pt x="433" y="277"/>
                  </a:cubicBezTo>
                  <a:cubicBezTo>
                    <a:pt x="439" y="273"/>
                    <a:pt x="447" y="267"/>
                    <a:pt x="457" y="269"/>
                  </a:cubicBezTo>
                  <a:cubicBezTo>
                    <a:pt x="465" y="271"/>
                    <a:pt x="480" y="271"/>
                    <a:pt x="491" y="276"/>
                  </a:cubicBezTo>
                  <a:cubicBezTo>
                    <a:pt x="491" y="276"/>
                    <a:pt x="491" y="275"/>
                    <a:pt x="491" y="275"/>
                  </a:cubicBezTo>
                  <a:cubicBezTo>
                    <a:pt x="492" y="273"/>
                    <a:pt x="493" y="270"/>
                    <a:pt x="494" y="267"/>
                  </a:cubicBezTo>
                  <a:cubicBezTo>
                    <a:pt x="494" y="267"/>
                    <a:pt x="494" y="267"/>
                    <a:pt x="494" y="267"/>
                  </a:cubicBezTo>
                  <a:cubicBezTo>
                    <a:pt x="494" y="266"/>
                    <a:pt x="494" y="264"/>
                    <a:pt x="494" y="263"/>
                  </a:cubicBezTo>
                  <a:cubicBezTo>
                    <a:pt x="494" y="263"/>
                    <a:pt x="494" y="263"/>
                    <a:pt x="494" y="263"/>
                  </a:cubicBezTo>
                  <a:cubicBezTo>
                    <a:pt x="494" y="262"/>
                    <a:pt x="495" y="260"/>
                    <a:pt x="495" y="259"/>
                  </a:cubicBezTo>
                  <a:cubicBezTo>
                    <a:pt x="495" y="259"/>
                    <a:pt x="495" y="259"/>
                    <a:pt x="495" y="259"/>
                  </a:cubicBezTo>
                  <a:cubicBezTo>
                    <a:pt x="494" y="257"/>
                    <a:pt x="494" y="256"/>
                    <a:pt x="494" y="255"/>
                  </a:cubicBezTo>
                  <a:cubicBezTo>
                    <a:pt x="494" y="255"/>
                    <a:pt x="494" y="255"/>
                    <a:pt x="494" y="254"/>
                  </a:cubicBezTo>
                  <a:cubicBezTo>
                    <a:pt x="494" y="253"/>
                    <a:pt x="494" y="252"/>
                    <a:pt x="494" y="251"/>
                  </a:cubicBezTo>
                  <a:cubicBezTo>
                    <a:pt x="493" y="251"/>
                    <a:pt x="493" y="250"/>
                    <a:pt x="493" y="250"/>
                  </a:cubicBezTo>
                  <a:cubicBezTo>
                    <a:pt x="493" y="249"/>
                    <a:pt x="493" y="248"/>
                    <a:pt x="492" y="248"/>
                  </a:cubicBezTo>
                  <a:cubicBezTo>
                    <a:pt x="492" y="246"/>
                    <a:pt x="491" y="245"/>
                    <a:pt x="491" y="244"/>
                  </a:cubicBezTo>
                  <a:cubicBezTo>
                    <a:pt x="485" y="234"/>
                    <a:pt x="485" y="223"/>
                    <a:pt x="485" y="214"/>
                  </a:cubicBezTo>
                  <a:cubicBezTo>
                    <a:pt x="485" y="205"/>
                    <a:pt x="480" y="185"/>
                    <a:pt x="474" y="183"/>
                  </a:cubicBezTo>
                  <a:cubicBezTo>
                    <a:pt x="468" y="181"/>
                    <a:pt x="451" y="172"/>
                    <a:pt x="446" y="177"/>
                  </a:cubicBezTo>
                  <a:cubicBezTo>
                    <a:pt x="441" y="183"/>
                    <a:pt x="429" y="187"/>
                    <a:pt x="427" y="177"/>
                  </a:cubicBezTo>
                  <a:cubicBezTo>
                    <a:pt x="424" y="166"/>
                    <a:pt x="419" y="157"/>
                    <a:pt x="419" y="142"/>
                  </a:cubicBezTo>
                  <a:cubicBezTo>
                    <a:pt x="419" y="141"/>
                    <a:pt x="419" y="141"/>
                    <a:pt x="419" y="140"/>
                  </a:cubicBezTo>
                  <a:cubicBezTo>
                    <a:pt x="419" y="140"/>
                    <a:pt x="419" y="139"/>
                    <a:pt x="419" y="139"/>
                  </a:cubicBezTo>
                  <a:cubicBezTo>
                    <a:pt x="419" y="139"/>
                    <a:pt x="419" y="138"/>
                    <a:pt x="419" y="138"/>
                  </a:cubicBezTo>
                  <a:cubicBezTo>
                    <a:pt x="419" y="132"/>
                    <a:pt x="419" y="125"/>
                    <a:pt x="419" y="116"/>
                  </a:cubicBezTo>
                  <a:cubicBezTo>
                    <a:pt x="419" y="116"/>
                    <a:pt x="419" y="116"/>
                    <a:pt x="419" y="116"/>
                  </a:cubicBezTo>
                  <a:cubicBezTo>
                    <a:pt x="411" y="116"/>
                    <a:pt x="406" y="117"/>
                    <a:pt x="398" y="11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852" y="1007"/>
              <a:ext cx="458" cy="209"/>
            </a:xfrm>
            <a:custGeom>
              <a:avLst/>
              <a:gdLst>
                <a:gd name="T0" fmla="*/ 648 w 702"/>
                <a:gd name="T1" fmla="*/ 60 h 319"/>
                <a:gd name="T2" fmla="*/ 568 w 702"/>
                <a:gd name="T3" fmla="*/ 38 h 319"/>
                <a:gd name="T4" fmla="*/ 463 w 702"/>
                <a:gd name="T5" fmla="*/ 36 h 319"/>
                <a:gd name="T6" fmla="*/ 363 w 702"/>
                <a:gd name="T7" fmla="*/ 35 h 319"/>
                <a:gd name="T8" fmla="*/ 290 w 702"/>
                <a:gd name="T9" fmla="*/ 23 h 319"/>
                <a:gd name="T10" fmla="*/ 255 w 702"/>
                <a:gd name="T11" fmla="*/ 64 h 319"/>
                <a:gd name="T12" fmla="*/ 162 w 702"/>
                <a:gd name="T13" fmla="*/ 45 h 319"/>
                <a:gd name="T14" fmla="*/ 158 w 702"/>
                <a:gd name="T15" fmla="*/ 45 h 319"/>
                <a:gd name="T16" fmla="*/ 154 w 702"/>
                <a:gd name="T17" fmla="*/ 46 h 319"/>
                <a:gd name="T18" fmla="*/ 150 w 702"/>
                <a:gd name="T19" fmla="*/ 47 h 319"/>
                <a:gd name="T20" fmla="*/ 147 w 702"/>
                <a:gd name="T21" fmla="*/ 48 h 319"/>
                <a:gd name="T22" fmla="*/ 143 w 702"/>
                <a:gd name="T23" fmla="*/ 49 h 319"/>
                <a:gd name="T24" fmla="*/ 116 w 702"/>
                <a:gd name="T25" fmla="*/ 72 h 319"/>
                <a:gd name="T26" fmla="*/ 75 w 702"/>
                <a:gd name="T27" fmla="*/ 133 h 319"/>
                <a:gd name="T28" fmla="*/ 118 w 702"/>
                <a:gd name="T29" fmla="*/ 174 h 319"/>
                <a:gd name="T30" fmla="*/ 189 w 702"/>
                <a:gd name="T31" fmla="*/ 175 h 319"/>
                <a:gd name="T32" fmla="*/ 233 w 702"/>
                <a:gd name="T33" fmla="*/ 212 h 319"/>
                <a:gd name="T34" fmla="*/ 180 w 702"/>
                <a:gd name="T35" fmla="*/ 239 h 319"/>
                <a:gd name="T36" fmla="*/ 124 w 702"/>
                <a:gd name="T37" fmla="*/ 238 h 319"/>
                <a:gd name="T38" fmla="*/ 121 w 702"/>
                <a:gd name="T39" fmla="*/ 237 h 319"/>
                <a:gd name="T40" fmla="*/ 118 w 702"/>
                <a:gd name="T41" fmla="*/ 237 h 319"/>
                <a:gd name="T42" fmla="*/ 115 w 702"/>
                <a:gd name="T43" fmla="*/ 238 h 319"/>
                <a:gd name="T44" fmla="*/ 111 w 702"/>
                <a:gd name="T45" fmla="*/ 238 h 319"/>
                <a:gd name="T46" fmla="*/ 98 w 702"/>
                <a:gd name="T47" fmla="*/ 241 h 319"/>
                <a:gd name="T48" fmla="*/ 48 w 702"/>
                <a:gd name="T49" fmla="*/ 244 h 319"/>
                <a:gd name="T50" fmla="*/ 24 w 702"/>
                <a:gd name="T51" fmla="*/ 296 h 319"/>
                <a:gd name="T52" fmla="*/ 99 w 702"/>
                <a:gd name="T53" fmla="*/ 301 h 319"/>
                <a:gd name="T54" fmla="*/ 161 w 702"/>
                <a:gd name="T55" fmla="*/ 298 h 319"/>
                <a:gd name="T56" fmla="*/ 229 w 702"/>
                <a:gd name="T57" fmla="*/ 305 h 319"/>
                <a:gd name="T58" fmla="*/ 276 w 702"/>
                <a:gd name="T59" fmla="*/ 301 h 319"/>
                <a:gd name="T60" fmla="*/ 297 w 702"/>
                <a:gd name="T61" fmla="*/ 300 h 319"/>
                <a:gd name="T62" fmla="*/ 297 w 702"/>
                <a:gd name="T63" fmla="*/ 297 h 319"/>
                <a:gd name="T64" fmla="*/ 298 w 702"/>
                <a:gd name="T65" fmla="*/ 289 h 319"/>
                <a:gd name="T66" fmla="*/ 298 w 702"/>
                <a:gd name="T67" fmla="*/ 286 h 319"/>
                <a:gd name="T68" fmla="*/ 299 w 702"/>
                <a:gd name="T69" fmla="*/ 282 h 319"/>
                <a:gd name="T70" fmla="*/ 300 w 702"/>
                <a:gd name="T71" fmla="*/ 279 h 319"/>
                <a:gd name="T72" fmla="*/ 300 w 702"/>
                <a:gd name="T73" fmla="*/ 275 h 319"/>
                <a:gd name="T74" fmla="*/ 301 w 702"/>
                <a:gd name="T75" fmla="*/ 273 h 319"/>
                <a:gd name="T76" fmla="*/ 303 w 702"/>
                <a:gd name="T77" fmla="*/ 267 h 319"/>
                <a:gd name="T78" fmla="*/ 305 w 702"/>
                <a:gd name="T79" fmla="*/ 265 h 319"/>
                <a:gd name="T80" fmla="*/ 306 w 702"/>
                <a:gd name="T81" fmla="*/ 263 h 319"/>
                <a:gd name="T82" fmla="*/ 308 w 702"/>
                <a:gd name="T83" fmla="*/ 261 h 319"/>
                <a:gd name="T84" fmla="*/ 310 w 702"/>
                <a:gd name="T85" fmla="*/ 259 h 319"/>
                <a:gd name="T86" fmla="*/ 312 w 702"/>
                <a:gd name="T87" fmla="*/ 259 h 319"/>
                <a:gd name="T88" fmla="*/ 351 w 702"/>
                <a:gd name="T89" fmla="*/ 241 h 319"/>
                <a:gd name="T90" fmla="*/ 392 w 702"/>
                <a:gd name="T91" fmla="*/ 222 h 319"/>
                <a:gd name="T92" fmla="*/ 423 w 702"/>
                <a:gd name="T93" fmla="*/ 237 h 319"/>
                <a:gd name="T94" fmla="*/ 477 w 702"/>
                <a:gd name="T95" fmla="*/ 207 h 319"/>
                <a:gd name="T96" fmla="*/ 583 w 702"/>
                <a:gd name="T97" fmla="*/ 169 h 319"/>
                <a:gd name="T98" fmla="*/ 679 w 702"/>
                <a:gd name="T99" fmla="*/ 113 h 319"/>
                <a:gd name="T100" fmla="*/ 702 w 702"/>
                <a:gd name="T101" fmla="*/ 101 h 319"/>
                <a:gd name="T102" fmla="*/ 702 w 702"/>
                <a:gd name="T103" fmla="*/ 98 h 319"/>
                <a:gd name="T104" fmla="*/ 702 w 702"/>
                <a:gd name="T105" fmla="*/ 95 h 319"/>
                <a:gd name="T106" fmla="*/ 702 w 702"/>
                <a:gd name="T107" fmla="*/ 92 h 319"/>
                <a:gd name="T108" fmla="*/ 702 w 702"/>
                <a:gd name="T109" fmla="*/ 89 h 319"/>
                <a:gd name="T110" fmla="*/ 701 w 702"/>
                <a:gd name="T111" fmla="*/ 81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02" h="319">
                  <a:moveTo>
                    <a:pt x="673" y="76"/>
                  </a:moveTo>
                  <a:cubicBezTo>
                    <a:pt x="663" y="74"/>
                    <a:pt x="655" y="70"/>
                    <a:pt x="648" y="60"/>
                  </a:cubicBezTo>
                  <a:cubicBezTo>
                    <a:pt x="641" y="50"/>
                    <a:pt x="637" y="52"/>
                    <a:pt x="623" y="48"/>
                  </a:cubicBezTo>
                  <a:cubicBezTo>
                    <a:pt x="609" y="44"/>
                    <a:pt x="594" y="40"/>
                    <a:pt x="568" y="38"/>
                  </a:cubicBezTo>
                  <a:cubicBezTo>
                    <a:pt x="542" y="36"/>
                    <a:pt x="532" y="36"/>
                    <a:pt x="516" y="32"/>
                  </a:cubicBezTo>
                  <a:cubicBezTo>
                    <a:pt x="500" y="28"/>
                    <a:pt x="481" y="38"/>
                    <a:pt x="463" y="36"/>
                  </a:cubicBezTo>
                  <a:cubicBezTo>
                    <a:pt x="445" y="34"/>
                    <a:pt x="436" y="35"/>
                    <a:pt x="414" y="44"/>
                  </a:cubicBezTo>
                  <a:cubicBezTo>
                    <a:pt x="392" y="53"/>
                    <a:pt x="382" y="35"/>
                    <a:pt x="363" y="35"/>
                  </a:cubicBezTo>
                  <a:cubicBezTo>
                    <a:pt x="344" y="35"/>
                    <a:pt x="342" y="20"/>
                    <a:pt x="324" y="10"/>
                  </a:cubicBezTo>
                  <a:cubicBezTo>
                    <a:pt x="306" y="0"/>
                    <a:pt x="299" y="19"/>
                    <a:pt x="290" y="23"/>
                  </a:cubicBezTo>
                  <a:cubicBezTo>
                    <a:pt x="281" y="27"/>
                    <a:pt x="279" y="39"/>
                    <a:pt x="279" y="53"/>
                  </a:cubicBezTo>
                  <a:cubicBezTo>
                    <a:pt x="279" y="67"/>
                    <a:pt x="267" y="66"/>
                    <a:pt x="255" y="64"/>
                  </a:cubicBezTo>
                  <a:cubicBezTo>
                    <a:pt x="243" y="62"/>
                    <a:pt x="226" y="62"/>
                    <a:pt x="214" y="54"/>
                  </a:cubicBezTo>
                  <a:cubicBezTo>
                    <a:pt x="202" y="46"/>
                    <a:pt x="178" y="45"/>
                    <a:pt x="162" y="45"/>
                  </a:cubicBezTo>
                  <a:cubicBezTo>
                    <a:pt x="161" y="45"/>
                    <a:pt x="160" y="45"/>
                    <a:pt x="159" y="45"/>
                  </a:cubicBezTo>
                  <a:cubicBezTo>
                    <a:pt x="159" y="45"/>
                    <a:pt x="158" y="45"/>
                    <a:pt x="158" y="45"/>
                  </a:cubicBezTo>
                  <a:cubicBezTo>
                    <a:pt x="157" y="45"/>
                    <a:pt x="156" y="45"/>
                    <a:pt x="156" y="45"/>
                  </a:cubicBezTo>
                  <a:cubicBezTo>
                    <a:pt x="155" y="46"/>
                    <a:pt x="155" y="46"/>
                    <a:pt x="154" y="46"/>
                  </a:cubicBezTo>
                  <a:cubicBezTo>
                    <a:pt x="153" y="46"/>
                    <a:pt x="153" y="46"/>
                    <a:pt x="153" y="46"/>
                  </a:cubicBezTo>
                  <a:cubicBezTo>
                    <a:pt x="152" y="46"/>
                    <a:pt x="151" y="46"/>
                    <a:pt x="150" y="47"/>
                  </a:cubicBezTo>
                  <a:cubicBezTo>
                    <a:pt x="150" y="47"/>
                    <a:pt x="150" y="47"/>
                    <a:pt x="149" y="47"/>
                  </a:cubicBezTo>
                  <a:cubicBezTo>
                    <a:pt x="148" y="47"/>
                    <a:pt x="148" y="47"/>
                    <a:pt x="147" y="48"/>
                  </a:cubicBezTo>
                  <a:cubicBezTo>
                    <a:pt x="146" y="48"/>
                    <a:pt x="146" y="48"/>
                    <a:pt x="146" y="48"/>
                  </a:cubicBezTo>
                  <a:cubicBezTo>
                    <a:pt x="145" y="48"/>
                    <a:pt x="144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2" y="53"/>
                    <a:pt x="122" y="61"/>
                    <a:pt x="116" y="72"/>
                  </a:cubicBezTo>
                  <a:cubicBezTo>
                    <a:pt x="127" y="87"/>
                    <a:pt x="122" y="100"/>
                    <a:pt x="115" y="108"/>
                  </a:cubicBezTo>
                  <a:cubicBezTo>
                    <a:pt x="107" y="117"/>
                    <a:pt x="87" y="126"/>
                    <a:pt x="75" y="133"/>
                  </a:cubicBezTo>
                  <a:cubicBezTo>
                    <a:pt x="63" y="140"/>
                    <a:pt x="68" y="152"/>
                    <a:pt x="84" y="152"/>
                  </a:cubicBezTo>
                  <a:cubicBezTo>
                    <a:pt x="100" y="152"/>
                    <a:pt x="98" y="164"/>
                    <a:pt x="118" y="174"/>
                  </a:cubicBezTo>
                  <a:cubicBezTo>
                    <a:pt x="138" y="184"/>
                    <a:pt x="149" y="168"/>
                    <a:pt x="155" y="152"/>
                  </a:cubicBezTo>
                  <a:cubicBezTo>
                    <a:pt x="161" y="136"/>
                    <a:pt x="179" y="160"/>
                    <a:pt x="189" y="175"/>
                  </a:cubicBezTo>
                  <a:cubicBezTo>
                    <a:pt x="199" y="190"/>
                    <a:pt x="198" y="181"/>
                    <a:pt x="227" y="192"/>
                  </a:cubicBezTo>
                  <a:cubicBezTo>
                    <a:pt x="256" y="203"/>
                    <a:pt x="238" y="207"/>
                    <a:pt x="233" y="212"/>
                  </a:cubicBezTo>
                  <a:cubicBezTo>
                    <a:pt x="228" y="217"/>
                    <a:pt x="222" y="222"/>
                    <a:pt x="205" y="222"/>
                  </a:cubicBezTo>
                  <a:cubicBezTo>
                    <a:pt x="188" y="222"/>
                    <a:pt x="181" y="226"/>
                    <a:pt x="180" y="239"/>
                  </a:cubicBezTo>
                  <a:cubicBezTo>
                    <a:pt x="179" y="252"/>
                    <a:pt x="166" y="246"/>
                    <a:pt x="157" y="246"/>
                  </a:cubicBezTo>
                  <a:cubicBezTo>
                    <a:pt x="148" y="246"/>
                    <a:pt x="133" y="241"/>
                    <a:pt x="124" y="238"/>
                  </a:cubicBezTo>
                  <a:cubicBezTo>
                    <a:pt x="123" y="238"/>
                    <a:pt x="123" y="238"/>
                    <a:pt x="122" y="238"/>
                  </a:cubicBezTo>
                  <a:cubicBezTo>
                    <a:pt x="122" y="238"/>
                    <a:pt x="121" y="237"/>
                    <a:pt x="121" y="237"/>
                  </a:cubicBezTo>
                  <a:cubicBezTo>
                    <a:pt x="120" y="237"/>
                    <a:pt x="120" y="237"/>
                    <a:pt x="119" y="237"/>
                  </a:cubicBezTo>
                  <a:cubicBezTo>
                    <a:pt x="119" y="237"/>
                    <a:pt x="119" y="237"/>
                    <a:pt x="118" y="237"/>
                  </a:cubicBezTo>
                  <a:cubicBezTo>
                    <a:pt x="117" y="237"/>
                    <a:pt x="117" y="238"/>
                    <a:pt x="116" y="238"/>
                  </a:cubicBezTo>
                  <a:cubicBezTo>
                    <a:pt x="115" y="238"/>
                    <a:pt x="115" y="238"/>
                    <a:pt x="115" y="238"/>
                  </a:cubicBezTo>
                  <a:cubicBezTo>
                    <a:pt x="114" y="238"/>
                    <a:pt x="113" y="238"/>
                    <a:pt x="113" y="238"/>
                  </a:cubicBezTo>
                  <a:cubicBezTo>
                    <a:pt x="112" y="238"/>
                    <a:pt x="112" y="238"/>
                    <a:pt x="111" y="238"/>
                  </a:cubicBezTo>
                  <a:cubicBezTo>
                    <a:pt x="111" y="238"/>
                    <a:pt x="110" y="238"/>
                    <a:pt x="110" y="239"/>
                  </a:cubicBezTo>
                  <a:cubicBezTo>
                    <a:pt x="106" y="239"/>
                    <a:pt x="102" y="240"/>
                    <a:pt x="98" y="241"/>
                  </a:cubicBezTo>
                  <a:cubicBezTo>
                    <a:pt x="98" y="248"/>
                    <a:pt x="95" y="255"/>
                    <a:pt x="86" y="255"/>
                  </a:cubicBezTo>
                  <a:cubicBezTo>
                    <a:pt x="69" y="255"/>
                    <a:pt x="61" y="244"/>
                    <a:pt x="48" y="244"/>
                  </a:cubicBezTo>
                  <a:cubicBezTo>
                    <a:pt x="35" y="244"/>
                    <a:pt x="20" y="254"/>
                    <a:pt x="17" y="263"/>
                  </a:cubicBezTo>
                  <a:cubicBezTo>
                    <a:pt x="14" y="272"/>
                    <a:pt x="0" y="296"/>
                    <a:pt x="24" y="296"/>
                  </a:cubicBezTo>
                  <a:cubicBezTo>
                    <a:pt x="48" y="296"/>
                    <a:pt x="48" y="288"/>
                    <a:pt x="64" y="292"/>
                  </a:cubicBezTo>
                  <a:cubicBezTo>
                    <a:pt x="80" y="296"/>
                    <a:pt x="93" y="296"/>
                    <a:pt x="99" y="301"/>
                  </a:cubicBezTo>
                  <a:cubicBezTo>
                    <a:pt x="105" y="306"/>
                    <a:pt x="117" y="309"/>
                    <a:pt x="123" y="300"/>
                  </a:cubicBezTo>
                  <a:cubicBezTo>
                    <a:pt x="129" y="291"/>
                    <a:pt x="150" y="286"/>
                    <a:pt x="161" y="298"/>
                  </a:cubicBezTo>
                  <a:cubicBezTo>
                    <a:pt x="172" y="310"/>
                    <a:pt x="191" y="319"/>
                    <a:pt x="196" y="311"/>
                  </a:cubicBezTo>
                  <a:cubicBezTo>
                    <a:pt x="201" y="303"/>
                    <a:pt x="219" y="296"/>
                    <a:pt x="229" y="305"/>
                  </a:cubicBezTo>
                  <a:cubicBezTo>
                    <a:pt x="239" y="314"/>
                    <a:pt x="244" y="315"/>
                    <a:pt x="253" y="312"/>
                  </a:cubicBezTo>
                  <a:cubicBezTo>
                    <a:pt x="262" y="309"/>
                    <a:pt x="263" y="301"/>
                    <a:pt x="276" y="301"/>
                  </a:cubicBezTo>
                  <a:cubicBezTo>
                    <a:pt x="284" y="301"/>
                    <a:pt x="289" y="300"/>
                    <a:pt x="297" y="300"/>
                  </a:cubicBezTo>
                  <a:cubicBezTo>
                    <a:pt x="297" y="300"/>
                    <a:pt x="297" y="300"/>
                    <a:pt x="297" y="300"/>
                  </a:cubicBezTo>
                  <a:cubicBezTo>
                    <a:pt x="297" y="299"/>
                    <a:pt x="297" y="298"/>
                    <a:pt x="297" y="297"/>
                  </a:cubicBezTo>
                  <a:cubicBezTo>
                    <a:pt x="297" y="297"/>
                    <a:pt x="297" y="297"/>
                    <a:pt x="297" y="297"/>
                  </a:cubicBezTo>
                  <a:cubicBezTo>
                    <a:pt x="298" y="294"/>
                    <a:pt x="298" y="292"/>
                    <a:pt x="298" y="290"/>
                  </a:cubicBezTo>
                  <a:cubicBezTo>
                    <a:pt x="298" y="289"/>
                    <a:pt x="298" y="289"/>
                    <a:pt x="298" y="289"/>
                  </a:cubicBezTo>
                  <a:cubicBezTo>
                    <a:pt x="298" y="288"/>
                    <a:pt x="298" y="287"/>
                    <a:pt x="298" y="286"/>
                  </a:cubicBezTo>
                  <a:cubicBezTo>
                    <a:pt x="298" y="286"/>
                    <a:pt x="298" y="286"/>
                    <a:pt x="298" y="286"/>
                  </a:cubicBezTo>
                  <a:cubicBezTo>
                    <a:pt x="299" y="285"/>
                    <a:pt x="299" y="284"/>
                    <a:pt x="299" y="283"/>
                  </a:cubicBezTo>
                  <a:cubicBezTo>
                    <a:pt x="299" y="282"/>
                    <a:pt x="299" y="282"/>
                    <a:pt x="299" y="282"/>
                  </a:cubicBezTo>
                  <a:cubicBezTo>
                    <a:pt x="299" y="281"/>
                    <a:pt x="299" y="280"/>
                    <a:pt x="299" y="279"/>
                  </a:cubicBezTo>
                  <a:cubicBezTo>
                    <a:pt x="299" y="279"/>
                    <a:pt x="300" y="279"/>
                    <a:pt x="300" y="279"/>
                  </a:cubicBezTo>
                  <a:cubicBezTo>
                    <a:pt x="300" y="278"/>
                    <a:pt x="300" y="277"/>
                    <a:pt x="300" y="276"/>
                  </a:cubicBezTo>
                  <a:cubicBezTo>
                    <a:pt x="300" y="276"/>
                    <a:pt x="300" y="276"/>
                    <a:pt x="300" y="275"/>
                  </a:cubicBezTo>
                  <a:cubicBezTo>
                    <a:pt x="301" y="275"/>
                    <a:pt x="301" y="274"/>
                    <a:pt x="301" y="273"/>
                  </a:cubicBezTo>
                  <a:cubicBezTo>
                    <a:pt x="301" y="273"/>
                    <a:pt x="301" y="273"/>
                    <a:pt x="301" y="273"/>
                  </a:cubicBezTo>
                  <a:cubicBezTo>
                    <a:pt x="302" y="271"/>
                    <a:pt x="302" y="269"/>
                    <a:pt x="303" y="268"/>
                  </a:cubicBezTo>
                  <a:cubicBezTo>
                    <a:pt x="303" y="267"/>
                    <a:pt x="303" y="267"/>
                    <a:pt x="303" y="267"/>
                  </a:cubicBezTo>
                  <a:cubicBezTo>
                    <a:pt x="304" y="266"/>
                    <a:pt x="304" y="266"/>
                    <a:pt x="304" y="265"/>
                  </a:cubicBezTo>
                  <a:cubicBezTo>
                    <a:pt x="304" y="265"/>
                    <a:pt x="305" y="265"/>
                    <a:pt x="305" y="265"/>
                  </a:cubicBezTo>
                  <a:cubicBezTo>
                    <a:pt x="305" y="264"/>
                    <a:pt x="305" y="264"/>
                    <a:pt x="306" y="263"/>
                  </a:cubicBezTo>
                  <a:cubicBezTo>
                    <a:pt x="306" y="263"/>
                    <a:pt x="306" y="263"/>
                    <a:pt x="306" y="263"/>
                  </a:cubicBezTo>
                  <a:cubicBezTo>
                    <a:pt x="307" y="262"/>
                    <a:pt x="307" y="262"/>
                    <a:pt x="308" y="261"/>
                  </a:cubicBezTo>
                  <a:cubicBezTo>
                    <a:pt x="308" y="261"/>
                    <a:pt x="308" y="261"/>
                    <a:pt x="308" y="261"/>
                  </a:cubicBezTo>
                  <a:cubicBezTo>
                    <a:pt x="308" y="260"/>
                    <a:pt x="309" y="260"/>
                    <a:pt x="309" y="260"/>
                  </a:cubicBezTo>
                  <a:cubicBezTo>
                    <a:pt x="310" y="260"/>
                    <a:pt x="310" y="260"/>
                    <a:pt x="310" y="259"/>
                  </a:cubicBezTo>
                  <a:cubicBezTo>
                    <a:pt x="310" y="259"/>
                    <a:pt x="311" y="259"/>
                    <a:pt x="311" y="259"/>
                  </a:cubicBezTo>
                  <a:cubicBezTo>
                    <a:pt x="312" y="259"/>
                    <a:pt x="312" y="259"/>
                    <a:pt x="312" y="259"/>
                  </a:cubicBezTo>
                  <a:cubicBezTo>
                    <a:pt x="313" y="258"/>
                    <a:pt x="313" y="258"/>
                    <a:pt x="314" y="258"/>
                  </a:cubicBezTo>
                  <a:cubicBezTo>
                    <a:pt x="334" y="255"/>
                    <a:pt x="346" y="251"/>
                    <a:pt x="351" y="241"/>
                  </a:cubicBezTo>
                  <a:cubicBezTo>
                    <a:pt x="357" y="231"/>
                    <a:pt x="363" y="229"/>
                    <a:pt x="372" y="229"/>
                  </a:cubicBezTo>
                  <a:cubicBezTo>
                    <a:pt x="381" y="229"/>
                    <a:pt x="387" y="229"/>
                    <a:pt x="392" y="222"/>
                  </a:cubicBezTo>
                  <a:cubicBezTo>
                    <a:pt x="397" y="215"/>
                    <a:pt x="412" y="215"/>
                    <a:pt x="413" y="225"/>
                  </a:cubicBezTo>
                  <a:cubicBezTo>
                    <a:pt x="413" y="234"/>
                    <a:pt x="412" y="237"/>
                    <a:pt x="423" y="237"/>
                  </a:cubicBezTo>
                  <a:cubicBezTo>
                    <a:pt x="435" y="237"/>
                    <a:pt x="436" y="228"/>
                    <a:pt x="447" y="229"/>
                  </a:cubicBezTo>
                  <a:cubicBezTo>
                    <a:pt x="457" y="229"/>
                    <a:pt x="473" y="233"/>
                    <a:pt x="477" y="207"/>
                  </a:cubicBezTo>
                  <a:cubicBezTo>
                    <a:pt x="481" y="182"/>
                    <a:pt x="495" y="179"/>
                    <a:pt x="511" y="179"/>
                  </a:cubicBezTo>
                  <a:cubicBezTo>
                    <a:pt x="527" y="179"/>
                    <a:pt x="581" y="184"/>
                    <a:pt x="583" y="169"/>
                  </a:cubicBezTo>
                  <a:cubicBezTo>
                    <a:pt x="585" y="155"/>
                    <a:pt x="616" y="138"/>
                    <a:pt x="635" y="130"/>
                  </a:cubicBezTo>
                  <a:cubicBezTo>
                    <a:pt x="653" y="122"/>
                    <a:pt x="663" y="115"/>
                    <a:pt x="679" y="113"/>
                  </a:cubicBezTo>
                  <a:cubicBezTo>
                    <a:pt x="694" y="111"/>
                    <a:pt x="701" y="113"/>
                    <a:pt x="702" y="103"/>
                  </a:cubicBezTo>
                  <a:cubicBezTo>
                    <a:pt x="702" y="102"/>
                    <a:pt x="702" y="101"/>
                    <a:pt x="702" y="101"/>
                  </a:cubicBezTo>
                  <a:cubicBezTo>
                    <a:pt x="702" y="100"/>
                    <a:pt x="702" y="100"/>
                    <a:pt x="702" y="100"/>
                  </a:cubicBezTo>
                  <a:cubicBezTo>
                    <a:pt x="702" y="99"/>
                    <a:pt x="702" y="99"/>
                    <a:pt x="702" y="98"/>
                  </a:cubicBezTo>
                  <a:cubicBezTo>
                    <a:pt x="702" y="98"/>
                    <a:pt x="702" y="97"/>
                    <a:pt x="702" y="97"/>
                  </a:cubicBezTo>
                  <a:cubicBezTo>
                    <a:pt x="702" y="97"/>
                    <a:pt x="702" y="96"/>
                    <a:pt x="702" y="95"/>
                  </a:cubicBezTo>
                  <a:cubicBezTo>
                    <a:pt x="702" y="95"/>
                    <a:pt x="702" y="95"/>
                    <a:pt x="702" y="94"/>
                  </a:cubicBezTo>
                  <a:cubicBezTo>
                    <a:pt x="702" y="94"/>
                    <a:pt x="702" y="93"/>
                    <a:pt x="702" y="92"/>
                  </a:cubicBezTo>
                  <a:cubicBezTo>
                    <a:pt x="702" y="92"/>
                    <a:pt x="702" y="92"/>
                    <a:pt x="702" y="91"/>
                  </a:cubicBezTo>
                  <a:cubicBezTo>
                    <a:pt x="702" y="90"/>
                    <a:pt x="702" y="90"/>
                    <a:pt x="702" y="89"/>
                  </a:cubicBezTo>
                  <a:cubicBezTo>
                    <a:pt x="702" y="89"/>
                    <a:pt x="702" y="89"/>
                    <a:pt x="702" y="88"/>
                  </a:cubicBezTo>
                  <a:cubicBezTo>
                    <a:pt x="701" y="86"/>
                    <a:pt x="701" y="83"/>
                    <a:pt x="701" y="81"/>
                  </a:cubicBezTo>
                  <a:cubicBezTo>
                    <a:pt x="690" y="79"/>
                    <a:pt x="679" y="77"/>
                    <a:pt x="673" y="7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2623" y="538"/>
              <a:ext cx="1338" cy="566"/>
            </a:xfrm>
            <a:custGeom>
              <a:avLst/>
              <a:gdLst>
                <a:gd name="T0" fmla="*/ 30 w 2048"/>
                <a:gd name="T1" fmla="*/ 313 h 865"/>
                <a:gd name="T2" fmla="*/ 116 w 2048"/>
                <a:gd name="T3" fmla="*/ 351 h 865"/>
                <a:gd name="T4" fmla="*/ 164 w 2048"/>
                <a:gd name="T5" fmla="*/ 395 h 865"/>
                <a:gd name="T6" fmla="*/ 206 w 2048"/>
                <a:gd name="T7" fmla="*/ 472 h 865"/>
                <a:gd name="T8" fmla="*/ 180 w 2048"/>
                <a:gd name="T9" fmla="*/ 542 h 865"/>
                <a:gd name="T10" fmla="*/ 266 w 2048"/>
                <a:gd name="T11" fmla="*/ 584 h 865"/>
                <a:gd name="T12" fmla="*/ 374 w 2048"/>
                <a:gd name="T13" fmla="*/ 599 h 865"/>
                <a:gd name="T14" fmla="*/ 455 w 2048"/>
                <a:gd name="T15" fmla="*/ 649 h 865"/>
                <a:gd name="T16" fmla="*/ 507 w 2048"/>
                <a:gd name="T17" fmla="*/ 708 h 865"/>
                <a:gd name="T18" fmla="*/ 570 w 2048"/>
                <a:gd name="T19" fmla="*/ 767 h 865"/>
                <a:gd name="T20" fmla="*/ 747 w 2048"/>
                <a:gd name="T21" fmla="*/ 781 h 865"/>
                <a:gd name="T22" fmla="*/ 892 w 2048"/>
                <a:gd name="T23" fmla="*/ 793 h 865"/>
                <a:gd name="T24" fmla="*/ 990 w 2048"/>
                <a:gd name="T25" fmla="*/ 835 h 865"/>
                <a:gd name="T26" fmla="*/ 1102 w 2048"/>
                <a:gd name="T27" fmla="*/ 853 h 865"/>
                <a:gd name="T28" fmla="*/ 1203 w 2048"/>
                <a:gd name="T29" fmla="*/ 802 h 865"/>
                <a:gd name="T30" fmla="*/ 1363 w 2048"/>
                <a:gd name="T31" fmla="*/ 790 h 865"/>
                <a:gd name="T32" fmla="*/ 1491 w 2048"/>
                <a:gd name="T33" fmla="*/ 717 h 865"/>
                <a:gd name="T34" fmla="*/ 1499 w 2048"/>
                <a:gd name="T35" fmla="*/ 638 h 865"/>
                <a:gd name="T36" fmla="*/ 1564 w 2048"/>
                <a:gd name="T37" fmla="*/ 585 h 865"/>
                <a:gd name="T38" fmla="*/ 1674 w 2048"/>
                <a:gd name="T39" fmla="*/ 592 h 865"/>
                <a:gd name="T40" fmla="*/ 1811 w 2048"/>
                <a:gd name="T41" fmla="*/ 522 h 865"/>
                <a:gd name="T42" fmla="*/ 1946 w 2048"/>
                <a:gd name="T43" fmla="*/ 449 h 865"/>
                <a:gd name="T44" fmla="*/ 2043 w 2048"/>
                <a:gd name="T45" fmla="*/ 455 h 865"/>
                <a:gd name="T46" fmla="*/ 1945 w 2048"/>
                <a:gd name="T47" fmla="*/ 351 h 865"/>
                <a:gd name="T48" fmla="*/ 1852 w 2048"/>
                <a:gd name="T49" fmla="*/ 361 h 865"/>
                <a:gd name="T50" fmla="*/ 1767 w 2048"/>
                <a:gd name="T51" fmla="*/ 336 h 865"/>
                <a:gd name="T52" fmla="*/ 1810 w 2048"/>
                <a:gd name="T53" fmla="*/ 248 h 865"/>
                <a:gd name="T54" fmla="*/ 1836 w 2048"/>
                <a:gd name="T55" fmla="*/ 194 h 865"/>
                <a:gd name="T56" fmla="*/ 1804 w 2048"/>
                <a:gd name="T57" fmla="*/ 182 h 865"/>
                <a:gd name="T58" fmla="*/ 1724 w 2048"/>
                <a:gd name="T59" fmla="*/ 168 h 865"/>
                <a:gd name="T60" fmla="*/ 1646 w 2048"/>
                <a:gd name="T61" fmla="*/ 180 h 865"/>
                <a:gd name="T62" fmla="*/ 1575 w 2048"/>
                <a:gd name="T63" fmla="*/ 224 h 865"/>
                <a:gd name="T64" fmla="*/ 1464 w 2048"/>
                <a:gd name="T65" fmla="*/ 254 h 865"/>
                <a:gd name="T66" fmla="*/ 1324 w 2048"/>
                <a:gd name="T67" fmla="*/ 241 h 865"/>
                <a:gd name="T68" fmla="*/ 1238 w 2048"/>
                <a:gd name="T69" fmla="*/ 187 h 865"/>
                <a:gd name="T70" fmla="*/ 1157 w 2048"/>
                <a:gd name="T71" fmla="*/ 154 h 865"/>
                <a:gd name="T72" fmla="*/ 1081 w 2048"/>
                <a:gd name="T73" fmla="*/ 152 h 865"/>
                <a:gd name="T74" fmla="*/ 997 w 2048"/>
                <a:gd name="T75" fmla="*/ 170 h 865"/>
                <a:gd name="T76" fmla="*/ 921 w 2048"/>
                <a:gd name="T77" fmla="*/ 121 h 865"/>
                <a:gd name="T78" fmla="*/ 873 w 2048"/>
                <a:gd name="T79" fmla="*/ 65 h 865"/>
                <a:gd name="T80" fmla="*/ 787 w 2048"/>
                <a:gd name="T81" fmla="*/ 40 h 865"/>
                <a:gd name="T82" fmla="*/ 715 w 2048"/>
                <a:gd name="T83" fmla="*/ 12 h 865"/>
                <a:gd name="T84" fmla="*/ 654 w 2048"/>
                <a:gd name="T85" fmla="*/ 62 h 865"/>
                <a:gd name="T86" fmla="*/ 650 w 2048"/>
                <a:gd name="T87" fmla="*/ 124 h 865"/>
                <a:gd name="T88" fmla="*/ 659 w 2048"/>
                <a:gd name="T89" fmla="*/ 176 h 865"/>
                <a:gd name="T90" fmla="*/ 607 w 2048"/>
                <a:gd name="T91" fmla="*/ 206 h 865"/>
                <a:gd name="T92" fmla="*/ 547 w 2048"/>
                <a:gd name="T93" fmla="*/ 197 h 865"/>
                <a:gd name="T94" fmla="*/ 477 w 2048"/>
                <a:gd name="T95" fmla="*/ 191 h 865"/>
                <a:gd name="T96" fmla="*/ 417 w 2048"/>
                <a:gd name="T97" fmla="*/ 144 h 865"/>
                <a:gd name="T98" fmla="*/ 322 w 2048"/>
                <a:gd name="T99" fmla="*/ 130 h 865"/>
                <a:gd name="T100" fmla="*/ 259 w 2048"/>
                <a:gd name="T101" fmla="*/ 127 h 865"/>
                <a:gd name="T102" fmla="*/ 165 w 2048"/>
                <a:gd name="T103" fmla="*/ 168 h 865"/>
                <a:gd name="T104" fmla="*/ 102 w 2048"/>
                <a:gd name="T105" fmla="*/ 218 h 865"/>
                <a:gd name="T106" fmla="*/ 11 w 2048"/>
                <a:gd name="T107" fmla="*/ 254 h 865"/>
                <a:gd name="T108" fmla="*/ 6 w 2048"/>
                <a:gd name="T109" fmla="*/ 259 h 865"/>
                <a:gd name="T110" fmla="*/ 3 w 2048"/>
                <a:gd name="T111" fmla="*/ 261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48" h="865">
                  <a:moveTo>
                    <a:pt x="2" y="278"/>
                  </a:moveTo>
                  <a:cubicBezTo>
                    <a:pt x="6" y="289"/>
                    <a:pt x="10" y="289"/>
                    <a:pt x="12" y="296"/>
                  </a:cubicBezTo>
                  <a:cubicBezTo>
                    <a:pt x="14" y="303"/>
                    <a:pt x="16" y="308"/>
                    <a:pt x="30" y="313"/>
                  </a:cubicBezTo>
                  <a:cubicBezTo>
                    <a:pt x="44" y="318"/>
                    <a:pt x="47" y="320"/>
                    <a:pt x="49" y="326"/>
                  </a:cubicBezTo>
                  <a:cubicBezTo>
                    <a:pt x="51" y="332"/>
                    <a:pt x="68" y="349"/>
                    <a:pt x="81" y="350"/>
                  </a:cubicBezTo>
                  <a:cubicBezTo>
                    <a:pt x="94" y="351"/>
                    <a:pt x="112" y="344"/>
                    <a:pt x="116" y="351"/>
                  </a:cubicBezTo>
                  <a:cubicBezTo>
                    <a:pt x="120" y="358"/>
                    <a:pt x="126" y="357"/>
                    <a:pt x="134" y="359"/>
                  </a:cubicBezTo>
                  <a:cubicBezTo>
                    <a:pt x="142" y="361"/>
                    <a:pt x="151" y="370"/>
                    <a:pt x="154" y="375"/>
                  </a:cubicBezTo>
                  <a:cubicBezTo>
                    <a:pt x="157" y="380"/>
                    <a:pt x="163" y="385"/>
                    <a:pt x="164" y="395"/>
                  </a:cubicBezTo>
                  <a:cubicBezTo>
                    <a:pt x="165" y="405"/>
                    <a:pt x="167" y="415"/>
                    <a:pt x="180" y="425"/>
                  </a:cubicBezTo>
                  <a:cubicBezTo>
                    <a:pt x="193" y="435"/>
                    <a:pt x="190" y="445"/>
                    <a:pt x="202" y="450"/>
                  </a:cubicBezTo>
                  <a:cubicBezTo>
                    <a:pt x="214" y="455"/>
                    <a:pt x="220" y="466"/>
                    <a:pt x="206" y="472"/>
                  </a:cubicBezTo>
                  <a:cubicBezTo>
                    <a:pt x="192" y="478"/>
                    <a:pt x="190" y="493"/>
                    <a:pt x="197" y="498"/>
                  </a:cubicBezTo>
                  <a:cubicBezTo>
                    <a:pt x="204" y="503"/>
                    <a:pt x="213" y="505"/>
                    <a:pt x="200" y="514"/>
                  </a:cubicBezTo>
                  <a:cubicBezTo>
                    <a:pt x="187" y="523"/>
                    <a:pt x="181" y="533"/>
                    <a:pt x="180" y="542"/>
                  </a:cubicBezTo>
                  <a:cubicBezTo>
                    <a:pt x="179" y="551"/>
                    <a:pt x="170" y="555"/>
                    <a:pt x="186" y="563"/>
                  </a:cubicBezTo>
                  <a:cubicBezTo>
                    <a:pt x="202" y="571"/>
                    <a:pt x="194" y="580"/>
                    <a:pt x="212" y="582"/>
                  </a:cubicBezTo>
                  <a:cubicBezTo>
                    <a:pt x="230" y="584"/>
                    <a:pt x="253" y="580"/>
                    <a:pt x="266" y="584"/>
                  </a:cubicBezTo>
                  <a:cubicBezTo>
                    <a:pt x="279" y="588"/>
                    <a:pt x="283" y="591"/>
                    <a:pt x="296" y="591"/>
                  </a:cubicBezTo>
                  <a:cubicBezTo>
                    <a:pt x="309" y="591"/>
                    <a:pt x="317" y="589"/>
                    <a:pt x="328" y="590"/>
                  </a:cubicBezTo>
                  <a:cubicBezTo>
                    <a:pt x="339" y="591"/>
                    <a:pt x="366" y="586"/>
                    <a:pt x="374" y="599"/>
                  </a:cubicBezTo>
                  <a:cubicBezTo>
                    <a:pt x="382" y="612"/>
                    <a:pt x="387" y="615"/>
                    <a:pt x="397" y="618"/>
                  </a:cubicBezTo>
                  <a:cubicBezTo>
                    <a:pt x="407" y="621"/>
                    <a:pt x="415" y="621"/>
                    <a:pt x="421" y="628"/>
                  </a:cubicBezTo>
                  <a:cubicBezTo>
                    <a:pt x="427" y="635"/>
                    <a:pt x="440" y="647"/>
                    <a:pt x="455" y="649"/>
                  </a:cubicBezTo>
                  <a:cubicBezTo>
                    <a:pt x="470" y="651"/>
                    <a:pt x="481" y="652"/>
                    <a:pt x="486" y="662"/>
                  </a:cubicBezTo>
                  <a:cubicBezTo>
                    <a:pt x="491" y="672"/>
                    <a:pt x="484" y="675"/>
                    <a:pt x="495" y="682"/>
                  </a:cubicBezTo>
                  <a:cubicBezTo>
                    <a:pt x="506" y="689"/>
                    <a:pt x="506" y="697"/>
                    <a:pt x="507" y="708"/>
                  </a:cubicBezTo>
                  <a:cubicBezTo>
                    <a:pt x="508" y="719"/>
                    <a:pt x="510" y="727"/>
                    <a:pt x="521" y="736"/>
                  </a:cubicBezTo>
                  <a:cubicBezTo>
                    <a:pt x="532" y="745"/>
                    <a:pt x="534" y="739"/>
                    <a:pt x="542" y="756"/>
                  </a:cubicBezTo>
                  <a:cubicBezTo>
                    <a:pt x="550" y="773"/>
                    <a:pt x="556" y="768"/>
                    <a:pt x="570" y="767"/>
                  </a:cubicBezTo>
                  <a:cubicBezTo>
                    <a:pt x="584" y="766"/>
                    <a:pt x="611" y="760"/>
                    <a:pt x="631" y="771"/>
                  </a:cubicBezTo>
                  <a:cubicBezTo>
                    <a:pt x="651" y="782"/>
                    <a:pt x="674" y="778"/>
                    <a:pt x="687" y="778"/>
                  </a:cubicBezTo>
                  <a:cubicBezTo>
                    <a:pt x="700" y="778"/>
                    <a:pt x="729" y="789"/>
                    <a:pt x="747" y="781"/>
                  </a:cubicBezTo>
                  <a:cubicBezTo>
                    <a:pt x="765" y="773"/>
                    <a:pt x="774" y="772"/>
                    <a:pt x="786" y="773"/>
                  </a:cubicBezTo>
                  <a:cubicBezTo>
                    <a:pt x="798" y="774"/>
                    <a:pt x="809" y="774"/>
                    <a:pt x="823" y="780"/>
                  </a:cubicBezTo>
                  <a:cubicBezTo>
                    <a:pt x="837" y="786"/>
                    <a:pt x="867" y="774"/>
                    <a:pt x="892" y="793"/>
                  </a:cubicBezTo>
                  <a:cubicBezTo>
                    <a:pt x="917" y="812"/>
                    <a:pt x="916" y="817"/>
                    <a:pt x="930" y="817"/>
                  </a:cubicBezTo>
                  <a:cubicBezTo>
                    <a:pt x="944" y="817"/>
                    <a:pt x="946" y="824"/>
                    <a:pt x="963" y="824"/>
                  </a:cubicBezTo>
                  <a:cubicBezTo>
                    <a:pt x="980" y="824"/>
                    <a:pt x="979" y="828"/>
                    <a:pt x="990" y="835"/>
                  </a:cubicBezTo>
                  <a:cubicBezTo>
                    <a:pt x="1001" y="842"/>
                    <a:pt x="1005" y="843"/>
                    <a:pt x="1019" y="841"/>
                  </a:cubicBezTo>
                  <a:cubicBezTo>
                    <a:pt x="1033" y="839"/>
                    <a:pt x="1049" y="829"/>
                    <a:pt x="1062" y="843"/>
                  </a:cubicBezTo>
                  <a:cubicBezTo>
                    <a:pt x="1075" y="857"/>
                    <a:pt x="1091" y="865"/>
                    <a:pt x="1102" y="853"/>
                  </a:cubicBezTo>
                  <a:cubicBezTo>
                    <a:pt x="1113" y="841"/>
                    <a:pt x="1113" y="836"/>
                    <a:pt x="1126" y="836"/>
                  </a:cubicBezTo>
                  <a:cubicBezTo>
                    <a:pt x="1139" y="836"/>
                    <a:pt x="1135" y="822"/>
                    <a:pt x="1153" y="821"/>
                  </a:cubicBezTo>
                  <a:cubicBezTo>
                    <a:pt x="1171" y="820"/>
                    <a:pt x="1188" y="805"/>
                    <a:pt x="1203" y="802"/>
                  </a:cubicBezTo>
                  <a:cubicBezTo>
                    <a:pt x="1218" y="799"/>
                    <a:pt x="1246" y="791"/>
                    <a:pt x="1260" y="791"/>
                  </a:cubicBezTo>
                  <a:cubicBezTo>
                    <a:pt x="1274" y="791"/>
                    <a:pt x="1282" y="788"/>
                    <a:pt x="1310" y="791"/>
                  </a:cubicBezTo>
                  <a:cubicBezTo>
                    <a:pt x="1338" y="794"/>
                    <a:pt x="1350" y="794"/>
                    <a:pt x="1363" y="790"/>
                  </a:cubicBezTo>
                  <a:cubicBezTo>
                    <a:pt x="1376" y="786"/>
                    <a:pt x="1393" y="774"/>
                    <a:pt x="1409" y="774"/>
                  </a:cubicBezTo>
                  <a:cubicBezTo>
                    <a:pt x="1425" y="774"/>
                    <a:pt x="1435" y="768"/>
                    <a:pt x="1450" y="755"/>
                  </a:cubicBezTo>
                  <a:cubicBezTo>
                    <a:pt x="1465" y="742"/>
                    <a:pt x="1462" y="725"/>
                    <a:pt x="1491" y="717"/>
                  </a:cubicBezTo>
                  <a:cubicBezTo>
                    <a:pt x="1520" y="709"/>
                    <a:pt x="1522" y="700"/>
                    <a:pt x="1530" y="695"/>
                  </a:cubicBezTo>
                  <a:cubicBezTo>
                    <a:pt x="1538" y="690"/>
                    <a:pt x="1543" y="678"/>
                    <a:pt x="1526" y="669"/>
                  </a:cubicBezTo>
                  <a:cubicBezTo>
                    <a:pt x="1509" y="660"/>
                    <a:pt x="1497" y="644"/>
                    <a:pt x="1499" y="638"/>
                  </a:cubicBezTo>
                  <a:cubicBezTo>
                    <a:pt x="1501" y="632"/>
                    <a:pt x="1501" y="626"/>
                    <a:pt x="1509" y="621"/>
                  </a:cubicBezTo>
                  <a:cubicBezTo>
                    <a:pt x="1517" y="616"/>
                    <a:pt x="1513" y="591"/>
                    <a:pt x="1529" y="588"/>
                  </a:cubicBezTo>
                  <a:cubicBezTo>
                    <a:pt x="1545" y="585"/>
                    <a:pt x="1549" y="573"/>
                    <a:pt x="1564" y="585"/>
                  </a:cubicBezTo>
                  <a:cubicBezTo>
                    <a:pt x="1579" y="597"/>
                    <a:pt x="1579" y="602"/>
                    <a:pt x="1594" y="604"/>
                  </a:cubicBezTo>
                  <a:cubicBezTo>
                    <a:pt x="1609" y="606"/>
                    <a:pt x="1622" y="614"/>
                    <a:pt x="1638" y="609"/>
                  </a:cubicBezTo>
                  <a:cubicBezTo>
                    <a:pt x="1654" y="604"/>
                    <a:pt x="1662" y="595"/>
                    <a:pt x="1674" y="592"/>
                  </a:cubicBezTo>
                  <a:cubicBezTo>
                    <a:pt x="1686" y="589"/>
                    <a:pt x="1693" y="557"/>
                    <a:pt x="1709" y="557"/>
                  </a:cubicBezTo>
                  <a:cubicBezTo>
                    <a:pt x="1725" y="557"/>
                    <a:pt x="1755" y="571"/>
                    <a:pt x="1774" y="558"/>
                  </a:cubicBezTo>
                  <a:cubicBezTo>
                    <a:pt x="1793" y="545"/>
                    <a:pt x="1803" y="542"/>
                    <a:pt x="1811" y="522"/>
                  </a:cubicBezTo>
                  <a:cubicBezTo>
                    <a:pt x="1819" y="502"/>
                    <a:pt x="1823" y="484"/>
                    <a:pt x="1850" y="481"/>
                  </a:cubicBezTo>
                  <a:cubicBezTo>
                    <a:pt x="1877" y="478"/>
                    <a:pt x="1884" y="464"/>
                    <a:pt x="1904" y="465"/>
                  </a:cubicBezTo>
                  <a:cubicBezTo>
                    <a:pt x="1924" y="466"/>
                    <a:pt x="1931" y="449"/>
                    <a:pt x="1946" y="449"/>
                  </a:cubicBezTo>
                  <a:cubicBezTo>
                    <a:pt x="1961" y="449"/>
                    <a:pt x="1976" y="445"/>
                    <a:pt x="1985" y="451"/>
                  </a:cubicBezTo>
                  <a:cubicBezTo>
                    <a:pt x="1994" y="457"/>
                    <a:pt x="1994" y="469"/>
                    <a:pt x="2010" y="463"/>
                  </a:cubicBezTo>
                  <a:cubicBezTo>
                    <a:pt x="2026" y="457"/>
                    <a:pt x="2038" y="461"/>
                    <a:pt x="2043" y="455"/>
                  </a:cubicBezTo>
                  <a:cubicBezTo>
                    <a:pt x="2048" y="449"/>
                    <a:pt x="2048" y="430"/>
                    <a:pt x="2033" y="419"/>
                  </a:cubicBezTo>
                  <a:cubicBezTo>
                    <a:pt x="2018" y="408"/>
                    <a:pt x="1989" y="386"/>
                    <a:pt x="1982" y="374"/>
                  </a:cubicBezTo>
                  <a:cubicBezTo>
                    <a:pt x="1975" y="362"/>
                    <a:pt x="1952" y="354"/>
                    <a:pt x="1945" y="351"/>
                  </a:cubicBezTo>
                  <a:cubicBezTo>
                    <a:pt x="1938" y="348"/>
                    <a:pt x="1914" y="345"/>
                    <a:pt x="1906" y="353"/>
                  </a:cubicBezTo>
                  <a:cubicBezTo>
                    <a:pt x="1898" y="361"/>
                    <a:pt x="1891" y="376"/>
                    <a:pt x="1879" y="375"/>
                  </a:cubicBezTo>
                  <a:cubicBezTo>
                    <a:pt x="1867" y="374"/>
                    <a:pt x="1866" y="357"/>
                    <a:pt x="1852" y="361"/>
                  </a:cubicBezTo>
                  <a:cubicBezTo>
                    <a:pt x="1838" y="365"/>
                    <a:pt x="1807" y="357"/>
                    <a:pt x="1803" y="363"/>
                  </a:cubicBezTo>
                  <a:cubicBezTo>
                    <a:pt x="1799" y="369"/>
                    <a:pt x="1796" y="385"/>
                    <a:pt x="1780" y="371"/>
                  </a:cubicBezTo>
                  <a:cubicBezTo>
                    <a:pt x="1764" y="357"/>
                    <a:pt x="1752" y="339"/>
                    <a:pt x="1767" y="336"/>
                  </a:cubicBezTo>
                  <a:cubicBezTo>
                    <a:pt x="1782" y="333"/>
                    <a:pt x="1785" y="335"/>
                    <a:pt x="1785" y="317"/>
                  </a:cubicBezTo>
                  <a:cubicBezTo>
                    <a:pt x="1785" y="299"/>
                    <a:pt x="1781" y="296"/>
                    <a:pt x="1793" y="285"/>
                  </a:cubicBezTo>
                  <a:cubicBezTo>
                    <a:pt x="1805" y="274"/>
                    <a:pt x="1798" y="258"/>
                    <a:pt x="1810" y="248"/>
                  </a:cubicBezTo>
                  <a:cubicBezTo>
                    <a:pt x="1820" y="240"/>
                    <a:pt x="1827" y="214"/>
                    <a:pt x="1838" y="197"/>
                  </a:cubicBezTo>
                  <a:cubicBezTo>
                    <a:pt x="1838" y="197"/>
                    <a:pt x="1838" y="197"/>
                    <a:pt x="1838" y="197"/>
                  </a:cubicBezTo>
                  <a:cubicBezTo>
                    <a:pt x="1838" y="196"/>
                    <a:pt x="1837" y="195"/>
                    <a:pt x="1836" y="194"/>
                  </a:cubicBezTo>
                  <a:cubicBezTo>
                    <a:pt x="1836" y="194"/>
                    <a:pt x="1836" y="194"/>
                    <a:pt x="1836" y="194"/>
                  </a:cubicBezTo>
                  <a:cubicBezTo>
                    <a:pt x="1836" y="193"/>
                    <a:pt x="1835" y="192"/>
                    <a:pt x="1834" y="191"/>
                  </a:cubicBezTo>
                  <a:cubicBezTo>
                    <a:pt x="1827" y="182"/>
                    <a:pt x="1816" y="184"/>
                    <a:pt x="1804" y="182"/>
                  </a:cubicBezTo>
                  <a:cubicBezTo>
                    <a:pt x="1792" y="180"/>
                    <a:pt x="1789" y="186"/>
                    <a:pt x="1783" y="192"/>
                  </a:cubicBezTo>
                  <a:cubicBezTo>
                    <a:pt x="1777" y="198"/>
                    <a:pt x="1757" y="196"/>
                    <a:pt x="1745" y="189"/>
                  </a:cubicBezTo>
                  <a:cubicBezTo>
                    <a:pt x="1733" y="182"/>
                    <a:pt x="1742" y="175"/>
                    <a:pt x="1724" y="168"/>
                  </a:cubicBezTo>
                  <a:cubicBezTo>
                    <a:pt x="1706" y="162"/>
                    <a:pt x="1701" y="161"/>
                    <a:pt x="1686" y="162"/>
                  </a:cubicBezTo>
                  <a:cubicBezTo>
                    <a:pt x="1671" y="162"/>
                    <a:pt x="1674" y="163"/>
                    <a:pt x="1664" y="170"/>
                  </a:cubicBezTo>
                  <a:cubicBezTo>
                    <a:pt x="1654" y="176"/>
                    <a:pt x="1659" y="177"/>
                    <a:pt x="1646" y="180"/>
                  </a:cubicBezTo>
                  <a:cubicBezTo>
                    <a:pt x="1633" y="182"/>
                    <a:pt x="1633" y="189"/>
                    <a:pt x="1621" y="194"/>
                  </a:cubicBezTo>
                  <a:cubicBezTo>
                    <a:pt x="1608" y="200"/>
                    <a:pt x="1611" y="204"/>
                    <a:pt x="1609" y="215"/>
                  </a:cubicBezTo>
                  <a:cubicBezTo>
                    <a:pt x="1607" y="226"/>
                    <a:pt x="1589" y="224"/>
                    <a:pt x="1575" y="224"/>
                  </a:cubicBezTo>
                  <a:cubicBezTo>
                    <a:pt x="1561" y="224"/>
                    <a:pt x="1559" y="230"/>
                    <a:pt x="1546" y="232"/>
                  </a:cubicBezTo>
                  <a:cubicBezTo>
                    <a:pt x="1533" y="234"/>
                    <a:pt x="1519" y="237"/>
                    <a:pt x="1498" y="237"/>
                  </a:cubicBezTo>
                  <a:cubicBezTo>
                    <a:pt x="1477" y="237"/>
                    <a:pt x="1480" y="253"/>
                    <a:pt x="1464" y="254"/>
                  </a:cubicBezTo>
                  <a:cubicBezTo>
                    <a:pt x="1448" y="254"/>
                    <a:pt x="1418" y="253"/>
                    <a:pt x="1401" y="253"/>
                  </a:cubicBezTo>
                  <a:cubicBezTo>
                    <a:pt x="1383" y="253"/>
                    <a:pt x="1383" y="248"/>
                    <a:pt x="1365" y="240"/>
                  </a:cubicBezTo>
                  <a:cubicBezTo>
                    <a:pt x="1347" y="231"/>
                    <a:pt x="1339" y="240"/>
                    <a:pt x="1324" y="241"/>
                  </a:cubicBezTo>
                  <a:cubicBezTo>
                    <a:pt x="1309" y="242"/>
                    <a:pt x="1309" y="230"/>
                    <a:pt x="1297" y="226"/>
                  </a:cubicBezTo>
                  <a:cubicBezTo>
                    <a:pt x="1286" y="221"/>
                    <a:pt x="1281" y="214"/>
                    <a:pt x="1280" y="198"/>
                  </a:cubicBezTo>
                  <a:cubicBezTo>
                    <a:pt x="1279" y="182"/>
                    <a:pt x="1254" y="187"/>
                    <a:pt x="1238" y="187"/>
                  </a:cubicBezTo>
                  <a:cubicBezTo>
                    <a:pt x="1222" y="187"/>
                    <a:pt x="1219" y="170"/>
                    <a:pt x="1207" y="159"/>
                  </a:cubicBezTo>
                  <a:cubicBezTo>
                    <a:pt x="1195" y="148"/>
                    <a:pt x="1186" y="162"/>
                    <a:pt x="1174" y="162"/>
                  </a:cubicBezTo>
                  <a:cubicBezTo>
                    <a:pt x="1162" y="163"/>
                    <a:pt x="1165" y="156"/>
                    <a:pt x="1157" y="154"/>
                  </a:cubicBezTo>
                  <a:cubicBezTo>
                    <a:pt x="1150" y="152"/>
                    <a:pt x="1145" y="154"/>
                    <a:pt x="1135" y="148"/>
                  </a:cubicBezTo>
                  <a:cubicBezTo>
                    <a:pt x="1125" y="142"/>
                    <a:pt x="1121" y="144"/>
                    <a:pt x="1105" y="144"/>
                  </a:cubicBezTo>
                  <a:cubicBezTo>
                    <a:pt x="1089" y="144"/>
                    <a:pt x="1092" y="151"/>
                    <a:pt x="1081" y="152"/>
                  </a:cubicBezTo>
                  <a:cubicBezTo>
                    <a:pt x="1069" y="152"/>
                    <a:pt x="1070" y="152"/>
                    <a:pt x="1056" y="159"/>
                  </a:cubicBezTo>
                  <a:cubicBezTo>
                    <a:pt x="1042" y="166"/>
                    <a:pt x="1042" y="172"/>
                    <a:pt x="1031" y="174"/>
                  </a:cubicBezTo>
                  <a:cubicBezTo>
                    <a:pt x="1021" y="176"/>
                    <a:pt x="1008" y="177"/>
                    <a:pt x="997" y="170"/>
                  </a:cubicBezTo>
                  <a:cubicBezTo>
                    <a:pt x="987" y="162"/>
                    <a:pt x="981" y="163"/>
                    <a:pt x="960" y="158"/>
                  </a:cubicBezTo>
                  <a:cubicBezTo>
                    <a:pt x="939" y="152"/>
                    <a:pt x="939" y="147"/>
                    <a:pt x="929" y="141"/>
                  </a:cubicBezTo>
                  <a:cubicBezTo>
                    <a:pt x="919" y="135"/>
                    <a:pt x="922" y="132"/>
                    <a:pt x="921" y="121"/>
                  </a:cubicBezTo>
                  <a:cubicBezTo>
                    <a:pt x="919" y="110"/>
                    <a:pt x="919" y="102"/>
                    <a:pt x="913" y="96"/>
                  </a:cubicBezTo>
                  <a:cubicBezTo>
                    <a:pt x="908" y="91"/>
                    <a:pt x="908" y="83"/>
                    <a:pt x="905" y="73"/>
                  </a:cubicBezTo>
                  <a:cubicBezTo>
                    <a:pt x="901" y="63"/>
                    <a:pt x="888" y="64"/>
                    <a:pt x="873" y="65"/>
                  </a:cubicBezTo>
                  <a:cubicBezTo>
                    <a:pt x="857" y="66"/>
                    <a:pt x="853" y="56"/>
                    <a:pt x="843" y="55"/>
                  </a:cubicBezTo>
                  <a:cubicBezTo>
                    <a:pt x="834" y="54"/>
                    <a:pt x="826" y="49"/>
                    <a:pt x="818" y="42"/>
                  </a:cubicBezTo>
                  <a:cubicBezTo>
                    <a:pt x="810" y="36"/>
                    <a:pt x="803" y="39"/>
                    <a:pt x="787" y="40"/>
                  </a:cubicBezTo>
                  <a:cubicBezTo>
                    <a:pt x="772" y="40"/>
                    <a:pt x="766" y="40"/>
                    <a:pt x="761" y="33"/>
                  </a:cubicBezTo>
                  <a:cubicBezTo>
                    <a:pt x="757" y="26"/>
                    <a:pt x="753" y="26"/>
                    <a:pt x="743" y="24"/>
                  </a:cubicBezTo>
                  <a:cubicBezTo>
                    <a:pt x="732" y="22"/>
                    <a:pt x="727" y="23"/>
                    <a:pt x="715" y="12"/>
                  </a:cubicBezTo>
                  <a:cubicBezTo>
                    <a:pt x="703" y="0"/>
                    <a:pt x="704" y="12"/>
                    <a:pt x="702" y="20"/>
                  </a:cubicBezTo>
                  <a:cubicBezTo>
                    <a:pt x="700" y="29"/>
                    <a:pt x="696" y="30"/>
                    <a:pt x="681" y="35"/>
                  </a:cubicBezTo>
                  <a:cubicBezTo>
                    <a:pt x="667" y="40"/>
                    <a:pt x="663" y="60"/>
                    <a:pt x="654" y="62"/>
                  </a:cubicBezTo>
                  <a:cubicBezTo>
                    <a:pt x="645" y="65"/>
                    <a:pt x="648" y="75"/>
                    <a:pt x="643" y="83"/>
                  </a:cubicBezTo>
                  <a:cubicBezTo>
                    <a:pt x="637" y="91"/>
                    <a:pt x="638" y="94"/>
                    <a:pt x="639" y="104"/>
                  </a:cubicBezTo>
                  <a:cubicBezTo>
                    <a:pt x="639" y="113"/>
                    <a:pt x="647" y="115"/>
                    <a:pt x="650" y="124"/>
                  </a:cubicBezTo>
                  <a:cubicBezTo>
                    <a:pt x="653" y="134"/>
                    <a:pt x="655" y="136"/>
                    <a:pt x="666" y="142"/>
                  </a:cubicBezTo>
                  <a:cubicBezTo>
                    <a:pt x="677" y="149"/>
                    <a:pt x="677" y="155"/>
                    <a:pt x="669" y="160"/>
                  </a:cubicBezTo>
                  <a:cubicBezTo>
                    <a:pt x="661" y="164"/>
                    <a:pt x="663" y="167"/>
                    <a:pt x="659" y="176"/>
                  </a:cubicBezTo>
                  <a:cubicBezTo>
                    <a:pt x="654" y="186"/>
                    <a:pt x="649" y="186"/>
                    <a:pt x="637" y="188"/>
                  </a:cubicBezTo>
                  <a:cubicBezTo>
                    <a:pt x="625" y="190"/>
                    <a:pt x="625" y="194"/>
                    <a:pt x="621" y="200"/>
                  </a:cubicBezTo>
                  <a:cubicBezTo>
                    <a:pt x="617" y="206"/>
                    <a:pt x="609" y="202"/>
                    <a:pt x="607" y="206"/>
                  </a:cubicBezTo>
                  <a:cubicBezTo>
                    <a:pt x="604" y="211"/>
                    <a:pt x="603" y="214"/>
                    <a:pt x="599" y="208"/>
                  </a:cubicBezTo>
                  <a:cubicBezTo>
                    <a:pt x="594" y="202"/>
                    <a:pt x="589" y="208"/>
                    <a:pt x="585" y="199"/>
                  </a:cubicBezTo>
                  <a:cubicBezTo>
                    <a:pt x="581" y="190"/>
                    <a:pt x="561" y="197"/>
                    <a:pt x="547" y="197"/>
                  </a:cubicBezTo>
                  <a:cubicBezTo>
                    <a:pt x="533" y="197"/>
                    <a:pt x="539" y="190"/>
                    <a:pt x="527" y="186"/>
                  </a:cubicBezTo>
                  <a:cubicBezTo>
                    <a:pt x="516" y="183"/>
                    <a:pt x="507" y="186"/>
                    <a:pt x="500" y="194"/>
                  </a:cubicBezTo>
                  <a:cubicBezTo>
                    <a:pt x="493" y="201"/>
                    <a:pt x="485" y="196"/>
                    <a:pt x="477" y="191"/>
                  </a:cubicBezTo>
                  <a:cubicBezTo>
                    <a:pt x="469" y="186"/>
                    <a:pt x="462" y="192"/>
                    <a:pt x="455" y="182"/>
                  </a:cubicBezTo>
                  <a:cubicBezTo>
                    <a:pt x="449" y="173"/>
                    <a:pt x="438" y="180"/>
                    <a:pt x="427" y="176"/>
                  </a:cubicBezTo>
                  <a:cubicBezTo>
                    <a:pt x="415" y="172"/>
                    <a:pt x="413" y="155"/>
                    <a:pt x="417" y="144"/>
                  </a:cubicBezTo>
                  <a:cubicBezTo>
                    <a:pt x="420" y="132"/>
                    <a:pt x="384" y="137"/>
                    <a:pt x="363" y="137"/>
                  </a:cubicBezTo>
                  <a:cubicBezTo>
                    <a:pt x="343" y="137"/>
                    <a:pt x="338" y="138"/>
                    <a:pt x="335" y="131"/>
                  </a:cubicBezTo>
                  <a:cubicBezTo>
                    <a:pt x="331" y="124"/>
                    <a:pt x="329" y="127"/>
                    <a:pt x="322" y="130"/>
                  </a:cubicBezTo>
                  <a:cubicBezTo>
                    <a:pt x="315" y="132"/>
                    <a:pt x="307" y="129"/>
                    <a:pt x="307" y="122"/>
                  </a:cubicBezTo>
                  <a:cubicBezTo>
                    <a:pt x="306" y="116"/>
                    <a:pt x="299" y="116"/>
                    <a:pt x="287" y="117"/>
                  </a:cubicBezTo>
                  <a:cubicBezTo>
                    <a:pt x="274" y="118"/>
                    <a:pt x="276" y="128"/>
                    <a:pt x="259" y="127"/>
                  </a:cubicBezTo>
                  <a:cubicBezTo>
                    <a:pt x="241" y="126"/>
                    <a:pt x="252" y="143"/>
                    <a:pt x="238" y="142"/>
                  </a:cubicBezTo>
                  <a:cubicBezTo>
                    <a:pt x="224" y="142"/>
                    <a:pt x="215" y="144"/>
                    <a:pt x="205" y="153"/>
                  </a:cubicBezTo>
                  <a:cubicBezTo>
                    <a:pt x="196" y="162"/>
                    <a:pt x="183" y="167"/>
                    <a:pt x="165" y="168"/>
                  </a:cubicBezTo>
                  <a:cubicBezTo>
                    <a:pt x="147" y="168"/>
                    <a:pt x="143" y="184"/>
                    <a:pt x="130" y="184"/>
                  </a:cubicBezTo>
                  <a:cubicBezTo>
                    <a:pt x="117" y="184"/>
                    <a:pt x="121" y="196"/>
                    <a:pt x="119" y="204"/>
                  </a:cubicBezTo>
                  <a:cubicBezTo>
                    <a:pt x="116" y="212"/>
                    <a:pt x="112" y="221"/>
                    <a:pt x="102" y="218"/>
                  </a:cubicBezTo>
                  <a:cubicBezTo>
                    <a:pt x="92" y="216"/>
                    <a:pt x="87" y="218"/>
                    <a:pt x="75" y="226"/>
                  </a:cubicBezTo>
                  <a:cubicBezTo>
                    <a:pt x="63" y="234"/>
                    <a:pt x="54" y="227"/>
                    <a:pt x="42" y="227"/>
                  </a:cubicBezTo>
                  <a:cubicBezTo>
                    <a:pt x="30" y="227"/>
                    <a:pt x="20" y="242"/>
                    <a:pt x="11" y="254"/>
                  </a:cubicBezTo>
                  <a:cubicBezTo>
                    <a:pt x="10" y="255"/>
                    <a:pt x="9" y="256"/>
                    <a:pt x="8" y="256"/>
                  </a:cubicBezTo>
                  <a:cubicBezTo>
                    <a:pt x="8" y="257"/>
                    <a:pt x="8" y="257"/>
                    <a:pt x="8" y="257"/>
                  </a:cubicBezTo>
                  <a:cubicBezTo>
                    <a:pt x="7" y="258"/>
                    <a:pt x="6" y="258"/>
                    <a:pt x="6" y="259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5" y="260"/>
                    <a:pt x="4" y="260"/>
                    <a:pt x="3" y="261"/>
                  </a:cubicBezTo>
                  <a:cubicBezTo>
                    <a:pt x="3" y="261"/>
                    <a:pt x="3" y="261"/>
                    <a:pt x="3" y="261"/>
                  </a:cubicBezTo>
                  <a:cubicBezTo>
                    <a:pt x="2" y="261"/>
                    <a:pt x="2" y="261"/>
                    <a:pt x="1" y="262"/>
                  </a:cubicBezTo>
                  <a:cubicBezTo>
                    <a:pt x="0" y="268"/>
                    <a:pt x="0" y="274"/>
                    <a:pt x="2" y="27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2637" y="1807"/>
              <a:ext cx="195" cy="245"/>
            </a:xfrm>
            <a:custGeom>
              <a:avLst/>
              <a:gdLst>
                <a:gd name="T0" fmla="*/ 291 w 298"/>
                <a:gd name="T1" fmla="*/ 356 h 376"/>
                <a:gd name="T2" fmla="*/ 287 w 298"/>
                <a:gd name="T3" fmla="*/ 325 h 376"/>
                <a:gd name="T4" fmla="*/ 286 w 298"/>
                <a:gd name="T5" fmla="*/ 323 h 376"/>
                <a:gd name="T6" fmla="*/ 286 w 298"/>
                <a:gd name="T7" fmla="*/ 321 h 376"/>
                <a:gd name="T8" fmla="*/ 287 w 298"/>
                <a:gd name="T9" fmla="*/ 317 h 376"/>
                <a:gd name="T10" fmla="*/ 288 w 298"/>
                <a:gd name="T11" fmla="*/ 306 h 376"/>
                <a:gd name="T12" fmla="*/ 288 w 298"/>
                <a:gd name="T13" fmla="*/ 304 h 376"/>
                <a:gd name="T14" fmla="*/ 287 w 298"/>
                <a:gd name="T15" fmla="*/ 302 h 376"/>
                <a:gd name="T16" fmla="*/ 286 w 298"/>
                <a:gd name="T17" fmla="*/ 300 h 376"/>
                <a:gd name="T18" fmla="*/ 275 w 298"/>
                <a:gd name="T19" fmla="*/ 250 h 376"/>
                <a:gd name="T20" fmla="*/ 269 w 298"/>
                <a:gd name="T21" fmla="*/ 201 h 376"/>
                <a:gd name="T22" fmla="*/ 239 w 298"/>
                <a:gd name="T23" fmla="*/ 212 h 376"/>
                <a:gd name="T24" fmla="*/ 210 w 298"/>
                <a:gd name="T25" fmla="*/ 236 h 376"/>
                <a:gd name="T26" fmla="*/ 193 w 298"/>
                <a:gd name="T27" fmla="*/ 192 h 376"/>
                <a:gd name="T28" fmla="*/ 219 w 298"/>
                <a:gd name="T29" fmla="*/ 167 h 376"/>
                <a:gd name="T30" fmla="*/ 248 w 298"/>
                <a:gd name="T31" fmla="*/ 151 h 376"/>
                <a:gd name="T32" fmla="*/ 271 w 298"/>
                <a:gd name="T33" fmla="*/ 122 h 376"/>
                <a:gd name="T34" fmla="*/ 261 w 298"/>
                <a:gd name="T35" fmla="*/ 97 h 376"/>
                <a:gd name="T36" fmla="*/ 204 w 298"/>
                <a:gd name="T37" fmla="*/ 96 h 376"/>
                <a:gd name="T38" fmla="*/ 127 w 298"/>
                <a:gd name="T39" fmla="*/ 91 h 376"/>
                <a:gd name="T40" fmla="*/ 108 w 298"/>
                <a:gd name="T41" fmla="*/ 59 h 376"/>
                <a:gd name="T42" fmla="*/ 103 w 298"/>
                <a:gd name="T43" fmla="*/ 26 h 376"/>
                <a:gd name="T44" fmla="*/ 60 w 298"/>
                <a:gd name="T45" fmla="*/ 20 h 376"/>
                <a:gd name="T46" fmla="*/ 39 w 298"/>
                <a:gd name="T47" fmla="*/ 12 h 376"/>
                <a:gd name="T48" fmla="*/ 37 w 298"/>
                <a:gd name="T49" fmla="*/ 12 h 376"/>
                <a:gd name="T50" fmla="*/ 35 w 298"/>
                <a:gd name="T51" fmla="*/ 12 h 376"/>
                <a:gd name="T52" fmla="*/ 34 w 298"/>
                <a:gd name="T53" fmla="*/ 11 h 376"/>
                <a:gd name="T54" fmla="*/ 32 w 298"/>
                <a:gd name="T55" fmla="*/ 11 h 376"/>
                <a:gd name="T56" fmla="*/ 31 w 298"/>
                <a:gd name="T57" fmla="*/ 10 h 376"/>
                <a:gd name="T58" fmla="*/ 30 w 298"/>
                <a:gd name="T59" fmla="*/ 9 h 376"/>
                <a:gd name="T60" fmla="*/ 21 w 298"/>
                <a:gd name="T61" fmla="*/ 0 h 376"/>
                <a:gd name="T62" fmla="*/ 21 w 298"/>
                <a:gd name="T63" fmla="*/ 7 h 376"/>
                <a:gd name="T64" fmla="*/ 7 w 298"/>
                <a:gd name="T65" fmla="*/ 31 h 376"/>
                <a:gd name="T66" fmla="*/ 8 w 298"/>
                <a:gd name="T67" fmla="*/ 48 h 376"/>
                <a:gd name="T68" fmla="*/ 30 w 298"/>
                <a:gd name="T69" fmla="*/ 71 h 376"/>
                <a:gd name="T70" fmla="*/ 51 w 298"/>
                <a:gd name="T71" fmla="*/ 91 h 376"/>
                <a:gd name="T72" fmla="*/ 20 w 298"/>
                <a:gd name="T73" fmla="*/ 106 h 376"/>
                <a:gd name="T74" fmla="*/ 10 w 298"/>
                <a:gd name="T75" fmla="*/ 133 h 376"/>
                <a:gd name="T76" fmla="*/ 38 w 298"/>
                <a:gd name="T77" fmla="*/ 172 h 376"/>
                <a:gd name="T78" fmla="*/ 49 w 298"/>
                <a:gd name="T79" fmla="*/ 231 h 376"/>
                <a:gd name="T80" fmla="*/ 53 w 298"/>
                <a:gd name="T81" fmla="*/ 285 h 376"/>
                <a:gd name="T82" fmla="*/ 61 w 298"/>
                <a:gd name="T83" fmla="*/ 341 h 376"/>
                <a:gd name="T84" fmla="*/ 102 w 298"/>
                <a:gd name="T85" fmla="*/ 319 h 376"/>
                <a:gd name="T86" fmla="*/ 166 w 298"/>
                <a:gd name="T87" fmla="*/ 304 h 376"/>
                <a:gd name="T88" fmla="*/ 191 w 298"/>
                <a:gd name="T89" fmla="*/ 270 h 376"/>
                <a:gd name="T90" fmla="*/ 232 w 298"/>
                <a:gd name="T91" fmla="*/ 286 h 376"/>
                <a:gd name="T92" fmla="*/ 254 w 298"/>
                <a:gd name="T93" fmla="*/ 369 h 376"/>
                <a:gd name="T94" fmla="*/ 269 w 298"/>
                <a:gd name="T95" fmla="*/ 354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8" h="376">
                  <a:moveTo>
                    <a:pt x="269" y="354"/>
                  </a:moveTo>
                  <a:cubicBezTo>
                    <a:pt x="271" y="350"/>
                    <a:pt x="285" y="355"/>
                    <a:pt x="291" y="356"/>
                  </a:cubicBezTo>
                  <a:cubicBezTo>
                    <a:pt x="298" y="356"/>
                    <a:pt x="295" y="346"/>
                    <a:pt x="289" y="340"/>
                  </a:cubicBezTo>
                  <a:cubicBezTo>
                    <a:pt x="282" y="333"/>
                    <a:pt x="289" y="330"/>
                    <a:pt x="287" y="325"/>
                  </a:cubicBezTo>
                  <a:cubicBezTo>
                    <a:pt x="286" y="325"/>
                    <a:pt x="286" y="324"/>
                    <a:pt x="286" y="323"/>
                  </a:cubicBezTo>
                  <a:cubicBezTo>
                    <a:pt x="286" y="323"/>
                    <a:pt x="286" y="323"/>
                    <a:pt x="286" y="323"/>
                  </a:cubicBezTo>
                  <a:cubicBezTo>
                    <a:pt x="286" y="322"/>
                    <a:pt x="286" y="322"/>
                    <a:pt x="286" y="321"/>
                  </a:cubicBezTo>
                  <a:cubicBezTo>
                    <a:pt x="286" y="321"/>
                    <a:pt x="286" y="321"/>
                    <a:pt x="286" y="321"/>
                  </a:cubicBezTo>
                  <a:cubicBezTo>
                    <a:pt x="286" y="320"/>
                    <a:pt x="286" y="319"/>
                    <a:pt x="287" y="319"/>
                  </a:cubicBezTo>
                  <a:cubicBezTo>
                    <a:pt x="287" y="318"/>
                    <a:pt x="287" y="317"/>
                    <a:pt x="287" y="317"/>
                  </a:cubicBezTo>
                  <a:cubicBezTo>
                    <a:pt x="287" y="317"/>
                    <a:pt x="287" y="316"/>
                    <a:pt x="287" y="316"/>
                  </a:cubicBezTo>
                  <a:cubicBezTo>
                    <a:pt x="287" y="313"/>
                    <a:pt x="288" y="310"/>
                    <a:pt x="288" y="306"/>
                  </a:cubicBezTo>
                  <a:cubicBezTo>
                    <a:pt x="288" y="306"/>
                    <a:pt x="288" y="306"/>
                    <a:pt x="288" y="306"/>
                  </a:cubicBezTo>
                  <a:cubicBezTo>
                    <a:pt x="288" y="305"/>
                    <a:pt x="288" y="305"/>
                    <a:pt x="288" y="304"/>
                  </a:cubicBezTo>
                  <a:cubicBezTo>
                    <a:pt x="288" y="304"/>
                    <a:pt x="288" y="304"/>
                    <a:pt x="288" y="304"/>
                  </a:cubicBezTo>
                  <a:cubicBezTo>
                    <a:pt x="287" y="303"/>
                    <a:pt x="287" y="303"/>
                    <a:pt x="287" y="302"/>
                  </a:cubicBezTo>
                  <a:cubicBezTo>
                    <a:pt x="287" y="302"/>
                    <a:pt x="287" y="302"/>
                    <a:pt x="287" y="302"/>
                  </a:cubicBezTo>
                  <a:cubicBezTo>
                    <a:pt x="287" y="301"/>
                    <a:pt x="286" y="301"/>
                    <a:pt x="286" y="300"/>
                  </a:cubicBezTo>
                  <a:cubicBezTo>
                    <a:pt x="281" y="296"/>
                    <a:pt x="285" y="285"/>
                    <a:pt x="285" y="272"/>
                  </a:cubicBezTo>
                  <a:cubicBezTo>
                    <a:pt x="286" y="258"/>
                    <a:pt x="276" y="256"/>
                    <a:pt x="275" y="250"/>
                  </a:cubicBezTo>
                  <a:cubicBezTo>
                    <a:pt x="275" y="244"/>
                    <a:pt x="272" y="238"/>
                    <a:pt x="269" y="234"/>
                  </a:cubicBezTo>
                  <a:cubicBezTo>
                    <a:pt x="265" y="231"/>
                    <a:pt x="269" y="210"/>
                    <a:pt x="269" y="201"/>
                  </a:cubicBezTo>
                  <a:cubicBezTo>
                    <a:pt x="269" y="192"/>
                    <a:pt x="259" y="195"/>
                    <a:pt x="247" y="198"/>
                  </a:cubicBezTo>
                  <a:cubicBezTo>
                    <a:pt x="236" y="200"/>
                    <a:pt x="244" y="210"/>
                    <a:pt x="239" y="212"/>
                  </a:cubicBezTo>
                  <a:cubicBezTo>
                    <a:pt x="235" y="213"/>
                    <a:pt x="237" y="226"/>
                    <a:pt x="233" y="239"/>
                  </a:cubicBezTo>
                  <a:cubicBezTo>
                    <a:pt x="228" y="252"/>
                    <a:pt x="217" y="236"/>
                    <a:pt x="210" y="236"/>
                  </a:cubicBezTo>
                  <a:cubicBezTo>
                    <a:pt x="203" y="236"/>
                    <a:pt x="201" y="232"/>
                    <a:pt x="201" y="223"/>
                  </a:cubicBezTo>
                  <a:cubicBezTo>
                    <a:pt x="201" y="214"/>
                    <a:pt x="195" y="198"/>
                    <a:pt x="193" y="192"/>
                  </a:cubicBezTo>
                  <a:cubicBezTo>
                    <a:pt x="191" y="185"/>
                    <a:pt x="202" y="183"/>
                    <a:pt x="202" y="178"/>
                  </a:cubicBezTo>
                  <a:cubicBezTo>
                    <a:pt x="202" y="172"/>
                    <a:pt x="218" y="171"/>
                    <a:pt x="219" y="167"/>
                  </a:cubicBezTo>
                  <a:cubicBezTo>
                    <a:pt x="219" y="163"/>
                    <a:pt x="227" y="164"/>
                    <a:pt x="233" y="163"/>
                  </a:cubicBezTo>
                  <a:cubicBezTo>
                    <a:pt x="238" y="162"/>
                    <a:pt x="246" y="158"/>
                    <a:pt x="248" y="151"/>
                  </a:cubicBezTo>
                  <a:cubicBezTo>
                    <a:pt x="250" y="144"/>
                    <a:pt x="260" y="140"/>
                    <a:pt x="260" y="134"/>
                  </a:cubicBezTo>
                  <a:cubicBezTo>
                    <a:pt x="260" y="128"/>
                    <a:pt x="261" y="125"/>
                    <a:pt x="271" y="122"/>
                  </a:cubicBezTo>
                  <a:cubicBezTo>
                    <a:pt x="280" y="120"/>
                    <a:pt x="275" y="112"/>
                    <a:pt x="272" y="108"/>
                  </a:cubicBezTo>
                  <a:cubicBezTo>
                    <a:pt x="269" y="105"/>
                    <a:pt x="269" y="98"/>
                    <a:pt x="261" y="97"/>
                  </a:cubicBezTo>
                  <a:cubicBezTo>
                    <a:pt x="253" y="96"/>
                    <a:pt x="247" y="94"/>
                    <a:pt x="229" y="100"/>
                  </a:cubicBezTo>
                  <a:cubicBezTo>
                    <a:pt x="210" y="105"/>
                    <a:pt x="217" y="97"/>
                    <a:pt x="204" y="96"/>
                  </a:cubicBezTo>
                  <a:cubicBezTo>
                    <a:pt x="191" y="94"/>
                    <a:pt x="163" y="98"/>
                    <a:pt x="154" y="98"/>
                  </a:cubicBezTo>
                  <a:cubicBezTo>
                    <a:pt x="145" y="97"/>
                    <a:pt x="132" y="96"/>
                    <a:pt x="127" y="91"/>
                  </a:cubicBezTo>
                  <a:cubicBezTo>
                    <a:pt x="121" y="86"/>
                    <a:pt x="115" y="86"/>
                    <a:pt x="108" y="82"/>
                  </a:cubicBezTo>
                  <a:cubicBezTo>
                    <a:pt x="101" y="78"/>
                    <a:pt x="114" y="65"/>
                    <a:pt x="108" y="59"/>
                  </a:cubicBezTo>
                  <a:cubicBezTo>
                    <a:pt x="102" y="53"/>
                    <a:pt x="112" y="44"/>
                    <a:pt x="112" y="36"/>
                  </a:cubicBezTo>
                  <a:cubicBezTo>
                    <a:pt x="112" y="28"/>
                    <a:pt x="112" y="24"/>
                    <a:pt x="103" y="26"/>
                  </a:cubicBezTo>
                  <a:cubicBezTo>
                    <a:pt x="95" y="28"/>
                    <a:pt x="90" y="38"/>
                    <a:pt x="79" y="36"/>
                  </a:cubicBezTo>
                  <a:cubicBezTo>
                    <a:pt x="67" y="34"/>
                    <a:pt x="64" y="28"/>
                    <a:pt x="60" y="20"/>
                  </a:cubicBezTo>
                  <a:cubicBezTo>
                    <a:pt x="56" y="11"/>
                    <a:pt x="53" y="12"/>
                    <a:pt x="41" y="12"/>
                  </a:cubicBezTo>
                  <a:cubicBezTo>
                    <a:pt x="40" y="12"/>
                    <a:pt x="39" y="12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6" y="12"/>
                    <a:pt x="35" y="12"/>
                    <a:pt x="35" y="12"/>
                  </a:cubicBezTo>
                  <a:cubicBezTo>
                    <a:pt x="35" y="12"/>
                    <a:pt x="35" y="12"/>
                    <a:pt x="34" y="12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1"/>
                    <a:pt x="32" y="11"/>
                    <a:pt x="32" y="11"/>
                  </a:cubicBezTo>
                  <a:cubicBezTo>
                    <a:pt x="32" y="11"/>
                    <a:pt x="32" y="11"/>
                    <a:pt x="32" y="10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27" y="7"/>
                    <a:pt x="25" y="4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3"/>
                    <a:pt x="20" y="5"/>
                    <a:pt x="21" y="7"/>
                  </a:cubicBezTo>
                  <a:cubicBezTo>
                    <a:pt x="22" y="11"/>
                    <a:pt x="26" y="20"/>
                    <a:pt x="17" y="21"/>
                  </a:cubicBezTo>
                  <a:cubicBezTo>
                    <a:pt x="9" y="23"/>
                    <a:pt x="13" y="30"/>
                    <a:pt x="7" y="31"/>
                  </a:cubicBezTo>
                  <a:cubicBezTo>
                    <a:pt x="1" y="32"/>
                    <a:pt x="0" y="38"/>
                    <a:pt x="0" y="43"/>
                  </a:cubicBezTo>
                  <a:cubicBezTo>
                    <a:pt x="0" y="47"/>
                    <a:pt x="4" y="47"/>
                    <a:pt x="8" y="48"/>
                  </a:cubicBezTo>
                  <a:cubicBezTo>
                    <a:pt x="11" y="50"/>
                    <a:pt x="15" y="51"/>
                    <a:pt x="17" y="56"/>
                  </a:cubicBezTo>
                  <a:cubicBezTo>
                    <a:pt x="19" y="61"/>
                    <a:pt x="24" y="70"/>
                    <a:pt x="30" y="71"/>
                  </a:cubicBezTo>
                  <a:cubicBezTo>
                    <a:pt x="35" y="72"/>
                    <a:pt x="54" y="74"/>
                    <a:pt x="55" y="76"/>
                  </a:cubicBezTo>
                  <a:cubicBezTo>
                    <a:pt x="56" y="77"/>
                    <a:pt x="54" y="84"/>
                    <a:pt x="51" y="91"/>
                  </a:cubicBezTo>
                  <a:cubicBezTo>
                    <a:pt x="48" y="97"/>
                    <a:pt x="42" y="97"/>
                    <a:pt x="33" y="97"/>
                  </a:cubicBezTo>
                  <a:cubicBezTo>
                    <a:pt x="23" y="97"/>
                    <a:pt x="20" y="103"/>
                    <a:pt x="20" y="106"/>
                  </a:cubicBezTo>
                  <a:cubicBezTo>
                    <a:pt x="20" y="109"/>
                    <a:pt x="8" y="110"/>
                    <a:pt x="7" y="116"/>
                  </a:cubicBezTo>
                  <a:cubicBezTo>
                    <a:pt x="6" y="121"/>
                    <a:pt x="5" y="128"/>
                    <a:pt x="10" y="133"/>
                  </a:cubicBezTo>
                  <a:cubicBezTo>
                    <a:pt x="16" y="139"/>
                    <a:pt x="19" y="144"/>
                    <a:pt x="24" y="147"/>
                  </a:cubicBezTo>
                  <a:cubicBezTo>
                    <a:pt x="30" y="150"/>
                    <a:pt x="42" y="162"/>
                    <a:pt x="38" y="172"/>
                  </a:cubicBezTo>
                  <a:cubicBezTo>
                    <a:pt x="35" y="182"/>
                    <a:pt x="35" y="204"/>
                    <a:pt x="38" y="213"/>
                  </a:cubicBezTo>
                  <a:cubicBezTo>
                    <a:pt x="42" y="223"/>
                    <a:pt x="44" y="226"/>
                    <a:pt x="49" y="231"/>
                  </a:cubicBezTo>
                  <a:cubicBezTo>
                    <a:pt x="55" y="235"/>
                    <a:pt x="54" y="242"/>
                    <a:pt x="54" y="250"/>
                  </a:cubicBezTo>
                  <a:cubicBezTo>
                    <a:pt x="54" y="257"/>
                    <a:pt x="51" y="277"/>
                    <a:pt x="53" y="285"/>
                  </a:cubicBezTo>
                  <a:cubicBezTo>
                    <a:pt x="55" y="292"/>
                    <a:pt x="60" y="293"/>
                    <a:pt x="60" y="299"/>
                  </a:cubicBezTo>
                  <a:cubicBezTo>
                    <a:pt x="60" y="304"/>
                    <a:pt x="62" y="328"/>
                    <a:pt x="61" y="341"/>
                  </a:cubicBezTo>
                  <a:cubicBezTo>
                    <a:pt x="68" y="345"/>
                    <a:pt x="72" y="340"/>
                    <a:pt x="75" y="329"/>
                  </a:cubicBezTo>
                  <a:cubicBezTo>
                    <a:pt x="77" y="316"/>
                    <a:pt x="93" y="326"/>
                    <a:pt x="102" y="319"/>
                  </a:cubicBezTo>
                  <a:cubicBezTo>
                    <a:pt x="110" y="311"/>
                    <a:pt x="128" y="313"/>
                    <a:pt x="139" y="316"/>
                  </a:cubicBezTo>
                  <a:cubicBezTo>
                    <a:pt x="151" y="319"/>
                    <a:pt x="162" y="317"/>
                    <a:pt x="166" y="304"/>
                  </a:cubicBezTo>
                  <a:cubicBezTo>
                    <a:pt x="171" y="291"/>
                    <a:pt x="178" y="303"/>
                    <a:pt x="188" y="297"/>
                  </a:cubicBezTo>
                  <a:cubicBezTo>
                    <a:pt x="198" y="291"/>
                    <a:pt x="196" y="284"/>
                    <a:pt x="191" y="270"/>
                  </a:cubicBezTo>
                  <a:cubicBezTo>
                    <a:pt x="185" y="256"/>
                    <a:pt x="202" y="261"/>
                    <a:pt x="214" y="261"/>
                  </a:cubicBezTo>
                  <a:cubicBezTo>
                    <a:pt x="225" y="261"/>
                    <a:pt x="226" y="274"/>
                    <a:pt x="232" y="286"/>
                  </a:cubicBezTo>
                  <a:cubicBezTo>
                    <a:pt x="238" y="297"/>
                    <a:pt x="239" y="304"/>
                    <a:pt x="241" y="326"/>
                  </a:cubicBezTo>
                  <a:cubicBezTo>
                    <a:pt x="242" y="347"/>
                    <a:pt x="249" y="352"/>
                    <a:pt x="254" y="369"/>
                  </a:cubicBezTo>
                  <a:cubicBezTo>
                    <a:pt x="254" y="371"/>
                    <a:pt x="255" y="374"/>
                    <a:pt x="257" y="376"/>
                  </a:cubicBezTo>
                  <a:cubicBezTo>
                    <a:pt x="270" y="371"/>
                    <a:pt x="267" y="358"/>
                    <a:pt x="269" y="35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3"/>
            <p:cNvSpPr>
              <a:spLocks noEditPoints="1"/>
            </p:cNvSpPr>
            <p:nvPr/>
          </p:nvSpPr>
          <p:spPr bwMode="auto">
            <a:xfrm>
              <a:off x="1999" y="2642"/>
              <a:ext cx="48" cy="285"/>
            </a:xfrm>
            <a:custGeom>
              <a:avLst/>
              <a:gdLst>
                <a:gd name="T0" fmla="*/ 41 w 73"/>
                <a:gd name="T1" fmla="*/ 11 h 436"/>
                <a:gd name="T2" fmla="*/ 33 w 73"/>
                <a:gd name="T3" fmla="*/ 18 h 436"/>
                <a:gd name="T4" fmla="*/ 23 w 73"/>
                <a:gd name="T5" fmla="*/ 23 h 436"/>
                <a:gd name="T6" fmla="*/ 11 w 73"/>
                <a:gd name="T7" fmla="*/ 18 h 436"/>
                <a:gd name="T8" fmla="*/ 18 w 73"/>
                <a:gd name="T9" fmla="*/ 5 h 436"/>
                <a:gd name="T10" fmla="*/ 28 w 73"/>
                <a:gd name="T11" fmla="*/ 2 h 436"/>
                <a:gd name="T12" fmla="*/ 41 w 73"/>
                <a:gd name="T13" fmla="*/ 11 h 436"/>
                <a:gd name="T14" fmla="*/ 57 w 73"/>
                <a:gd name="T15" fmla="*/ 77 h 436"/>
                <a:gd name="T16" fmla="*/ 51 w 73"/>
                <a:gd name="T17" fmla="*/ 86 h 436"/>
                <a:gd name="T18" fmla="*/ 58 w 73"/>
                <a:gd name="T19" fmla="*/ 96 h 436"/>
                <a:gd name="T20" fmla="*/ 67 w 73"/>
                <a:gd name="T21" fmla="*/ 88 h 436"/>
                <a:gd name="T22" fmla="*/ 57 w 73"/>
                <a:gd name="T23" fmla="*/ 77 h 436"/>
                <a:gd name="T24" fmla="*/ 18 w 73"/>
                <a:gd name="T25" fmla="*/ 144 h 436"/>
                <a:gd name="T26" fmla="*/ 5 w 73"/>
                <a:gd name="T27" fmla="*/ 148 h 436"/>
                <a:gd name="T28" fmla="*/ 2 w 73"/>
                <a:gd name="T29" fmla="*/ 158 h 436"/>
                <a:gd name="T30" fmla="*/ 19 w 73"/>
                <a:gd name="T31" fmla="*/ 159 h 436"/>
                <a:gd name="T32" fmla="*/ 18 w 73"/>
                <a:gd name="T33" fmla="*/ 144 h 436"/>
                <a:gd name="T34" fmla="*/ 60 w 73"/>
                <a:gd name="T35" fmla="*/ 201 h 436"/>
                <a:gd name="T36" fmla="*/ 45 w 73"/>
                <a:gd name="T37" fmla="*/ 210 h 436"/>
                <a:gd name="T38" fmla="*/ 53 w 73"/>
                <a:gd name="T39" fmla="*/ 230 h 436"/>
                <a:gd name="T40" fmla="*/ 66 w 73"/>
                <a:gd name="T41" fmla="*/ 213 h 436"/>
                <a:gd name="T42" fmla="*/ 68 w 73"/>
                <a:gd name="T43" fmla="*/ 200 h 436"/>
                <a:gd name="T44" fmla="*/ 60 w 73"/>
                <a:gd name="T45" fmla="*/ 201 h 436"/>
                <a:gd name="T46" fmla="*/ 23 w 73"/>
                <a:gd name="T47" fmla="*/ 246 h 436"/>
                <a:gd name="T48" fmla="*/ 7 w 73"/>
                <a:gd name="T49" fmla="*/ 251 h 436"/>
                <a:gd name="T50" fmla="*/ 16 w 73"/>
                <a:gd name="T51" fmla="*/ 268 h 436"/>
                <a:gd name="T52" fmla="*/ 23 w 73"/>
                <a:gd name="T53" fmla="*/ 246 h 436"/>
                <a:gd name="T54" fmla="*/ 55 w 73"/>
                <a:gd name="T55" fmla="*/ 295 h 436"/>
                <a:gd name="T56" fmla="*/ 44 w 73"/>
                <a:gd name="T57" fmla="*/ 302 h 436"/>
                <a:gd name="T58" fmla="*/ 47 w 73"/>
                <a:gd name="T59" fmla="*/ 318 h 436"/>
                <a:gd name="T60" fmla="*/ 56 w 73"/>
                <a:gd name="T61" fmla="*/ 309 h 436"/>
                <a:gd name="T62" fmla="*/ 55 w 73"/>
                <a:gd name="T63" fmla="*/ 295 h 436"/>
                <a:gd name="T64" fmla="*/ 40 w 73"/>
                <a:gd name="T65" fmla="*/ 405 h 436"/>
                <a:gd name="T66" fmla="*/ 33 w 73"/>
                <a:gd name="T67" fmla="*/ 421 h 436"/>
                <a:gd name="T68" fmla="*/ 40 w 73"/>
                <a:gd name="T69" fmla="*/ 436 h 436"/>
                <a:gd name="T70" fmla="*/ 45 w 73"/>
                <a:gd name="T71" fmla="*/ 420 h 436"/>
                <a:gd name="T72" fmla="*/ 40 w 73"/>
                <a:gd name="T73" fmla="*/ 405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3" h="436">
                  <a:moveTo>
                    <a:pt x="41" y="11"/>
                  </a:moveTo>
                  <a:cubicBezTo>
                    <a:pt x="41" y="15"/>
                    <a:pt x="38" y="18"/>
                    <a:pt x="33" y="18"/>
                  </a:cubicBezTo>
                  <a:cubicBezTo>
                    <a:pt x="29" y="18"/>
                    <a:pt x="28" y="18"/>
                    <a:pt x="23" y="23"/>
                  </a:cubicBezTo>
                  <a:cubicBezTo>
                    <a:pt x="19" y="29"/>
                    <a:pt x="13" y="23"/>
                    <a:pt x="11" y="18"/>
                  </a:cubicBezTo>
                  <a:cubicBezTo>
                    <a:pt x="9" y="12"/>
                    <a:pt x="15" y="11"/>
                    <a:pt x="18" y="5"/>
                  </a:cubicBezTo>
                  <a:cubicBezTo>
                    <a:pt x="20" y="0"/>
                    <a:pt x="28" y="2"/>
                    <a:pt x="28" y="2"/>
                  </a:cubicBezTo>
                  <a:cubicBezTo>
                    <a:pt x="35" y="4"/>
                    <a:pt x="41" y="7"/>
                    <a:pt x="41" y="11"/>
                  </a:cubicBezTo>
                  <a:close/>
                  <a:moveTo>
                    <a:pt x="57" y="77"/>
                  </a:moveTo>
                  <a:cubicBezTo>
                    <a:pt x="57" y="77"/>
                    <a:pt x="51" y="80"/>
                    <a:pt x="51" y="86"/>
                  </a:cubicBezTo>
                  <a:cubicBezTo>
                    <a:pt x="51" y="92"/>
                    <a:pt x="53" y="96"/>
                    <a:pt x="58" y="96"/>
                  </a:cubicBezTo>
                  <a:cubicBezTo>
                    <a:pt x="62" y="96"/>
                    <a:pt x="67" y="97"/>
                    <a:pt x="67" y="88"/>
                  </a:cubicBezTo>
                  <a:cubicBezTo>
                    <a:pt x="67" y="79"/>
                    <a:pt x="62" y="70"/>
                    <a:pt x="57" y="77"/>
                  </a:cubicBezTo>
                  <a:close/>
                  <a:moveTo>
                    <a:pt x="18" y="144"/>
                  </a:moveTo>
                  <a:cubicBezTo>
                    <a:pt x="18" y="144"/>
                    <a:pt x="10" y="144"/>
                    <a:pt x="5" y="148"/>
                  </a:cubicBezTo>
                  <a:cubicBezTo>
                    <a:pt x="0" y="153"/>
                    <a:pt x="0" y="157"/>
                    <a:pt x="2" y="158"/>
                  </a:cubicBezTo>
                  <a:cubicBezTo>
                    <a:pt x="3" y="159"/>
                    <a:pt x="15" y="163"/>
                    <a:pt x="19" y="159"/>
                  </a:cubicBezTo>
                  <a:cubicBezTo>
                    <a:pt x="23" y="154"/>
                    <a:pt x="25" y="143"/>
                    <a:pt x="18" y="144"/>
                  </a:cubicBezTo>
                  <a:close/>
                  <a:moveTo>
                    <a:pt x="60" y="201"/>
                  </a:moveTo>
                  <a:cubicBezTo>
                    <a:pt x="60" y="201"/>
                    <a:pt x="46" y="200"/>
                    <a:pt x="45" y="210"/>
                  </a:cubicBezTo>
                  <a:cubicBezTo>
                    <a:pt x="43" y="219"/>
                    <a:pt x="46" y="230"/>
                    <a:pt x="53" y="230"/>
                  </a:cubicBezTo>
                  <a:cubicBezTo>
                    <a:pt x="60" y="230"/>
                    <a:pt x="60" y="215"/>
                    <a:pt x="66" y="213"/>
                  </a:cubicBezTo>
                  <a:cubicBezTo>
                    <a:pt x="73" y="212"/>
                    <a:pt x="72" y="204"/>
                    <a:pt x="68" y="200"/>
                  </a:cubicBezTo>
                  <a:cubicBezTo>
                    <a:pt x="64" y="197"/>
                    <a:pt x="66" y="201"/>
                    <a:pt x="60" y="201"/>
                  </a:cubicBezTo>
                  <a:close/>
                  <a:moveTo>
                    <a:pt x="23" y="246"/>
                  </a:moveTo>
                  <a:cubicBezTo>
                    <a:pt x="23" y="246"/>
                    <a:pt x="7" y="244"/>
                    <a:pt x="7" y="251"/>
                  </a:cubicBezTo>
                  <a:cubicBezTo>
                    <a:pt x="7" y="259"/>
                    <a:pt x="7" y="265"/>
                    <a:pt x="16" y="268"/>
                  </a:cubicBezTo>
                  <a:cubicBezTo>
                    <a:pt x="24" y="270"/>
                    <a:pt x="37" y="249"/>
                    <a:pt x="23" y="246"/>
                  </a:cubicBezTo>
                  <a:close/>
                  <a:moveTo>
                    <a:pt x="55" y="295"/>
                  </a:moveTo>
                  <a:cubicBezTo>
                    <a:pt x="55" y="295"/>
                    <a:pt x="46" y="295"/>
                    <a:pt x="44" y="302"/>
                  </a:cubicBezTo>
                  <a:cubicBezTo>
                    <a:pt x="43" y="309"/>
                    <a:pt x="41" y="317"/>
                    <a:pt x="47" y="318"/>
                  </a:cubicBezTo>
                  <a:cubicBezTo>
                    <a:pt x="53" y="319"/>
                    <a:pt x="47" y="312"/>
                    <a:pt x="56" y="309"/>
                  </a:cubicBezTo>
                  <a:cubicBezTo>
                    <a:pt x="64" y="305"/>
                    <a:pt x="64" y="297"/>
                    <a:pt x="55" y="295"/>
                  </a:cubicBezTo>
                  <a:close/>
                  <a:moveTo>
                    <a:pt x="40" y="405"/>
                  </a:moveTo>
                  <a:cubicBezTo>
                    <a:pt x="40" y="405"/>
                    <a:pt x="31" y="413"/>
                    <a:pt x="33" y="421"/>
                  </a:cubicBezTo>
                  <a:cubicBezTo>
                    <a:pt x="35" y="429"/>
                    <a:pt x="33" y="436"/>
                    <a:pt x="40" y="436"/>
                  </a:cubicBezTo>
                  <a:cubicBezTo>
                    <a:pt x="47" y="436"/>
                    <a:pt x="45" y="433"/>
                    <a:pt x="45" y="420"/>
                  </a:cubicBezTo>
                  <a:cubicBezTo>
                    <a:pt x="45" y="408"/>
                    <a:pt x="45" y="401"/>
                    <a:pt x="40" y="40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2304" y="1631"/>
              <a:ext cx="340" cy="185"/>
            </a:xfrm>
            <a:custGeom>
              <a:avLst/>
              <a:gdLst>
                <a:gd name="T0" fmla="*/ 508 w 519"/>
                <a:gd name="T1" fmla="*/ 239 h 283"/>
                <a:gd name="T2" fmla="*/ 504 w 519"/>
                <a:gd name="T3" fmla="*/ 210 h 283"/>
                <a:gd name="T4" fmla="*/ 510 w 519"/>
                <a:gd name="T5" fmla="*/ 200 h 283"/>
                <a:gd name="T6" fmla="*/ 514 w 519"/>
                <a:gd name="T7" fmla="*/ 186 h 283"/>
                <a:gd name="T8" fmla="*/ 514 w 519"/>
                <a:gd name="T9" fmla="*/ 173 h 283"/>
                <a:gd name="T10" fmla="*/ 498 w 519"/>
                <a:gd name="T11" fmla="*/ 173 h 283"/>
                <a:gd name="T12" fmla="*/ 480 w 519"/>
                <a:gd name="T13" fmla="*/ 182 h 283"/>
                <a:gd name="T14" fmla="*/ 459 w 519"/>
                <a:gd name="T15" fmla="*/ 183 h 283"/>
                <a:gd name="T16" fmla="*/ 435 w 519"/>
                <a:gd name="T17" fmla="*/ 168 h 283"/>
                <a:gd name="T18" fmla="*/ 419 w 519"/>
                <a:gd name="T19" fmla="*/ 174 h 283"/>
                <a:gd name="T20" fmla="*/ 396 w 519"/>
                <a:gd name="T21" fmla="*/ 169 h 283"/>
                <a:gd name="T22" fmla="*/ 382 w 519"/>
                <a:gd name="T23" fmla="*/ 156 h 283"/>
                <a:gd name="T24" fmla="*/ 348 w 519"/>
                <a:gd name="T25" fmla="*/ 147 h 283"/>
                <a:gd name="T26" fmla="*/ 330 w 519"/>
                <a:gd name="T27" fmla="*/ 135 h 283"/>
                <a:gd name="T28" fmla="*/ 304 w 519"/>
                <a:gd name="T29" fmla="*/ 125 h 283"/>
                <a:gd name="T30" fmla="*/ 283 w 519"/>
                <a:gd name="T31" fmla="*/ 108 h 283"/>
                <a:gd name="T32" fmla="*/ 250 w 519"/>
                <a:gd name="T33" fmla="*/ 103 h 283"/>
                <a:gd name="T34" fmla="*/ 225 w 519"/>
                <a:gd name="T35" fmla="*/ 85 h 283"/>
                <a:gd name="T36" fmla="*/ 205 w 519"/>
                <a:gd name="T37" fmla="*/ 69 h 283"/>
                <a:gd name="T38" fmla="*/ 170 w 519"/>
                <a:gd name="T39" fmla="*/ 41 h 283"/>
                <a:gd name="T40" fmla="*/ 148 w 519"/>
                <a:gd name="T41" fmla="*/ 34 h 283"/>
                <a:gd name="T42" fmla="*/ 135 w 519"/>
                <a:gd name="T43" fmla="*/ 17 h 283"/>
                <a:gd name="T44" fmla="*/ 114 w 519"/>
                <a:gd name="T45" fmla="*/ 9 h 283"/>
                <a:gd name="T46" fmla="*/ 98 w 519"/>
                <a:gd name="T47" fmla="*/ 0 h 283"/>
                <a:gd name="T48" fmla="*/ 86 w 519"/>
                <a:gd name="T49" fmla="*/ 10 h 283"/>
                <a:gd name="T50" fmla="*/ 78 w 519"/>
                <a:gd name="T51" fmla="*/ 26 h 283"/>
                <a:gd name="T52" fmla="*/ 63 w 519"/>
                <a:gd name="T53" fmla="*/ 19 h 283"/>
                <a:gd name="T54" fmla="*/ 52 w 519"/>
                <a:gd name="T55" fmla="*/ 16 h 283"/>
                <a:gd name="T56" fmla="*/ 43 w 519"/>
                <a:gd name="T57" fmla="*/ 32 h 283"/>
                <a:gd name="T58" fmla="*/ 25 w 519"/>
                <a:gd name="T59" fmla="*/ 48 h 283"/>
                <a:gd name="T60" fmla="*/ 18 w 519"/>
                <a:gd name="T61" fmla="*/ 70 h 283"/>
                <a:gd name="T62" fmla="*/ 13 w 519"/>
                <a:gd name="T63" fmla="*/ 86 h 283"/>
                <a:gd name="T64" fmla="*/ 4 w 519"/>
                <a:gd name="T65" fmla="*/ 104 h 283"/>
                <a:gd name="T66" fmla="*/ 17 w 519"/>
                <a:gd name="T67" fmla="*/ 127 h 283"/>
                <a:gd name="T68" fmla="*/ 43 w 519"/>
                <a:gd name="T69" fmla="*/ 134 h 283"/>
                <a:gd name="T70" fmla="*/ 62 w 519"/>
                <a:gd name="T71" fmla="*/ 144 h 283"/>
                <a:gd name="T72" fmla="*/ 84 w 519"/>
                <a:gd name="T73" fmla="*/ 157 h 283"/>
                <a:gd name="T74" fmla="*/ 106 w 519"/>
                <a:gd name="T75" fmla="*/ 178 h 283"/>
                <a:gd name="T76" fmla="*/ 122 w 519"/>
                <a:gd name="T77" fmla="*/ 180 h 283"/>
                <a:gd name="T78" fmla="*/ 136 w 519"/>
                <a:gd name="T79" fmla="*/ 180 h 283"/>
                <a:gd name="T80" fmla="*/ 160 w 519"/>
                <a:gd name="T81" fmla="*/ 193 h 283"/>
                <a:gd name="T82" fmla="*/ 182 w 519"/>
                <a:gd name="T83" fmla="*/ 202 h 283"/>
                <a:gd name="T84" fmla="*/ 198 w 519"/>
                <a:gd name="T85" fmla="*/ 214 h 283"/>
                <a:gd name="T86" fmla="*/ 222 w 519"/>
                <a:gd name="T87" fmla="*/ 209 h 283"/>
                <a:gd name="T88" fmla="*/ 246 w 519"/>
                <a:gd name="T89" fmla="*/ 214 h 283"/>
                <a:gd name="T90" fmla="*/ 263 w 519"/>
                <a:gd name="T91" fmla="*/ 206 h 283"/>
                <a:gd name="T92" fmla="*/ 284 w 519"/>
                <a:gd name="T93" fmla="*/ 214 h 283"/>
                <a:gd name="T94" fmla="*/ 298 w 519"/>
                <a:gd name="T95" fmla="*/ 233 h 283"/>
                <a:gd name="T96" fmla="*/ 318 w 519"/>
                <a:gd name="T97" fmla="*/ 246 h 283"/>
                <a:gd name="T98" fmla="*/ 342 w 519"/>
                <a:gd name="T99" fmla="*/ 254 h 283"/>
                <a:gd name="T100" fmla="*/ 364 w 519"/>
                <a:gd name="T101" fmla="*/ 256 h 283"/>
                <a:gd name="T102" fmla="*/ 386 w 519"/>
                <a:gd name="T103" fmla="*/ 266 h 283"/>
                <a:gd name="T104" fmla="*/ 426 w 519"/>
                <a:gd name="T105" fmla="*/ 274 h 283"/>
                <a:gd name="T106" fmla="*/ 450 w 519"/>
                <a:gd name="T107" fmla="*/ 272 h 283"/>
                <a:gd name="T108" fmla="*/ 475 w 519"/>
                <a:gd name="T109" fmla="*/ 276 h 283"/>
                <a:gd name="T110" fmla="*/ 502 w 519"/>
                <a:gd name="T111" fmla="*/ 276 h 283"/>
                <a:gd name="T112" fmla="*/ 519 w 519"/>
                <a:gd name="T113" fmla="*/ 263 h 283"/>
                <a:gd name="T114" fmla="*/ 513 w 519"/>
                <a:gd name="T115" fmla="*/ 251 h 283"/>
                <a:gd name="T116" fmla="*/ 508 w 519"/>
                <a:gd name="T117" fmla="*/ 239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19" h="283">
                  <a:moveTo>
                    <a:pt x="508" y="239"/>
                  </a:moveTo>
                  <a:cubicBezTo>
                    <a:pt x="503" y="237"/>
                    <a:pt x="505" y="215"/>
                    <a:pt x="504" y="210"/>
                  </a:cubicBezTo>
                  <a:cubicBezTo>
                    <a:pt x="503" y="205"/>
                    <a:pt x="505" y="200"/>
                    <a:pt x="510" y="200"/>
                  </a:cubicBezTo>
                  <a:cubicBezTo>
                    <a:pt x="516" y="199"/>
                    <a:pt x="514" y="192"/>
                    <a:pt x="514" y="186"/>
                  </a:cubicBezTo>
                  <a:cubicBezTo>
                    <a:pt x="514" y="184"/>
                    <a:pt x="514" y="178"/>
                    <a:pt x="514" y="173"/>
                  </a:cubicBezTo>
                  <a:cubicBezTo>
                    <a:pt x="509" y="173"/>
                    <a:pt x="503" y="173"/>
                    <a:pt x="498" y="173"/>
                  </a:cubicBezTo>
                  <a:cubicBezTo>
                    <a:pt x="487" y="173"/>
                    <a:pt x="487" y="182"/>
                    <a:pt x="480" y="182"/>
                  </a:cubicBezTo>
                  <a:cubicBezTo>
                    <a:pt x="474" y="182"/>
                    <a:pt x="462" y="184"/>
                    <a:pt x="459" y="183"/>
                  </a:cubicBezTo>
                  <a:cubicBezTo>
                    <a:pt x="455" y="183"/>
                    <a:pt x="442" y="175"/>
                    <a:pt x="435" y="168"/>
                  </a:cubicBezTo>
                  <a:cubicBezTo>
                    <a:pt x="429" y="161"/>
                    <a:pt x="422" y="168"/>
                    <a:pt x="419" y="174"/>
                  </a:cubicBezTo>
                  <a:cubicBezTo>
                    <a:pt x="416" y="180"/>
                    <a:pt x="404" y="170"/>
                    <a:pt x="396" y="169"/>
                  </a:cubicBezTo>
                  <a:cubicBezTo>
                    <a:pt x="387" y="169"/>
                    <a:pt x="386" y="160"/>
                    <a:pt x="382" y="156"/>
                  </a:cubicBezTo>
                  <a:cubicBezTo>
                    <a:pt x="378" y="152"/>
                    <a:pt x="355" y="147"/>
                    <a:pt x="348" y="147"/>
                  </a:cubicBezTo>
                  <a:cubicBezTo>
                    <a:pt x="340" y="146"/>
                    <a:pt x="334" y="143"/>
                    <a:pt x="330" y="135"/>
                  </a:cubicBezTo>
                  <a:cubicBezTo>
                    <a:pt x="326" y="126"/>
                    <a:pt x="314" y="127"/>
                    <a:pt x="304" y="125"/>
                  </a:cubicBezTo>
                  <a:cubicBezTo>
                    <a:pt x="293" y="123"/>
                    <a:pt x="291" y="116"/>
                    <a:pt x="283" y="108"/>
                  </a:cubicBezTo>
                  <a:cubicBezTo>
                    <a:pt x="276" y="99"/>
                    <a:pt x="265" y="103"/>
                    <a:pt x="250" y="103"/>
                  </a:cubicBezTo>
                  <a:cubicBezTo>
                    <a:pt x="236" y="103"/>
                    <a:pt x="233" y="92"/>
                    <a:pt x="225" y="85"/>
                  </a:cubicBezTo>
                  <a:cubicBezTo>
                    <a:pt x="217" y="77"/>
                    <a:pt x="217" y="73"/>
                    <a:pt x="205" y="69"/>
                  </a:cubicBezTo>
                  <a:cubicBezTo>
                    <a:pt x="193" y="66"/>
                    <a:pt x="174" y="46"/>
                    <a:pt x="170" y="41"/>
                  </a:cubicBezTo>
                  <a:cubicBezTo>
                    <a:pt x="166" y="35"/>
                    <a:pt x="156" y="36"/>
                    <a:pt x="148" y="34"/>
                  </a:cubicBezTo>
                  <a:cubicBezTo>
                    <a:pt x="140" y="33"/>
                    <a:pt x="137" y="23"/>
                    <a:pt x="135" y="17"/>
                  </a:cubicBezTo>
                  <a:cubicBezTo>
                    <a:pt x="132" y="11"/>
                    <a:pt x="121" y="9"/>
                    <a:pt x="114" y="9"/>
                  </a:cubicBezTo>
                  <a:cubicBezTo>
                    <a:pt x="107" y="9"/>
                    <a:pt x="105" y="0"/>
                    <a:pt x="98" y="0"/>
                  </a:cubicBezTo>
                  <a:cubicBezTo>
                    <a:pt x="92" y="1"/>
                    <a:pt x="93" y="9"/>
                    <a:pt x="86" y="10"/>
                  </a:cubicBezTo>
                  <a:cubicBezTo>
                    <a:pt x="80" y="11"/>
                    <a:pt x="82" y="26"/>
                    <a:pt x="78" y="26"/>
                  </a:cubicBezTo>
                  <a:cubicBezTo>
                    <a:pt x="73" y="25"/>
                    <a:pt x="72" y="24"/>
                    <a:pt x="63" y="19"/>
                  </a:cubicBezTo>
                  <a:cubicBezTo>
                    <a:pt x="59" y="17"/>
                    <a:pt x="55" y="16"/>
                    <a:pt x="52" y="16"/>
                  </a:cubicBezTo>
                  <a:cubicBezTo>
                    <a:pt x="54" y="22"/>
                    <a:pt x="52" y="26"/>
                    <a:pt x="43" y="32"/>
                  </a:cubicBezTo>
                  <a:cubicBezTo>
                    <a:pt x="32" y="38"/>
                    <a:pt x="28" y="39"/>
                    <a:pt x="25" y="48"/>
                  </a:cubicBezTo>
                  <a:cubicBezTo>
                    <a:pt x="22" y="58"/>
                    <a:pt x="18" y="61"/>
                    <a:pt x="18" y="70"/>
                  </a:cubicBezTo>
                  <a:cubicBezTo>
                    <a:pt x="19" y="78"/>
                    <a:pt x="18" y="81"/>
                    <a:pt x="13" y="86"/>
                  </a:cubicBezTo>
                  <a:cubicBezTo>
                    <a:pt x="8" y="90"/>
                    <a:pt x="0" y="90"/>
                    <a:pt x="4" y="104"/>
                  </a:cubicBezTo>
                  <a:cubicBezTo>
                    <a:pt x="7" y="117"/>
                    <a:pt x="6" y="125"/>
                    <a:pt x="17" y="127"/>
                  </a:cubicBezTo>
                  <a:cubicBezTo>
                    <a:pt x="28" y="129"/>
                    <a:pt x="39" y="128"/>
                    <a:pt x="43" y="134"/>
                  </a:cubicBezTo>
                  <a:cubicBezTo>
                    <a:pt x="47" y="141"/>
                    <a:pt x="54" y="142"/>
                    <a:pt x="62" y="144"/>
                  </a:cubicBezTo>
                  <a:cubicBezTo>
                    <a:pt x="70" y="145"/>
                    <a:pt x="79" y="146"/>
                    <a:pt x="84" y="157"/>
                  </a:cubicBezTo>
                  <a:cubicBezTo>
                    <a:pt x="90" y="168"/>
                    <a:pt x="100" y="171"/>
                    <a:pt x="106" y="178"/>
                  </a:cubicBezTo>
                  <a:cubicBezTo>
                    <a:pt x="112" y="184"/>
                    <a:pt x="118" y="183"/>
                    <a:pt x="122" y="180"/>
                  </a:cubicBezTo>
                  <a:cubicBezTo>
                    <a:pt x="126" y="176"/>
                    <a:pt x="130" y="170"/>
                    <a:pt x="136" y="180"/>
                  </a:cubicBezTo>
                  <a:cubicBezTo>
                    <a:pt x="141" y="189"/>
                    <a:pt x="151" y="194"/>
                    <a:pt x="160" y="193"/>
                  </a:cubicBezTo>
                  <a:cubicBezTo>
                    <a:pt x="170" y="192"/>
                    <a:pt x="178" y="193"/>
                    <a:pt x="182" y="202"/>
                  </a:cubicBezTo>
                  <a:cubicBezTo>
                    <a:pt x="186" y="210"/>
                    <a:pt x="189" y="216"/>
                    <a:pt x="198" y="214"/>
                  </a:cubicBezTo>
                  <a:cubicBezTo>
                    <a:pt x="208" y="211"/>
                    <a:pt x="214" y="206"/>
                    <a:pt x="222" y="209"/>
                  </a:cubicBezTo>
                  <a:cubicBezTo>
                    <a:pt x="230" y="212"/>
                    <a:pt x="240" y="218"/>
                    <a:pt x="246" y="214"/>
                  </a:cubicBezTo>
                  <a:cubicBezTo>
                    <a:pt x="253" y="209"/>
                    <a:pt x="254" y="205"/>
                    <a:pt x="263" y="206"/>
                  </a:cubicBezTo>
                  <a:cubicBezTo>
                    <a:pt x="272" y="206"/>
                    <a:pt x="279" y="204"/>
                    <a:pt x="284" y="214"/>
                  </a:cubicBezTo>
                  <a:cubicBezTo>
                    <a:pt x="290" y="224"/>
                    <a:pt x="296" y="225"/>
                    <a:pt x="298" y="233"/>
                  </a:cubicBezTo>
                  <a:cubicBezTo>
                    <a:pt x="300" y="241"/>
                    <a:pt x="307" y="244"/>
                    <a:pt x="318" y="246"/>
                  </a:cubicBezTo>
                  <a:cubicBezTo>
                    <a:pt x="328" y="248"/>
                    <a:pt x="326" y="256"/>
                    <a:pt x="342" y="254"/>
                  </a:cubicBezTo>
                  <a:cubicBezTo>
                    <a:pt x="358" y="252"/>
                    <a:pt x="360" y="250"/>
                    <a:pt x="364" y="256"/>
                  </a:cubicBezTo>
                  <a:cubicBezTo>
                    <a:pt x="368" y="263"/>
                    <a:pt x="369" y="264"/>
                    <a:pt x="386" y="266"/>
                  </a:cubicBezTo>
                  <a:cubicBezTo>
                    <a:pt x="402" y="267"/>
                    <a:pt x="416" y="274"/>
                    <a:pt x="426" y="274"/>
                  </a:cubicBezTo>
                  <a:cubicBezTo>
                    <a:pt x="437" y="274"/>
                    <a:pt x="438" y="266"/>
                    <a:pt x="450" y="272"/>
                  </a:cubicBezTo>
                  <a:cubicBezTo>
                    <a:pt x="462" y="278"/>
                    <a:pt x="464" y="278"/>
                    <a:pt x="475" y="276"/>
                  </a:cubicBezTo>
                  <a:cubicBezTo>
                    <a:pt x="486" y="275"/>
                    <a:pt x="496" y="283"/>
                    <a:pt x="502" y="276"/>
                  </a:cubicBezTo>
                  <a:cubicBezTo>
                    <a:pt x="506" y="270"/>
                    <a:pt x="512" y="263"/>
                    <a:pt x="519" y="263"/>
                  </a:cubicBezTo>
                  <a:cubicBezTo>
                    <a:pt x="517" y="257"/>
                    <a:pt x="513" y="255"/>
                    <a:pt x="513" y="251"/>
                  </a:cubicBezTo>
                  <a:cubicBezTo>
                    <a:pt x="513" y="245"/>
                    <a:pt x="512" y="241"/>
                    <a:pt x="508" y="23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2664" y="1722"/>
              <a:ext cx="148" cy="81"/>
            </a:xfrm>
            <a:custGeom>
              <a:avLst/>
              <a:gdLst>
                <a:gd name="T0" fmla="*/ 4 w 226"/>
                <a:gd name="T1" fmla="*/ 76 h 124"/>
                <a:gd name="T2" fmla="*/ 6 w 226"/>
                <a:gd name="T3" fmla="*/ 95 h 124"/>
                <a:gd name="T4" fmla="*/ 20 w 226"/>
                <a:gd name="T5" fmla="*/ 111 h 124"/>
                <a:gd name="T6" fmla="*/ 46 w 226"/>
                <a:gd name="T7" fmla="*/ 117 h 124"/>
                <a:gd name="T8" fmla="*/ 67 w 226"/>
                <a:gd name="T9" fmla="*/ 123 h 124"/>
                <a:gd name="T10" fmla="*/ 88 w 226"/>
                <a:gd name="T11" fmla="*/ 116 h 124"/>
                <a:gd name="T12" fmla="*/ 100 w 226"/>
                <a:gd name="T13" fmla="*/ 107 h 124"/>
                <a:gd name="T14" fmla="*/ 112 w 226"/>
                <a:gd name="T15" fmla="*/ 114 h 124"/>
                <a:gd name="T16" fmla="*/ 129 w 226"/>
                <a:gd name="T17" fmla="*/ 116 h 124"/>
                <a:gd name="T18" fmla="*/ 159 w 226"/>
                <a:gd name="T19" fmla="*/ 110 h 124"/>
                <a:gd name="T20" fmla="*/ 190 w 226"/>
                <a:gd name="T21" fmla="*/ 110 h 124"/>
                <a:gd name="T22" fmla="*/ 220 w 226"/>
                <a:gd name="T23" fmla="*/ 107 h 124"/>
                <a:gd name="T24" fmla="*/ 207 w 226"/>
                <a:gd name="T25" fmla="*/ 93 h 124"/>
                <a:gd name="T26" fmla="*/ 199 w 226"/>
                <a:gd name="T27" fmla="*/ 70 h 124"/>
                <a:gd name="T28" fmla="*/ 180 w 226"/>
                <a:gd name="T29" fmla="*/ 61 h 124"/>
                <a:gd name="T30" fmla="*/ 182 w 226"/>
                <a:gd name="T31" fmla="*/ 51 h 124"/>
                <a:gd name="T32" fmla="*/ 191 w 226"/>
                <a:gd name="T33" fmla="*/ 50 h 124"/>
                <a:gd name="T34" fmla="*/ 183 w 226"/>
                <a:gd name="T35" fmla="*/ 36 h 124"/>
                <a:gd name="T36" fmla="*/ 170 w 226"/>
                <a:gd name="T37" fmla="*/ 25 h 124"/>
                <a:gd name="T38" fmla="*/ 142 w 226"/>
                <a:gd name="T39" fmla="*/ 27 h 124"/>
                <a:gd name="T40" fmla="*/ 118 w 226"/>
                <a:gd name="T41" fmla="*/ 29 h 124"/>
                <a:gd name="T42" fmla="*/ 100 w 226"/>
                <a:gd name="T43" fmla="*/ 13 h 124"/>
                <a:gd name="T44" fmla="*/ 83 w 226"/>
                <a:gd name="T45" fmla="*/ 5 h 124"/>
                <a:gd name="T46" fmla="*/ 68 w 226"/>
                <a:gd name="T47" fmla="*/ 9 h 124"/>
                <a:gd name="T48" fmla="*/ 46 w 226"/>
                <a:gd name="T49" fmla="*/ 27 h 124"/>
                <a:gd name="T50" fmla="*/ 32 w 226"/>
                <a:gd name="T51" fmla="*/ 43 h 124"/>
                <a:gd name="T52" fmla="*/ 21 w 226"/>
                <a:gd name="T53" fmla="*/ 61 h 124"/>
                <a:gd name="T54" fmla="*/ 7 w 226"/>
                <a:gd name="T55" fmla="*/ 64 h 124"/>
                <a:gd name="T56" fmla="*/ 4 w 226"/>
                <a:gd name="T57" fmla="*/ 7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6" h="124">
                  <a:moveTo>
                    <a:pt x="4" y="76"/>
                  </a:moveTo>
                  <a:cubicBezTo>
                    <a:pt x="5" y="86"/>
                    <a:pt x="0" y="93"/>
                    <a:pt x="6" y="95"/>
                  </a:cubicBezTo>
                  <a:cubicBezTo>
                    <a:pt x="13" y="98"/>
                    <a:pt x="11" y="111"/>
                    <a:pt x="20" y="111"/>
                  </a:cubicBezTo>
                  <a:cubicBezTo>
                    <a:pt x="30" y="111"/>
                    <a:pt x="44" y="114"/>
                    <a:pt x="46" y="117"/>
                  </a:cubicBezTo>
                  <a:cubicBezTo>
                    <a:pt x="48" y="121"/>
                    <a:pt x="60" y="123"/>
                    <a:pt x="67" y="123"/>
                  </a:cubicBezTo>
                  <a:cubicBezTo>
                    <a:pt x="74" y="122"/>
                    <a:pt x="85" y="124"/>
                    <a:pt x="88" y="116"/>
                  </a:cubicBezTo>
                  <a:cubicBezTo>
                    <a:pt x="91" y="108"/>
                    <a:pt x="92" y="107"/>
                    <a:pt x="100" y="107"/>
                  </a:cubicBezTo>
                  <a:cubicBezTo>
                    <a:pt x="107" y="107"/>
                    <a:pt x="112" y="109"/>
                    <a:pt x="112" y="114"/>
                  </a:cubicBezTo>
                  <a:cubicBezTo>
                    <a:pt x="113" y="120"/>
                    <a:pt x="125" y="123"/>
                    <a:pt x="129" y="116"/>
                  </a:cubicBezTo>
                  <a:cubicBezTo>
                    <a:pt x="132" y="110"/>
                    <a:pt x="149" y="110"/>
                    <a:pt x="159" y="110"/>
                  </a:cubicBezTo>
                  <a:cubicBezTo>
                    <a:pt x="168" y="110"/>
                    <a:pt x="178" y="110"/>
                    <a:pt x="190" y="110"/>
                  </a:cubicBezTo>
                  <a:cubicBezTo>
                    <a:pt x="202" y="110"/>
                    <a:pt x="226" y="113"/>
                    <a:pt x="220" y="107"/>
                  </a:cubicBezTo>
                  <a:cubicBezTo>
                    <a:pt x="214" y="101"/>
                    <a:pt x="208" y="97"/>
                    <a:pt x="207" y="93"/>
                  </a:cubicBezTo>
                  <a:cubicBezTo>
                    <a:pt x="206" y="89"/>
                    <a:pt x="208" y="72"/>
                    <a:pt x="199" y="70"/>
                  </a:cubicBezTo>
                  <a:cubicBezTo>
                    <a:pt x="189" y="69"/>
                    <a:pt x="181" y="63"/>
                    <a:pt x="180" y="61"/>
                  </a:cubicBezTo>
                  <a:cubicBezTo>
                    <a:pt x="178" y="58"/>
                    <a:pt x="178" y="53"/>
                    <a:pt x="182" y="51"/>
                  </a:cubicBezTo>
                  <a:cubicBezTo>
                    <a:pt x="184" y="50"/>
                    <a:pt x="188" y="52"/>
                    <a:pt x="191" y="50"/>
                  </a:cubicBezTo>
                  <a:cubicBezTo>
                    <a:pt x="187" y="49"/>
                    <a:pt x="189" y="38"/>
                    <a:pt x="183" y="36"/>
                  </a:cubicBezTo>
                  <a:cubicBezTo>
                    <a:pt x="175" y="33"/>
                    <a:pt x="178" y="30"/>
                    <a:pt x="170" y="25"/>
                  </a:cubicBezTo>
                  <a:cubicBezTo>
                    <a:pt x="161" y="20"/>
                    <a:pt x="149" y="28"/>
                    <a:pt x="142" y="27"/>
                  </a:cubicBezTo>
                  <a:cubicBezTo>
                    <a:pt x="135" y="26"/>
                    <a:pt x="127" y="29"/>
                    <a:pt x="118" y="29"/>
                  </a:cubicBezTo>
                  <a:cubicBezTo>
                    <a:pt x="110" y="30"/>
                    <a:pt x="107" y="15"/>
                    <a:pt x="100" y="13"/>
                  </a:cubicBezTo>
                  <a:cubicBezTo>
                    <a:pt x="92" y="11"/>
                    <a:pt x="87" y="9"/>
                    <a:pt x="83" y="5"/>
                  </a:cubicBezTo>
                  <a:cubicBezTo>
                    <a:pt x="78" y="0"/>
                    <a:pt x="73" y="8"/>
                    <a:pt x="68" y="9"/>
                  </a:cubicBezTo>
                  <a:cubicBezTo>
                    <a:pt x="63" y="10"/>
                    <a:pt x="54" y="25"/>
                    <a:pt x="46" y="27"/>
                  </a:cubicBezTo>
                  <a:cubicBezTo>
                    <a:pt x="39" y="30"/>
                    <a:pt x="37" y="41"/>
                    <a:pt x="32" y="43"/>
                  </a:cubicBezTo>
                  <a:cubicBezTo>
                    <a:pt x="27" y="45"/>
                    <a:pt x="25" y="50"/>
                    <a:pt x="21" y="61"/>
                  </a:cubicBezTo>
                  <a:cubicBezTo>
                    <a:pt x="17" y="70"/>
                    <a:pt x="11" y="68"/>
                    <a:pt x="7" y="64"/>
                  </a:cubicBezTo>
                  <a:cubicBezTo>
                    <a:pt x="5" y="68"/>
                    <a:pt x="4" y="72"/>
                    <a:pt x="4" y="7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283" y="2873"/>
              <a:ext cx="25" cy="18"/>
            </a:xfrm>
            <a:custGeom>
              <a:avLst/>
              <a:gdLst>
                <a:gd name="T0" fmla="*/ 28 w 38"/>
                <a:gd name="T1" fmla="*/ 2 h 27"/>
                <a:gd name="T2" fmla="*/ 7 w 38"/>
                <a:gd name="T3" fmla="*/ 8 h 27"/>
                <a:gd name="T4" fmla="*/ 0 w 38"/>
                <a:gd name="T5" fmla="*/ 23 h 27"/>
                <a:gd name="T6" fmla="*/ 38 w 38"/>
                <a:gd name="T7" fmla="*/ 6 h 27"/>
                <a:gd name="T8" fmla="*/ 28 w 38"/>
                <a:gd name="T9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7">
                  <a:moveTo>
                    <a:pt x="28" y="2"/>
                  </a:moveTo>
                  <a:cubicBezTo>
                    <a:pt x="24" y="0"/>
                    <a:pt x="17" y="6"/>
                    <a:pt x="7" y="8"/>
                  </a:cubicBezTo>
                  <a:cubicBezTo>
                    <a:pt x="2" y="10"/>
                    <a:pt x="0" y="17"/>
                    <a:pt x="0" y="23"/>
                  </a:cubicBezTo>
                  <a:cubicBezTo>
                    <a:pt x="11" y="27"/>
                    <a:pt x="33" y="20"/>
                    <a:pt x="38" y="6"/>
                  </a:cubicBezTo>
                  <a:cubicBezTo>
                    <a:pt x="34" y="5"/>
                    <a:pt x="32" y="3"/>
                    <a:pt x="28" y="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2291" y="2525"/>
              <a:ext cx="109" cy="174"/>
            </a:xfrm>
            <a:custGeom>
              <a:avLst/>
              <a:gdLst>
                <a:gd name="T0" fmla="*/ 154 w 166"/>
                <a:gd name="T1" fmla="*/ 130 h 266"/>
                <a:gd name="T2" fmla="*/ 118 w 166"/>
                <a:gd name="T3" fmla="*/ 108 h 266"/>
                <a:gd name="T4" fmla="*/ 69 w 166"/>
                <a:gd name="T5" fmla="*/ 25 h 266"/>
                <a:gd name="T6" fmla="*/ 28 w 166"/>
                <a:gd name="T7" fmla="*/ 2 h 266"/>
                <a:gd name="T8" fmla="*/ 23 w 166"/>
                <a:gd name="T9" fmla="*/ 19 h 266"/>
                <a:gd name="T10" fmla="*/ 29 w 166"/>
                <a:gd name="T11" fmla="*/ 42 h 266"/>
                <a:gd name="T12" fmla="*/ 24 w 166"/>
                <a:gd name="T13" fmla="*/ 62 h 266"/>
                <a:gd name="T14" fmla="*/ 6 w 166"/>
                <a:gd name="T15" fmla="*/ 76 h 266"/>
                <a:gd name="T16" fmla="*/ 4 w 166"/>
                <a:gd name="T17" fmla="*/ 104 h 266"/>
                <a:gd name="T18" fmla="*/ 2 w 166"/>
                <a:gd name="T19" fmla="*/ 133 h 266"/>
                <a:gd name="T20" fmla="*/ 2 w 166"/>
                <a:gd name="T21" fmla="*/ 177 h 266"/>
                <a:gd name="T22" fmla="*/ 6 w 166"/>
                <a:gd name="T23" fmla="*/ 201 h 266"/>
                <a:gd name="T24" fmla="*/ 12 w 166"/>
                <a:gd name="T25" fmla="*/ 227 h 266"/>
                <a:gd name="T26" fmla="*/ 29 w 166"/>
                <a:gd name="T27" fmla="*/ 251 h 266"/>
                <a:gd name="T28" fmla="*/ 50 w 166"/>
                <a:gd name="T29" fmla="*/ 264 h 266"/>
                <a:gd name="T30" fmla="*/ 71 w 166"/>
                <a:gd name="T31" fmla="*/ 261 h 266"/>
                <a:gd name="T32" fmla="*/ 100 w 166"/>
                <a:gd name="T33" fmla="*/ 248 h 266"/>
                <a:gd name="T34" fmla="*/ 142 w 166"/>
                <a:gd name="T35" fmla="*/ 216 h 266"/>
                <a:gd name="T36" fmla="*/ 146 w 166"/>
                <a:gd name="T37" fmla="*/ 178 h 266"/>
                <a:gd name="T38" fmla="*/ 154 w 166"/>
                <a:gd name="T39" fmla="*/ 13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6" h="266">
                  <a:moveTo>
                    <a:pt x="154" y="130"/>
                  </a:moveTo>
                  <a:cubicBezTo>
                    <a:pt x="142" y="122"/>
                    <a:pt x="120" y="126"/>
                    <a:pt x="118" y="108"/>
                  </a:cubicBezTo>
                  <a:cubicBezTo>
                    <a:pt x="115" y="89"/>
                    <a:pt x="79" y="33"/>
                    <a:pt x="69" y="25"/>
                  </a:cubicBezTo>
                  <a:cubicBezTo>
                    <a:pt x="58" y="18"/>
                    <a:pt x="46" y="0"/>
                    <a:pt x="28" y="2"/>
                  </a:cubicBezTo>
                  <a:cubicBezTo>
                    <a:pt x="28" y="2"/>
                    <a:pt x="14" y="12"/>
                    <a:pt x="23" y="19"/>
                  </a:cubicBezTo>
                  <a:cubicBezTo>
                    <a:pt x="32" y="26"/>
                    <a:pt x="30" y="26"/>
                    <a:pt x="29" y="42"/>
                  </a:cubicBezTo>
                  <a:cubicBezTo>
                    <a:pt x="29" y="58"/>
                    <a:pt x="33" y="58"/>
                    <a:pt x="24" y="62"/>
                  </a:cubicBezTo>
                  <a:cubicBezTo>
                    <a:pt x="15" y="66"/>
                    <a:pt x="5" y="65"/>
                    <a:pt x="6" y="76"/>
                  </a:cubicBezTo>
                  <a:cubicBezTo>
                    <a:pt x="7" y="86"/>
                    <a:pt x="8" y="98"/>
                    <a:pt x="4" y="104"/>
                  </a:cubicBezTo>
                  <a:cubicBezTo>
                    <a:pt x="1" y="110"/>
                    <a:pt x="3" y="126"/>
                    <a:pt x="2" y="133"/>
                  </a:cubicBezTo>
                  <a:cubicBezTo>
                    <a:pt x="0" y="140"/>
                    <a:pt x="2" y="166"/>
                    <a:pt x="2" y="177"/>
                  </a:cubicBezTo>
                  <a:cubicBezTo>
                    <a:pt x="2" y="187"/>
                    <a:pt x="1" y="191"/>
                    <a:pt x="6" y="201"/>
                  </a:cubicBezTo>
                  <a:cubicBezTo>
                    <a:pt x="10" y="211"/>
                    <a:pt x="10" y="217"/>
                    <a:pt x="12" y="227"/>
                  </a:cubicBezTo>
                  <a:cubicBezTo>
                    <a:pt x="14" y="237"/>
                    <a:pt x="22" y="242"/>
                    <a:pt x="29" y="251"/>
                  </a:cubicBezTo>
                  <a:cubicBezTo>
                    <a:pt x="36" y="260"/>
                    <a:pt x="42" y="261"/>
                    <a:pt x="50" y="264"/>
                  </a:cubicBezTo>
                  <a:cubicBezTo>
                    <a:pt x="58" y="266"/>
                    <a:pt x="66" y="265"/>
                    <a:pt x="71" y="261"/>
                  </a:cubicBezTo>
                  <a:cubicBezTo>
                    <a:pt x="75" y="256"/>
                    <a:pt x="90" y="251"/>
                    <a:pt x="100" y="248"/>
                  </a:cubicBezTo>
                  <a:cubicBezTo>
                    <a:pt x="111" y="246"/>
                    <a:pt x="141" y="225"/>
                    <a:pt x="142" y="216"/>
                  </a:cubicBezTo>
                  <a:cubicBezTo>
                    <a:pt x="144" y="208"/>
                    <a:pt x="142" y="189"/>
                    <a:pt x="146" y="178"/>
                  </a:cubicBezTo>
                  <a:cubicBezTo>
                    <a:pt x="150" y="167"/>
                    <a:pt x="166" y="138"/>
                    <a:pt x="154" y="13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4217" y="1480"/>
              <a:ext cx="38" cy="21"/>
            </a:xfrm>
            <a:custGeom>
              <a:avLst/>
              <a:gdLst>
                <a:gd name="T0" fmla="*/ 29 w 58"/>
                <a:gd name="T1" fmla="*/ 12 h 33"/>
                <a:gd name="T2" fmla="*/ 6 w 58"/>
                <a:gd name="T3" fmla="*/ 13 h 33"/>
                <a:gd name="T4" fmla="*/ 18 w 58"/>
                <a:gd name="T5" fmla="*/ 32 h 33"/>
                <a:gd name="T6" fmla="*/ 44 w 58"/>
                <a:gd name="T7" fmla="*/ 26 h 33"/>
                <a:gd name="T8" fmla="*/ 50 w 58"/>
                <a:gd name="T9" fmla="*/ 9 h 33"/>
                <a:gd name="T10" fmla="*/ 29 w 58"/>
                <a:gd name="T11" fmla="*/ 1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33">
                  <a:moveTo>
                    <a:pt x="29" y="12"/>
                  </a:moveTo>
                  <a:cubicBezTo>
                    <a:pt x="29" y="12"/>
                    <a:pt x="13" y="11"/>
                    <a:pt x="6" y="13"/>
                  </a:cubicBezTo>
                  <a:cubicBezTo>
                    <a:pt x="0" y="15"/>
                    <a:pt x="0" y="31"/>
                    <a:pt x="18" y="32"/>
                  </a:cubicBezTo>
                  <a:cubicBezTo>
                    <a:pt x="36" y="33"/>
                    <a:pt x="41" y="33"/>
                    <a:pt x="44" y="26"/>
                  </a:cubicBezTo>
                  <a:cubicBezTo>
                    <a:pt x="47" y="18"/>
                    <a:pt x="58" y="17"/>
                    <a:pt x="50" y="9"/>
                  </a:cubicBezTo>
                  <a:cubicBezTo>
                    <a:pt x="43" y="0"/>
                    <a:pt x="35" y="1"/>
                    <a:pt x="29" y="1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4345" y="1420"/>
              <a:ext cx="17" cy="32"/>
            </a:xfrm>
            <a:custGeom>
              <a:avLst/>
              <a:gdLst>
                <a:gd name="T0" fmla="*/ 18 w 25"/>
                <a:gd name="T1" fmla="*/ 37 h 50"/>
                <a:gd name="T2" fmla="*/ 9 w 25"/>
                <a:gd name="T3" fmla="*/ 19 h 50"/>
                <a:gd name="T4" fmla="*/ 4 w 25"/>
                <a:gd name="T5" fmla="*/ 38 h 50"/>
                <a:gd name="T6" fmla="*/ 18 w 25"/>
                <a:gd name="T7" fmla="*/ 3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50">
                  <a:moveTo>
                    <a:pt x="18" y="37"/>
                  </a:moveTo>
                  <a:cubicBezTo>
                    <a:pt x="18" y="26"/>
                    <a:pt x="25" y="0"/>
                    <a:pt x="9" y="19"/>
                  </a:cubicBezTo>
                  <a:cubicBezTo>
                    <a:pt x="9" y="19"/>
                    <a:pt x="0" y="25"/>
                    <a:pt x="4" y="38"/>
                  </a:cubicBezTo>
                  <a:cubicBezTo>
                    <a:pt x="8" y="50"/>
                    <a:pt x="18" y="47"/>
                    <a:pt x="18" y="3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4215" y="1242"/>
              <a:ext cx="151" cy="206"/>
            </a:xfrm>
            <a:custGeom>
              <a:avLst/>
              <a:gdLst>
                <a:gd name="T0" fmla="*/ 133 w 232"/>
                <a:gd name="T1" fmla="*/ 21 h 314"/>
                <a:gd name="T2" fmla="*/ 87 w 232"/>
                <a:gd name="T3" fmla="*/ 21 h 314"/>
                <a:gd name="T4" fmla="*/ 44 w 232"/>
                <a:gd name="T5" fmla="*/ 52 h 314"/>
                <a:gd name="T6" fmla="*/ 35 w 232"/>
                <a:gd name="T7" fmla="*/ 70 h 314"/>
                <a:gd name="T8" fmla="*/ 43 w 232"/>
                <a:gd name="T9" fmla="*/ 110 h 314"/>
                <a:gd name="T10" fmla="*/ 23 w 232"/>
                <a:gd name="T11" fmla="*/ 128 h 314"/>
                <a:gd name="T12" fmla="*/ 23 w 232"/>
                <a:gd name="T13" fmla="*/ 148 h 314"/>
                <a:gd name="T14" fmla="*/ 34 w 232"/>
                <a:gd name="T15" fmla="*/ 196 h 314"/>
                <a:gd name="T16" fmla="*/ 18 w 232"/>
                <a:gd name="T17" fmla="*/ 240 h 314"/>
                <a:gd name="T18" fmla="*/ 21 w 232"/>
                <a:gd name="T19" fmla="*/ 271 h 314"/>
                <a:gd name="T20" fmla="*/ 10 w 232"/>
                <a:gd name="T21" fmla="*/ 300 h 314"/>
                <a:gd name="T22" fmla="*/ 37 w 232"/>
                <a:gd name="T23" fmla="*/ 302 h 314"/>
                <a:gd name="T24" fmla="*/ 83 w 232"/>
                <a:gd name="T25" fmla="*/ 303 h 314"/>
                <a:gd name="T26" fmla="*/ 119 w 232"/>
                <a:gd name="T27" fmla="*/ 277 h 314"/>
                <a:gd name="T28" fmla="*/ 165 w 232"/>
                <a:gd name="T29" fmla="*/ 273 h 314"/>
                <a:gd name="T30" fmla="*/ 203 w 232"/>
                <a:gd name="T31" fmla="*/ 249 h 314"/>
                <a:gd name="T32" fmla="*/ 220 w 232"/>
                <a:gd name="T33" fmla="*/ 191 h 314"/>
                <a:gd name="T34" fmla="*/ 216 w 232"/>
                <a:gd name="T35" fmla="*/ 121 h 314"/>
                <a:gd name="T36" fmla="*/ 182 w 232"/>
                <a:gd name="T37" fmla="*/ 67 h 314"/>
                <a:gd name="T38" fmla="*/ 153 w 232"/>
                <a:gd name="T39" fmla="*/ 9 h 314"/>
                <a:gd name="T40" fmla="*/ 149 w 232"/>
                <a:gd name="T41" fmla="*/ 0 h 314"/>
                <a:gd name="T42" fmla="*/ 133 w 232"/>
                <a:gd name="T43" fmla="*/ 21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2" h="314">
                  <a:moveTo>
                    <a:pt x="133" y="21"/>
                  </a:moveTo>
                  <a:cubicBezTo>
                    <a:pt x="126" y="34"/>
                    <a:pt x="107" y="24"/>
                    <a:pt x="87" y="21"/>
                  </a:cubicBezTo>
                  <a:cubicBezTo>
                    <a:pt x="68" y="19"/>
                    <a:pt x="53" y="37"/>
                    <a:pt x="44" y="52"/>
                  </a:cubicBezTo>
                  <a:cubicBezTo>
                    <a:pt x="40" y="59"/>
                    <a:pt x="37" y="65"/>
                    <a:pt x="35" y="70"/>
                  </a:cubicBezTo>
                  <a:cubicBezTo>
                    <a:pt x="38" y="79"/>
                    <a:pt x="38" y="92"/>
                    <a:pt x="43" y="110"/>
                  </a:cubicBezTo>
                  <a:cubicBezTo>
                    <a:pt x="50" y="138"/>
                    <a:pt x="41" y="125"/>
                    <a:pt x="23" y="128"/>
                  </a:cubicBezTo>
                  <a:cubicBezTo>
                    <a:pt x="4" y="131"/>
                    <a:pt x="13" y="140"/>
                    <a:pt x="23" y="148"/>
                  </a:cubicBezTo>
                  <a:cubicBezTo>
                    <a:pt x="33" y="157"/>
                    <a:pt x="27" y="167"/>
                    <a:pt x="34" y="196"/>
                  </a:cubicBezTo>
                  <a:cubicBezTo>
                    <a:pt x="41" y="224"/>
                    <a:pt x="28" y="226"/>
                    <a:pt x="18" y="240"/>
                  </a:cubicBezTo>
                  <a:cubicBezTo>
                    <a:pt x="8" y="254"/>
                    <a:pt x="14" y="254"/>
                    <a:pt x="21" y="271"/>
                  </a:cubicBezTo>
                  <a:cubicBezTo>
                    <a:pt x="28" y="289"/>
                    <a:pt x="20" y="287"/>
                    <a:pt x="10" y="300"/>
                  </a:cubicBezTo>
                  <a:cubicBezTo>
                    <a:pt x="0" y="313"/>
                    <a:pt x="14" y="314"/>
                    <a:pt x="37" y="302"/>
                  </a:cubicBezTo>
                  <a:cubicBezTo>
                    <a:pt x="60" y="289"/>
                    <a:pt x="66" y="314"/>
                    <a:pt x="83" y="303"/>
                  </a:cubicBezTo>
                  <a:cubicBezTo>
                    <a:pt x="100" y="292"/>
                    <a:pt x="103" y="283"/>
                    <a:pt x="119" y="277"/>
                  </a:cubicBezTo>
                  <a:cubicBezTo>
                    <a:pt x="134" y="271"/>
                    <a:pt x="140" y="284"/>
                    <a:pt x="165" y="273"/>
                  </a:cubicBezTo>
                  <a:cubicBezTo>
                    <a:pt x="189" y="261"/>
                    <a:pt x="175" y="254"/>
                    <a:pt x="203" y="249"/>
                  </a:cubicBezTo>
                  <a:cubicBezTo>
                    <a:pt x="232" y="243"/>
                    <a:pt x="213" y="220"/>
                    <a:pt x="220" y="191"/>
                  </a:cubicBezTo>
                  <a:cubicBezTo>
                    <a:pt x="228" y="163"/>
                    <a:pt x="220" y="140"/>
                    <a:pt x="216" y="121"/>
                  </a:cubicBezTo>
                  <a:cubicBezTo>
                    <a:pt x="212" y="102"/>
                    <a:pt x="200" y="91"/>
                    <a:pt x="182" y="67"/>
                  </a:cubicBezTo>
                  <a:cubicBezTo>
                    <a:pt x="163" y="42"/>
                    <a:pt x="160" y="32"/>
                    <a:pt x="153" y="9"/>
                  </a:cubicBezTo>
                  <a:cubicBezTo>
                    <a:pt x="152" y="6"/>
                    <a:pt x="151" y="3"/>
                    <a:pt x="149" y="0"/>
                  </a:cubicBezTo>
                  <a:cubicBezTo>
                    <a:pt x="143" y="5"/>
                    <a:pt x="139" y="12"/>
                    <a:pt x="133" y="2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4136" y="1024"/>
              <a:ext cx="269" cy="269"/>
            </a:xfrm>
            <a:custGeom>
              <a:avLst/>
              <a:gdLst>
                <a:gd name="T0" fmla="*/ 402 w 412"/>
                <a:gd name="T1" fmla="*/ 31 h 411"/>
                <a:gd name="T2" fmla="*/ 402 w 412"/>
                <a:gd name="T3" fmla="*/ 31 h 411"/>
                <a:gd name="T4" fmla="*/ 398 w 412"/>
                <a:gd name="T5" fmla="*/ 32 h 411"/>
                <a:gd name="T6" fmla="*/ 397 w 412"/>
                <a:gd name="T7" fmla="*/ 32 h 411"/>
                <a:gd name="T8" fmla="*/ 395 w 412"/>
                <a:gd name="T9" fmla="*/ 32 h 411"/>
                <a:gd name="T10" fmla="*/ 393 w 412"/>
                <a:gd name="T11" fmla="*/ 31 h 411"/>
                <a:gd name="T12" fmla="*/ 387 w 412"/>
                <a:gd name="T13" fmla="*/ 15 h 411"/>
                <a:gd name="T14" fmla="*/ 366 w 412"/>
                <a:gd name="T15" fmla="*/ 3 h 411"/>
                <a:gd name="T16" fmla="*/ 360 w 412"/>
                <a:gd name="T17" fmla="*/ 19 h 411"/>
                <a:gd name="T18" fmla="*/ 351 w 412"/>
                <a:gd name="T19" fmla="*/ 34 h 411"/>
                <a:gd name="T20" fmla="*/ 332 w 412"/>
                <a:gd name="T21" fmla="*/ 49 h 411"/>
                <a:gd name="T22" fmla="*/ 316 w 412"/>
                <a:gd name="T23" fmla="*/ 67 h 411"/>
                <a:gd name="T24" fmla="*/ 267 w 412"/>
                <a:gd name="T25" fmla="*/ 78 h 411"/>
                <a:gd name="T26" fmla="*/ 248 w 412"/>
                <a:gd name="T27" fmla="*/ 90 h 411"/>
                <a:gd name="T28" fmla="*/ 254 w 412"/>
                <a:gd name="T29" fmla="*/ 110 h 411"/>
                <a:gd name="T30" fmla="*/ 255 w 412"/>
                <a:gd name="T31" fmla="*/ 123 h 411"/>
                <a:gd name="T32" fmla="*/ 236 w 412"/>
                <a:gd name="T33" fmla="*/ 127 h 411"/>
                <a:gd name="T34" fmla="*/ 209 w 412"/>
                <a:gd name="T35" fmla="*/ 125 h 411"/>
                <a:gd name="T36" fmla="*/ 186 w 412"/>
                <a:gd name="T37" fmla="*/ 111 h 411"/>
                <a:gd name="T38" fmla="*/ 172 w 412"/>
                <a:gd name="T39" fmla="*/ 95 h 411"/>
                <a:gd name="T40" fmla="*/ 154 w 412"/>
                <a:gd name="T41" fmla="*/ 112 h 411"/>
                <a:gd name="T42" fmla="*/ 134 w 412"/>
                <a:gd name="T43" fmla="*/ 146 h 411"/>
                <a:gd name="T44" fmla="*/ 106 w 412"/>
                <a:gd name="T45" fmla="*/ 164 h 411"/>
                <a:gd name="T46" fmla="*/ 88 w 412"/>
                <a:gd name="T47" fmla="*/ 179 h 411"/>
                <a:gd name="T48" fmla="*/ 61 w 412"/>
                <a:gd name="T49" fmla="*/ 190 h 411"/>
                <a:gd name="T50" fmla="*/ 16 w 412"/>
                <a:gd name="T51" fmla="*/ 215 h 411"/>
                <a:gd name="T52" fmla="*/ 0 w 412"/>
                <a:gd name="T53" fmla="*/ 242 h 411"/>
                <a:gd name="T54" fmla="*/ 49 w 412"/>
                <a:gd name="T55" fmla="*/ 259 h 411"/>
                <a:gd name="T56" fmla="*/ 76 w 412"/>
                <a:gd name="T57" fmla="*/ 280 h 411"/>
                <a:gd name="T58" fmla="*/ 71 w 412"/>
                <a:gd name="T59" fmla="*/ 316 h 411"/>
                <a:gd name="T60" fmla="*/ 48 w 412"/>
                <a:gd name="T61" fmla="*/ 347 h 411"/>
                <a:gd name="T62" fmla="*/ 58 w 412"/>
                <a:gd name="T63" fmla="*/ 389 h 411"/>
                <a:gd name="T64" fmla="*/ 88 w 412"/>
                <a:gd name="T65" fmla="*/ 390 h 411"/>
                <a:gd name="T66" fmla="*/ 144 w 412"/>
                <a:gd name="T67" fmla="*/ 393 h 411"/>
                <a:gd name="T68" fmla="*/ 156 w 412"/>
                <a:gd name="T69" fmla="*/ 404 h 411"/>
                <a:gd name="T70" fmla="*/ 165 w 412"/>
                <a:gd name="T71" fmla="*/ 386 h 411"/>
                <a:gd name="T72" fmla="*/ 208 w 412"/>
                <a:gd name="T73" fmla="*/ 355 h 411"/>
                <a:gd name="T74" fmla="*/ 254 w 412"/>
                <a:gd name="T75" fmla="*/ 355 h 411"/>
                <a:gd name="T76" fmla="*/ 270 w 412"/>
                <a:gd name="T77" fmla="*/ 334 h 411"/>
                <a:gd name="T78" fmla="*/ 220 w 412"/>
                <a:gd name="T79" fmla="*/ 297 h 411"/>
                <a:gd name="T80" fmla="*/ 235 w 412"/>
                <a:gd name="T81" fmla="*/ 244 h 411"/>
                <a:gd name="T82" fmla="*/ 271 w 412"/>
                <a:gd name="T83" fmla="*/ 216 h 411"/>
                <a:gd name="T84" fmla="*/ 327 w 412"/>
                <a:gd name="T85" fmla="*/ 181 h 411"/>
                <a:gd name="T86" fmla="*/ 354 w 412"/>
                <a:gd name="T87" fmla="*/ 144 h 411"/>
                <a:gd name="T88" fmla="*/ 360 w 412"/>
                <a:gd name="T89" fmla="*/ 97 h 411"/>
                <a:gd name="T90" fmla="*/ 412 w 412"/>
                <a:gd name="T91" fmla="*/ 48 h 411"/>
                <a:gd name="T92" fmla="*/ 412 w 412"/>
                <a:gd name="T93" fmla="*/ 47 h 411"/>
                <a:gd name="T94" fmla="*/ 405 w 412"/>
                <a:gd name="T95" fmla="*/ 38 h 411"/>
                <a:gd name="T96" fmla="*/ 402 w 412"/>
                <a:gd name="T97" fmla="*/ 3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2" h="411">
                  <a:moveTo>
                    <a:pt x="402" y="31"/>
                  </a:moveTo>
                  <a:cubicBezTo>
                    <a:pt x="402" y="31"/>
                    <a:pt x="402" y="31"/>
                    <a:pt x="402" y="31"/>
                  </a:cubicBezTo>
                  <a:cubicBezTo>
                    <a:pt x="401" y="32"/>
                    <a:pt x="399" y="32"/>
                    <a:pt x="398" y="32"/>
                  </a:cubicBezTo>
                  <a:cubicBezTo>
                    <a:pt x="397" y="32"/>
                    <a:pt x="397" y="32"/>
                    <a:pt x="397" y="32"/>
                  </a:cubicBezTo>
                  <a:cubicBezTo>
                    <a:pt x="396" y="32"/>
                    <a:pt x="396" y="32"/>
                    <a:pt x="395" y="32"/>
                  </a:cubicBezTo>
                  <a:cubicBezTo>
                    <a:pt x="395" y="32"/>
                    <a:pt x="394" y="32"/>
                    <a:pt x="393" y="31"/>
                  </a:cubicBezTo>
                  <a:cubicBezTo>
                    <a:pt x="387" y="28"/>
                    <a:pt x="388" y="20"/>
                    <a:pt x="387" y="15"/>
                  </a:cubicBezTo>
                  <a:cubicBezTo>
                    <a:pt x="386" y="9"/>
                    <a:pt x="375" y="0"/>
                    <a:pt x="366" y="3"/>
                  </a:cubicBezTo>
                  <a:cubicBezTo>
                    <a:pt x="356" y="5"/>
                    <a:pt x="368" y="15"/>
                    <a:pt x="360" y="19"/>
                  </a:cubicBezTo>
                  <a:cubicBezTo>
                    <a:pt x="352" y="23"/>
                    <a:pt x="351" y="25"/>
                    <a:pt x="351" y="34"/>
                  </a:cubicBezTo>
                  <a:cubicBezTo>
                    <a:pt x="351" y="43"/>
                    <a:pt x="340" y="49"/>
                    <a:pt x="332" y="49"/>
                  </a:cubicBezTo>
                  <a:cubicBezTo>
                    <a:pt x="324" y="49"/>
                    <a:pt x="320" y="59"/>
                    <a:pt x="316" y="67"/>
                  </a:cubicBezTo>
                  <a:cubicBezTo>
                    <a:pt x="312" y="75"/>
                    <a:pt x="285" y="79"/>
                    <a:pt x="267" y="78"/>
                  </a:cubicBezTo>
                  <a:cubicBezTo>
                    <a:pt x="249" y="77"/>
                    <a:pt x="241" y="83"/>
                    <a:pt x="248" y="90"/>
                  </a:cubicBezTo>
                  <a:cubicBezTo>
                    <a:pt x="256" y="97"/>
                    <a:pt x="250" y="107"/>
                    <a:pt x="254" y="110"/>
                  </a:cubicBezTo>
                  <a:cubicBezTo>
                    <a:pt x="259" y="113"/>
                    <a:pt x="261" y="122"/>
                    <a:pt x="255" y="123"/>
                  </a:cubicBezTo>
                  <a:cubicBezTo>
                    <a:pt x="249" y="125"/>
                    <a:pt x="240" y="122"/>
                    <a:pt x="236" y="127"/>
                  </a:cubicBezTo>
                  <a:cubicBezTo>
                    <a:pt x="232" y="133"/>
                    <a:pt x="214" y="132"/>
                    <a:pt x="209" y="125"/>
                  </a:cubicBezTo>
                  <a:cubicBezTo>
                    <a:pt x="204" y="119"/>
                    <a:pt x="190" y="111"/>
                    <a:pt x="186" y="111"/>
                  </a:cubicBezTo>
                  <a:cubicBezTo>
                    <a:pt x="182" y="111"/>
                    <a:pt x="187" y="95"/>
                    <a:pt x="172" y="95"/>
                  </a:cubicBezTo>
                  <a:cubicBezTo>
                    <a:pt x="158" y="95"/>
                    <a:pt x="156" y="101"/>
                    <a:pt x="154" y="112"/>
                  </a:cubicBezTo>
                  <a:cubicBezTo>
                    <a:pt x="152" y="123"/>
                    <a:pt x="144" y="137"/>
                    <a:pt x="134" y="146"/>
                  </a:cubicBezTo>
                  <a:cubicBezTo>
                    <a:pt x="124" y="155"/>
                    <a:pt x="114" y="162"/>
                    <a:pt x="106" y="164"/>
                  </a:cubicBezTo>
                  <a:cubicBezTo>
                    <a:pt x="97" y="166"/>
                    <a:pt x="95" y="173"/>
                    <a:pt x="88" y="179"/>
                  </a:cubicBezTo>
                  <a:cubicBezTo>
                    <a:pt x="82" y="185"/>
                    <a:pt x="69" y="183"/>
                    <a:pt x="61" y="190"/>
                  </a:cubicBezTo>
                  <a:cubicBezTo>
                    <a:pt x="53" y="197"/>
                    <a:pt x="26" y="207"/>
                    <a:pt x="16" y="215"/>
                  </a:cubicBezTo>
                  <a:cubicBezTo>
                    <a:pt x="8" y="222"/>
                    <a:pt x="3" y="230"/>
                    <a:pt x="0" y="242"/>
                  </a:cubicBezTo>
                  <a:cubicBezTo>
                    <a:pt x="13" y="245"/>
                    <a:pt x="29" y="250"/>
                    <a:pt x="49" y="259"/>
                  </a:cubicBezTo>
                  <a:cubicBezTo>
                    <a:pt x="91" y="277"/>
                    <a:pt x="72" y="264"/>
                    <a:pt x="76" y="280"/>
                  </a:cubicBezTo>
                  <a:cubicBezTo>
                    <a:pt x="81" y="296"/>
                    <a:pt x="71" y="304"/>
                    <a:pt x="71" y="316"/>
                  </a:cubicBezTo>
                  <a:cubicBezTo>
                    <a:pt x="71" y="327"/>
                    <a:pt x="66" y="330"/>
                    <a:pt x="48" y="347"/>
                  </a:cubicBezTo>
                  <a:cubicBezTo>
                    <a:pt x="29" y="365"/>
                    <a:pt x="45" y="368"/>
                    <a:pt x="58" y="389"/>
                  </a:cubicBezTo>
                  <a:cubicBezTo>
                    <a:pt x="71" y="411"/>
                    <a:pt x="81" y="405"/>
                    <a:pt x="88" y="390"/>
                  </a:cubicBezTo>
                  <a:cubicBezTo>
                    <a:pt x="95" y="376"/>
                    <a:pt x="126" y="388"/>
                    <a:pt x="144" y="393"/>
                  </a:cubicBezTo>
                  <a:cubicBezTo>
                    <a:pt x="150" y="396"/>
                    <a:pt x="154" y="399"/>
                    <a:pt x="156" y="404"/>
                  </a:cubicBezTo>
                  <a:cubicBezTo>
                    <a:pt x="158" y="399"/>
                    <a:pt x="161" y="393"/>
                    <a:pt x="165" y="386"/>
                  </a:cubicBezTo>
                  <a:cubicBezTo>
                    <a:pt x="174" y="371"/>
                    <a:pt x="189" y="353"/>
                    <a:pt x="208" y="355"/>
                  </a:cubicBezTo>
                  <a:cubicBezTo>
                    <a:pt x="228" y="358"/>
                    <a:pt x="247" y="368"/>
                    <a:pt x="254" y="355"/>
                  </a:cubicBezTo>
                  <a:cubicBezTo>
                    <a:pt x="260" y="346"/>
                    <a:pt x="264" y="339"/>
                    <a:pt x="270" y="334"/>
                  </a:cubicBezTo>
                  <a:cubicBezTo>
                    <a:pt x="260" y="318"/>
                    <a:pt x="241" y="311"/>
                    <a:pt x="220" y="297"/>
                  </a:cubicBezTo>
                  <a:cubicBezTo>
                    <a:pt x="195" y="282"/>
                    <a:pt x="217" y="259"/>
                    <a:pt x="235" y="244"/>
                  </a:cubicBezTo>
                  <a:cubicBezTo>
                    <a:pt x="254" y="230"/>
                    <a:pt x="261" y="227"/>
                    <a:pt x="271" y="216"/>
                  </a:cubicBezTo>
                  <a:cubicBezTo>
                    <a:pt x="281" y="204"/>
                    <a:pt x="310" y="191"/>
                    <a:pt x="327" y="181"/>
                  </a:cubicBezTo>
                  <a:cubicBezTo>
                    <a:pt x="344" y="171"/>
                    <a:pt x="354" y="161"/>
                    <a:pt x="354" y="144"/>
                  </a:cubicBezTo>
                  <a:cubicBezTo>
                    <a:pt x="354" y="127"/>
                    <a:pt x="351" y="115"/>
                    <a:pt x="360" y="97"/>
                  </a:cubicBezTo>
                  <a:cubicBezTo>
                    <a:pt x="369" y="78"/>
                    <a:pt x="400" y="68"/>
                    <a:pt x="412" y="48"/>
                  </a:cubicBezTo>
                  <a:cubicBezTo>
                    <a:pt x="412" y="48"/>
                    <a:pt x="412" y="47"/>
                    <a:pt x="412" y="47"/>
                  </a:cubicBezTo>
                  <a:cubicBezTo>
                    <a:pt x="410" y="44"/>
                    <a:pt x="408" y="42"/>
                    <a:pt x="405" y="38"/>
                  </a:cubicBezTo>
                  <a:cubicBezTo>
                    <a:pt x="403" y="36"/>
                    <a:pt x="403" y="34"/>
                    <a:pt x="402" y="3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22"/>
            <p:cNvSpPr>
              <a:spLocks noEditPoints="1"/>
            </p:cNvSpPr>
            <p:nvPr/>
          </p:nvSpPr>
          <p:spPr bwMode="auto">
            <a:xfrm>
              <a:off x="3850" y="2067"/>
              <a:ext cx="391" cy="668"/>
            </a:xfrm>
            <a:custGeom>
              <a:avLst/>
              <a:gdLst>
                <a:gd name="T0" fmla="*/ 261 w 598"/>
                <a:gd name="T1" fmla="*/ 83 h 1023"/>
                <a:gd name="T2" fmla="*/ 158 w 598"/>
                <a:gd name="T3" fmla="*/ 285 h 1023"/>
                <a:gd name="T4" fmla="*/ 207 w 598"/>
                <a:gd name="T5" fmla="*/ 385 h 1023"/>
                <a:gd name="T6" fmla="*/ 226 w 598"/>
                <a:gd name="T7" fmla="*/ 404 h 1023"/>
                <a:gd name="T8" fmla="*/ 268 w 598"/>
                <a:gd name="T9" fmla="*/ 444 h 1023"/>
                <a:gd name="T10" fmla="*/ 342 w 598"/>
                <a:gd name="T11" fmla="*/ 473 h 1023"/>
                <a:gd name="T12" fmla="*/ 349 w 598"/>
                <a:gd name="T13" fmla="*/ 457 h 1023"/>
                <a:gd name="T14" fmla="*/ 426 w 598"/>
                <a:gd name="T15" fmla="*/ 522 h 1023"/>
                <a:gd name="T16" fmla="*/ 397 w 598"/>
                <a:gd name="T17" fmla="*/ 454 h 1023"/>
                <a:gd name="T18" fmla="*/ 372 w 598"/>
                <a:gd name="T19" fmla="*/ 434 h 1023"/>
                <a:gd name="T20" fmla="*/ 318 w 598"/>
                <a:gd name="T21" fmla="*/ 419 h 1023"/>
                <a:gd name="T22" fmla="*/ 299 w 598"/>
                <a:gd name="T23" fmla="*/ 384 h 1023"/>
                <a:gd name="T24" fmla="*/ 281 w 598"/>
                <a:gd name="T25" fmla="*/ 369 h 1023"/>
                <a:gd name="T26" fmla="*/ 316 w 598"/>
                <a:gd name="T27" fmla="*/ 272 h 1023"/>
                <a:gd name="T28" fmla="*/ 311 w 598"/>
                <a:gd name="T29" fmla="*/ 183 h 1023"/>
                <a:gd name="T30" fmla="*/ 268 w 598"/>
                <a:gd name="T31" fmla="*/ 151 h 1023"/>
                <a:gd name="T32" fmla="*/ 203 w 598"/>
                <a:gd name="T33" fmla="*/ 196 h 1023"/>
                <a:gd name="T34" fmla="*/ 162 w 598"/>
                <a:gd name="T35" fmla="*/ 282 h 1023"/>
                <a:gd name="T36" fmla="*/ 434 w 598"/>
                <a:gd name="T37" fmla="*/ 458 h 1023"/>
                <a:gd name="T38" fmla="*/ 246 w 598"/>
                <a:gd name="T39" fmla="*/ 478 h 1023"/>
                <a:gd name="T40" fmla="*/ 212 w 598"/>
                <a:gd name="T41" fmla="*/ 487 h 1023"/>
                <a:gd name="T42" fmla="*/ 261 w 598"/>
                <a:gd name="T43" fmla="*/ 537 h 1023"/>
                <a:gd name="T44" fmla="*/ 277 w 598"/>
                <a:gd name="T45" fmla="*/ 553 h 1023"/>
                <a:gd name="T46" fmla="*/ 326 w 598"/>
                <a:gd name="T47" fmla="*/ 548 h 1023"/>
                <a:gd name="T48" fmla="*/ 416 w 598"/>
                <a:gd name="T49" fmla="*/ 572 h 1023"/>
                <a:gd name="T50" fmla="*/ 404 w 598"/>
                <a:gd name="T51" fmla="*/ 576 h 1023"/>
                <a:gd name="T52" fmla="*/ 296 w 598"/>
                <a:gd name="T53" fmla="*/ 581 h 1023"/>
                <a:gd name="T54" fmla="*/ 299 w 598"/>
                <a:gd name="T55" fmla="*/ 661 h 1023"/>
                <a:gd name="T56" fmla="*/ 341 w 598"/>
                <a:gd name="T57" fmla="*/ 650 h 1023"/>
                <a:gd name="T58" fmla="*/ 327 w 598"/>
                <a:gd name="T59" fmla="*/ 596 h 1023"/>
                <a:gd name="T60" fmla="*/ 351 w 598"/>
                <a:gd name="T61" fmla="*/ 671 h 1023"/>
                <a:gd name="T62" fmla="*/ 341 w 598"/>
                <a:gd name="T63" fmla="*/ 730 h 1023"/>
                <a:gd name="T64" fmla="*/ 371 w 598"/>
                <a:gd name="T65" fmla="*/ 702 h 1023"/>
                <a:gd name="T66" fmla="*/ 533 w 598"/>
                <a:gd name="T67" fmla="*/ 555 h 1023"/>
                <a:gd name="T68" fmla="*/ 453 w 598"/>
                <a:gd name="T69" fmla="*/ 527 h 1023"/>
                <a:gd name="T70" fmla="*/ 483 w 598"/>
                <a:gd name="T71" fmla="*/ 562 h 1023"/>
                <a:gd name="T72" fmla="*/ 468 w 598"/>
                <a:gd name="T73" fmla="*/ 596 h 1023"/>
                <a:gd name="T74" fmla="*/ 477 w 598"/>
                <a:gd name="T75" fmla="*/ 652 h 1023"/>
                <a:gd name="T76" fmla="*/ 500 w 598"/>
                <a:gd name="T77" fmla="*/ 610 h 1023"/>
                <a:gd name="T78" fmla="*/ 432 w 598"/>
                <a:gd name="T79" fmla="*/ 619 h 1023"/>
                <a:gd name="T80" fmla="*/ 396 w 598"/>
                <a:gd name="T81" fmla="*/ 709 h 1023"/>
                <a:gd name="T82" fmla="*/ 433 w 598"/>
                <a:gd name="T83" fmla="*/ 646 h 1023"/>
                <a:gd name="T84" fmla="*/ 413 w 598"/>
                <a:gd name="T85" fmla="*/ 723 h 1023"/>
                <a:gd name="T86" fmla="*/ 433 w 598"/>
                <a:gd name="T87" fmla="*/ 701 h 1023"/>
                <a:gd name="T88" fmla="*/ 126 w 598"/>
                <a:gd name="T89" fmla="*/ 618 h 1023"/>
                <a:gd name="T90" fmla="*/ 85 w 598"/>
                <a:gd name="T91" fmla="*/ 694 h 1023"/>
                <a:gd name="T92" fmla="*/ 142 w 598"/>
                <a:gd name="T93" fmla="*/ 657 h 1023"/>
                <a:gd name="T94" fmla="*/ 70 w 598"/>
                <a:gd name="T95" fmla="*/ 729 h 1023"/>
                <a:gd name="T96" fmla="*/ 43 w 598"/>
                <a:gd name="T97" fmla="*/ 742 h 1023"/>
                <a:gd name="T98" fmla="*/ 20 w 598"/>
                <a:gd name="T99" fmla="*/ 754 h 1023"/>
                <a:gd name="T100" fmla="*/ 528 w 598"/>
                <a:gd name="T101" fmla="*/ 690 h 1023"/>
                <a:gd name="T102" fmla="*/ 181 w 598"/>
                <a:gd name="T103" fmla="*/ 1007 h 1023"/>
                <a:gd name="T104" fmla="*/ 553 w 598"/>
                <a:gd name="T105" fmla="*/ 708 h 1023"/>
                <a:gd name="T106" fmla="*/ 439 w 598"/>
                <a:gd name="T107" fmla="*/ 810 h 1023"/>
                <a:gd name="T108" fmla="*/ 320 w 598"/>
                <a:gd name="T109" fmla="*/ 881 h 1023"/>
                <a:gd name="T110" fmla="*/ 434 w 598"/>
                <a:gd name="T111" fmla="*/ 881 h 1023"/>
                <a:gd name="T112" fmla="*/ 532 w 598"/>
                <a:gd name="T113" fmla="*/ 961 h 1023"/>
                <a:gd name="T114" fmla="*/ 565 w 598"/>
                <a:gd name="T115" fmla="*/ 936 h 1023"/>
                <a:gd name="T116" fmla="*/ 565 w 598"/>
                <a:gd name="T117" fmla="*/ 689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8" h="1023">
                  <a:moveTo>
                    <a:pt x="299" y="13"/>
                  </a:moveTo>
                  <a:cubicBezTo>
                    <a:pt x="298" y="9"/>
                    <a:pt x="303" y="2"/>
                    <a:pt x="303" y="2"/>
                  </a:cubicBezTo>
                  <a:cubicBezTo>
                    <a:pt x="306" y="0"/>
                    <a:pt x="306" y="8"/>
                    <a:pt x="306" y="13"/>
                  </a:cubicBezTo>
                  <a:cubicBezTo>
                    <a:pt x="306" y="18"/>
                    <a:pt x="299" y="17"/>
                    <a:pt x="299" y="13"/>
                  </a:cubicBezTo>
                  <a:close/>
                  <a:moveTo>
                    <a:pt x="261" y="83"/>
                  </a:moveTo>
                  <a:cubicBezTo>
                    <a:pt x="259" y="85"/>
                    <a:pt x="259" y="90"/>
                    <a:pt x="263" y="90"/>
                  </a:cubicBezTo>
                  <a:cubicBezTo>
                    <a:pt x="267" y="90"/>
                    <a:pt x="271" y="91"/>
                    <a:pt x="271" y="89"/>
                  </a:cubicBezTo>
                  <a:cubicBezTo>
                    <a:pt x="272" y="87"/>
                    <a:pt x="273" y="83"/>
                    <a:pt x="269" y="82"/>
                  </a:cubicBezTo>
                  <a:cubicBezTo>
                    <a:pt x="269" y="82"/>
                    <a:pt x="262" y="80"/>
                    <a:pt x="261" y="83"/>
                  </a:cubicBezTo>
                  <a:close/>
                  <a:moveTo>
                    <a:pt x="291" y="122"/>
                  </a:moveTo>
                  <a:cubicBezTo>
                    <a:pt x="293" y="124"/>
                    <a:pt x="297" y="125"/>
                    <a:pt x="298" y="120"/>
                  </a:cubicBezTo>
                  <a:cubicBezTo>
                    <a:pt x="298" y="115"/>
                    <a:pt x="298" y="111"/>
                    <a:pt x="295" y="109"/>
                  </a:cubicBezTo>
                  <a:cubicBezTo>
                    <a:pt x="293" y="106"/>
                    <a:pt x="292" y="104"/>
                    <a:pt x="291" y="107"/>
                  </a:cubicBezTo>
                  <a:cubicBezTo>
                    <a:pt x="291" y="107"/>
                    <a:pt x="289" y="109"/>
                    <a:pt x="290" y="112"/>
                  </a:cubicBezTo>
                  <a:cubicBezTo>
                    <a:pt x="291" y="115"/>
                    <a:pt x="289" y="120"/>
                    <a:pt x="291" y="122"/>
                  </a:cubicBezTo>
                  <a:close/>
                  <a:moveTo>
                    <a:pt x="162" y="282"/>
                  </a:moveTo>
                  <a:cubicBezTo>
                    <a:pt x="161" y="282"/>
                    <a:pt x="159" y="283"/>
                    <a:pt x="158" y="284"/>
                  </a:cubicBezTo>
                  <a:cubicBezTo>
                    <a:pt x="158" y="285"/>
                    <a:pt x="158" y="285"/>
                    <a:pt x="158" y="285"/>
                  </a:cubicBezTo>
                  <a:cubicBezTo>
                    <a:pt x="156" y="287"/>
                    <a:pt x="155" y="291"/>
                    <a:pt x="157" y="294"/>
                  </a:cubicBezTo>
                  <a:cubicBezTo>
                    <a:pt x="166" y="315"/>
                    <a:pt x="166" y="315"/>
                    <a:pt x="166" y="315"/>
                  </a:cubicBezTo>
                  <a:cubicBezTo>
                    <a:pt x="178" y="353"/>
                    <a:pt x="178" y="353"/>
                    <a:pt x="178" y="353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8" y="382"/>
                    <a:pt x="189" y="383"/>
                    <a:pt x="190" y="384"/>
                  </a:cubicBezTo>
                  <a:cubicBezTo>
                    <a:pt x="200" y="395"/>
                    <a:pt x="200" y="395"/>
                    <a:pt x="200" y="395"/>
                  </a:cubicBezTo>
                  <a:cubicBezTo>
                    <a:pt x="201" y="396"/>
                    <a:pt x="203" y="396"/>
                    <a:pt x="205" y="396"/>
                  </a:cubicBezTo>
                  <a:cubicBezTo>
                    <a:pt x="206" y="395"/>
                    <a:pt x="207" y="394"/>
                    <a:pt x="207" y="392"/>
                  </a:cubicBezTo>
                  <a:cubicBezTo>
                    <a:pt x="207" y="385"/>
                    <a:pt x="207" y="385"/>
                    <a:pt x="207" y="385"/>
                  </a:cubicBezTo>
                  <a:cubicBezTo>
                    <a:pt x="207" y="381"/>
                    <a:pt x="209" y="378"/>
                    <a:pt x="212" y="377"/>
                  </a:cubicBezTo>
                  <a:cubicBezTo>
                    <a:pt x="220" y="374"/>
                    <a:pt x="220" y="374"/>
                    <a:pt x="220" y="374"/>
                  </a:cubicBezTo>
                  <a:cubicBezTo>
                    <a:pt x="222" y="373"/>
                    <a:pt x="224" y="373"/>
                    <a:pt x="227" y="375"/>
                  </a:cubicBezTo>
                  <a:cubicBezTo>
                    <a:pt x="235" y="380"/>
                    <a:pt x="235" y="380"/>
                    <a:pt x="235" y="380"/>
                  </a:cubicBezTo>
                  <a:cubicBezTo>
                    <a:pt x="236" y="381"/>
                    <a:pt x="236" y="381"/>
                    <a:pt x="237" y="381"/>
                  </a:cubicBezTo>
                  <a:cubicBezTo>
                    <a:pt x="239" y="384"/>
                    <a:pt x="239" y="384"/>
                    <a:pt x="239" y="384"/>
                  </a:cubicBezTo>
                  <a:cubicBezTo>
                    <a:pt x="241" y="386"/>
                    <a:pt x="241" y="388"/>
                    <a:pt x="241" y="391"/>
                  </a:cubicBezTo>
                  <a:cubicBezTo>
                    <a:pt x="240" y="394"/>
                    <a:pt x="239" y="396"/>
                    <a:pt x="236" y="397"/>
                  </a:cubicBezTo>
                  <a:cubicBezTo>
                    <a:pt x="226" y="404"/>
                    <a:pt x="226" y="404"/>
                    <a:pt x="226" y="404"/>
                  </a:cubicBezTo>
                  <a:cubicBezTo>
                    <a:pt x="224" y="405"/>
                    <a:pt x="223" y="407"/>
                    <a:pt x="222" y="409"/>
                  </a:cubicBezTo>
                  <a:cubicBezTo>
                    <a:pt x="221" y="411"/>
                    <a:pt x="221" y="411"/>
                    <a:pt x="221" y="411"/>
                  </a:cubicBezTo>
                  <a:cubicBezTo>
                    <a:pt x="220" y="414"/>
                    <a:pt x="220" y="417"/>
                    <a:pt x="221" y="420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8" y="438"/>
                    <a:pt x="229" y="440"/>
                    <a:pt x="232" y="441"/>
                  </a:cubicBezTo>
                  <a:cubicBezTo>
                    <a:pt x="241" y="445"/>
                    <a:pt x="241" y="445"/>
                    <a:pt x="241" y="445"/>
                  </a:cubicBezTo>
                  <a:cubicBezTo>
                    <a:pt x="257" y="453"/>
                    <a:pt x="257" y="453"/>
                    <a:pt x="257" y="453"/>
                  </a:cubicBezTo>
                  <a:cubicBezTo>
                    <a:pt x="265" y="448"/>
                    <a:pt x="265" y="448"/>
                    <a:pt x="265" y="448"/>
                  </a:cubicBezTo>
                  <a:cubicBezTo>
                    <a:pt x="268" y="444"/>
                    <a:pt x="268" y="444"/>
                    <a:pt x="268" y="444"/>
                  </a:cubicBezTo>
                  <a:cubicBezTo>
                    <a:pt x="269" y="441"/>
                    <a:pt x="271" y="440"/>
                    <a:pt x="274" y="439"/>
                  </a:cubicBezTo>
                  <a:cubicBezTo>
                    <a:pt x="280" y="439"/>
                    <a:pt x="280" y="439"/>
                    <a:pt x="280" y="439"/>
                  </a:cubicBezTo>
                  <a:cubicBezTo>
                    <a:pt x="283" y="438"/>
                    <a:pt x="285" y="439"/>
                    <a:pt x="287" y="440"/>
                  </a:cubicBezTo>
                  <a:cubicBezTo>
                    <a:pt x="305" y="451"/>
                    <a:pt x="305" y="451"/>
                    <a:pt x="305" y="451"/>
                  </a:cubicBezTo>
                  <a:cubicBezTo>
                    <a:pt x="323" y="461"/>
                    <a:pt x="323" y="461"/>
                    <a:pt x="323" y="461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5" y="478"/>
                    <a:pt x="337" y="478"/>
                    <a:pt x="339" y="477"/>
                  </a:cubicBezTo>
                  <a:cubicBezTo>
                    <a:pt x="341" y="477"/>
                    <a:pt x="342" y="475"/>
                    <a:pt x="342" y="473"/>
                  </a:cubicBezTo>
                  <a:cubicBezTo>
                    <a:pt x="342" y="473"/>
                    <a:pt x="342" y="473"/>
                    <a:pt x="342" y="473"/>
                  </a:cubicBezTo>
                  <a:cubicBezTo>
                    <a:pt x="334" y="456"/>
                    <a:pt x="334" y="456"/>
                    <a:pt x="334" y="456"/>
                  </a:cubicBezTo>
                  <a:cubicBezTo>
                    <a:pt x="330" y="449"/>
                    <a:pt x="330" y="449"/>
                    <a:pt x="330" y="449"/>
                  </a:cubicBezTo>
                  <a:cubicBezTo>
                    <a:pt x="330" y="447"/>
                    <a:pt x="330" y="445"/>
                    <a:pt x="331" y="443"/>
                  </a:cubicBezTo>
                  <a:cubicBezTo>
                    <a:pt x="332" y="442"/>
                    <a:pt x="333" y="441"/>
                    <a:pt x="335" y="441"/>
                  </a:cubicBezTo>
                  <a:cubicBezTo>
                    <a:pt x="337" y="440"/>
                    <a:pt x="337" y="440"/>
                    <a:pt x="337" y="440"/>
                  </a:cubicBezTo>
                  <a:cubicBezTo>
                    <a:pt x="340" y="440"/>
                    <a:pt x="342" y="442"/>
                    <a:pt x="343" y="445"/>
                  </a:cubicBezTo>
                  <a:cubicBezTo>
                    <a:pt x="346" y="453"/>
                    <a:pt x="346" y="453"/>
                    <a:pt x="346" y="453"/>
                  </a:cubicBezTo>
                  <a:cubicBezTo>
                    <a:pt x="346" y="455"/>
                    <a:pt x="348" y="457"/>
                    <a:pt x="349" y="457"/>
                  </a:cubicBezTo>
                  <a:cubicBezTo>
                    <a:pt x="359" y="461"/>
                    <a:pt x="359" y="461"/>
                    <a:pt x="359" y="461"/>
                  </a:cubicBezTo>
                  <a:cubicBezTo>
                    <a:pt x="367" y="471"/>
                    <a:pt x="367" y="471"/>
                    <a:pt x="367" y="471"/>
                  </a:cubicBezTo>
                  <a:cubicBezTo>
                    <a:pt x="387" y="489"/>
                    <a:pt x="387" y="489"/>
                    <a:pt x="387" y="489"/>
                  </a:cubicBezTo>
                  <a:cubicBezTo>
                    <a:pt x="402" y="500"/>
                    <a:pt x="402" y="500"/>
                    <a:pt x="402" y="500"/>
                  </a:cubicBezTo>
                  <a:cubicBezTo>
                    <a:pt x="403" y="502"/>
                    <a:pt x="405" y="503"/>
                    <a:pt x="405" y="505"/>
                  </a:cubicBezTo>
                  <a:cubicBezTo>
                    <a:pt x="408" y="513"/>
                    <a:pt x="408" y="513"/>
                    <a:pt x="408" y="513"/>
                  </a:cubicBezTo>
                  <a:cubicBezTo>
                    <a:pt x="409" y="516"/>
                    <a:pt x="410" y="518"/>
                    <a:pt x="413" y="519"/>
                  </a:cubicBezTo>
                  <a:cubicBezTo>
                    <a:pt x="418" y="522"/>
                    <a:pt x="418" y="522"/>
                    <a:pt x="418" y="522"/>
                  </a:cubicBezTo>
                  <a:cubicBezTo>
                    <a:pt x="420" y="523"/>
                    <a:pt x="423" y="523"/>
                    <a:pt x="426" y="522"/>
                  </a:cubicBezTo>
                  <a:cubicBezTo>
                    <a:pt x="428" y="520"/>
                    <a:pt x="430" y="518"/>
                    <a:pt x="430" y="515"/>
                  </a:cubicBezTo>
                  <a:cubicBezTo>
                    <a:pt x="431" y="499"/>
                    <a:pt x="431" y="499"/>
                    <a:pt x="431" y="499"/>
                  </a:cubicBezTo>
                  <a:cubicBezTo>
                    <a:pt x="436" y="491"/>
                    <a:pt x="436" y="491"/>
                    <a:pt x="436" y="491"/>
                  </a:cubicBezTo>
                  <a:cubicBezTo>
                    <a:pt x="432" y="475"/>
                    <a:pt x="432" y="475"/>
                    <a:pt x="432" y="475"/>
                  </a:cubicBezTo>
                  <a:cubicBezTo>
                    <a:pt x="431" y="472"/>
                    <a:pt x="428" y="469"/>
                    <a:pt x="424" y="469"/>
                  </a:cubicBezTo>
                  <a:cubicBezTo>
                    <a:pt x="409" y="469"/>
                    <a:pt x="409" y="469"/>
                    <a:pt x="409" y="469"/>
                  </a:cubicBezTo>
                  <a:cubicBezTo>
                    <a:pt x="403" y="461"/>
                    <a:pt x="403" y="461"/>
                    <a:pt x="403" y="461"/>
                  </a:cubicBezTo>
                  <a:cubicBezTo>
                    <a:pt x="398" y="458"/>
                    <a:pt x="398" y="458"/>
                    <a:pt x="398" y="458"/>
                  </a:cubicBezTo>
                  <a:cubicBezTo>
                    <a:pt x="397" y="457"/>
                    <a:pt x="397" y="455"/>
                    <a:pt x="397" y="454"/>
                  </a:cubicBezTo>
                  <a:cubicBezTo>
                    <a:pt x="397" y="452"/>
                    <a:pt x="398" y="451"/>
                    <a:pt x="400" y="451"/>
                  </a:cubicBezTo>
                  <a:cubicBezTo>
                    <a:pt x="403" y="450"/>
                    <a:pt x="403" y="450"/>
                    <a:pt x="403" y="450"/>
                  </a:cubicBezTo>
                  <a:cubicBezTo>
                    <a:pt x="412" y="450"/>
                    <a:pt x="412" y="450"/>
                    <a:pt x="412" y="450"/>
                  </a:cubicBezTo>
                  <a:cubicBezTo>
                    <a:pt x="413" y="449"/>
                    <a:pt x="413" y="449"/>
                    <a:pt x="413" y="449"/>
                  </a:cubicBezTo>
                  <a:cubicBezTo>
                    <a:pt x="415" y="445"/>
                    <a:pt x="415" y="439"/>
                    <a:pt x="411" y="435"/>
                  </a:cubicBezTo>
                  <a:cubicBezTo>
                    <a:pt x="406" y="430"/>
                    <a:pt x="406" y="430"/>
                    <a:pt x="406" y="430"/>
                  </a:cubicBezTo>
                  <a:cubicBezTo>
                    <a:pt x="385" y="427"/>
                    <a:pt x="385" y="427"/>
                    <a:pt x="385" y="427"/>
                  </a:cubicBezTo>
                  <a:cubicBezTo>
                    <a:pt x="374" y="432"/>
                    <a:pt x="374" y="432"/>
                    <a:pt x="374" y="432"/>
                  </a:cubicBezTo>
                  <a:cubicBezTo>
                    <a:pt x="372" y="434"/>
                    <a:pt x="372" y="434"/>
                    <a:pt x="372" y="434"/>
                  </a:cubicBezTo>
                  <a:cubicBezTo>
                    <a:pt x="371" y="435"/>
                    <a:pt x="369" y="436"/>
                    <a:pt x="368" y="436"/>
                  </a:cubicBezTo>
                  <a:cubicBezTo>
                    <a:pt x="366" y="436"/>
                    <a:pt x="365" y="435"/>
                    <a:pt x="364" y="434"/>
                  </a:cubicBezTo>
                  <a:cubicBezTo>
                    <a:pt x="358" y="423"/>
                    <a:pt x="358" y="423"/>
                    <a:pt x="358" y="423"/>
                  </a:cubicBezTo>
                  <a:cubicBezTo>
                    <a:pt x="358" y="420"/>
                    <a:pt x="358" y="420"/>
                    <a:pt x="358" y="420"/>
                  </a:cubicBezTo>
                  <a:cubicBezTo>
                    <a:pt x="358" y="415"/>
                    <a:pt x="354" y="412"/>
                    <a:pt x="350" y="411"/>
                  </a:cubicBezTo>
                  <a:cubicBezTo>
                    <a:pt x="334" y="409"/>
                    <a:pt x="334" y="409"/>
                    <a:pt x="334" y="409"/>
                  </a:cubicBezTo>
                  <a:cubicBezTo>
                    <a:pt x="325" y="409"/>
                    <a:pt x="325" y="409"/>
                    <a:pt x="325" y="409"/>
                  </a:cubicBezTo>
                  <a:cubicBezTo>
                    <a:pt x="322" y="409"/>
                    <a:pt x="319" y="411"/>
                    <a:pt x="318" y="414"/>
                  </a:cubicBezTo>
                  <a:cubicBezTo>
                    <a:pt x="318" y="419"/>
                    <a:pt x="318" y="419"/>
                    <a:pt x="318" y="419"/>
                  </a:cubicBezTo>
                  <a:cubicBezTo>
                    <a:pt x="311" y="427"/>
                    <a:pt x="311" y="427"/>
                    <a:pt x="311" y="427"/>
                  </a:cubicBezTo>
                  <a:cubicBezTo>
                    <a:pt x="297" y="425"/>
                    <a:pt x="297" y="425"/>
                    <a:pt x="297" y="425"/>
                  </a:cubicBezTo>
                  <a:cubicBezTo>
                    <a:pt x="290" y="424"/>
                    <a:pt x="290" y="424"/>
                    <a:pt x="290" y="424"/>
                  </a:cubicBezTo>
                  <a:cubicBezTo>
                    <a:pt x="285" y="423"/>
                    <a:pt x="282" y="419"/>
                    <a:pt x="282" y="414"/>
                  </a:cubicBezTo>
                  <a:cubicBezTo>
                    <a:pt x="281" y="401"/>
                    <a:pt x="281" y="401"/>
                    <a:pt x="281" y="401"/>
                  </a:cubicBezTo>
                  <a:cubicBezTo>
                    <a:pt x="281" y="397"/>
                    <a:pt x="282" y="394"/>
                    <a:pt x="285" y="392"/>
                  </a:cubicBezTo>
                  <a:cubicBezTo>
                    <a:pt x="289" y="388"/>
                    <a:pt x="289" y="388"/>
                    <a:pt x="289" y="388"/>
                  </a:cubicBezTo>
                  <a:cubicBezTo>
                    <a:pt x="291" y="385"/>
                    <a:pt x="294" y="384"/>
                    <a:pt x="297" y="384"/>
                  </a:cubicBezTo>
                  <a:cubicBezTo>
                    <a:pt x="299" y="384"/>
                    <a:pt x="299" y="384"/>
                    <a:pt x="299" y="384"/>
                  </a:cubicBezTo>
                  <a:cubicBezTo>
                    <a:pt x="301" y="384"/>
                    <a:pt x="303" y="383"/>
                    <a:pt x="304" y="381"/>
                  </a:cubicBezTo>
                  <a:cubicBezTo>
                    <a:pt x="306" y="379"/>
                    <a:pt x="306" y="377"/>
                    <a:pt x="306" y="375"/>
                  </a:cubicBezTo>
                  <a:cubicBezTo>
                    <a:pt x="304" y="368"/>
                    <a:pt x="304" y="368"/>
                    <a:pt x="304" y="368"/>
                  </a:cubicBezTo>
                  <a:cubicBezTo>
                    <a:pt x="304" y="366"/>
                    <a:pt x="302" y="364"/>
                    <a:pt x="300" y="363"/>
                  </a:cubicBezTo>
                  <a:cubicBezTo>
                    <a:pt x="295" y="359"/>
                    <a:pt x="295" y="359"/>
                    <a:pt x="295" y="359"/>
                  </a:cubicBezTo>
                  <a:cubicBezTo>
                    <a:pt x="294" y="358"/>
                    <a:pt x="293" y="358"/>
                    <a:pt x="291" y="359"/>
                  </a:cubicBezTo>
                  <a:cubicBezTo>
                    <a:pt x="290" y="359"/>
                    <a:pt x="289" y="360"/>
                    <a:pt x="289" y="361"/>
                  </a:cubicBezTo>
                  <a:cubicBezTo>
                    <a:pt x="287" y="365"/>
                    <a:pt x="287" y="365"/>
                    <a:pt x="287" y="365"/>
                  </a:cubicBezTo>
                  <a:cubicBezTo>
                    <a:pt x="286" y="368"/>
                    <a:pt x="284" y="369"/>
                    <a:pt x="281" y="369"/>
                  </a:cubicBezTo>
                  <a:cubicBezTo>
                    <a:pt x="279" y="369"/>
                    <a:pt x="279" y="369"/>
                    <a:pt x="279" y="369"/>
                  </a:cubicBezTo>
                  <a:cubicBezTo>
                    <a:pt x="270" y="358"/>
                    <a:pt x="270" y="358"/>
                    <a:pt x="270" y="358"/>
                  </a:cubicBezTo>
                  <a:cubicBezTo>
                    <a:pt x="268" y="346"/>
                    <a:pt x="268" y="346"/>
                    <a:pt x="268" y="346"/>
                  </a:cubicBezTo>
                  <a:cubicBezTo>
                    <a:pt x="271" y="330"/>
                    <a:pt x="271" y="330"/>
                    <a:pt x="271" y="330"/>
                  </a:cubicBezTo>
                  <a:cubicBezTo>
                    <a:pt x="276" y="310"/>
                    <a:pt x="276" y="310"/>
                    <a:pt x="276" y="310"/>
                  </a:cubicBezTo>
                  <a:cubicBezTo>
                    <a:pt x="276" y="310"/>
                    <a:pt x="284" y="299"/>
                    <a:pt x="289" y="297"/>
                  </a:cubicBezTo>
                  <a:cubicBezTo>
                    <a:pt x="294" y="296"/>
                    <a:pt x="297" y="291"/>
                    <a:pt x="297" y="291"/>
                  </a:cubicBezTo>
                  <a:cubicBezTo>
                    <a:pt x="311" y="279"/>
                    <a:pt x="311" y="279"/>
                    <a:pt x="311" y="279"/>
                  </a:cubicBezTo>
                  <a:cubicBezTo>
                    <a:pt x="313" y="277"/>
                    <a:pt x="315" y="274"/>
                    <a:pt x="316" y="272"/>
                  </a:cubicBezTo>
                  <a:cubicBezTo>
                    <a:pt x="319" y="263"/>
                    <a:pt x="319" y="263"/>
                    <a:pt x="319" y="263"/>
                  </a:cubicBezTo>
                  <a:cubicBezTo>
                    <a:pt x="324" y="245"/>
                    <a:pt x="324" y="245"/>
                    <a:pt x="324" y="245"/>
                  </a:cubicBezTo>
                  <a:cubicBezTo>
                    <a:pt x="324" y="244"/>
                    <a:pt x="324" y="242"/>
                    <a:pt x="324" y="240"/>
                  </a:cubicBezTo>
                  <a:cubicBezTo>
                    <a:pt x="324" y="224"/>
                    <a:pt x="324" y="224"/>
                    <a:pt x="324" y="224"/>
                  </a:cubicBezTo>
                  <a:cubicBezTo>
                    <a:pt x="324" y="219"/>
                    <a:pt x="322" y="215"/>
                    <a:pt x="319" y="212"/>
                  </a:cubicBezTo>
                  <a:cubicBezTo>
                    <a:pt x="315" y="209"/>
                    <a:pt x="315" y="209"/>
                    <a:pt x="315" y="209"/>
                  </a:cubicBezTo>
                  <a:cubicBezTo>
                    <a:pt x="310" y="205"/>
                    <a:pt x="308" y="198"/>
                    <a:pt x="309" y="192"/>
                  </a:cubicBezTo>
                  <a:cubicBezTo>
                    <a:pt x="311" y="188"/>
                    <a:pt x="311" y="188"/>
                    <a:pt x="311" y="188"/>
                  </a:cubicBezTo>
                  <a:cubicBezTo>
                    <a:pt x="311" y="186"/>
                    <a:pt x="311" y="185"/>
                    <a:pt x="311" y="183"/>
                  </a:cubicBezTo>
                  <a:cubicBezTo>
                    <a:pt x="310" y="179"/>
                    <a:pt x="309" y="170"/>
                    <a:pt x="313" y="168"/>
                  </a:cubicBezTo>
                  <a:cubicBezTo>
                    <a:pt x="314" y="167"/>
                    <a:pt x="315" y="165"/>
                    <a:pt x="315" y="164"/>
                  </a:cubicBezTo>
                  <a:cubicBezTo>
                    <a:pt x="316" y="161"/>
                    <a:pt x="315" y="159"/>
                    <a:pt x="313" y="157"/>
                  </a:cubicBezTo>
                  <a:cubicBezTo>
                    <a:pt x="312" y="156"/>
                    <a:pt x="309" y="155"/>
                    <a:pt x="307" y="157"/>
                  </a:cubicBezTo>
                  <a:cubicBezTo>
                    <a:pt x="299" y="161"/>
                    <a:pt x="299" y="161"/>
                    <a:pt x="299" y="161"/>
                  </a:cubicBezTo>
                  <a:cubicBezTo>
                    <a:pt x="296" y="163"/>
                    <a:pt x="292" y="164"/>
                    <a:pt x="288" y="163"/>
                  </a:cubicBezTo>
                  <a:cubicBezTo>
                    <a:pt x="281" y="161"/>
                    <a:pt x="281" y="161"/>
                    <a:pt x="281" y="161"/>
                  </a:cubicBezTo>
                  <a:cubicBezTo>
                    <a:pt x="278" y="160"/>
                    <a:pt x="275" y="158"/>
                    <a:pt x="272" y="156"/>
                  </a:cubicBezTo>
                  <a:cubicBezTo>
                    <a:pt x="268" y="151"/>
                    <a:pt x="268" y="151"/>
                    <a:pt x="268" y="151"/>
                  </a:cubicBezTo>
                  <a:cubicBezTo>
                    <a:pt x="266" y="149"/>
                    <a:pt x="264" y="147"/>
                    <a:pt x="261" y="146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6" y="140"/>
                    <a:pt x="242" y="140"/>
                    <a:pt x="239" y="140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5" y="143"/>
                    <a:pt x="222" y="144"/>
                    <a:pt x="220" y="146"/>
                  </a:cubicBezTo>
                  <a:cubicBezTo>
                    <a:pt x="212" y="154"/>
                    <a:pt x="212" y="154"/>
                    <a:pt x="212" y="154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0" y="177"/>
                    <a:pt x="200" y="181"/>
                    <a:pt x="201" y="185"/>
                  </a:cubicBezTo>
                  <a:cubicBezTo>
                    <a:pt x="203" y="196"/>
                    <a:pt x="203" y="196"/>
                    <a:pt x="203" y="196"/>
                  </a:cubicBezTo>
                  <a:cubicBezTo>
                    <a:pt x="204" y="198"/>
                    <a:pt x="204" y="200"/>
                    <a:pt x="204" y="201"/>
                  </a:cubicBezTo>
                  <a:cubicBezTo>
                    <a:pt x="199" y="233"/>
                    <a:pt x="199" y="233"/>
                    <a:pt x="199" y="233"/>
                  </a:cubicBezTo>
                  <a:cubicBezTo>
                    <a:pt x="199" y="276"/>
                    <a:pt x="199" y="276"/>
                    <a:pt x="199" y="276"/>
                  </a:cubicBezTo>
                  <a:cubicBezTo>
                    <a:pt x="198" y="290"/>
                    <a:pt x="198" y="290"/>
                    <a:pt x="198" y="290"/>
                  </a:cubicBezTo>
                  <a:cubicBezTo>
                    <a:pt x="198" y="293"/>
                    <a:pt x="197" y="295"/>
                    <a:pt x="194" y="297"/>
                  </a:cubicBezTo>
                  <a:cubicBezTo>
                    <a:pt x="192" y="299"/>
                    <a:pt x="189" y="299"/>
                    <a:pt x="186" y="298"/>
                  </a:cubicBezTo>
                  <a:cubicBezTo>
                    <a:pt x="183" y="298"/>
                    <a:pt x="180" y="296"/>
                    <a:pt x="178" y="294"/>
                  </a:cubicBezTo>
                  <a:cubicBezTo>
                    <a:pt x="167" y="284"/>
                    <a:pt x="167" y="284"/>
                    <a:pt x="167" y="284"/>
                  </a:cubicBezTo>
                  <a:cubicBezTo>
                    <a:pt x="166" y="283"/>
                    <a:pt x="164" y="282"/>
                    <a:pt x="162" y="282"/>
                  </a:cubicBezTo>
                  <a:close/>
                  <a:moveTo>
                    <a:pt x="418" y="445"/>
                  </a:moveTo>
                  <a:cubicBezTo>
                    <a:pt x="416" y="446"/>
                    <a:pt x="414" y="448"/>
                    <a:pt x="413" y="451"/>
                  </a:cubicBezTo>
                  <a:cubicBezTo>
                    <a:pt x="411" y="456"/>
                    <a:pt x="411" y="456"/>
                    <a:pt x="411" y="456"/>
                  </a:cubicBezTo>
                  <a:cubicBezTo>
                    <a:pt x="411" y="459"/>
                    <a:pt x="411" y="459"/>
                    <a:pt x="411" y="459"/>
                  </a:cubicBezTo>
                  <a:cubicBezTo>
                    <a:pt x="410" y="463"/>
                    <a:pt x="414" y="468"/>
                    <a:pt x="418" y="468"/>
                  </a:cubicBezTo>
                  <a:cubicBezTo>
                    <a:pt x="421" y="469"/>
                    <a:pt x="421" y="469"/>
                    <a:pt x="421" y="469"/>
                  </a:cubicBezTo>
                  <a:cubicBezTo>
                    <a:pt x="427" y="468"/>
                    <a:pt x="427" y="468"/>
                    <a:pt x="427" y="468"/>
                  </a:cubicBezTo>
                  <a:cubicBezTo>
                    <a:pt x="430" y="468"/>
                    <a:pt x="433" y="465"/>
                    <a:pt x="434" y="462"/>
                  </a:cubicBezTo>
                  <a:cubicBezTo>
                    <a:pt x="434" y="458"/>
                    <a:pt x="434" y="458"/>
                    <a:pt x="434" y="458"/>
                  </a:cubicBezTo>
                  <a:cubicBezTo>
                    <a:pt x="435" y="456"/>
                    <a:pt x="434" y="453"/>
                    <a:pt x="432" y="452"/>
                  </a:cubicBezTo>
                  <a:cubicBezTo>
                    <a:pt x="426" y="447"/>
                    <a:pt x="426" y="447"/>
                    <a:pt x="426" y="447"/>
                  </a:cubicBezTo>
                  <a:cubicBezTo>
                    <a:pt x="424" y="445"/>
                    <a:pt x="421" y="445"/>
                    <a:pt x="418" y="445"/>
                  </a:cubicBezTo>
                  <a:close/>
                  <a:moveTo>
                    <a:pt x="261" y="537"/>
                  </a:moveTo>
                  <a:cubicBezTo>
                    <a:pt x="269" y="524"/>
                    <a:pt x="269" y="524"/>
                    <a:pt x="269" y="524"/>
                  </a:cubicBezTo>
                  <a:cubicBezTo>
                    <a:pt x="270" y="496"/>
                    <a:pt x="270" y="496"/>
                    <a:pt x="270" y="496"/>
                  </a:cubicBezTo>
                  <a:cubicBezTo>
                    <a:pt x="270" y="491"/>
                    <a:pt x="267" y="487"/>
                    <a:pt x="263" y="485"/>
                  </a:cubicBezTo>
                  <a:cubicBezTo>
                    <a:pt x="251" y="481"/>
                    <a:pt x="251" y="481"/>
                    <a:pt x="251" y="481"/>
                  </a:cubicBezTo>
                  <a:cubicBezTo>
                    <a:pt x="249" y="480"/>
                    <a:pt x="247" y="479"/>
                    <a:pt x="246" y="478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30" y="464"/>
                    <a:pt x="224" y="463"/>
                    <a:pt x="219" y="466"/>
                  </a:cubicBezTo>
                  <a:cubicBezTo>
                    <a:pt x="213" y="470"/>
                    <a:pt x="213" y="470"/>
                    <a:pt x="213" y="470"/>
                  </a:cubicBezTo>
                  <a:cubicBezTo>
                    <a:pt x="201" y="465"/>
                    <a:pt x="201" y="465"/>
                    <a:pt x="201" y="465"/>
                  </a:cubicBezTo>
                  <a:cubicBezTo>
                    <a:pt x="199" y="465"/>
                    <a:pt x="198" y="465"/>
                    <a:pt x="197" y="466"/>
                  </a:cubicBezTo>
                  <a:cubicBezTo>
                    <a:pt x="196" y="467"/>
                    <a:pt x="195" y="468"/>
                    <a:pt x="195" y="469"/>
                  </a:cubicBezTo>
                  <a:cubicBezTo>
                    <a:pt x="195" y="472"/>
                    <a:pt x="195" y="472"/>
                    <a:pt x="195" y="472"/>
                  </a:cubicBezTo>
                  <a:cubicBezTo>
                    <a:pt x="195" y="475"/>
                    <a:pt x="197" y="477"/>
                    <a:pt x="199" y="479"/>
                  </a:cubicBezTo>
                  <a:cubicBezTo>
                    <a:pt x="212" y="487"/>
                    <a:pt x="212" y="487"/>
                    <a:pt x="212" y="487"/>
                  </a:cubicBezTo>
                  <a:cubicBezTo>
                    <a:pt x="215" y="489"/>
                    <a:pt x="217" y="491"/>
                    <a:pt x="218" y="493"/>
                  </a:cubicBezTo>
                  <a:cubicBezTo>
                    <a:pt x="222" y="504"/>
                    <a:pt x="222" y="504"/>
                    <a:pt x="222" y="504"/>
                  </a:cubicBezTo>
                  <a:cubicBezTo>
                    <a:pt x="222" y="513"/>
                    <a:pt x="222" y="513"/>
                    <a:pt x="222" y="513"/>
                  </a:cubicBezTo>
                  <a:cubicBezTo>
                    <a:pt x="222" y="519"/>
                    <a:pt x="227" y="525"/>
                    <a:pt x="234" y="526"/>
                  </a:cubicBezTo>
                  <a:cubicBezTo>
                    <a:pt x="234" y="532"/>
                    <a:pt x="234" y="532"/>
                    <a:pt x="234" y="532"/>
                  </a:cubicBezTo>
                  <a:cubicBezTo>
                    <a:pt x="234" y="538"/>
                    <a:pt x="238" y="543"/>
                    <a:pt x="243" y="543"/>
                  </a:cubicBezTo>
                  <a:cubicBezTo>
                    <a:pt x="251" y="544"/>
                    <a:pt x="251" y="544"/>
                    <a:pt x="251" y="544"/>
                  </a:cubicBezTo>
                  <a:cubicBezTo>
                    <a:pt x="255" y="545"/>
                    <a:pt x="259" y="543"/>
                    <a:pt x="260" y="539"/>
                  </a:cubicBezTo>
                  <a:lnTo>
                    <a:pt x="261" y="537"/>
                  </a:lnTo>
                  <a:close/>
                  <a:moveTo>
                    <a:pt x="305" y="468"/>
                  </a:moveTo>
                  <a:cubicBezTo>
                    <a:pt x="301" y="468"/>
                    <a:pt x="287" y="465"/>
                    <a:pt x="290" y="480"/>
                  </a:cubicBezTo>
                  <a:cubicBezTo>
                    <a:pt x="293" y="494"/>
                    <a:pt x="303" y="484"/>
                    <a:pt x="305" y="480"/>
                  </a:cubicBezTo>
                  <a:cubicBezTo>
                    <a:pt x="306" y="479"/>
                    <a:pt x="306" y="478"/>
                    <a:pt x="306" y="477"/>
                  </a:cubicBezTo>
                  <a:cubicBezTo>
                    <a:pt x="305" y="472"/>
                    <a:pt x="305" y="472"/>
                    <a:pt x="305" y="472"/>
                  </a:cubicBezTo>
                  <a:cubicBezTo>
                    <a:pt x="305" y="471"/>
                    <a:pt x="305" y="470"/>
                    <a:pt x="306" y="470"/>
                  </a:cubicBezTo>
                  <a:cubicBezTo>
                    <a:pt x="306" y="470"/>
                    <a:pt x="306" y="468"/>
                    <a:pt x="305" y="468"/>
                  </a:cubicBezTo>
                  <a:close/>
                  <a:moveTo>
                    <a:pt x="278" y="534"/>
                  </a:moveTo>
                  <a:cubicBezTo>
                    <a:pt x="277" y="553"/>
                    <a:pt x="277" y="553"/>
                    <a:pt x="277" y="553"/>
                  </a:cubicBezTo>
                  <a:cubicBezTo>
                    <a:pt x="277" y="553"/>
                    <a:pt x="277" y="556"/>
                    <a:pt x="290" y="556"/>
                  </a:cubicBezTo>
                  <a:cubicBezTo>
                    <a:pt x="298" y="556"/>
                    <a:pt x="300" y="544"/>
                    <a:pt x="301" y="535"/>
                  </a:cubicBezTo>
                  <a:cubicBezTo>
                    <a:pt x="301" y="533"/>
                    <a:pt x="300" y="531"/>
                    <a:pt x="299" y="529"/>
                  </a:cubicBezTo>
                  <a:cubicBezTo>
                    <a:pt x="297" y="528"/>
                    <a:pt x="295" y="527"/>
                    <a:pt x="293" y="528"/>
                  </a:cubicBezTo>
                  <a:cubicBezTo>
                    <a:pt x="283" y="529"/>
                    <a:pt x="283" y="529"/>
                    <a:pt x="283" y="529"/>
                  </a:cubicBezTo>
                  <a:cubicBezTo>
                    <a:pt x="280" y="529"/>
                    <a:pt x="278" y="531"/>
                    <a:pt x="278" y="534"/>
                  </a:cubicBezTo>
                  <a:close/>
                  <a:moveTo>
                    <a:pt x="321" y="548"/>
                  </a:moveTo>
                  <a:cubicBezTo>
                    <a:pt x="321" y="549"/>
                    <a:pt x="322" y="549"/>
                    <a:pt x="323" y="549"/>
                  </a:cubicBezTo>
                  <a:cubicBezTo>
                    <a:pt x="324" y="549"/>
                    <a:pt x="325" y="549"/>
                    <a:pt x="326" y="548"/>
                  </a:cubicBezTo>
                  <a:cubicBezTo>
                    <a:pt x="329" y="543"/>
                    <a:pt x="329" y="543"/>
                    <a:pt x="329" y="543"/>
                  </a:cubicBezTo>
                  <a:cubicBezTo>
                    <a:pt x="330" y="542"/>
                    <a:pt x="330" y="540"/>
                    <a:pt x="330" y="539"/>
                  </a:cubicBezTo>
                  <a:cubicBezTo>
                    <a:pt x="329" y="537"/>
                    <a:pt x="328" y="536"/>
                    <a:pt x="327" y="535"/>
                  </a:cubicBezTo>
                  <a:cubicBezTo>
                    <a:pt x="325" y="535"/>
                    <a:pt x="325" y="535"/>
                    <a:pt x="325" y="535"/>
                  </a:cubicBezTo>
                  <a:cubicBezTo>
                    <a:pt x="321" y="536"/>
                    <a:pt x="321" y="536"/>
                    <a:pt x="321" y="536"/>
                  </a:cubicBezTo>
                  <a:cubicBezTo>
                    <a:pt x="319" y="537"/>
                    <a:pt x="318" y="539"/>
                    <a:pt x="317" y="540"/>
                  </a:cubicBezTo>
                  <a:cubicBezTo>
                    <a:pt x="317" y="542"/>
                    <a:pt x="317" y="544"/>
                    <a:pt x="319" y="545"/>
                  </a:cubicBezTo>
                  <a:lnTo>
                    <a:pt x="321" y="548"/>
                  </a:lnTo>
                  <a:close/>
                  <a:moveTo>
                    <a:pt x="416" y="572"/>
                  </a:moveTo>
                  <a:cubicBezTo>
                    <a:pt x="412" y="563"/>
                    <a:pt x="412" y="563"/>
                    <a:pt x="412" y="563"/>
                  </a:cubicBezTo>
                  <a:cubicBezTo>
                    <a:pt x="412" y="561"/>
                    <a:pt x="411" y="560"/>
                    <a:pt x="410" y="560"/>
                  </a:cubicBezTo>
                  <a:cubicBezTo>
                    <a:pt x="396" y="552"/>
                    <a:pt x="396" y="552"/>
                    <a:pt x="396" y="552"/>
                  </a:cubicBezTo>
                  <a:cubicBezTo>
                    <a:pt x="394" y="550"/>
                    <a:pt x="391" y="551"/>
                    <a:pt x="389" y="553"/>
                  </a:cubicBezTo>
                  <a:cubicBezTo>
                    <a:pt x="383" y="559"/>
                    <a:pt x="383" y="559"/>
                    <a:pt x="383" y="559"/>
                  </a:cubicBezTo>
                  <a:cubicBezTo>
                    <a:pt x="381" y="561"/>
                    <a:pt x="381" y="564"/>
                    <a:pt x="383" y="567"/>
                  </a:cubicBezTo>
                  <a:cubicBezTo>
                    <a:pt x="384" y="569"/>
                    <a:pt x="384" y="569"/>
                    <a:pt x="384" y="569"/>
                  </a:cubicBezTo>
                  <a:cubicBezTo>
                    <a:pt x="400" y="572"/>
                    <a:pt x="400" y="572"/>
                    <a:pt x="400" y="572"/>
                  </a:cubicBezTo>
                  <a:cubicBezTo>
                    <a:pt x="402" y="572"/>
                    <a:pt x="404" y="574"/>
                    <a:pt x="404" y="576"/>
                  </a:cubicBezTo>
                  <a:cubicBezTo>
                    <a:pt x="405" y="580"/>
                    <a:pt x="405" y="580"/>
                    <a:pt x="405" y="580"/>
                  </a:cubicBezTo>
                  <a:cubicBezTo>
                    <a:pt x="407" y="590"/>
                    <a:pt x="407" y="590"/>
                    <a:pt x="407" y="590"/>
                  </a:cubicBezTo>
                  <a:cubicBezTo>
                    <a:pt x="408" y="592"/>
                    <a:pt x="410" y="594"/>
                    <a:pt x="412" y="594"/>
                  </a:cubicBezTo>
                  <a:cubicBezTo>
                    <a:pt x="424" y="597"/>
                    <a:pt x="424" y="597"/>
                    <a:pt x="424" y="597"/>
                  </a:cubicBezTo>
                  <a:cubicBezTo>
                    <a:pt x="428" y="592"/>
                    <a:pt x="428" y="592"/>
                    <a:pt x="428" y="592"/>
                  </a:cubicBezTo>
                  <a:cubicBezTo>
                    <a:pt x="431" y="589"/>
                    <a:pt x="430" y="585"/>
                    <a:pt x="428" y="583"/>
                  </a:cubicBezTo>
                  <a:lnTo>
                    <a:pt x="416" y="572"/>
                  </a:lnTo>
                  <a:close/>
                  <a:moveTo>
                    <a:pt x="303" y="577"/>
                  </a:moveTo>
                  <a:cubicBezTo>
                    <a:pt x="300" y="577"/>
                    <a:pt x="297" y="579"/>
                    <a:pt x="296" y="581"/>
                  </a:cubicBezTo>
                  <a:cubicBezTo>
                    <a:pt x="295" y="584"/>
                    <a:pt x="295" y="587"/>
                    <a:pt x="296" y="589"/>
                  </a:cubicBezTo>
                  <a:cubicBezTo>
                    <a:pt x="299" y="595"/>
                    <a:pt x="299" y="595"/>
                    <a:pt x="299" y="595"/>
                  </a:cubicBezTo>
                  <a:cubicBezTo>
                    <a:pt x="301" y="598"/>
                    <a:pt x="301" y="601"/>
                    <a:pt x="301" y="604"/>
                  </a:cubicBezTo>
                  <a:cubicBezTo>
                    <a:pt x="301" y="622"/>
                    <a:pt x="301" y="622"/>
                    <a:pt x="301" y="622"/>
                  </a:cubicBezTo>
                  <a:cubicBezTo>
                    <a:pt x="301" y="626"/>
                    <a:pt x="300" y="629"/>
                    <a:pt x="298" y="631"/>
                  </a:cubicBezTo>
                  <a:cubicBezTo>
                    <a:pt x="295" y="634"/>
                    <a:pt x="295" y="634"/>
                    <a:pt x="295" y="634"/>
                  </a:cubicBezTo>
                  <a:cubicBezTo>
                    <a:pt x="293" y="636"/>
                    <a:pt x="292" y="639"/>
                    <a:pt x="293" y="641"/>
                  </a:cubicBezTo>
                  <a:cubicBezTo>
                    <a:pt x="295" y="654"/>
                    <a:pt x="295" y="654"/>
                    <a:pt x="295" y="654"/>
                  </a:cubicBezTo>
                  <a:cubicBezTo>
                    <a:pt x="295" y="657"/>
                    <a:pt x="297" y="659"/>
                    <a:pt x="299" y="661"/>
                  </a:cubicBezTo>
                  <a:cubicBezTo>
                    <a:pt x="302" y="662"/>
                    <a:pt x="305" y="662"/>
                    <a:pt x="307" y="660"/>
                  </a:cubicBezTo>
                  <a:cubicBezTo>
                    <a:pt x="310" y="659"/>
                    <a:pt x="310" y="659"/>
                    <a:pt x="310" y="659"/>
                  </a:cubicBezTo>
                  <a:cubicBezTo>
                    <a:pt x="319" y="656"/>
                    <a:pt x="319" y="656"/>
                    <a:pt x="319" y="656"/>
                  </a:cubicBezTo>
                  <a:cubicBezTo>
                    <a:pt x="324" y="655"/>
                    <a:pt x="329" y="657"/>
                    <a:pt x="331" y="661"/>
                  </a:cubicBezTo>
                  <a:cubicBezTo>
                    <a:pt x="331" y="661"/>
                    <a:pt x="331" y="661"/>
                    <a:pt x="331" y="661"/>
                  </a:cubicBezTo>
                  <a:cubicBezTo>
                    <a:pt x="332" y="663"/>
                    <a:pt x="334" y="664"/>
                    <a:pt x="335" y="664"/>
                  </a:cubicBezTo>
                  <a:cubicBezTo>
                    <a:pt x="337" y="664"/>
                    <a:pt x="339" y="663"/>
                    <a:pt x="340" y="662"/>
                  </a:cubicBezTo>
                  <a:cubicBezTo>
                    <a:pt x="342" y="658"/>
                    <a:pt x="342" y="658"/>
                    <a:pt x="342" y="658"/>
                  </a:cubicBezTo>
                  <a:cubicBezTo>
                    <a:pt x="344" y="655"/>
                    <a:pt x="343" y="652"/>
                    <a:pt x="341" y="650"/>
                  </a:cubicBezTo>
                  <a:cubicBezTo>
                    <a:pt x="339" y="648"/>
                    <a:pt x="337" y="645"/>
                    <a:pt x="340" y="645"/>
                  </a:cubicBezTo>
                  <a:cubicBezTo>
                    <a:pt x="345" y="645"/>
                    <a:pt x="348" y="637"/>
                    <a:pt x="348" y="637"/>
                  </a:cubicBezTo>
                  <a:cubicBezTo>
                    <a:pt x="358" y="626"/>
                    <a:pt x="358" y="626"/>
                    <a:pt x="358" y="626"/>
                  </a:cubicBezTo>
                  <a:cubicBezTo>
                    <a:pt x="362" y="615"/>
                    <a:pt x="362" y="615"/>
                    <a:pt x="362" y="615"/>
                  </a:cubicBezTo>
                  <a:cubicBezTo>
                    <a:pt x="363" y="612"/>
                    <a:pt x="362" y="609"/>
                    <a:pt x="361" y="607"/>
                  </a:cubicBezTo>
                  <a:cubicBezTo>
                    <a:pt x="360" y="604"/>
                    <a:pt x="357" y="602"/>
                    <a:pt x="355" y="602"/>
                  </a:cubicBezTo>
                  <a:cubicBezTo>
                    <a:pt x="346" y="599"/>
                    <a:pt x="346" y="599"/>
                    <a:pt x="346" y="599"/>
                  </a:cubicBezTo>
                  <a:cubicBezTo>
                    <a:pt x="338" y="598"/>
                    <a:pt x="338" y="598"/>
                    <a:pt x="338" y="598"/>
                  </a:cubicBezTo>
                  <a:cubicBezTo>
                    <a:pt x="327" y="596"/>
                    <a:pt x="327" y="596"/>
                    <a:pt x="327" y="596"/>
                  </a:cubicBezTo>
                  <a:cubicBezTo>
                    <a:pt x="324" y="595"/>
                    <a:pt x="322" y="593"/>
                    <a:pt x="320" y="590"/>
                  </a:cubicBezTo>
                  <a:cubicBezTo>
                    <a:pt x="318" y="585"/>
                    <a:pt x="318" y="585"/>
                    <a:pt x="318" y="585"/>
                  </a:cubicBezTo>
                  <a:cubicBezTo>
                    <a:pt x="305" y="576"/>
                    <a:pt x="305" y="576"/>
                    <a:pt x="305" y="576"/>
                  </a:cubicBezTo>
                  <a:lnTo>
                    <a:pt x="303" y="577"/>
                  </a:lnTo>
                  <a:close/>
                  <a:moveTo>
                    <a:pt x="370" y="636"/>
                  </a:moveTo>
                  <a:cubicBezTo>
                    <a:pt x="363" y="643"/>
                    <a:pt x="363" y="643"/>
                    <a:pt x="363" y="643"/>
                  </a:cubicBezTo>
                  <a:cubicBezTo>
                    <a:pt x="359" y="656"/>
                    <a:pt x="359" y="656"/>
                    <a:pt x="359" y="656"/>
                  </a:cubicBezTo>
                  <a:cubicBezTo>
                    <a:pt x="353" y="665"/>
                    <a:pt x="353" y="665"/>
                    <a:pt x="353" y="665"/>
                  </a:cubicBezTo>
                  <a:cubicBezTo>
                    <a:pt x="351" y="666"/>
                    <a:pt x="351" y="669"/>
                    <a:pt x="351" y="671"/>
                  </a:cubicBezTo>
                  <a:cubicBezTo>
                    <a:pt x="351" y="687"/>
                    <a:pt x="351" y="687"/>
                    <a:pt x="351" y="687"/>
                  </a:cubicBezTo>
                  <a:cubicBezTo>
                    <a:pt x="351" y="690"/>
                    <a:pt x="349" y="693"/>
                    <a:pt x="346" y="694"/>
                  </a:cubicBezTo>
                  <a:cubicBezTo>
                    <a:pt x="331" y="699"/>
                    <a:pt x="331" y="699"/>
                    <a:pt x="331" y="699"/>
                  </a:cubicBezTo>
                  <a:cubicBezTo>
                    <a:pt x="326" y="702"/>
                    <a:pt x="326" y="702"/>
                    <a:pt x="326" y="702"/>
                  </a:cubicBezTo>
                  <a:cubicBezTo>
                    <a:pt x="323" y="704"/>
                    <a:pt x="322" y="707"/>
                    <a:pt x="323" y="710"/>
                  </a:cubicBezTo>
                  <a:cubicBezTo>
                    <a:pt x="324" y="716"/>
                    <a:pt x="324" y="716"/>
                    <a:pt x="324" y="716"/>
                  </a:cubicBezTo>
                  <a:cubicBezTo>
                    <a:pt x="325" y="718"/>
                    <a:pt x="326" y="720"/>
                    <a:pt x="329" y="721"/>
                  </a:cubicBezTo>
                  <a:cubicBezTo>
                    <a:pt x="330" y="722"/>
                    <a:pt x="330" y="722"/>
                    <a:pt x="330" y="722"/>
                  </a:cubicBezTo>
                  <a:cubicBezTo>
                    <a:pt x="341" y="730"/>
                    <a:pt x="341" y="730"/>
                    <a:pt x="341" y="730"/>
                  </a:cubicBezTo>
                  <a:cubicBezTo>
                    <a:pt x="352" y="743"/>
                    <a:pt x="352" y="743"/>
                    <a:pt x="352" y="743"/>
                  </a:cubicBezTo>
                  <a:cubicBezTo>
                    <a:pt x="355" y="751"/>
                    <a:pt x="355" y="751"/>
                    <a:pt x="355" y="751"/>
                  </a:cubicBezTo>
                  <a:cubicBezTo>
                    <a:pt x="356" y="753"/>
                    <a:pt x="359" y="754"/>
                    <a:pt x="361" y="753"/>
                  </a:cubicBezTo>
                  <a:cubicBezTo>
                    <a:pt x="376" y="749"/>
                    <a:pt x="376" y="749"/>
                    <a:pt x="376" y="749"/>
                  </a:cubicBezTo>
                  <a:cubicBezTo>
                    <a:pt x="379" y="745"/>
                    <a:pt x="379" y="745"/>
                    <a:pt x="379" y="745"/>
                  </a:cubicBezTo>
                  <a:cubicBezTo>
                    <a:pt x="381" y="743"/>
                    <a:pt x="381" y="740"/>
                    <a:pt x="380" y="737"/>
                  </a:cubicBezTo>
                  <a:cubicBezTo>
                    <a:pt x="373" y="726"/>
                    <a:pt x="373" y="726"/>
                    <a:pt x="373" y="726"/>
                  </a:cubicBezTo>
                  <a:cubicBezTo>
                    <a:pt x="370" y="708"/>
                    <a:pt x="370" y="708"/>
                    <a:pt x="370" y="708"/>
                  </a:cubicBezTo>
                  <a:cubicBezTo>
                    <a:pt x="370" y="706"/>
                    <a:pt x="370" y="704"/>
                    <a:pt x="371" y="702"/>
                  </a:cubicBezTo>
                  <a:cubicBezTo>
                    <a:pt x="376" y="689"/>
                    <a:pt x="376" y="689"/>
                    <a:pt x="376" y="689"/>
                  </a:cubicBezTo>
                  <a:cubicBezTo>
                    <a:pt x="383" y="674"/>
                    <a:pt x="383" y="674"/>
                    <a:pt x="383" y="674"/>
                  </a:cubicBezTo>
                  <a:cubicBezTo>
                    <a:pt x="389" y="664"/>
                    <a:pt x="389" y="664"/>
                    <a:pt x="389" y="664"/>
                  </a:cubicBezTo>
                  <a:cubicBezTo>
                    <a:pt x="390" y="663"/>
                    <a:pt x="391" y="662"/>
                    <a:pt x="391" y="661"/>
                  </a:cubicBezTo>
                  <a:cubicBezTo>
                    <a:pt x="393" y="645"/>
                    <a:pt x="393" y="645"/>
                    <a:pt x="393" y="645"/>
                  </a:cubicBezTo>
                  <a:cubicBezTo>
                    <a:pt x="393" y="641"/>
                    <a:pt x="391" y="637"/>
                    <a:pt x="387" y="636"/>
                  </a:cubicBezTo>
                  <a:cubicBezTo>
                    <a:pt x="377" y="634"/>
                    <a:pt x="377" y="634"/>
                    <a:pt x="377" y="634"/>
                  </a:cubicBezTo>
                  <a:cubicBezTo>
                    <a:pt x="374" y="633"/>
                    <a:pt x="372" y="634"/>
                    <a:pt x="370" y="636"/>
                  </a:cubicBezTo>
                  <a:close/>
                  <a:moveTo>
                    <a:pt x="533" y="555"/>
                  </a:moveTo>
                  <a:cubicBezTo>
                    <a:pt x="528" y="544"/>
                    <a:pt x="528" y="544"/>
                    <a:pt x="528" y="544"/>
                  </a:cubicBezTo>
                  <a:cubicBezTo>
                    <a:pt x="523" y="542"/>
                    <a:pt x="523" y="542"/>
                    <a:pt x="523" y="542"/>
                  </a:cubicBezTo>
                  <a:cubicBezTo>
                    <a:pt x="521" y="542"/>
                    <a:pt x="519" y="540"/>
                    <a:pt x="518" y="538"/>
                  </a:cubicBezTo>
                  <a:cubicBezTo>
                    <a:pt x="516" y="534"/>
                    <a:pt x="516" y="534"/>
                    <a:pt x="516" y="534"/>
                  </a:cubicBezTo>
                  <a:cubicBezTo>
                    <a:pt x="515" y="532"/>
                    <a:pt x="514" y="531"/>
                    <a:pt x="512" y="531"/>
                  </a:cubicBezTo>
                  <a:cubicBezTo>
                    <a:pt x="495" y="524"/>
                    <a:pt x="495" y="524"/>
                    <a:pt x="495" y="524"/>
                  </a:cubicBezTo>
                  <a:cubicBezTo>
                    <a:pt x="482" y="524"/>
                    <a:pt x="482" y="524"/>
                    <a:pt x="482" y="524"/>
                  </a:cubicBezTo>
                  <a:cubicBezTo>
                    <a:pt x="471" y="528"/>
                    <a:pt x="471" y="528"/>
                    <a:pt x="471" y="528"/>
                  </a:cubicBezTo>
                  <a:cubicBezTo>
                    <a:pt x="471" y="528"/>
                    <a:pt x="462" y="520"/>
                    <a:pt x="453" y="527"/>
                  </a:cubicBezTo>
                  <a:cubicBezTo>
                    <a:pt x="450" y="529"/>
                    <a:pt x="449" y="533"/>
                    <a:pt x="450" y="536"/>
                  </a:cubicBezTo>
                  <a:cubicBezTo>
                    <a:pt x="457" y="553"/>
                    <a:pt x="457" y="553"/>
                    <a:pt x="457" y="553"/>
                  </a:cubicBezTo>
                  <a:cubicBezTo>
                    <a:pt x="458" y="555"/>
                    <a:pt x="459" y="556"/>
                    <a:pt x="462" y="557"/>
                  </a:cubicBezTo>
                  <a:cubicBezTo>
                    <a:pt x="467" y="558"/>
                    <a:pt x="467" y="558"/>
                    <a:pt x="467" y="558"/>
                  </a:cubicBezTo>
                  <a:cubicBezTo>
                    <a:pt x="470" y="558"/>
                    <a:pt x="472" y="558"/>
                    <a:pt x="474" y="556"/>
                  </a:cubicBezTo>
                  <a:cubicBezTo>
                    <a:pt x="477" y="553"/>
                    <a:pt x="477" y="553"/>
                    <a:pt x="477" y="553"/>
                  </a:cubicBezTo>
                  <a:cubicBezTo>
                    <a:pt x="477" y="552"/>
                    <a:pt x="478" y="552"/>
                    <a:pt x="479" y="552"/>
                  </a:cubicBezTo>
                  <a:cubicBezTo>
                    <a:pt x="480" y="553"/>
                    <a:pt x="481" y="553"/>
                    <a:pt x="481" y="554"/>
                  </a:cubicBezTo>
                  <a:cubicBezTo>
                    <a:pt x="483" y="562"/>
                    <a:pt x="483" y="562"/>
                    <a:pt x="483" y="562"/>
                  </a:cubicBezTo>
                  <a:cubicBezTo>
                    <a:pt x="486" y="568"/>
                    <a:pt x="486" y="568"/>
                    <a:pt x="486" y="568"/>
                  </a:cubicBezTo>
                  <a:cubicBezTo>
                    <a:pt x="483" y="586"/>
                    <a:pt x="483" y="586"/>
                    <a:pt x="483" y="586"/>
                  </a:cubicBezTo>
                  <a:cubicBezTo>
                    <a:pt x="487" y="588"/>
                    <a:pt x="487" y="588"/>
                    <a:pt x="487" y="588"/>
                  </a:cubicBezTo>
                  <a:cubicBezTo>
                    <a:pt x="488" y="588"/>
                    <a:pt x="488" y="589"/>
                    <a:pt x="489" y="590"/>
                  </a:cubicBezTo>
                  <a:cubicBezTo>
                    <a:pt x="489" y="591"/>
                    <a:pt x="489" y="592"/>
                    <a:pt x="488" y="593"/>
                  </a:cubicBezTo>
                  <a:cubicBezTo>
                    <a:pt x="483" y="598"/>
                    <a:pt x="483" y="598"/>
                    <a:pt x="483" y="598"/>
                  </a:cubicBezTo>
                  <a:cubicBezTo>
                    <a:pt x="477" y="610"/>
                    <a:pt x="477" y="610"/>
                    <a:pt x="477" y="610"/>
                  </a:cubicBezTo>
                  <a:cubicBezTo>
                    <a:pt x="470" y="612"/>
                    <a:pt x="470" y="612"/>
                    <a:pt x="470" y="612"/>
                  </a:cubicBezTo>
                  <a:cubicBezTo>
                    <a:pt x="468" y="596"/>
                    <a:pt x="468" y="596"/>
                    <a:pt x="468" y="596"/>
                  </a:cubicBezTo>
                  <a:cubicBezTo>
                    <a:pt x="468" y="593"/>
                    <a:pt x="466" y="591"/>
                    <a:pt x="463" y="591"/>
                  </a:cubicBezTo>
                  <a:cubicBezTo>
                    <a:pt x="454" y="591"/>
                    <a:pt x="454" y="591"/>
                    <a:pt x="454" y="591"/>
                  </a:cubicBezTo>
                  <a:cubicBezTo>
                    <a:pt x="454" y="591"/>
                    <a:pt x="446" y="594"/>
                    <a:pt x="451" y="607"/>
                  </a:cubicBezTo>
                  <a:cubicBezTo>
                    <a:pt x="454" y="614"/>
                    <a:pt x="455" y="621"/>
                    <a:pt x="455" y="625"/>
                  </a:cubicBezTo>
                  <a:cubicBezTo>
                    <a:pt x="456" y="627"/>
                    <a:pt x="457" y="630"/>
                    <a:pt x="459" y="631"/>
                  </a:cubicBezTo>
                  <a:cubicBezTo>
                    <a:pt x="464" y="634"/>
                    <a:pt x="464" y="634"/>
                    <a:pt x="464" y="634"/>
                  </a:cubicBezTo>
                  <a:cubicBezTo>
                    <a:pt x="465" y="634"/>
                    <a:pt x="467" y="634"/>
                    <a:pt x="468" y="634"/>
                  </a:cubicBezTo>
                  <a:cubicBezTo>
                    <a:pt x="470" y="633"/>
                    <a:pt x="472" y="633"/>
                    <a:pt x="474" y="635"/>
                  </a:cubicBezTo>
                  <a:cubicBezTo>
                    <a:pt x="476" y="639"/>
                    <a:pt x="477" y="652"/>
                    <a:pt x="477" y="652"/>
                  </a:cubicBezTo>
                  <a:cubicBezTo>
                    <a:pt x="478" y="671"/>
                    <a:pt x="478" y="671"/>
                    <a:pt x="478" y="671"/>
                  </a:cubicBezTo>
                  <a:cubicBezTo>
                    <a:pt x="478" y="671"/>
                    <a:pt x="470" y="682"/>
                    <a:pt x="480" y="689"/>
                  </a:cubicBezTo>
                  <a:cubicBezTo>
                    <a:pt x="489" y="696"/>
                    <a:pt x="499" y="689"/>
                    <a:pt x="499" y="689"/>
                  </a:cubicBezTo>
                  <a:cubicBezTo>
                    <a:pt x="506" y="679"/>
                    <a:pt x="506" y="679"/>
                    <a:pt x="506" y="679"/>
                  </a:cubicBezTo>
                  <a:cubicBezTo>
                    <a:pt x="506" y="666"/>
                    <a:pt x="506" y="666"/>
                    <a:pt x="506" y="666"/>
                  </a:cubicBezTo>
                  <a:cubicBezTo>
                    <a:pt x="498" y="650"/>
                    <a:pt x="498" y="650"/>
                    <a:pt x="498" y="650"/>
                  </a:cubicBezTo>
                  <a:cubicBezTo>
                    <a:pt x="499" y="641"/>
                    <a:pt x="499" y="641"/>
                    <a:pt x="499" y="641"/>
                  </a:cubicBezTo>
                  <a:cubicBezTo>
                    <a:pt x="498" y="621"/>
                    <a:pt x="498" y="621"/>
                    <a:pt x="498" y="621"/>
                  </a:cubicBezTo>
                  <a:cubicBezTo>
                    <a:pt x="500" y="610"/>
                    <a:pt x="500" y="610"/>
                    <a:pt x="500" y="610"/>
                  </a:cubicBezTo>
                  <a:cubicBezTo>
                    <a:pt x="500" y="610"/>
                    <a:pt x="509" y="608"/>
                    <a:pt x="509" y="616"/>
                  </a:cubicBezTo>
                  <a:cubicBezTo>
                    <a:pt x="509" y="625"/>
                    <a:pt x="518" y="626"/>
                    <a:pt x="518" y="626"/>
                  </a:cubicBezTo>
                  <a:cubicBezTo>
                    <a:pt x="531" y="619"/>
                    <a:pt x="531" y="619"/>
                    <a:pt x="531" y="619"/>
                  </a:cubicBezTo>
                  <a:cubicBezTo>
                    <a:pt x="531" y="619"/>
                    <a:pt x="534" y="609"/>
                    <a:pt x="534" y="604"/>
                  </a:cubicBezTo>
                  <a:cubicBezTo>
                    <a:pt x="534" y="599"/>
                    <a:pt x="525" y="591"/>
                    <a:pt x="525" y="591"/>
                  </a:cubicBezTo>
                  <a:cubicBezTo>
                    <a:pt x="523" y="577"/>
                    <a:pt x="523" y="577"/>
                    <a:pt x="523" y="577"/>
                  </a:cubicBezTo>
                  <a:cubicBezTo>
                    <a:pt x="530" y="562"/>
                    <a:pt x="530" y="562"/>
                    <a:pt x="530" y="562"/>
                  </a:cubicBezTo>
                  <a:lnTo>
                    <a:pt x="533" y="555"/>
                  </a:lnTo>
                  <a:close/>
                  <a:moveTo>
                    <a:pt x="432" y="619"/>
                  </a:moveTo>
                  <a:cubicBezTo>
                    <a:pt x="426" y="620"/>
                    <a:pt x="426" y="620"/>
                    <a:pt x="426" y="620"/>
                  </a:cubicBezTo>
                  <a:cubicBezTo>
                    <a:pt x="425" y="620"/>
                    <a:pt x="424" y="621"/>
                    <a:pt x="424" y="622"/>
                  </a:cubicBezTo>
                  <a:cubicBezTo>
                    <a:pt x="420" y="640"/>
                    <a:pt x="420" y="640"/>
                    <a:pt x="420" y="640"/>
                  </a:cubicBezTo>
                  <a:cubicBezTo>
                    <a:pt x="420" y="642"/>
                    <a:pt x="419" y="644"/>
                    <a:pt x="418" y="646"/>
                  </a:cubicBezTo>
                  <a:cubicBezTo>
                    <a:pt x="410" y="658"/>
                    <a:pt x="410" y="658"/>
                    <a:pt x="410" y="658"/>
                  </a:cubicBezTo>
                  <a:cubicBezTo>
                    <a:pt x="398" y="677"/>
                    <a:pt x="398" y="677"/>
                    <a:pt x="398" y="677"/>
                  </a:cubicBezTo>
                  <a:cubicBezTo>
                    <a:pt x="396" y="681"/>
                    <a:pt x="394" y="685"/>
                    <a:pt x="394" y="689"/>
                  </a:cubicBezTo>
                  <a:cubicBezTo>
                    <a:pt x="394" y="706"/>
                    <a:pt x="394" y="706"/>
                    <a:pt x="394" y="706"/>
                  </a:cubicBezTo>
                  <a:cubicBezTo>
                    <a:pt x="394" y="707"/>
                    <a:pt x="395" y="708"/>
                    <a:pt x="396" y="709"/>
                  </a:cubicBezTo>
                  <a:cubicBezTo>
                    <a:pt x="397" y="709"/>
                    <a:pt x="398" y="708"/>
                    <a:pt x="399" y="707"/>
                  </a:cubicBezTo>
                  <a:cubicBezTo>
                    <a:pt x="403" y="699"/>
                    <a:pt x="403" y="699"/>
                    <a:pt x="403" y="699"/>
                  </a:cubicBezTo>
                  <a:cubicBezTo>
                    <a:pt x="411" y="691"/>
                    <a:pt x="411" y="691"/>
                    <a:pt x="411" y="691"/>
                  </a:cubicBezTo>
                  <a:cubicBezTo>
                    <a:pt x="413" y="683"/>
                    <a:pt x="413" y="683"/>
                    <a:pt x="413" y="683"/>
                  </a:cubicBezTo>
                  <a:cubicBezTo>
                    <a:pt x="416" y="674"/>
                    <a:pt x="416" y="674"/>
                    <a:pt x="416" y="674"/>
                  </a:cubicBezTo>
                  <a:cubicBezTo>
                    <a:pt x="417" y="673"/>
                    <a:pt x="418" y="672"/>
                    <a:pt x="420" y="671"/>
                  </a:cubicBezTo>
                  <a:cubicBezTo>
                    <a:pt x="425" y="670"/>
                    <a:pt x="425" y="670"/>
                    <a:pt x="425" y="670"/>
                  </a:cubicBezTo>
                  <a:cubicBezTo>
                    <a:pt x="431" y="661"/>
                    <a:pt x="431" y="661"/>
                    <a:pt x="431" y="661"/>
                  </a:cubicBezTo>
                  <a:cubicBezTo>
                    <a:pt x="433" y="646"/>
                    <a:pt x="433" y="646"/>
                    <a:pt x="433" y="646"/>
                  </a:cubicBezTo>
                  <a:cubicBezTo>
                    <a:pt x="434" y="634"/>
                    <a:pt x="434" y="634"/>
                    <a:pt x="434" y="634"/>
                  </a:cubicBezTo>
                  <a:cubicBezTo>
                    <a:pt x="435" y="622"/>
                    <a:pt x="435" y="622"/>
                    <a:pt x="435" y="622"/>
                  </a:cubicBezTo>
                  <a:cubicBezTo>
                    <a:pt x="435" y="621"/>
                    <a:pt x="435" y="621"/>
                    <a:pt x="434" y="620"/>
                  </a:cubicBezTo>
                  <a:cubicBezTo>
                    <a:pt x="434" y="619"/>
                    <a:pt x="433" y="619"/>
                    <a:pt x="432" y="619"/>
                  </a:cubicBezTo>
                  <a:close/>
                  <a:moveTo>
                    <a:pt x="429" y="705"/>
                  </a:moveTo>
                  <a:cubicBezTo>
                    <a:pt x="426" y="712"/>
                    <a:pt x="426" y="712"/>
                    <a:pt x="426" y="712"/>
                  </a:cubicBezTo>
                  <a:cubicBezTo>
                    <a:pt x="419" y="713"/>
                    <a:pt x="419" y="713"/>
                    <a:pt x="419" y="713"/>
                  </a:cubicBezTo>
                  <a:cubicBezTo>
                    <a:pt x="419" y="713"/>
                    <a:pt x="411" y="716"/>
                    <a:pt x="412" y="719"/>
                  </a:cubicBezTo>
                  <a:cubicBezTo>
                    <a:pt x="413" y="723"/>
                    <a:pt x="413" y="723"/>
                    <a:pt x="413" y="723"/>
                  </a:cubicBezTo>
                  <a:cubicBezTo>
                    <a:pt x="420" y="725"/>
                    <a:pt x="420" y="725"/>
                    <a:pt x="420" y="725"/>
                  </a:cubicBezTo>
                  <a:cubicBezTo>
                    <a:pt x="435" y="727"/>
                    <a:pt x="435" y="727"/>
                    <a:pt x="435" y="727"/>
                  </a:cubicBezTo>
                  <a:cubicBezTo>
                    <a:pt x="445" y="724"/>
                    <a:pt x="445" y="724"/>
                    <a:pt x="445" y="724"/>
                  </a:cubicBezTo>
                  <a:cubicBezTo>
                    <a:pt x="462" y="708"/>
                    <a:pt x="462" y="708"/>
                    <a:pt x="462" y="708"/>
                  </a:cubicBezTo>
                  <a:cubicBezTo>
                    <a:pt x="461" y="696"/>
                    <a:pt x="461" y="696"/>
                    <a:pt x="461" y="696"/>
                  </a:cubicBezTo>
                  <a:cubicBezTo>
                    <a:pt x="458" y="693"/>
                    <a:pt x="458" y="693"/>
                    <a:pt x="458" y="693"/>
                  </a:cubicBezTo>
                  <a:cubicBezTo>
                    <a:pt x="456" y="691"/>
                    <a:pt x="454" y="690"/>
                    <a:pt x="451" y="692"/>
                  </a:cubicBezTo>
                  <a:cubicBezTo>
                    <a:pt x="438" y="698"/>
                    <a:pt x="438" y="698"/>
                    <a:pt x="438" y="698"/>
                  </a:cubicBezTo>
                  <a:cubicBezTo>
                    <a:pt x="433" y="701"/>
                    <a:pt x="433" y="701"/>
                    <a:pt x="433" y="701"/>
                  </a:cubicBezTo>
                  <a:cubicBezTo>
                    <a:pt x="431" y="702"/>
                    <a:pt x="429" y="703"/>
                    <a:pt x="429" y="705"/>
                  </a:cubicBezTo>
                  <a:close/>
                  <a:moveTo>
                    <a:pt x="121" y="638"/>
                  </a:moveTo>
                  <a:cubicBezTo>
                    <a:pt x="128" y="637"/>
                    <a:pt x="128" y="637"/>
                    <a:pt x="128" y="637"/>
                  </a:cubicBezTo>
                  <a:cubicBezTo>
                    <a:pt x="128" y="637"/>
                    <a:pt x="129" y="637"/>
                    <a:pt x="129" y="636"/>
                  </a:cubicBezTo>
                  <a:cubicBezTo>
                    <a:pt x="137" y="629"/>
                    <a:pt x="137" y="629"/>
                    <a:pt x="137" y="629"/>
                  </a:cubicBezTo>
                  <a:cubicBezTo>
                    <a:pt x="138" y="628"/>
                    <a:pt x="139" y="626"/>
                    <a:pt x="138" y="624"/>
                  </a:cubicBezTo>
                  <a:cubicBezTo>
                    <a:pt x="134" y="618"/>
                    <a:pt x="134" y="618"/>
                    <a:pt x="134" y="618"/>
                  </a:cubicBezTo>
                  <a:cubicBezTo>
                    <a:pt x="133" y="617"/>
                    <a:pt x="132" y="616"/>
                    <a:pt x="130" y="616"/>
                  </a:cubicBezTo>
                  <a:cubicBezTo>
                    <a:pt x="128" y="616"/>
                    <a:pt x="127" y="617"/>
                    <a:pt x="126" y="618"/>
                  </a:cubicBezTo>
                  <a:cubicBezTo>
                    <a:pt x="123" y="624"/>
                    <a:pt x="123" y="624"/>
                    <a:pt x="123" y="624"/>
                  </a:cubicBezTo>
                  <a:cubicBezTo>
                    <a:pt x="117" y="632"/>
                    <a:pt x="117" y="632"/>
                    <a:pt x="117" y="632"/>
                  </a:cubicBezTo>
                  <a:cubicBezTo>
                    <a:pt x="116" y="633"/>
                    <a:pt x="116" y="635"/>
                    <a:pt x="117" y="636"/>
                  </a:cubicBezTo>
                  <a:cubicBezTo>
                    <a:pt x="118" y="638"/>
                    <a:pt x="119" y="638"/>
                    <a:pt x="121" y="638"/>
                  </a:cubicBezTo>
                  <a:close/>
                  <a:moveTo>
                    <a:pt x="103" y="675"/>
                  </a:moveTo>
                  <a:cubicBezTo>
                    <a:pt x="101" y="675"/>
                    <a:pt x="99" y="676"/>
                    <a:pt x="97" y="677"/>
                  </a:cubicBezTo>
                  <a:cubicBezTo>
                    <a:pt x="89" y="685"/>
                    <a:pt x="89" y="685"/>
                    <a:pt x="89" y="685"/>
                  </a:cubicBezTo>
                  <a:cubicBezTo>
                    <a:pt x="85" y="689"/>
                    <a:pt x="85" y="689"/>
                    <a:pt x="85" y="689"/>
                  </a:cubicBezTo>
                  <a:cubicBezTo>
                    <a:pt x="84" y="691"/>
                    <a:pt x="84" y="693"/>
                    <a:pt x="85" y="694"/>
                  </a:cubicBezTo>
                  <a:cubicBezTo>
                    <a:pt x="85" y="696"/>
                    <a:pt x="87" y="697"/>
                    <a:pt x="89" y="697"/>
                  </a:cubicBezTo>
                  <a:cubicBezTo>
                    <a:pt x="104" y="696"/>
                    <a:pt x="104" y="696"/>
                    <a:pt x="104" y="696"/>
                  </a:cubicBezTo>
                  <a:cubicBezTo>
                    <a:pt x="106" y="696"/>
                    <a:pt x="108" y="696"/>
                    <a:pt x="109" y="697"/>
                  </a:cubicBezTo>
                  <a:cubicBezTo>
                    <a:pt x="113" y="699"/>
                    <a:pt x="119" y="700"/>
                    <a:pt x="119" y="695"/>
                  </a:cubicBezTo>
                  <a:cubicBezTo>
                    <a:pt x="119" y="688"/>
                    <a:pt x="119" y="678"/>
                    <a:pt x="119" y="678"/>
                  </a:cubicBezTo>
                  <a:cubicBezTo>
                    <a:pt x="119" y="678"/>
                    <a:pt x="127" y="669"/>
                    <a:pt x="132" y="669"/>
                  </a:cubicBezTo>
                  <a:cubicBezTo>
                    <a:pt x="137" y="669"/>
                    <a:pt x="149" y="668"/>
                    <a:pt x="153" y="667"/>
                  </a:cubicBezTo>
                  <a:cubicBezTo>
                    <a:pt x="156" y="665"/>
                    <a:pt x="159" y="657"/>
                    <a:pt x="159" y="657"/>
                  </a:cubicBezTo>
                  <a:cubicBezTo>
                    <a:pt x="142" y="657"/>
                    <a:pt x="142" y="657"/>
                    <a:pt x="142" y="657"/>
                  </a:cubicBezTo>
                  <a:cubicBezTo>
                    <a:pt x="138" y="649"/>
                    <a:pt x="138" y="649"/>
                    <a:pt x="138" y="649"/>
                  </a:cubicBezTo>
                  <a:cubicBezTo>
                    <a:pt x="130" y="647"/>
                    <a:pt x="130" y="647"/>
                    <a:pt x="130" y="647"/>
                  </a:cubicBezTo>
                  <a:cubicBezTo>
                    <a:pt x="124" y="652"/>
                    <a:pt x="124" y="652"/>
                    <a:pt x="124" y="652"/>
                  </a:cubicBezTo>
                  <a:cubicBezTo>
                    <a:pt x="118" y="665"/>
                    <a:pt x="118" y="665"/>
                    <a:pt x="118" y="665"/>
                  </a:cubicBezTo>
                  <a:cubicBezTo>
                    <a:pt x="108" y="674"/>
                    <a:pt x="108" y="674"/>
                    <a:pt x="108" y="674"/>
                  </a:cubicBezTo>
                  <a:lnTo>
                    <a:pt x="103" y="675"/>
                  </a:lnTo>
                  <a:close/>
                  <a:moveTo>
                    <a:pt x="50" y="746"/>
                  </a:moveTo>
                  <a:cubicBezTo>
                    <a:pt x="59" y="740"/>
                    <a:pt x="59" y="740"/>
                    <a:pt x="59" y="740"/>
                  </a:cubicBezTo>
                  <a:cubicBezTo>
                    <a:pt x="70" y="729"/>
                    <a:pt x="70" y="729"/>
                    <a:pt x="70" y="729"/>
                  </a:cubicBezTo>
                  <a:cubicBezTo>
                    <a:pt x="71" y="728"/>
                    <a:pt x="71" y="728"/>
                    <a:pt x="71" y="727"/>
                  </a:cubicBezTo>
                  <a:cubicBezTo>
                    <a:pt x="76" y="717"/>
                    <a:pt x="76" y="717"/>
                    <a:pt x="76" y="717"/>
                  </a:cubicBezTo>
                  <a:cubicBezTo>
                    <a:pt x="77" y="715"/>
                    <a:pt x="76" y="714"/>
                    <a:pt x="76" y="712"/>
                  </a:cubicBezTo>
                  <a:cubicBezTo>
                    <a:pt x="73" y="708"/>
                    <a:pt x="73" y="708"/>
                    <a:pt x="73" y="708"/>
                  </a:cubicBezTo>
                  <a:cubicBezTo>
                    <a:pt x="72" y="707"/>
                    <a:pt x="72" y="707"/>
                    <a:pt x="71" y="707"/>
                  </a:cubicBezTo>
                  <a:cubicBezTo>
                    <a:pt x="70" y="706"/>
                    <a:pt x="69" y="707"/>
                    <a:pt x="68" y="707"/>
                  </a:cubicBezTo>
                  <a:cubicBezTo>
                    <a:pt x="52" y="722"/>
                    <a:pt x="52" y="722"/>
                    <a:pt x="52" y="722"/>
                  </a:cubicBezTo>
                  <a:cubicBezTo>
                    <a:pt x="43" y="737"/>
                    <a:pt x="43" y="737"/>
                    <a:pt x="43" y="737"/>
                  </a:cubicBezTo>
                  <a:cubicBezTo>
                    <a:pt x="43" y="742"/>
                    <a:pt x="43" y="742"/>
                    <a:pt x="43" y="742"/>
                  </a:cubicBezTo>
                  <a:cubicBezTo>
                    <a:pt x="43" y="744"/>
                    <a:pt x="44" y="746"/>
                    <a:pt x="45" y="747"/>
                  </a:cubicBezTo>
                  <a:cubicBezTo>
                    <a:pt x="47" y="747"/>
                    <a:pt x="48" y="747"/>
                    <a:pt x="50" y="746"/>
                  </a:cubicBezTo>
                  <a:close/>
                  <a:moveTo>
                    <a:pt x="6" y="782"/>
                  </a:moveTo>
                  <a:cubicBezTo>
                    <a:pt x="23" y="771"/>
                    <a:pt x="23" y="771"/>
                    <a:pt x="23" y="771"/>
                  </a:cubicBezTo>
                  <a:cubicBezTo>
                    <a:pt x="31" y="758"/>
                    <a:pt x="31" y="758"/>
                    <a:pt x="31" y="758"/>
                  </a:cubicBezTo>
                  <a:cubicBezTo>
                    <a:pt x="32" y="749"/>
                    <a:pt x="32" y="749"/>
                    <a:pt x="32" y="749"/>
                  </a:cubicBezTo>
                  <a:cubicBezTo>
                    <a:pt x="32" y="748"/>
                    <a:pt x="31" y="747"/>
                    <a:pt x="30" y="746"/>
                  </a:cubicBezTo>
                  <a:cubicBezTo>
                    <a:pt x="29" y="746"/>
                    <a:pt x="28" y="746"/>
                    <a:pt x="27" y="747"/>
                  </a:cubicBezTo>
                  <a:cubicBezTo>
                    <a:pt x="20" y="754"/>
                    <a:pt x="20" y="754"/>
                    <a:pt x="20" y="754"/>
                  </a:cubicBezTo>
                  <a:cubicBezTo>
                    <a:pt x="20" y="754"/>
                    <a:pt x="7" y="759"/>
                    <a:pt x="6" y="763"/>
                  </a:cubicBezTo>
                  <a:cubicBezTo>
                    <a:pt x="5" y="765"/>
                    <a:pt x="3" y="771"/>
                    <a:pt x="1" y="775"/>
                  </a:cubicBezTo>
                  <a:cubicBezTo>
                    <a:pt x="0" y="777"/>
                    <a:pt x="1" y="779"/>
                    <a:pt x="3" y="781"/>
                  </a:cubicBezTo>
                  <a:lnTo>
                    <a:pt x="6" y="782"/>
                  </a:lnTo>
                  <a:close/>
                  <a:moveTo>
                    <a:pt x="533" y="670"/>
                  </a:moveTo>
                  <a:cubicBezTo>
                    <a:pt x="531" y="669"/>
                    <a:pt x="529" y="670"/>
                    <a:pt x="527" y="672"/>
                  </a:cubicBezTo>
                  <a:cubicBezTo>
                    <a:pt x="525" y="678"/>
                    <a:pt x="525" y="678"/>
                    <a:pt x="525" y="678"/>
                  </a:cubicBezTo>
                  <a:cubicBezTo>
                    <a:pt x="524" y="680"/>
                    <a:pt x="524" y="681"/>
                    <a:pt x="525" y="683"/>
                  </a:cubicBezTo>
                  <a:cubicBezTo>
                    <a:pt x="528" y="690"/>
                    <a:pt x="528" y="690"/>
                    <a:pt x="528" y="690"/>
                  </a:cubicBezTo>
                  <a:cubicBezTo>
                    <a:pt x="529" y="692"/>
                    <a:pt x="531" y="693"/>
                    <a:pt x="533" y="694"/>
                  </a:cubicBezTo>
                  <a:cubicBezTo>
                    <a:pt x="534" y="694"/>
                    <a:pt x="534" y="694"/>
                    <a:pt x="534" y="694"/>
                  </a:cubicBezTo>
                  <a:cubicBezTo>
                    <a:pt x="535" y="694"/>
                    <a:pt x="537" y="694"/>
                    <a:pt x="538" y="693"/>
                  </a:cubicBezTo>
                  <a:cubicBezTo>
                    <a:pt x="538" y="693"/>
                    <a:pt x="539" y="691"/>
                    <a:pt x="539" y="690"/>
                  </a:cubicBezTo>
                  <a:cubicBezTo>
                    <a:pt x="537" y="675"/>
                    <a:pt x="537" y="675"/>
                    <a:pt x="537" y="675"/>
                  </a:cubicBezTo>
                  <a:cubicBezTo>
                    <a:pt x="537" y="673"/>
                    <a:pt x="535" y="671"/>
                    <a:pt x="533" y="670"/>
                  </a:cubicBezTo>
                  <a:close/>
                  <a:moveTo>
                    <a:pt x="170" y="1003"/>
                  </a:moveTo>
                  <a:cubicBezTo>
                    <a:pt x="160" y="1008"/>
                    <a:pt x="157" y="1017"/>
                    <a:pt x="164" y="1020"/>
                  </a:cubicBezTo>
                  <a:cubicBezTo>
                    <a:pt x="171" y="1023"/>
                    <a:pt x="170" y="1009"/>
                    <a:pt x="181" y="1007"/>
                  </a:cubicBezTo>
                  <a:cubicBezTo>
                    <a:pt x="192" y="1005"/>
                    <a:pt x="196" y="999"/>
                    <a:pt x="190" y="994"/>
                  </a:cubicBezTo>
                  <a:cubicBezTo>
                    <a:pt x="184" y="989"/>
                    <a:pt x="173" y="983"/>
                    <a:pt x="176" y="993"/>
                  </a:cubicBezTo>
                  <a:cubicBezTo>
                    <a:pt x="176" y="993"/>
                    <a:pt x="180" y="998"/>
                    <a:pt x="170" y="1003"/>
                  </a:cubicBezTo>
                  <a:close/>
                  <a:moveTo>
                    <a:pt x="237" y="944"/>
                  </a:moveTo>
                  <a:cubicBezTo>
                    <a:pt x="237" y="944"/>
                    <a:pt x="226" y="956"/>
                    <a:pt x="235" y="961"/>
                  </a:cubicBezTo>
                  <a:cubicBezTo>
                    <a:pt x="244" y="966"/>
                    <a:pt x="240" y="960"/>
                    <a:pt x="248" y="965"/>
                  </a:cubicBezTo>
                  <a:cubicBezTo>
                    <a:pt x="256" y="970"/>
                    <a:pt x="258" y="966"/>
                    <a:pt x="259" y="960"/>
                  </a:cubicBezTo>
                  <a:cubicBezTo>
                    <a:pt x="260" y="954"/>
                    <a:pt x="248" y="935"/>
                    <a:pt x="237" y="944"/>
                  </a:cubicBezTo>
                  <a:close/>
                  <a:moveTo>
                    <a:pt x="553" y="708"/>
                  </a:moveTo>
                  <a:cubicBezTo>
                    <a:pt x="551" y="718"/>
                    <a:pt x="541" y="723"/>
                    <a:pt x="534" y="714"/>
                  </a:cubicBezTo>
                  <a:cubicBezTo>
                    <a:pt x="527" y="705"/>
                    <a:pt x="513" y="706"/>
                    <a:pt x="514" y="718"/>
                  </a:cubicBezTo>
                  <a:cubicBezTo>
                    <a:pt x="515" y="730"/>
                    <a:pt x="523" y="733"/>
                    <a:pt x="524" y="742"/>
                  </a:cubicBezTo>
                  <a:cubicBezTo>
                    <a:pt x="525" y="751"/>
                    <a:pt x="521" y="754"/>
                    <a:pt x="511" y="753"/>
                  </a:cubicBezTo>
                  <a:cubicBezTo>
                    <a:pt x="501" y="752"/>
                    <a:pt x="503" y="753"/>
                    <a:pt x="495" y="756"/>
                  </a:cubicBezTo>
                  <a:cubicBezTo>
                    <a:pt x="487" y="759"/>
                    <a:pt x="473" y="757"/>
                    <a:pt x="473" y="770"/>
                  </a:cubicBezTo>
                  <a:cubicBezTo>
                    <a:pt x="473" y="783"/>
                    <a:pt x="488" y="787"/>
                    <a:pt x="465" y="785"/>
                  </a:cubicBezTo>
                  <a:cubicBezTo>
                    <a:pt x="442" y="783"/>
                    <a:pt x="450" y="787"/>
                    <a:pt x="448" y="796"/>
                  </a:cubicBezTo>
                  <a:cubicBezTo>
                    <a:pt x="446" y="805"/>
                    <a:pt x="454" y="808"/>
                    <a:pt x="439" y="810"/>
                  </a:cubicBezTo>
                  <a:cubicBezTo>
                    <a:pt x="424" y="812"/>
                    <a:pt x="417" y="811"/>
                    <a:pt x="418" y="797"/>
                  </a:cubicBezTo>
                  <a:cubicBezTo>
                    <a:pt x="419" y="783"/>
                    <a:pt x="409" y="781"/>
                    <a:pt x="402" y="779"/>
                  </a:cubicBezTo>
                  <a:cubicBezTo>
                    <a:pt x="395" y="777"/>
                    <a:pt x="382" y="776"/>
                    <a:pt x="378" y="786"/>
                  </a:cubicBezTo>
                  <a:cubicBezTo>
                    <a:pt x="374" y="796"/>
                    <a:pt x="377" y="808"/>
                    <a:pt x="366" y="808"/>
                  </a:cubicBezTo>
                  <a:cubicBezTo>
                    <a:pt x="355" y="808"/>
                    <a:pt x="341" y="808"/>
                    <a:pt x="327" y="822"/>
                  </a:cubicBezTo>
                  <a:cubicBezTo>
                    <a:pt x="327" y="822"/>
                    <a:pt x="310" y="827"/>
                    <a:pt x="310" y="838"/>
                  </a:cubicBezTo>
                  <a:cubicBezTo>
                    <a:pt x="310" y="849"/>
                    <a:pt x="311" y="855"/>
                    <a:pt x="305" y="862"/>
                  </a:cubicBezTo>
                  <a:cubicBezTo>
                    <a:pt x="299" y="869"/>
                    <a:pt x="290" y="874"/>
                    <a:pt x="300" y="884"/>
                  </a:cubicBezTo>
                  <a:cubicBezTo>
                    <a:pt x="310" y="894"/>
                    <a:pt x="316" y="895"/>
                    <a:pt x="320" y="881"/>
                  </a:cubicBezTo>
                  <a:cubicBezTo>
                    <a:pt x="324" y="867"/>
                    <a:pt x="330" y="870"/>
                    <a:pt x="332" y="857"/>
                  </a:cubicBezTo>
                  <a:cubicBezTo>
                    <a:pt x="334" y="844"/>
                    <a:pt x="339" y="841"/>
                    <a:pt x="347" y="841"/>
                  </a:cubicBezTo>
                  <a:cubicBezTo>
                    <a:pt x="355" y="841"/>
                    <a:pt x="341" y="854"/>
                    <a:pt x="355" y="856"/>
                  </a:cubicBezTo>
                  <a:cubicBezTo>
                    <a:pt x="369" y="858"/>
                    <a:pt x="359" y="842"/>
                    <a:pt x="377" y="852"/>
                  </a:cubicBezTo>
                  <a:cubicBezTo>
                    <a:pt x="395" y="862"/>
                    <a:pt x="400" y="861"/>
                    <a:pt x="400" y="850"/>
                  </a:cubicBezTo>
                  <a:cubicBezTo>
                    <a:pt x="400" y="839"/>
                    <a:pt x="395" y="835"/>
                    <a:pt x="406" y="838"/>
                  </a:cubicBezTo>
                  <a:cubicBezTo>
                    <a:pt x="417" y="841"/>
                    <a:pt x="418" y="854"/>
                    <a:pt x="427" y="854"/>
                  </a:cubicBezTo>
                  <a:cubicBezTo>
                    <a:pt x="436" y="854"/>
                    <a:pt x="440" y="860"/>
                    <a:pt x="440" y="867"/>
                  </a:cubicBezTo>
                  <a:cubicBezTo>
                    <a:pt x="440" y="874"/>
                    <a:pt x="440" y="872"/>
                    <a:pt x="434" y="881"/>
                  </a:cubicBezTo>
                  <a:cubicBezTo>
                    <a:pt x="428" y="890"/>
                    <a:pt x="422" y="899"/>
                    <a:pt x="427" y="904"/>
                  </a:cubicBezTo>
                  <a:cubicBezTo>
                    <a:pt x="432" y="909"/>
                    <a:pt x="432" y="915"/>
                    <a:pt x="432" y="921"/>
                  </a:cubicBezTo>
                  <a:cubicBezTo>
                    <a:pt x="432" y="927"/>
                    <a:pt x="432" y="931"/>
                    <a:pt x="442" y="936"/>
                  </a:cubicBezTo>
                  <a:cubicBezTo>
                    <a:pt x="452" y="941"/>
                    <a:pt x="460" y="957"/>
                    <a:pt x="469" y="957"/>
                  </a:cubicBezTo>
                  <a:cubicBezTo>
                    <a:pt x="478" y="957"/>
                    <a:pt x="480" y="966"/>
                    <a:pt x="490" y="966"/>
                  </a:cubicBezTo>
                  <a:cubicBezTo>
                    <a:pt x="500" y="966"/>
                    <a:pt x="503" y="963"/>
                    <a:pt x="508" y="975"/>
                  </a:cubicBezTo>
                  <a:cubicBezTo>
                    <a:pt x="513" y="987"/>
                    <a:pt x="515" y="999"/>
                    <a:pt x="526" y="997"/>
                  </a:cubicBezTo>
                  <a:cubicBezTo>
                    <a:pt x="537" y="995"/>
                    <a:pt x="529" y="996"/>
                    <a:pt x="529" y="984"/>
                  </a:cubicBezTo>
                  <a:cubicBezTo>
                    <a:pt x="529" y="972"/>
                    <a:pt x="522" y="964"/>
                    <a:pt x="532" y="961"/>
                  </a:cubicBezTo>
                  <a:cubicBezTo>
                    <a:pt x="542" y="958"/>
                    <a:pt x="538" y="956"/>
                    <a:pt x="539" y="944"/>
                  </a:cubicBezTo>
                  <a:cubicBezTo>
                    <a:pt x="540" y="932"/>
                    <a:pt x="551" y="930"/>
                    <a:pt x="538" y="922"/>
                  </a:cubicBezTo>
                  <a:cubicBezTo>
                    <a:pt x="525" y="914"/>
                    <a:pt x="510" y="907"/>
                    <a:pt x="518" y="900"/>
                  </a:cubicBezTo>
                  <a:cubicBezTo>
                    <a:pt x="526" y="893"/>
                    <a:pt x="532" y="899"/>
                    <a:pt x="532" y="889"/>
                  </a:cubicBezTo>
                  <a:cubicBezTo>
                    <a:pt x="532" y="879"/>
                    <a:pt x="533" y="880"/>
                    <a:pt x="537" y="891"/>
                  </a:cubicBezTo>
                  <a:cubicBezTo>
                    <a:pt x="541" y="902"/>
                    <a:pt x="547" y="903"/>
                    <a:pt x="547" y="890"/>
                  </a:cubicBezTo>
                  <a:cubicBezTo>
                    <a:pt x="547" y="877"/>
                    <a:pt x="552" y="876"/>
                    <a:pt x="557" y="892"/>
                  </a:cubicBezTo>
                  <a:cubicBezTo>
                    <a:pt x="562" y="908"/>
                    <a:pt x="553" y="907"/>
                    <a:pt x="562" y="918"/>
                  </a:cubicBezTo>
                  <a:cubicBezTo>
                    <a:pt x="571" y="929"/>
                    <a:pt x="560" y="935"/>
                    <a:pt x="565" y="936"/>
                  </a:cubicBezTo>
                  <a:cubicBezTo>
                    <a:pt x="570" y="937"/>
                    <a:pt x="577" y="940"/>
                    <a:pt x="578" y="921"/>
                  </a:cubicBezTo>
                  <a:cubicBezTo>
                    <a:pt x="579" y="902"/>
                    <a:pt x="569" y="894"/>
                    <a:pt x="581" y="889"/>
                  </a:cubicBezTo>
                  <a:cubicBezTo>
                    <a:pt x="593" y="884"/>
                    <a:pt x="592" y="878"/>
                    <a:pt x="592" y="865"/>
                  </a:cubicBezTo>
                  <a:cubicBezTo>
                    <a:pt x="592" y="852"/>
                    <a:pt x="598" y="850"/>
                    <a:pt x="589" y="840"/>
                  </a:cubicBezTo>
                  <a:cubicBezTo>
                    <a:pt x="580" y="830"/>
                    <a:pt x="593" y="821"/>
                    <a:pt x="581" y="808"/>
                  </a:cubicBezTo>
                  <a:cubicBezTo>
                    <a:pt x="569" y="795"/>
                    <a:pt x="561" y="790"/>
                    <a:pt x="568" y="779"/>
                  </a:cubicBezTo>
                  <a:cubicBezTo>
                    <a:pt x="575" y="768"/>
                    <a:pt x="582" y="767"/>
                    <a:pt x="569" y="751"/>
                  </a:cubicBezTo>
                  <a:cubicBezTo>
                    <a:pt x="556" y="735"/>
                    <a:pt x="551" y="720"/>
                    <a:pt x="561" y="714"/>
                  </a:cubicBezTo>
                  <a:cubicBezTo>
                    <a:pt x="571" y="708"/>
                    <a:pt x="573" y="691"/>
                    <a:pt x="565" y="689"/>
                  </a:cubicBezTo>
                  <a:cubicBezTo>
                    <a:pt x="557" y="687"/>
                    <a:pt x="555" y="698"/>
                    <a:pt x="553" y="708"/>
                  </a:cubicBezTo>
                  <a:close/>
                  <a:moveTo>
                    <a:pt x="293" y="922"/>
                  </a:moveTo>
                  <a:cubicBezTo>
                    <a:pt x="301" y="929"/>
                    <a:pt x="308" y="932"/>
                    <a:pt x="312" y="922"/>
                  </a:cubicBezTo>
                  <a:cubicBezTo>
                    <a:pt x="316" y="912"/>
                    <a:pt x="321" y="910"/>
                    <a:pt x="315" y="906"/>
                  </a:cubicBezTo>
                  <a:cubicBezTo>
                    <a:pt x="309" y="902"/>
                    <a:pt x="296" y="899"/>
                    <a:pt x="293" y="911"/>
                  </a:cubicBezTo>
                  <a:cubicBezTo>
                    <a:pt x="293" y="911"/>
                    <a:pt x="285" y="915"/>
                    <a:pt x="293" y="922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3716" y="2733"/>
              <a:ext cx="51" cy="40"/>
            </a:xfrm>
            <a:custGeom>
              <a:avLst/>
              <a:gdLst>
                <a:gd name="T0" fmla="*/ 10 w 78"/>
                <a:gd name="T1" fmla="*/ 33 h 61"/>
                <a:gd name="T2" fmla="*/ 26 w 78"/>
                <a:gd name="T3" fmla="*/ 47 h 61"/>
                <a:gd name="T4" fmla="*/ 40 w 78"/>
                <a:gd name="T5" fmla="*/ 59 h 61"/>
                <a:gd name="T6" fmla="*/ 53 w 78"/>
                <a:gd name="T7" fmla="*/ 49 h 61"/>
                <a:gd name="T8" fmla="*/ 62 w 78"/>
                <a:gd name="T9" fmla="*/ 33 h 61"/>
                <a:gd name="T10" fmla="*/ 75 w 78"/>
                <a:gd name="T11" fmla="*/ 28 h 61"/>
                <a:gd name="T12" fmla="*/ 77 w 78"/>
                <a:gd name="T13" fmla="*/ 8 h 61"/>
                <a:gd name="T14" fmla="*/ 73 w 78"/>
                <a:gd name="T15" fmla="*/ 1 h 61"/>
                <a:gd name="T16" fmla="*/ 40 w 78"/>
                <a:gd name="T17" fmla="*/ 8 h 61"/>
                <a:gd name="T18" fmla="*/ 13 w 78"/>
                <a:gd name="T19" fmla="*/ 21 h 61"/>
                <a:gd name="T20" fmla="*/ 0 w 78"/>
                <a:gd name="T21" fmla="*/ 27 h 61"/>
                <a:gd name="T22" fmla="*/ 10 w 78"/>
                <a:gd name="T23" fmla="*/ 3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61">
                  <a:moveTo>
                    <a:pt x="10" y="33"/>
                  </a:moveTo>
                  <a:cubicBezTo>
                    <a:pt x="22" y="37"/>
                    <a:pt x="22" y="42"/>
                    <a:pt x="26" y="47"/>
                  </a:cubicBezTo>
                  <a:cubicBezTo>
                    <a:pt x="29" y="52"/>
                    <a:pt x="32" y="59"/>
                    <a:pt x="40" y="59"/>
                  </a:cubicBezTo>
                  <a:cubicBezTo>
                    <a:pt x="49" y="59"/>
                    <a:pt x="53" y="61"/>
                    <a:pt x="53" y="49"/>
                  </a:cubicBezTo>
                  <a:cubicBezTo>
                    <a:pt x="53" y="38"/>
                    <a:pt x="53" y="33"/>
                    <a:pt x="62" y="33"/>
                  </a:cubicBezTo>
                  <a:cubicBezTo>
                    <a:pt x="72" y="33"/>
                    <a:pt x="74" y="37"/>
                    <a:pt x="75" y="28"/>
                  </a:cubicBezTo>
                  <a:cubicBezTo>
                    <a:pt x="76" y="18"/>
                    <a:pt x="78" y="11"/>
                    <a:pt x="77" y="8"/>
                  </a:cubicBezTo>
                  <a:cubicBezTo>
                    <a:pt x="76" y="5"/>
                    <a:pt x="77" y="4"/>
                    <a:pt x="73" y="1"/>
                  </a:cubicBezTo>
                  <a:cubicBezTo>
                    <a:pt x="60" y="0"/>
                    <a:pt x="47" y="0"/>
                    <a:pt x="40" y="8"/>
                  </a:cubicBezTo>
                  <a:cubicBezTo>
                    <a:pt x="31" y="19"/>
                    <a:pt x="24" y="21"/>
                    <a:pt x="13" y="21"/>
                  </a:cubicBezTo>
                  <a:cubicBezTo>
                    <a:pt x="7" y="21"/>
                    <a:pt x="3" y="23"/>
                    <a:pt x="0" y="27"/>
                  </a:cubicBezTo>
                  <a:cubicBezTo>
                    <a:pt x="2" y="29"/>
                    <a:pt x="5" y="32"/>
                    <a:pt x="10" y="33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4"/>
            <p:cNvSpPr>
              <a:spLocks noEditPoints="1"/>
            </p:cNvSpPr>
            <p:nvPr/>
          </p:nvSpPr>
          <p:spPr bwMode="auto">
            <a:xfrm>
              <a:off x="3136" y="2645"/>
              <a:ext cx="805" cy="262"/>
            </a:xfrm>
            <a:custGeom>
              <a:avLst/>
              <a:gdLst>
                <a:gd name="T0" fmla="*/ 130 w 1233"/>
                <a:gd name="T1" fmla="*/ 54 h 402"/>
                <a:gd name="T2" fmla="*/ 173 w 1233"/>
                <a:gd name="T3" fmla="*/ 84 h 402"/>
                <a:gd name="T4" fmla="*/ 216 w 1233"/>
                <a:gd name="T5" fmla="*/ 189 h 402"/>
                <a:gd name="T6" fmla="*/ 249 w 1233"/>
                <a:gd name="T7" fmla="*/ 308 h 402"/>
                <a:gd name="T8" fmla="*/ 263 w 1233"/>
                <a:gd name="T9" fmla="*/ 356 h 402"/>
                <a:gd name="T10" fmla="*/ 232 w 1233"/>
                <a:gd name="T11" fmla="*/ 358 h 402"/>
                <a:gd name="T12" fmla="*/ 220 w 1233"/>
                <a:gd name="T13" fmla="*/ 370 h 402"/>
                <a:gd name="T14" fmla="*/ 80 w 1233"/>
                <a:gd name="T15" fmla="*/ 279 h 402"/>
                <a:gd name="T16" fmla="*/ 20 w 1233"/>
                <a:gd name="T17" fmla="*/ 110 h 402"/>
                <a:gd name="T18" fmla="*/ 5 w 1233"/>
                <a:gd name="T19" fmla="*/ 31 h 402"/>
                <a:gd name="T20" fmla="*/ 29 w 1233"/>
                <a:gd name="T21" fmla="*/ 40 h 402"/>
                <a:gd name="T22" fmla="*/ 66 w 1233"/>
                <a:gd name="T23" fmla="*/ 68 h 402"/>
                <a:gd name="T24" fmla="*/ 66 w 1233"/>
                <a:gd name="T25" fmla="*/ 94 h 402"/>
                <a:gd name="T26" fmla="*/ 89 w 1233"/>
                <a:gd name="T27" fmla="*/ 77 h 402"/>
                <a:gd name="T28" fmla="*/ 115 w 1233"/>
                <a:gd name="T29" fmla="*/ 77 h 402"/>
                <a:gd name="T30" fmla="*/ 607 w 1233"/>
                <a:gd name="T31" fmla="*/ 344 h 402"/>
                <a:gd name="T32" fmla="*/ 651 w 1233"/>
                <a:gd name="T33" fmla="*/ 387 h 402"/>
                <a:gd name="T34" fmla="*/ 682 w 1233"/>
                <a:gd name="T35" fmla="*/ 397 h 402"/>
                <a:gd name="T36" fmla="*/ 723 w 1233"/>
                <a:gd name="T37" fmla="*/ 390 h 402"/>
                <a:gd name="T38" fmla="*/ 776 w 1233"/>
                <a:gd name="T39" fmla="*/ 364 h 402"/>
                <a:gd name="T40" fmla="*/ 833 w 1233"/>
                <a:gd name="T41" fmla="*/ 362 h 402"/>
                <a:gd name="T42" fmla="*/ 888 w 1233"/>
                <a:gd name="T43" fmla="*/ 359 h 402"/>
                <a:gd name="T44" fmla="*/ 937 w 1233"/>
                <a:gd name="T45" fmla="*/ 334 h 402"/>
                <a:gd name="T46" fmla="*/ 959 w 1233"/>
                <a:gd name="T47" fmla="*/ 285 h 402"/>
                <a:gd name="T48" fmla="*/ 985 w 1233"/>
                <a:gd name="T49" fmla="*/ 237 h 402"/>
                <a:gd name="T50" fmla="*/ 1006 w 1233"/>
                <a:gd name="T51" fmla="*/ 176 h 402"/>
                <a:gd name="T52" fmla="*/ 1091 w 1233"/>
                <a:gd name="T53" fmla="*/ 178 h 402"/>
                <a:gd name="T54" fmla="*/ 1129 w 1233"/>
                <a:gd name="T55" fmla="*/ 190 h 402"/>
                <a:gd name="T56" fmla="*/ 1159 w 1233"/>
                <a:gd name="T57" fmla="*/ 175 h 402"/>
                <a:gd name="T58" fmla="*/ 1156 w 1233"/>
                <a:gd name="T59" fmla="*/ 148 h 402"/>
                <a:gd name="T60" fmla="*/ 1203 w 1233"/>
                <a:gd name="T61" fmla="*/ 136 h 402"/>
                <a:gd name="T62" fmla="*/ 1217 w 1233"/>
                <a:gd name="T63" fmla="*/ 107 h 402"/>
                <a:gd name="T64" fmla="*/ 1155 w 1233"/>
                <a:gd name="T65" fmla="*/ 81 h 402"/>
                <a:gd name="T66" fmla="*/ 1116 w 1233"/>
                <a:gd name="T67" fmla="*/ 35 h 402"/>
                <a:gd name="T68" fmla="*/ 1056 w 1233"/>
                <a:gd name="T69" fmla="*/ 18 h 402"/>
                <a:gd name="T70" fmla="*/ 1008 w 1233"/>
                <a:gd name="T71" fmla="*/ 84 h 402"/>
                <a:gd name="T72" fmla="*/ 975 w 1233"/>
                <a:gd name="T73" fmla="*/ 136 h 402"/>
                <a:gd name="T74" fmla="*/ 965 w 1233"/>
                <a:gd name="T75" fmla="*/ 143 h 402"/>
                <a:gd name="T76" fmla="*/ 950 w 1233"/>
                <a:gd name="T77" fmla="*/ 168 h 402"/>
                <a:gd name="T78" fmla="*/ 928 w 1233"/>
                <a:gd name="T79" fmla="*/ 194 h 402"/>
                <a:gd name="T80" fmla="*/ 898 w 1233"/>
                <a:gd name="T81" fmla="*/ 168 h 402"/>
                <a:gd name="T82" fmla="*/ 882 w 1233"/>
                <a:gd name="T83" fmla="*/ 175 h 402"/>
                <a:gd name="T84" fmla="*/ 798 w 1233"/>
                <a:gd name="T85" fmla="*/ 257 h 402"/>
                <a:gd name="T86" fmla="*/ 717 w 1233"/>
                <a:gd name="T87" fmla="*/ 285 h 402"/>
                <a:gd name="T88" fmla="*/ 701 w 1233"/>
                <a:gd name="T89" fmla="*/ 343 h 402"/>
                <a:gd name="T90" fmla="*/ 656 w 1233"/>
                <a:gd name="T91" fmla="*/ 340 h 402"/>
                <a:gd name="T92" fmla="*/ 607 w 1233"/>
                <a:gd name="T93" fmla="*/ 317 h 402"/>
                <a:gd name="T94" fmla="*/ 607 w 1233"/>
                <a:gd name="T95" fmla="*/ 34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33" h="402">
                  <a:moveTo>
                    <a:pt x="123" y="68"/>
                  </a:moveTo>
                  <a:cubicBezTo>
                    <a:pt x="125" y="62"/>
                    <a:pt x="126" y="58"/>
                    <a:pt x="130" y="54"/>
                  </a:cubicBezTo>
                  <a:cubicBezTo>
                    <a:pt x="133" y="57"/>
                    <a:pt x="137" y="60"/>
                    <a:pt x="141" y="62"/>
                  </a:cubicBezTo>
                  <a:cubicBezTo>
                    <a:pt x="156" y="67"/>
                    <a:pt x="163" y="70"/>
                    <a:pt x="173" y="84"/>
                  </a:cubicBezTo>
                  <a:cubicBezTo>
                    <a:pt x="183" y="99"/>
                    <a:pt x="196" y="103"/>
                    <a:pt x="207" y="123"/>
                  </a:cubicBezTo>
                  <a:cubicBezTo>
                    <a:pt x="219" y="143"/>
                    <a:pt x="219" y="172"/>
                    <a:pt x="216" y="189"/>
                  </a:cubicBezTo>
                  <a:cubicBezTo>
                    <a:pt x="213" y="206"/>
                    <a:pt x="212" y="262"/>
                    <a:pt x="225" y="277"/>
                  </a:cubicBezTo>
                  <a:cubicBezTo>
                    <a:pt x="237" y="291"/>
                    <a:pt x="243" y="298"/>
                    <a:pt x="249" y="308"/>
                  </a:cubicBezTo>
                  <a:cubicBezTo>
                    <a:pt x="255" y="318"/>
                    <a:pt x="265" y="334"/>
                    <a:pt x="263" y="352"/>
                  </a:cubicBezTo>
                  <a:cubicBezTo>
                    <a:pt x="263" y="354"/>
                    <a:pt x="263" y="355"/>
                    <a:pt x="263" y="356"/>
                  </a:cubicBezTo>
                  <a:cubicBezTo>
                    <a:pt x="259" y="355"/>
                    <a:pt x="257" y="353"/>
                    <a:pt x="253" y="352"/>
                  </a:cubicBezTo>
                  <a:cubicBezTo>
                    <a:pt x="249" y="350"/>
                    <a:pt x="242" y="356"/>
                    <a:pt x="232" y="358"/>
                  </a:cubicBezTo>
                  <a:cubicBezTo>
                    <a:pt x="227" y="360"/>
                    <a:pt x="225" y="367"/>
                    <a:pt x="225" y="373"/>
                  </a:cubicBezTo>
                  <a:cubicBezTo>
                    <a:pt x="223" y="372"/>
                    <a:pt x="221" y="371"/>
                    <a:pt x="220" y="370"/>
                  </a:cubicBezTo>
                  <a:cubicBezTo>
                    <a:pt x="213" y="360"/>
                    <a:pt x="183" y="331"/>
                    <a:pt x="160" y="322"/>
                  </a:cubicBezTo>
                  <a:cubicBezTo>
                    <a:pt x="137" y="314"/>
                    <a:pt x="80" y="308"/>
                    <a:pt x="80" y="279"/>
                  </a:cubicBezTo>
                  <a:cubicBezTo>
                    <a:pt x="80" y="251"/>
                    <a:pt x="48" y="212"/>
                    <a:pt x="40" y="199"/>
                  </a:cubicBezTo>
                  <a:cubicBezTo>
                    <a:pt x="31" y="186"/>
                    <a:pt x="22" y="143"/>
                    <a:pt x="20" y="110"/>
                  </a:cubicBezTo>
                  <a:cubicBezTo>
                    <a:pt x="17" y="79"/>
                    <a:pt x="15" y="51"/>
                    <a:pt x="0" y="36"/>
                  </a:cubicBezTo>
                  <a:cubicBezTo>
                    <a:pt x="2" y="35"/>
                    <a:pt x="4" y="33"/>
                    <a:pt x="5" y="31"/>
                  </a:cubicBezTo>
                  <a:cubicBezTo>
                    <a:pt x="7" y="25"/>
                    <a:pt x="15" y="24"/>
                    <a:pt x="17" y="29"/>
                  </a:cubicBezTo>
                  <a:cubicBezTo>
                    <a:pt x="18" y="34"/>
                    <a:pt x="20" y="38"/>
                    <a:pt x="29" y="40"/>
                  </a:cubicBezTo>
                  <a:cubicBezTo>
                    <a:pt x="37" y="41"/>
                    <a:pt x="47" y="44"/>
                    <a:pt x="55" y="51"/>
                  </a:cubicBezTo>
                  <a:cubicBezTo>
                    <a:pt x="62" y="59"/>
                    <a:pt x="71" y="64"/>
                    <a:pt x="66" y="68"/>
                  </a:cubicBezTo>
                  <a:cubicBezTo>
                    <a:pt x="61" y="72"/>
                    <a:pt x="60" y="77"/>
                    <a:pt x="60" y="83"/>
                  </a:cubicBezTo>
                  <a:cubicBezTo>
                    <a:pt x="60" y="89"/>
                    <a:pt x="61" y="92"/>
                    <a:pt x="66" y="94"/>
                  </a:cubicBezTo>
                  <a:cubicBezTo>
                    <a:pt x="70" y="95"/>
                    <a:pt x="78" y="96"/>
                    <a:pt x="78" y="89"/>
                  </a:cubicBezTo>
                  <a:cubicBezTo>
                    <a:pt x="78" y="82"/>
                    <a:pt x="82" y="77"/>
                    <a:pt x="89" y="77"/>
                  </a:cubicBezTo>
                  <a:cubicBezTo>
                    <a:pt x="95" y="77"/>
                    <a:pt x="91" y="87"/>
                    <a:pt x="103" y="86"/>
                  </a:cubicBezTo>
                  <a:cubicBezTo>
                    <a:pt x="115" y="85"/>
                    <a:pt x="115" y="82"/>
                    <a:pt x="115" y="77"/>
                  </a:cubicBezTo>
                  <a:cubicBezTo>
                    <a:pt x="115" y="71"/>
                    <a:pt x="120" y="74"/>
                    <a:pt x="123" y="68"/>
                  </a:cubicBezTo>
                  <a:close/>
                  <a:moveTo>
                    <a:pt x="607" y="344"/>
                  </a:moveTo>
                  <a:cubicBezTo>
                    <a:pt x="615" y="352"/>
                    <a:pt x="621" y="361"/>
                    <a:pt x="626" y="368"/>
                  </a:cubicBezTo>
                  <a:cubicBezTo>
                    <a:pt x="631" y="375"/>
                    <a:pt x="647" y="379"/>
                    <a:pt x="651" y="387"/>
                  </a:cubicBezTo>
                  <a:cubicBezTo>
                    <a:pt x="655" y="394"/>
                    <a:pt x="659" y="399"/>
                    <a:pt x="669" y="401"/>
                  </a:cubicBezTo>
                  <a:cubicBezTo>
                    <a:pt x="679" y="402"/>
                    <a:pt x="681" y="402"/>
                    <a:pt x="682" y="397"/>
                  </a:cubicBezTo>
                  <a:cubicBezTo>
                    <a:pt x="682" y="392"/>
                    <a:pt x="694" y="389"/>
                    <a:pt x="701" y="389"/>
                  </a:cubicBezTo>
                  <a:cubicBezTo>
                    <a:pt x="708" y="389"/>
                    <a:pt x="714" y="386"/>
                    <a:pt x="723" y="390"/>
                  </a:cubicBezTo>
                  <a:cubicBezTo>
                    <a:pt x="732" y="395"/>
                    <a:pt x="750" y="395"/>
                    <a:pt x="758" y="384"/>
                  </a:cubicBezTo>
                  <a:cubicBezTo>
                    <a:pt x="765" y="372"/>
                    <a:pt x="772" y="371"/>
                    <a:pt x="776" y="364"/>
                  </a:cubicBezTo>
                  <a:cubicBezTo>
                    <a:pt x="781" y="358"/>
                    <a:pt x="786" y="357"/>
                    <a:pt x="799" y="356"/>
                  </a:cubicBezTo>
                  <a:cubicBezTo>
                    <a:pt x="812" y="355"/>
                    <a:pt x="829" y="355"/>
                    <a:pt x="833" y="362"/>
                  </a:cubicBezTo>
                  <a:cubicBezTo>
                    <a:pt x="836" y="368"/>
                    <a:pt x="851" y="373"/>
                    <a:pt x="861" y="375"/>
                  </a:cubicBezTo>
                  <a:cubicBezTo>
                    <a:pt x="872" y="377"/>
                    <a:pt x="875" y="358"/>
                    <a:pt x="888" y="359"/>
                  </a:cubicBezTo>
                  <a:cubicBezTo>
                    <a:pt x="901" y="360"/>
                    <a:pt x="926" y="361"/>
                    <a:pt x="927" y="352"/>
                  </a:cubicBezTo>
                  <a:cubicBezTo>
                    <a:pt x="927" y="344"/>
                    <a:pt x="932" y="340"/>
                    <a:pt x="937" y="334"/>
                  </a:cubicBezTo>
                  <a:cubicBezTo>
                    <a:pt x="941" y="327"/>
                    <a:pt x="938" y="309"/>
                    <a:pt x="950" y="304"/>
                  </a:cubicBezTo>
                  <a:cubicBezTo>
                    <a:pt x="961" y="299"/>
                    <a:pt x="958" y="294"/>
                    <a:pt x="959" y="285"/>
                  </a:cubicBezTo>
                  <a:cubicBezTo>
                    <a:pt x="960" y="276"/>
                    <a:pt x="958" y="268"/>
                    <a:pt x="967" y="264"/>
                  </a:cubicBezTo>
                  <a:cubicBezTo>
                    <a:pt x="977" y="261"/>
                    <a:pt x="984" y="256"/>
                    <a:pt x="985" y="237"/>
                  </a:cubicBezTo>
                  <a:cubicBezTo>
                    <a:pt x="985" y="219"/>
                    <a:pt x="985" y="210"/>
                    <a:pt x="993" y="199"/>
                  </a:cubicBezTo>
                  <a:cubicBezTo>
                    <a:pt x="1001" y="188"/>
                    <a:pt x="998" y="176"/>
                    <a:pt x="1006" y="176"/>
                  </a:cubicBezTo>
                  <a:cubicBezTo>
                    <a:pt x="1014" y="176"/>
                    <a:pt x="1029" y="176"/>
                    <a:pt x="1044" y="178"/>
                  </a:cubicBezTo>
                  <a:cubicBezTo>
                    <a:pt x="1059" y="180"/>
                    <a:pt x="1077" y="173"/>
                    <a:pt x="1091" y="178"/>
                  </a:cubicBezTo>
                  <a:cubicBezTo>
                    <a:pt x="1101" y="181"/>
                    <a:pt x="1110" y="189"/>
                    <a:pt x="1117" y="194"/>
                  </a:cubicBezTo>
                  <a:cubicBezTo>
                    <a:pt x="1120" y="192"/>
                    <a:pt x="1124" y="190"/>
                    <a:pt x="1129" y="190"/>
                  </a:cubicBezTo>
                  <a:cubicBezTo>
                    <a:pt x="1141" y="190"/>
                    <a:pt x="1147" y="187"/>
                    <a:pt x="1147" y="181"/>
                  </a:cubicBezTo>
                  <a:cubicBezTo>
                    <a:pt x="1147" y="175"/>
                    <a:pt x="1149" y="175"/>
                    <a:pt x="1159" y="175"/>
                  </a:cubicBezTo>
                  <a:cubicBezTo>
                    <a:pt x="1169" y="175"/>
                    <a:pt x="1174" y="170"/>
                    <a:pt x="1172" y="160"/>
                  </a:cubicBezTo>
                  <a:cubicBezTo>
                    <a:pt x="1170" y="150"/>
                    <a:pt x="1157" y="160"/>
                    <a:pt x="1156" y="148"/>
                  </a:cubicBezTo>
                  <a:cubicBezTo>
                    <a:pt x="1155" y="136"/>
                    <a:pt x="1160" y="138"/>
                    <a:pt x="1171" y="138"/>
                  </a:cubicBezTo>
                  <a:cubicBezTo>
                    <a:pt x="1182" y="138"/>
                    <a:pt x="1203" y="140"/>
                    <a:pt x="1203" y="136"/>
                  </a:cubicBezTo>
                  <a:cubicBezTo>
                    <a:pt x="1203" y="132"/>
                    <a:pt x="1208" y="130"/>
                    <a:pt x="1215" y="128"/>
                  </a:cubicBezTo>
                  <a:cubicBezTo>
                    <a:pt x="1222" y="126"/>
                    <a:pt x="1233" y="111"/>
                    <a:pt x="1217" y="107"/>
                  </a:cubicBezTo>
                  <a:cubicBezTo>
                    <a:pt x="1201" y="103"/>
                    <a:pt x="1181" y="99"/>
                    <a:pt x="1175" y="90"/>
                  </a:cubicBezTo>
                  <a:cubicBezTo>
                    <a:pt x="1169" y="81"/>
                    <a:pt x="1161" y="80"/>
                    <a:pt x="1155" y="81"/>
                  </a:cubicBezTo>
                  <a:cubicBezTo>
                    <a:pt x="1149" y="82"/>
                    <a:pt x="1126" y="79"/>
                    <a:pt x="1126" y="67"/>
                  </a:cubicBezTo>
                  <a:cubicBezTo>
                    <a:pt x="1126" y="55"/>
                    <a:pt x="1127" y="44"/>
                    <a:pt x="1116" y="35"/>
                  </a:cubicBezTo>
                  <a:cubicBezTo>
                    <a:pt x="1105" y="26"/>
                    <a:pt x="1088" y="21"/>
                    <a:pt x="1085" y="15"/>
                  </a:cubicBezTo>
                  <a:cubicBezTo>
                    <a:pt x="1082" y="9"/>
                    <a:pt x="1066" y="0"/>
                    <a:pt x="1056" y="18"/>
                  </a:cubicBezTo>
                  <a:cubicBezTo>
                    <a:pt x="1046" y="36"/>
                    <a:pt x="1024" y="41"/>
                    <a:pt x="1020" y="61"/>
                  </a:cubicBezTo>
                  <a:cubicBezTo>
                    <a:pt x="1016" y="81"/>
                    <a:pt x="1019" y="78"/>
                    <a:pt x="1008" y="84"/>
                  </a:cubicBezTo>
                  <a:cubicBezTo>
                    <a:pt x="997" y="90"/>
                    <a:pt x="989" y="98"/>
                    <a:pt x="987" y="110"/>
                  </a:cubicBezTo>
                  <a:cubicBezTo>
                    <a:pt x="985" y="122"/>
                    <a:pt x="993" y="136"/>
                    <a:pt x="975" y="136"/>
                  </a:cubicBezTo>
                  <a:cubicBezTo>
                    <a:pt x="971" y="136"/>
                    <a:pt x="966" y="136"/>
                    <a:pt x="961" y="136"/>
                  </a:cubicBezTo>
                  <a:cubicBezTo>
                    <a:pt x="965" y="139"/>
                    <a:pt x="964" y="140"/>
                    <a:pt x="965" y="143"/>
                  </a:cubicBezTo>
                  <a:cubicBezTo>
                    <a:pt x="966" y="146"/>
                    <a:pt x="964" y="153"/>
                    <a:pt x="963" y="163"/>
                  </a:cubicBezTo>
                  <a:cubicBezTo>
                    <a:pt x="962" y="172"/>
                    <a:pt x="960" y="168"/>
                    <a:pt x="950" y="168"/>
                  </a:cubicBezTo>
                  <a:cubicBezTo>
                    <a:pt x="941" y="168"/>
                    <a:pt x="941" y="173"/>
                    <a:pt x="941" y="184"/>
                  </a:cubicBezTo>
                  <a:cubicBezTo>
                    <a:pt x="941" y="196"/>
                    <a:pt x="937" y="194"/>
                    <a:pt x="928" y="194"/>
                  </a:cubicBezTo>
                  <a:cubicBezTo>
                    <a:pt x="920" y="194"/>
                    <a:pt x="917" y="187"/>
                    <a:pt x="914" y="182"/>
                  </a:cubicBezTo>
                  <a:cubicBezTo>
                    <a:pt x="910" y="177"/>
                    <a:pt x="910" y="172"/>
                    <a:pt x="898" y="168"/>
                  </a:cubicBezTo>
                  <a:cubicBezTo>
                    <a:pt x="893" y="167"/>
                    <a:pt x="890" y="164"/>
                    <a:pt x="888" y="162"/>
                  </a:cubicBezTo>
                  <a:cubicBezTo>
                    <a:pt x="886" y="165"/>
                    <a:pt x="884" y="169"/>
                    <a:pt x="882" y="175"/>
                  </a:cubicBezTo>
                  <a:cubicBezTo>
                    <a:pt x="878" y="187"/>
                    <a:pt x="855" y="201"/>
                    <a:pt x="846" y="218"/>
                  </a:cubicBezTo>
                  <a:cubicBezTo>
                    <a:pt x="837" y="235"/>
                    <a:pt x="827" y="255"/>
                    <a:pt x="798" y="257"/>
                  </a:cubicBezTo>
                  <a:cubicBezTo>
                    <a:pt x="769" y="259"/>
                    <a:pt x="760" y="267"/>
                    <a:pt x="749" y="267"/>
                  </a:cubicBezTo>
                  <a:cubicBezTo>
                    <a:pt x="738" y="267"/>
                    <a:pt x="717" y="275"/>
                    <a:pt x="717" y="285"/>
                  </a:cubicBezTo>
                  <a:cubicBezTo>
                    <a:pt x="717" y="295"/>
                    <a:pt x="710" y="314"/>
                    <a:pt x="705" y="319"/>
                  </a:cubicBezTo>
                  <a:cubicBezTo>
                    <a:pt x="700" y="324"/>
                    <a:pt x="701" y="337"/>
                    <a:pt x="701" y="343"/>
                  </a:cubicBezTo>
                  <a:cubicBezTo>
                    <a:pt x="701" y="349"/>
                    <a:pt x="695" y="359"/>
                    <a:pt x="684" y="358"/>
                  </a:cubicBezTo>
                  <a:cubicBezTo>
                    <a:pt x="673" y="357"/>
                    <a:pt x="671" y="339"/>
                    <a:pt x="656" y="340"/>
                  </a:cubicBezTo>
                  <a:cubicBezTo>
                    <a:pt x="641" y="341"/>
                    <a:pt x="625" y="342"/>
                    <a:pt x="622" y="336"/>
                  </a:cubicBezTo>
                  <a:cubicBezTo>
                    <a:pt x="619" y="330"/>
                    <a:pt x="615" y="318"/>
                    <a:pt x="607" y="317"/>
                  </a:cubicBezTo>
                  <a:cubicBezTo>
                    <a:pt x="605" y="317"/>
                    <a:pt x="603" y="317"/>
                    <a:pt x="601" y="318"/>
                  </a:cubicBezTo>
                  <a:cubicBezTo>
                    <a:pt x="601" y="326"/>
                    <a:pt x="601" y="338"/>
                    <a:pt x="607" y="34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2805" y="1715"/>
              <a:ext cx="372" cy="805"/>
            </a:xfrm>
            <a:custGeom>
              <a:avLst/>
              <a:gdLst>
                <a:gd name="T0" fmla="*/ 460 w 569"/>
                <a:gd name="T1" fmla="*/ 1150 h 1232"/>
                <a:gd name="T2" fmla="*/ 460 w 569"/>
                <a:gd name="T3" fmla="*/ 1064 h 1232"/>
                <a:gd name="T4" fmla="*/ 422 w 569"/>
                <a:gd name="T5" fmla="*/ 966 h 1232"/>
                <a:gd name="T6" fmla="*/ 392 w 569"/>
                <a:gd name="T7" fmla="*/ 896 h 1232"/>
                <a:gd name="T8" fmla="*/ 428 w 569"/>
                <a:gd name="T9" fmla="*/ 831 h 1232"/>
                <a:gd name="T10" fmla="*/ 382 w 569"/>
                <a:gd name="T11" fmla="*/ 759 h 1232"/>
                <a:gd name="T12" fmla="*/ 342 w 569"/>
                <a:gd name="T13" fmla="*/ 678 h 1232"/>
                <a:gd name="T14" fmla="*/ 403 w 569"/>
                <a:gd name="T15" fmla="*/ 600 h 1232"/>
                <a:gd name="T16" fmla="*/ 482 w 569"/>
                <a:gd name="T17" fmla="*/ 559 h 1232"/>
                <a:gd name="T18" fmla="*/ 488 w 569"/>
                <a:gd name="T19" fmla="*/ 559 h 1232"/>
                <a:gd name="T20" fmla="*/ 503 w 569"/>
                <a:gd name="T21" fmla="*/ 557 h 1232"/>
                <a:gd name="T22" fmla="*/ 507 w 569"/>
                <a:gd name="T23" fmla="*/ 556 h 1232"/>
                <a:gd name="T24" fmla="*/ 508 w 569"/>
                <a:gd name="T25" fmla="*/ 554 h 1232"/>
                <a:gd name="T26" fmla="*/ 510 w 569"/>
                <a:gd name="T27" fmla="*/ 552 h 1232"/>
                <a:gd name="T28" fmla="*/ 512 w 569"/>
                <a:gd name="T29" fmla="*/ 548 h 1232"/>
                <a:gd name="T30" fmla="*/ 525 w 569"/>
                <a:gd name="T31" fmla="*/ 527 h 1232"/>
                <a:gd name="T32" fmla="*/ 569 w 569"/>
                <a:gd name="T33" fmla="*/ 462 h 1232"/>
                <a:gd name="T34" fmla="*/ 544 w 569"/>
                <a:gd name="T35" fmla="*/ 481 h 1232"/>
                <a:gd name="T36" fmla="*/ 493 w 569"/>
                <a:gd name="T37" fmla="*/ 449 h 1232"/>
                <a:gd name="T38" fmla="*/ 454 w 569"/>
                <a:gd name="T39" fmla="*/ 422 h 1232"/>
                <a:gd name="T40" fmla="*/ 445 w 569"/>
                <a:gd name="T41" fmla="*/ 377 h 1232"/>
                <a:gd name="T42" fmla="*/ 423 w 569"/>
                <a:gd name="T43" fmla="*/ 323 h 1232"/>
                <a:gd name="T44" fmla="*/ 382 w 569"/>
                <a:gd name="T45" fmla="*/ 309 h 1232"/>
                <a:gd name="T46" fmla="*/ 353 w 569"/>
                <a:gd name="T47" fmla="*/ 293 h 1232"/>
                <a:gd name="T48" fmla="*/ 358 w 569"/>
                <a:gd name="T49" fmla="*/ 243 h 1232"/>
                <a:gd name="T50" fmla="*/ 414 w 569"/>
                <a:gd name="T51" fmla="*/ 183 h 1232"/>
                <a:gd name="T52" fmla="*/ 419 w 569"/>
                <a:gd name="T53" fmla="*/ 108 h 1232"/>
                <a:gd name="T54" fmla="*/ 383 w 569"/>
                <a:gd name="T55" fmla="*/ 49 h 1232"/>
                <a:gd name="T56" fmla="*/ 340 w 569"/>
                <a:gd name="T57" fmla="*/ 10 h 1232"/>
                <a:gd name="T58" fmla="*/ 316 w 569"/>
                <a:gd name="T59" fmla="*/ 51 h 1232"/>
                <a:gd name="T60" fmla="*/ 298 w 569"/>
                <a:gd name="T61" fmla="*/ 96 h 1232"/>
                <a:gd name="T62" fmla="*/ 208 w 569"/>
                <a:gd name="T63" fmla="*/ 131 h 1232"/>
                <a:gd name="T64" fmla="*/ 187 w 569"/>
                <a:gd name="T65" fmla="*/ 194 h 1232"/>
                <a:gd name="T66" fmla="*/ 154 w 569"/>
                <a:gd name="T67" fmla="*/ 232 h 1232"/>
                <a:gd name="T68" fmla="*/ 151 w 569"/>
                <a:gd name="T69" fmla="*/ 276 h 1232"/>
                <a:gd name="T70" fmla="*/ 122 w 569"/>
                <a:gd name="T71" fmla="*/ 328 h 1232"/>
                <a:gd name="T72" fmla="*/ 81 w 569"/>
                <a:gd name="T73" fmla="*/ 322 h 1232"/>
                <a:gd name="T74" fmla="*/ 65 w 569"/>
                <a:gd name="T75" fmla="*/ 384 h 1232"/>
                <a:gd name="T76" fmla="*/ 72 w 569"/>
                <a:gd name="T77" fmla="*/ 431 h 1232"/>
                <a:gd name="T78" fmla="*/ 31 w 569"/>
                <a:gd name="T79" fmla="*/ 444 h 1232"/>
                <a:gd name="T80" fmla="*/ 31 w 569"/>
                <a:gd name="T81" fmla="*/ 446 h 1232"/>
                <a:gd name="T82" fmla="*/ 30 w 569"/>
                <a:gd name="T83" fmla="*/ 459 h 1232"/>
                <a:gd name="T84" fmla="*/ 29 w 569"/>
                <a:gd name="T85" fmla="*/ 463 h 1232"/>
                <a:gd name="T86" fmla="*/ 32 w 569"/>
                <a:gd name="T87" fmla="*/ 480 h 1232"/>
                <a:gd name="T88" fmla="*/ 0 w 569"/>
                <a:gd name="T89" fmla="*/ 516 h 1232"/>
                <a:gd name="T90" fmla="*/ 97 w 569"/>
                <a:gd name="T91" fmla="*/ 601 h 1232"/>
                <a:gd name="T92" fmla="*/ 91 w 569"/>
                <a:gd name="T93" fmla="*/ 661 h 1232"/>
                <a:gd name="T94" fmla="*/ 147 w 569"/>
                <a:gd name="T95" fmla="*/ 725 h 1232"/>
                <a:gd name="T96" fmla="*/ 133 w 569"/>
                <a:gd name="T97" fmla="*/ 843 h 1232"/>
                <a:gd name="T98" fmla="*/ 186 w 569"/>
                <a:gd name="T99" fmla="*/ 861 h 1232"/>
                <a:gd name="T100" fmla="*/ 278 w 569"/>
                <a:gd name="T101" fmla="*/ 817 h 1232"/>
                <a:gd name="T102" fmla="*/ 326 w 569"/>
                <a:gd name="T103" fmla="*/ 788 h 1232"/>
                <a:gd name="T104" fmla="*/ 355 w 569"/>
                <a:gd name="T105" fmla="*/ 882 h 1232"/>
                <a:gd name="T106" fmla="*/ 397 w 569"/>
                <a:gd name="T107" fmla="*/ 1008 h 1232"/>
                <a:gd name="T108" fmla="*/ 402 w 569"/>
                <a:gd name="T109" fmla="*/ 1097 h 1232"/>
                <a:gd name="T110" fmla="*/ 392 w 569"/>
                <a:gd name="T111" fmla="*/ 1137 h 1232"/>
                <a:gd name="T112" fmla="*/ 407 w 569"/>
                <a:gd name="T113" fmla="*/ 1228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69" h="1232">
                  <a:moveTo>
                    <a:pt x="419" y="1216"/>
                  </a:moveTo>
                  <a:cubicBezTo>
                    <a:pt x="419" y="1200"/>
                    <a:pt x="421" y="1186"/>
                    <a:pt x="432" y="1178"/>
                  </a:cubicBezTo>
                  <a:cubicBezTo>
                    <a:pt x="443" y="1170"/>
                    <a:pt x="454" y="1164"/>
                    <a:pt x="460" y="1150"/>
                  </a:cubicBezTo>
                  <a:cubicBezTo>
                    <a:pt x="465" y="1135"/>
                    <a:pt x="475" y="1144"/>
                    <a:pt x="474" y="1128"/>
                  </a:cubicBezTo>
                  <a:cubicBezTo>
                    <a:pt x="473" y="1113"/>
                    <a:pt x="477" y="1103"/>
                    <a:pt x="470" y="1098"/>
                  </a:cubicBezTo>
                  <a:cubicBezTo>
                    <a:pt x="463" y="1093"/>
                    <a:pt x="471" y="1070"/>
                    <a:pt x="460" y="1064"/>
                  </a:cubicBezTo>
                  <a:cubicBezTo>
                    <a:pt x="450" y="1059"/>
                    <a:pt x="446" y="1059"/>
                    <a:pt x="449" y="1043"/>
                  </a:cubicBezTo>
                  <a:cubicBezTo>
                    <a:pt x="452" y="1027"/>
                    <a:pt x="454" y="999"/>
                    <a:pt x="448" y="991"/>
                  </a:cubicBezTo>
                  <a:cubicBezTo>
                    <a:pt x="442" y="982"/>
                    <a:pt x="429" y="971"/>
                    <a:pt x="422" y="966"/>
                  </a:cubicBezTo>
                  <a:cubicBezTo>
                    <a:pt x="416" y="962"/>
                    <a:pt x="401" y="943"/>
                    <a:pt x="398" y="936"/>
                  </a:cubicBezTo>
                  <a:cubicBezTo>
                    <a:pt x="395" y="929"/>
                    <a:pt x="393" y="921"/>
                    <a:pt x="388" y="917"/>
                  </a:cubicBezTo>
                  <a:cubicBezTo>
                    <a:pt x="384" y="914"/>
                    <a:pt x="380" y="898"/>
                    <a:pt x="392" y="896"/>
                  </a:cubicBezTo>
                  <a:cubicBezTo>
                    <a:pt x="404" y="894"/>
                    <a:pt x="411" y="887"/>
                    <a:pt x="411" y="873"/>
                  </a:cubicBezTo>
                  <a:cubicBezTo>
                    <a:pt x="410" y="858"/>
                    <a:pt x="403" y="847"/>
                    <a:pt x="412" y="843"/>
                  </a:cubicBezTo>
                  <a:cubicBezTo>
                    <a:pt x="421" y="839"/>
                    <a:pt x="428" y="841"/>
                    <a:pt x="428" y="831"/>
                  </a:cubicBezTo>
                  <a:cubicBezTo>
                    <a:pt x="428" y="820"/>
                    <a:pt x="425" y="822"/>
                    <a:pt x="418" y="815"/>
                  </a:cubicBezTo>
                  <a:cubicBezTo>
                    <a:pt x="411" y="809"/>
                    <a:pt x="403" y="794"/>
                    <a:pt x="400" y="785"/>
                  </a:cubicBezTo>
                  <a:cubicBezTo>
                    <a:pt x="398" y="777"/>
                    <a:pt x="395" y="770"/>
                    <a:pt x="382" y="759"/>
                  </a:cubicBezTo>
                  <a:cubicBezTo>
                    <a:pt x="369" y="749"/>
                    <a:pt x="353" y="736"/>
                    <a:pt x="353" y="724"/>
                  </a:cubicBezTo>
                  <a:cubicBezTo>
                    <a:pt x="353" y="712"/>
                    <a:pt x="353" y="698"/>
                    <a:pt x="346" y="693"/>
                  </a:cubicBezTo>
                  <a:cubicBezTo>
                    <a:pt x="339" y="689"/>
                    <a:pt x="332" y="680"/>
                    <a:pt x="342" y="678"/>
                  </a:cubicBezTo>
                  <a:cubicBezTo>
                    <a:pt x="352" y="676"/>
                    <a:pt x="360" y="680"/>
                    <a:pt x="360" y="663"/>
                  </a:cubicBezTo>
                  <a:cubicBezTo>
                    <a:pt x="360" y="646"/>
                    <a:pt x="360" y="609"/>
                    <a:pt x="373" y="603"/>
                  </a:cubicBezTo>
                  <a:cubicBezTo>
                    <a:pt x="386" y="596"/>
                    <a:pt x="389" y="596"/>
                    <a:pt x="403" y="600"/>
                  </a:cubicBezTo>
                  <a:cubicBezTo>
                    <a:pt x="417" y="604"/>
                    <a:pt x="425" y="603"/>
                    <a:pt x="433" y="592"/>
                  </a:cubicBezTo>
                  <a:cubicBezTo>
                    <a:pt x="441" y="581"/>
                    <a:pt x="448" y="577"/>
                    <a:pt x="457" y="576"/>
                  </a:cubicBezTo>
                  <a:cubicBezTo>
                    <a:pt x="465" y="575"/>
                    <a:pt x="465" y="560"/>
                    <a:pt x="482" y="559"/>
                  </a:cubicBezTo>
                  <a:cubicBezTo>
                    <a:pt x="483" y="559"/>
                    <a:pt x="484" y="559"/>
                    <a:pt x="485" y="559"/>
                  </a:cubicBezTo>
                  <a:cubicBezTo>
                    <a:pt x="486" y="559"/>
                    <a:pt x="486" y="559"/>
                    <a:pt x="487" y="559"/>
                  </a:cubicBezTo>
                  <a:cubicBezTo>
                    <a:pt x="487" y="559"/>
                    <a:pt x="488" y="559"/>
                    <a:pt x="488" y="559"/>
                  </a:cubicBezTo>
                  <a:cubicBezTo>
                    <a:pt x="493" y="559"/>
                    <a:pt x="497" y="559"/>
                    <a:pt x="501" y="558"/>
                  </a:cubicBezTo>
                  <a:cubicBezTo>
                    <a:pt x="501" y="558"/>
                    <a:pt x="501" y="558"/>
                    <a:pt x="501" y="558"/>
                  </a:cubicBezTo>
                  <a:cubicBezTo>
                    <a:pt x="502" y="558"/>
                    <a:pt x="503" y="558"/>
                    <a:pt x="503" y="557"/>
                  </a:cubicBezTo>
                  <a:cubicBezTo>
                    <a:pt x="503" y="557"/>
                    <a:pt x="503" y="557"/>
                    <a:pt x="503" y="557"/>
                  </a:cubicBezTo>
                  <a:cubicBezTo>
                    <a:pt x="504" y="557"/>
                    <a:pt x="505" y="557"/>
                    <a:pt x="506" y="556"/>
                  </a:cubicBezTo>
                  <a:cubicBezTo>
                    <a:pt x="506" y="556"/>
                    <a:pt x="506" y="556"/>
                    <a:pt x="507" y="556"/>
                  </a:cubicBezTo>
                  <a:cubicBezTo>
                    <a:pt x="507" y="556"/>
                    <a:pt x="507" y="556"/>
                    <a:pt x="507" y="555"/>
                  </a:cubicBezTo>
                  <a:cubicBezTo>
                    <a:pt x="507" y="555"/>
                    <a:pt x="508" y="555"/>
                    <a:pt x="508" y="555"/>
                  </a:cubicBezTo>
                  <a:cubicBezTo>
                    <a:pt x="508" y="555"/>
                    <a:pt x="508" y="554"/>
                    <a:pt x="508" y="554"/>
                  </a:cubicBezTo>
                  <a:cubicBezTo>
                    <a:pt x="509" y="554"/>
                    <a:pt x="509" y="554"/>
                    <a:pt x="509" y="554"/>
                  </a:cubicBezTo>
                  <a:cubicBezTo>
                    <a:pt x="509" y="553"/>
                    <a:pt x="510" y="553"/>
                    <a:pt x="510" y="552"/>
                  </a:cubicBezTo>
                  <a:cubicBezTo>
                    <a:pt x="510" y="552"/>
                    <a:pt x="510" y="552"/>
                    <a:pt x="510" y="552"/>
                  </a:cubicBezTo>
                  <a:cubicBezTo>
                    <a:pt x="511" y="551"/>
                    <a:pt x="511" y="551"/>
                    <a:pt x="511" y="550"/>
                  </a:cubicBezTo>
                  <a:cubicBezTo>
                    <a:pt x="511" y="550"/>
                    <a:pt x="511" y="550"/>
                    <a:pt x="511" y="550"/>
                  </a:cubicBezTo>
                  <a:cubicBezTo>
                    <a:pt x="511" y="549"/>
                    <a:pt x="512" y="549"/>
                    <a:pt x="512" y="548"/>
                  </a:cubicBezTo>
                  <a:cubicBezTo>
                    <a:pt x="512" y="548"/>
                    <a:pt x="512" y="548"/>
                    <a:pt x="512" y="548"/>
                  </a:cubicBezTo>
                  <a:cubicBezTo>
                    <a:pt x="512" y="547"/>
                    <a:pt x="512" y="546"/>
                    <a:pt x="513" y="545"/>
                  </a:cubicBezTo>
                  <a:cubicBezTo>
                    <a:pt x="515" y="529"/>
                    <a:pt x="515" y="532"/>
                    <a:pt x="525" y="527"/>
                  </a:cubicBezTo>
                  <a:cubicBezTo>
                    <a:pt x="534" y="522"/>
                    <a:pt x="542" y="520"/>
                    <a:pt x="545" y="509"/>
                  </a:cubicBezTo>
                  <a:cubicBezTo>
                    <a:pt x="548" y="499"/>
                    <a:pt x="549" y="497"/>
                    <a:pt x="556" y="491"/>
                  </a:cubicBezTo>
                  <a:cubicBezTo>
                    <a:pt x="561" y="486"/>
                    <a:pt x="566" y="474"/>
                    <a:pt x="569" y="462"/>
                  </a:cubicBezTo>
                  <a:cubicBezTo>
                    <a:pt x="569" y="462"/>
                    <a:pt x="569" y="462"/>
                    <a:pt x="569" y="462"/>
                  </a:cubicBezTo>
                  <a:cubicBezTo>
                    <a:pt x="564" y="464"/>
                    <a:pt x="561" y="467"/>
                    <a:pt x="556" y="472"/>
                  </a:cubicBezTo>
                  <a:cubicBezTo>
                    <a:pt x="551" y="478"/>
                    <a:pt x="547" y="475"/>
                    <a:pt x="544" y="481"/>
                  </a:cubicBezTo>
                  <a:cubicBezTo>
                    <a:pt x="541" y="487"/>
                    <a:pt x="528" y="485"/>
                    <a:pt x="516" y="485"/>
                  </a:cubicBezTo>
                  <a:cubicBezTo>
                    <a:pt x="504" y="485"/>
                    <a:pt x="507" y="477"/>
                    <a:pt x="503" y="468"/>
                  </a:cubicBezTo>
                  <a:cubicBezTo>
                    <a:pt x="499" y="460"/>
                    <a:pt x="497" y="456"/>
                    <a:pt x="493" y="449"/>
                  </a:cubicBezTo>
                  <a:cubicBezTo>
                    <a:pt x="490" y="441"/>
                    <a:pt x="470" y="443"/>
                    <a:pt x="461" y="443"/>
                  </a:cubicBezTo>
                  <a:cubicBezTo>
                    <a:pt x="453" y="444"/>
                    <a:pt x="454" y="439"/>
                    <a:pt x="448" y="436"/>
                  </a:cubicBezTo>
                  <a:cubicBezTo>
                    <a:pt x="442" y="433"/>
                    <a:pt x="450" y="424"/>
                    <a:pt x="454" y="422"/>
                  </a:cubicBezTo>
                  <a:cubicBezTo>
                    <a:pt x="458" y="420"/>
                    <a:pt x="461" y="414"/>
                    <a:pt x="459" y="406"/>
                  </a:cubicBezTo>
                  <a:cubicBezTo>
                    <a:pt x="457" y="398"/>
                    <a:pt x="467" y="399"/>
                    <a:pt x="470" y="386"/>
                  </a:cubicBezTo>
                  <a:cubicBezTo>
                    <a:pt x="473" y="374"/>
                    <a:pt x="454" y="378"/>
                    <a:pt x="445" y="377"/>
                  </a:cubicBezTo>
                  <a:cubicBezTo>
                    <a:pt x="435" y="377"/>
                    <a:pt x="434" y="373"/>
                    <a:pt x="432" y="362"/>
                  </a:cubicBezTo>
                  <a:cubicBezTo>
                    <a:pt x="431" y="352"/>
                    <a:pt x="429" y="353"/>
                    <a:pt x="425" y="344"/>
                  </a:cubicBezTo>
                  <a:cubicBezTo>
                    <a:pt x="422" y="334"/>
                    <a:pt x="420" y="333"/>
                    <a:pt x="423" y="323"/>
                  </a:cubicBezTo>
                  <a:cubicBezTo>
                    <a:pt x="426" y="314"/>
                    <a:pt x="431" y="297"/>
                    <a:pt x="424" y="302"/>
                  </a:cubicBezTo>
                  <a:cubicBezTo>
                    <a:pt x="417" y="308"/>
                    <a:pt x="403" y="308"/>
                    <a:pt x="398" y="305"/>
                  </a:cubicBezTo>
                  <a:cubicBezTo>
                    <a:pt x="393" y="301"/>
                    <a:pt x="387" y="309"/>
                    <a:pt x="382" y="309"/>
                  </a:cubicBezTo>
                  <a:cubicBezTo>
                    <a:pt x="377" y="309"/>
                    <a:pt x="370" y="311"/>
                    <a:pt x="366" y="316"/>
                  </a:cubicBezTo>
                  <a:cubicBezTo>
                    <a:pt x="363" y="321"/>
                    <a:pt x="356" y="322"/>
                    <a:pt x="352" y="320"/>
                  </a:cubicBezTo>
                  <a:cubicBezTo>
                    <a:pt x="349" y="319"/>
                    <a:pt x="354" y="302"/>
                    <a:pt x="353" y="293"/>
                  </a:cubicBezTo>
                  <a:cubicBezTo>
                    <a:pt x="351" y="284"/>
                    <a:pt x="351" y="284"/>
                    <a:pt x="348" y="277"/>
                  </a:cubicBezTo>
                  <a:cubicBezTo>
                    <a:pt x="344" y="270"/>
                    <a:pt x="343" y="268"/>
                    <a:pt x="349" y="264"/>
                  </a:cubicBezTo>
                  <a:cubicBezTo>
                    <a:pt x="355" y="259"/>
                    <a:pt x="354" y="252"/>
                    <a:pt x="358" y="243"/>
                  </a:cubicBezTo>
                  <a:cubicBezTo>
                    <a:pt x="362" y="235"/>
                    <a:pt x="371" y="231"/>
                    <a:pt x="379" y="221"/>
                  </a:cubicBezTo>
                  <a:cubicBezTo>
                    <a:pt x="386" y="211"/>
                    <a:pt x="388" y="209"/>
                    <a:pt x="398" y="204"/>
                  </a:cubicBezTo>
                  <a:cubicBezTo>
                    <a:pt x="409" y="199"/>
                    <a:pt x="409" y="189"/>
                    <a:pt x="414" y="183"/>
                  </a:cubicBezTo>
                  <a:cubicBezTo>
                    <a:pt x="419" y="177"/>
                    <a:pt x="416" y="159"/>
                    <a:pt x="416" y="148"/>
                  </a:cubicBezTo>
                  <a:cubicBezTo>
                    <a:pt x="416" y="137"/>
                    <a:pt x="421" y="137"/>
                    <a:pt x="422" y="130"/>
                  </a:cubicBezTo>
                  <a:cubicBezTo>
                    <a:pt x="424" y="122"/>
                    <a:pt x="422" y="115"/>
                    <a:pt x="419" y="108"/>
                  </a:cubicBezTo>
                  <a:cubicBezTo>
                    <a:pt x="416" y="101"/>
                    <a:pt x="419" y="89"/>
                    <a:pt x="419" y="81"/>
                  </a:cubicBezTo>
                  <a:cubicBezTo>
                    <a:pt x="419" y="72"/>
                    <a:pt x="403" y="70"/>
                    <a:pt x="395" y="69"/>
                  </a:cubicBezTo>
                  <a:cubicBezTo>
                    <a:pt x="386" y="67"/>
                    <a:pt x="383" y="57"/>
                    <a:pt x="383" y="49"/>
                  </a:cubicBezTo>
                  <a:cubicBezTo>
                    <a:pt x="383" y="41"/>
                    <a:pt x="382" y="30"/>
                    <a:pt x="375" y="26"/>
                  </a:cubicBezTo>
                  <a:cubicBezTo>
                    <a:pt x="368" y="21"/>
                    <a:pt x="365" y="21"/>
                    <a:pt x="360" y="11"/>
                  </a:cubicBezTo>
                  <a:cubicBezTo>
                    <a:pt x="355" y="0"/>
                    <a:pt x="344" y="5"/>
                    <a:pt x="340" y="10"/>
                  </a:cubicBezTo>
                  <a:cubicBezTo>
                    <a:pt x="337" y="14"/>
                    <a:pt x="334" y="19"/>
                    <a:pt x="330" y="20"/>
                  </a:cubicBezTo>
                  <a:cubicBezTo>
                    <a:pt x="330" y="25"/>
                    <a:pt x="330" y="29"/>
                    <a:pt x="330" y="35"/>
                  </a:cubicBezTo>
                  <a:cubicBezTo>
                    <a:pt x="330" y="44"/>
                    <a:pt x="327" y="48"/>
                    <a:pt x="316" y="51"/>
                  </a:cubicBezTo>
                  <a:cubicBezTo>
                    <a:pt x="304" y="54"/>
                    <a:pt x="303" y="62"/>
                    <a:pt x="301" y="74"/>
                  </a:cubicBezTo>
                  <a:cubicBezTo>
                    <a:pt x="299" y="85"/>
                    <a:pt x="312" y="85"/>
                    <a:pt x="312" y="93"/>
                  </a:cubicBezTo>
                  <a:cubicBezTo>
                    <a:pt x="313" y="101"/>
                    <a:pt x="305" y="107"/>
                    <a:pt x="298" y="96"/>
                  </a:cubicBezTo>
                  <a:cubicBezTo>
                    <a:pt x="292" y="86"/>
                    <a:pt x="280" y="90"/>
                    <a:pt x="272" y="90"/>
                  </a:cubicBezTo>
                  <a:cubicBezTo>
                    <a:pt x="264" y="90"/>
                    <a:pt x="245" y="92"/>
                    <a:pt x="238" y="105"/>
                  </a:cubicBezTo>
                  <a:cubicBezTo>
                    <a:pt x="232" y="117"/>
                    <a:pt x="222" y="130"/>
                    <a:pt x="208" y="131"/>
                  </a:cubicBezTo>
                  <a:cubicBezTo>
                    <a:pt x="193" y="132"/>
                    <a:pt x="190" y="146"/>
                    <a:pt x="187" y="158"/>
                  </a:cubicBezTo>
                  <a:cubicBezTo>
                    <a:pt x="185" y="171"/>
                    <a:pt x="186" y="168"/>
                    <a:pt x="192" y="175"/>
                  </a:cubicBezTo>
                  <a:cubicBezTo>
                    <a:pt x="198" y="182"/>
                    <a:pt x="187" y="185"/>
                    <a:pt x="187" y="194"/>
                  </a:cubicBezTo>
                  <a:cubicBezTo>
                    <a:pt x="186" y="203"/>
                    <a:pt x="175" y="210"/>
                    <a:pt x="171" y="211"/>
                  </a:cubicBezTo>
                  <a:cubicBezTo>
                    <a:pt x="166" y="212"/>
                    <a:pt x="160" y="213"/>
                    <a:pt x="159" y="221"/>
                  </a:cubicBezTo>
                  <a:cubicBezTo>
                    <a:pt x="159" y="230"/>
                    <a:pt x="154" y="227"/>
                    <a:pt x="154" y="232"/>
                  </a:cubicBezTo>
                  <a:cubicBezTo>
                    <a:pt x="153" y="236"/>
                    <a:pt x="158" y="237"/>
                    <a:pt x="164" y="241"/>
                  </a:cubicBezTo>
                  <a:cubicBezTo>
                    <a:pt x="169" y="246"/>
                    <a:pt x="161" y="250"/>
                    <a:pt x="160" y="257"/>
                  </a:cubicBezTo>
                  <a:cubicBezTo>
                    <a:pt x="160" y="264"/>
                    <a:pt x="164" y="274"/>
                    <a:pt x="151" y="276"/>
                  </a:cubicBezTo>
                  <a:cubicBezTo>
                    <a:pt x="139" y="277"/>
                    <a:pt x="153" y="293"/>
                    <a:pt x="139" y="293"/>
                  </a:cubicBezTo>
                  <a:cubicBezTo>
                    <a:pt x="125" y="294"/>
                    <a:pt x="130" y="310"/>
                    <a:pt x="130" y="319"/>
                  </a:cubicBezTo>
                  <a:cubicBezTo>
                    <a:pt x="131" y="328"/>
                    <a:pt x="123" y="333"/>
                    <a:pt x="122" y="328"/>
                  </a:cubicBezTo>
                  <a:cubicBezTo>
                    <a:pt x="121" y="324"/>
                    <a:pt x="117" y="316"/>
                    <a:pt x="105" y="317"/>
                  </a:cubicBezTo>
                  <a:cubicBezTo>
                    <a:pt x="93" y="317"/>
                    <a:pt x="94" y="310"/>
                    <a:pt x="84" y="310"/>
                  </a:cubicBezTo>
                  <a:cubicBezTo>
                    <a:pt x="73" y="310"/>
                    <a:pt x="76" y="318"/>
                    <a:pt x="81" y="322"/>
                  </a:cubicBezTo>
                  <a:cubicBezTo>
                    <a:pt x="87" y="326"/>
                    <a:pt x="88" y="332"/>
                    <a:pt x="82" y="335"/>
                  </a:cubicBezTo>
                  <a:cubicBezTo>
                    <a:pt x="77" y="338"/>
                    <a:pt x="78" y="356"/>
                    <a:pt x="78" y="367"/>
                  </a:cubicBezTo>
                  <a:cubicBezTo>
                    <a:pt x="78" y="377"/>
                    <a:pt x="73" y="381"/>
                    <a:pt x="65" y="384"/>
                  </a:cubicBezTo>
                  <a:cubicBezTo>
                    <a:pt x="58" y="388"/>
                    <a:pt x="59" y="400"/>
                    <a:pt x="59" y="409"/>
                  </a:cubicBezTo>
                  <a:cubicBezTo>
                    <a:pt x="59" y="417"/>
                    <a:pt x="61" y="417"/>
                    <a:pt x="65" y="417"/>
                  </a:cubicBezTo>
                  <a:cubicBezTo>
                    <a:pt x="70" y="417"/>
                    <a:pt x="72" y="425"/>
                    <a:pt x="72" y="431"/>
                  </a:cubicBezTo>
                  <a:cubicBezTo>
                    <a:pt x="72" y="438"/>
                    <a:pt x="60" y="436"/>
                    <a:pt x="60" y="444"/>
                  </a:cubicBezTo>
                  <a:cubicBezTo>
                    <a:pt x="59" y="452"/>
                    <a:pt x="51" y="450"/>
                    <a:pt x="42" y="446"/>
                  </a:cubicBezTo>
                  <a:cubicBezTo>
                    <a:pt x="38" y="444"/>
                    <a:pt x="34" y="444"/>
                    <a:pt x="31" y="444"/>
                  </a:cubicBezTo>
                  <a:cubicBezTo>
                    <a:pt x="31" y="444"/>
                    <a:pt x="31" y="444"/>
                    <a:pt x="31" y="444"/>
                  </a:cubicBezTo>
                  <a:cubicBezTo>
                    <a:pt x="31" y="445"/>
                    <a:pt x="31" y="445"/>
                    <a:pt x="31" y="446"/>
                  </a:cubicBezTo>
                  <a:cubicBezTo>
                    <a:pt x="31" y="446"/>
                    <a:pt x="31" y="446"/>
                    <a:pt x="31" y="446"/>
                  </a:cubicBezTo>
                  <a:cubicBezTo>
                    <a:pt x="31" y="449"/>
                    <a:pt x="30" y="453"/>
                    <a:pt x="30" y="456"/>
                  </a:cubicBezTo>
                  <a:cubicBezTo>
                    <a:pt x="30" y="456"/>
                    <a:pt x="30" y="457"/>
                    <a:pt x="30" y="457"/>
                  </a:cubicBezTo>
                  <a:cubicBezTo>
                    <a:pt x="30" y="457"/>
                    <a:pt x="30" y="458"/>
                    <a:pt x="30" y="459"/>
                  </a:cubicBezTo>
                  <a:cubicBezTo>
                    <a:pt x="29" y="459"/>
                    <a:pt x="29" y="460"/>
                    <a:pt x="29" y="461"/>
                  </a:cubicBezTo>
                  <a:cubicBezTo>
                    <a:pt x="29" y="461"/>
                    <a:pt x="29" y="461"/>
                    <a:pt x="29" y="461"/>
                  </a:cubicBezTo>
                  <a:cubicBezTo>
                    <a:pt x="29" y="462"/>
                    <a:pt x="29" y="462"/>
                    <a:pt x="29" y="463"/>
                  </a:cubicBezTo>
                  <a:cubicBezTo>
                    <a:pt x="29" y="463"/>
                    <a:pt x="29" y="463"/>
                    <a:pt x="29" y="463"/>
                  </a:cubicBezTo>
                  <a:cubicBezTo>
                    <a:pt x="29" y="464"/>
                    <a:pt x="29" y="465"/>
                    <a:pt x="30" y="465"/>
                  </a:cubicBezTo>
                  <a:cubicBezTo>
                    <a:pt x="32" y="470"/>
                    <a:pt x="25" y="473"/>
                    <a:pt x="32" y="480"/>
                  </a:cubicBezTo>
                  <a:cubicBezTo>
                    <a:pt x="38" y="486"/>
                    <a:pt x="41" y="496"/>
                    <a:pt x="34" y="496"/>
                  </a:cubicBezTo>
                  <a:cubicBezTo>
                    <a:pt x="28" y="495"/>
                    <a:pt x="14" y="490"/>
                    <a:pt x="12" y="494"/>
                  </a:cubicBezTo>
                  <a:cubicBezTo>
                    <a:pt x="10" y="498"/>
                    <a:pt x="13" y="511"/>
                    <a:pt x="0" y="516"/>
                  </a:cubicBezTo>
                  <a:cubicBezTo>
                    <a:pt x="10" y="535"/>
                    <a:pt x="40" y="565"/>
                    <a:pt x="55" y="579"/>
                  </a:cubicBezTo>
                  <a:cubicBezTo>
                    <a:pt x="73" y="595"/>
                    <a:pt x="70" y="593"/>
                    <a:pt x="71" y="583"/>
                  </a:cubicBezTo>
                  <a:cubicBezTo>
                    <a:pt x="73" y="573"/>
                    <a:pt x="84" y="592"/>
                    <a:pt x="97" y="601"/>
                  </a:cubicBezTo>
                  <a:cubicBezTo>
                    <a:pt x="110" y="609"/>
                    <a:pt x="101" y="616"/>
                    <a:pt x="93" y="624"/>
                  </a:cubicBezTo>
                  <a:cubicBezTo>
                    <a:pt x="84" y="631"/>
                    <a:pt x="88" y="631"/>
                    <a:pt x="97" y="639"/>
                  </a:cubicBezTo>
                  <a:cubicBezTo>
                    <a:pt x="106" y="648"/>
                    <a:pt x="86" y="651"/>
                    <a:pt x="91" y="661"/>
                  </a:cubicBezTo>
                  <a:cubicBezTo>
                    <a:pt x="97" y="671"/>
                    <a:pt x="108" y="649"/>
                    <a:pt x="119" y="652"/>
                  </a:cubicBezTo>
                  <a:cubicBezTo>
                    <a:pt x="129" y="655"/>
                    <a:pt x="129" y="675"/>
                    <a:pt x="133" y="695"/>
                  </a:cubicBezTo>
                  <a:cubicBezTo>
                    <a:pt x="137" y="715"/>
                    <a:pt x="147" y="714"/>
                    <a:pt x="147" y="725"/>
                  </a:cubicBezTo>
                  <a:cubicBezTo>
                    <a:pt x="147" y="737"/>
                    <a:pt x="147" y="750"/>
                    <a:pt x="149" y="768"/>
                  </a:cubicBezTo>
                  <a:cubicBezTo>
                    <a:pt x="150" y="787"/>
                    <a:pt x="136" y="793"/>
                    <a:pt x="136" y="803"/>
                  </a:cubicBezTo>
                  <a:cubicBezTo>
                    <a:pt x="136" y="813"/>
                    <a:pt x="133" y="831"/>
                    <a:pt x="133" y="843"/>
                  </a:cubicBezTo>
                  <a:cubicBezTo>
                    <a:pt x="133" y="854"/>
                    <a:pt x="150" y="860"/>
                    <a:pt x="153" y="853"/>
                  </a:cubicBezTo>
                  <a:cubicBezTo>
                    <a:pt x="156" y="846"/>
                    <a:pt x="160" y="847"/>
                    <a:pt x="167" y="857"/>
                  </a:cubicBezTo>
                  <a:cubicBezTo>
                    <a:pt x="174" y="867"/>
                    <a:pt x="180" y="874"/>
                    <a:pt x="186" y="861"/>
                  </a:cubicBezTo>
                  <a:cubicBezTo>
                    <a:pt x="192" y="849"/>
                    <a:pt x="196" y="863"/>
                    <a:pt x="207" y="863"/>
                  </a:cubicBezTo>
                  <a:cubicBezTo>
                    <a:pt x="219" y="863"/>
                    <a:pt x="227" y="853"/>
                    <a:pt x="239" y="836"/>
                  </a:cubicBezTo>
                  <a:cubicBezTo>
                    <a:pt x="250" y="818"/>
                    <a:pt x="266" y="818"/>
                    <a:pt x="278" y="817"/>
                  </a:cubicBezTo>
                  <a:cubicBezTo>
                    <a:pt x="289" y="816"/>
                    <a:pt x="289" y="803"/>
                    <a:pt x="293" y="803"/>
                  </a:cubicBezTo>
                  <a:cubicBezTo>
                    <a:pt x="298" y="803"/>
                    <a:pt x="302" y="784"/>
                    <a:pt x="306" y="771"/>
                  </a:cubicBezTo>
                  <a:cubicBezTo>
                    <a:pt x="311" y="758"/>
                    <a:pt x="326" y="778"/>
                    <a:pt x="326" y="788"/>
                  </a:cubicBezTo>
                  <a:cubicBezTo>
                    <a:pt x="326" y="798"/>
                    <a:pt x="329" y="800"/>
                    <a:pt x="334" y="811"/>
                  </a:cubicBezTo>
                  <a:cubicBezTo>
                    <a:pt x="338" y="823"/>
                    <a:pt x="346" y="820"/>
                    <a:pt x="346" y="837"/>
                  </a:cubicBezTo>
                  <a:cubicBezTo>
                    <a:pt x="346" y="854"/>
                    <a:pt x="355" y="861"/>
                    <a:pt x="355" y="882"/>
                  </a:cubicBezTo>
                  <a:cubicBezTo>
                    <a:pt x="355" y="902"/>
                    <a:pt x="355" y="909"/>
                    <a:pt x="361" y="923"/>
                  </a:cubicBezTo>
                  <a:cubicBezTo>
                    <a:pt x="366" y="937"/>
                    <a:pt x="372" y="945"/>
                    <a:pt x="374" y="970"/>
                  </a:cubicBezTo>
                  <a:cubicBezTo>
                    <a:pt x="375" y="996"/>
                    <a:pt x="385" y="996"/>
                    <a:pt x="397" y="1008"/>
                  </a:cubicBezTo>
                  <a:cubicBezTo>
                    <a:pt x="408" y="1019"/>
                    <a:pt x="402" y="1022"/>
                    <a:pt x="405" y="1042"/>
                  </a:cubicBezTo>
                  <a:cubicBezTo>
                    <a:pt x="408" y="1062"/>
                    <a:pt x="415" y="1071"/>
                    <a:pt x="415" y="1082"/>
                  </a:cubicBezTo>
                  <a:cubicBezTo>
                    <a:pt x="415" y="1094"/>
                    <a:pt x="412" y="1092"/>
                    <a:pt x="402" y="1097"/>
                  </a:cubicBezTo>
                  <a:cubicBezTo>
                    <a:pt x="392" y="1101"/>
                    <a:pt x="404" y="1107"/>
                    <a:pt x="404" y="1115"/>
                  </a:cubicBezTo>
                  <a:cubicBezTo>
                    <a:pt x="404" y="1124"/>
                    <a:pt x="394" y="1119"/>
                    <a:pt x="387" y="1119"/>
                  </a:cubicBezTo>
                  <a:cubicBezTo>
                    <a:pt x="379" y="1119"/>
                    <a:pt x="384" y="1137"/>
                    <a:pt x="392" y="1137"/>
                  </a:cubicBezTo>
                  <a:cubicBezTo>
                    <a:pt x="401" y="1137"/>
                    <a:pt x="398" y="1134"/>
                    <a:pt x="412" y="1140"/>
                  </a:cubicBezTo>
                  <a:cubicBezTo>
                    <a:pt x="427" y="1145"/>
                    <a:pt x="420" y="1161"/>
                    <a:pt x="408" y="1170"/>
                  </a:cubicBezTo>
                  <a:cubicBezTo>
                    <a:pt x="397" y="1178"/>
                    <a:pt x="405" y="1203"/>
                    <a:pt x="407" y="1228"/>
                  </a:cubicBezTo>
                  <a:cubicBezTo>
                    <a:pt x="407" y="1230"/>
                    <a:pt x="407" y="1231"/>
                    <a:pt x="407" y="1232"/>
                  </a:cubicBezTo>
                  <a:cubicBezTo>
                    <a:pt x="411" y="1231"/>
                    <a:pt x="419" y="1226"/>
                    <a:pt x="419" y="121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3136" y="1985"/>
              <a:ext cx="319" cy="379"/>
            </a:xfrm>
            <a:custGeom>
              <a:avLst/>
              <a:gdLst>
                <a:gd name="T0" fmla="*/ 19 w 489"/>
                <a:gd name="T1" fmla="*/ 114 h 580"/>
                <a:gd name="T2" fmla="*/ 6 w 489"/>
                <a:gd name="T3" fmla="*/ 135 h 580"/>
                <a:gd name="T4" fmla="*/ 4 w 489"/>
                <a:gd name="T5" fmla="*/ 139 h 580"/>
                <a:gd name="T6" fmla="*/ 2 w 489"/>
                <a:gd name="T7" fmla="*/ 141 h 580"/>
                <a:gd name="T8" fmla="*/ 1 w 489"/>
                <a:gd name="T9" fmla="*/ 143 h 580"/>
                <a:gd name="T10" fmla="*/ 27 w 489"/>
                <a:gd name="T11" fmla="*/ 160 h 580"/>
                <a:gd name="T12" fmla="*/ 21 w 489"/>
                <a:gd name="T13" fmla="*/ 194 h 580"/>
                <a:gd name="T14" fmla="*/ 58 w 489"/>
                <a:gd name="T15" fmla="*/ 193 h 580"/>
                <a:gd name="T16" fmla="*/ 76 w 489"/>
                <a:gd name="T17" fmla="*/ 231 h 580"/>
                <a:gd name="T18" fmla="*/ 68 w 489"/>
                <a:gd name="T19" fmla="*/ 285 h 580"/>
                <a:gd name="T20" fmla="*/ 48 w 489"/>
                <a:gd name="T21" fmla="*/ 323 h 580"/>
                <a:gd name="T22" fmla="*/ 78 w 489"/>
                <a:gd name="T23" fmla="*/ 333 h 580"/>
                <a:gd name="T24" fmla="*/ 138 w 489"/>
                <a:gd name="T25" fmla="*/ 291 h 580"/>
                <a:gd name="T26" fmla="*/ 185 w 489"/>
                <a:gd name="T27" fmla="*/ 301 h 580"/>
                <a:gd name="T28" fmla="*/ 258 w 489"/>
                <a:gd name="T29" fmla="*/ 298 h 580"/>
                <a:gd name="T30" fmla="*/ 297 w 489"/>
                <a:gd name="T31" fmla="*/ 369 h 580"/>
                <a:gd name="T32" fmla="*/ 326 w 489"/>
                <a:gd name="T33" fmla="*/ 429 h 580"/>
                <a:gd name="T34" fmla="*/ 346 w 489"/>
                <a:gd name="T35" fmla="*/ 481 h 580"/>
                <a:gd name="T36" fmla="*/ 345 w 489"/>
                <a:gd name="T37" fmla="*/ 529 h 580"/>
                <a:gd name="T38" fmla="*/ 331 w 489"/>
                <a:gd name="T39" fmla="*/ 544 h 580"/>
                <a:gd name="T40" fmla="*/ 330 w 489"/>
                <a:gd name="T41" fmla="*/ 545 h 580"/>
                <a:gd name="T42" fmla="*/ 366 w 489"/>
                <a:gd name="T43" fmla="*/ 565 h 580"/>
                <a:gd name="T44" fmla="*/ 397 w 489"/>
                <a:gd name="T45" fmla="*/ 528 h 580"/>
                <a:gd name="T46" fmla="*/ 448 w 489"/>
                <a:gd name="T47" fmla="*/ 534 h 580"/>
                <a:gd name="T48" fmla="*/ 473 w 489"/>
                <a:gd name="T49" fmla="*/ 510 h 580"/>
                <a:gd name="T50" fmla="*/ 473 w 489"/>
                <a:gd name="T51" fmla="*/ 509 h 580"/>
                <a:gd name="T52" fmla="*/ 473 w 489"/>
                <a:gd name="T53" fmla="*/ 507 h 580"/>
                <a:gd name="T54" fmla="*/ 478 w 489"/>
                <a:gd name="T55" fmla="*/ 476 h 580"/>
                <a:gd name="T56" fmla="*/ 468 w 489"/>
                <a:gd name="T57" fmla="*/ 439 h 580"/>
                <a:gd name="T58" fmla="*/ 428 w 489"/>
                <a:gd name="T59" fmla="*/ 399 h 580"/>
                <a:gd name="T60" fmla="*/ 366 w 489"/>
                <a:gd name="T61" fmla="*/ 327 h 580"/>
                <a:gd name="T62" fmla="*/ 325 w 489"/>
                <a:gd name="T63" fmla="*/ 261 h 580"/>
                <a:gd name="T64" fmla="*/ 249 w 489"/>
                <a:gd name="T65" fmla="*/ 219 h 580"/>
                <a:gd name="T66" fmla="*/ 298 w 489"/>
                <a:gd name="T67" fmla="*/ 179 h 580"/>
                <a:gd name="T68" fmla="*/ 284 w 489"/>
                <a:gd name="T69" fmla="*/ 143 h 580"/>
                <a:gd name="T70" fmla="*/ 249 w 489"/>
                <a:gd name="T71" fmla="*/ 109 h 580"/>
                <a:gd name="T72" fmla="*/ 187 w 489"/>
                <a:gd name="T73" fmla="*/ 97 h 580"/>
                <a:gd name="T74" fmla="*/ 172 w 489"/>
                <a:gd name="T75" fmla="*/ 52 h 580"/>
                <a:gd name="T76" fmla="*/ 133 w 489"/>
                <a:gd name="T77" fmla="*/ 3 h 580"/>
                <a:gd name="T78" fmla="*/ 125 w 489"/>
                <a:gd name="T79" fmla="*/ 4 h 580"/>
                <a:gd name="T80" fmla="*/ 104 w 489"/>
                <a:gd name="T81" fmla="*/ 0 h 580"/>
                <a:gd name="T82" fmla="*/ 100 w 489"/>
                <a:gd name="T83" fmla="*/ 40 h 580"/>
                <a:gd name="T84" fmla="*/ 106 w 489"/>
                <a:gd name="T85" fmla="*/ 86 h 580"/>
                <a:gd name="T86" fmla="*/ 70 w 489"/>
                <a:gd name="T87" fmla="*/ 61 h 580"/>
                <a:gd name="T88" fmla="*/ 69 w 489"/>
                <a:gd name="T89" fmla="*/ 57 h 580"/>
                <a:gd name="T90" fmla="*/ 63 w 489"/>
                <a:gd name="T91" fmla="*/ 49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9" h="580">
                  <a:moveTo>
                    <a:pt x="50" y="78"/>
                  </a:moveTo>
                  <a:cubicBezTo>
                    <a:pt x="43" y="84"/>
                    <a:pt x="42" y="86"/>
                    <a:pt x="39" y="96"/>
                  </a:cubicBezTo>
                  <a:cubicBezTo>
                    <a:pt x="36" y="107"/>
                    <a:pt x="28" y="109"/>
                    <a:pt x="19" y="114"/>
                  </a:cubicBezTo>
                  <a:cubicBezTo>
                    <a:pt x="9" y="119"/>
                    <a:pt x="9" y="116"/>
                    <a:pt x="7" y="132"/>
                  </a:cubicBezTo>
                  <a:cubicBezTo>
                    <a:pt x="6" y="133"/>
                    <a:pt x="6" y="134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6"/>
                    <a:pt x="5" y="136"/>
                    <a:pt x="5" y="137"/>
                  </a:cubicBezTo>
                  <a:cubicBezTo>
                    <a:pt x="5" y="137"/>
                    <a:pt x="5" y="137"/>
                    <a:pt x="5" y="137"/>
                  </a:cubicBezTo>
                  <a:cubicBezTo>
                    <a:pt x="5" y="138"/>
                    <a:pt x="5" y="138"/>
                    <a:pt x="4" y="139"/>
                  </a:cubicBezTo>
                  <a:cubicBezTo>
                    <a:pt x="4" y="139"/>
                    <a:pt x="4" y="139"/>
                    <a:pt x="4" y="139"/>
                  </a:cubicBezTo>
                  <a:cubicBezTo>
                    <a:pt x="4" y="140"/>
                    <a:pt x="3" y="140"/>
                    <a:pt x="3" y="141"/>
                  </a:cubicBezTo>
                  <a:cubicBezTo>
                    <a:pt x="3" y="141"/>
                    <a:pt x="3" y="141"/>
                    <a:pt x="2" y="141"/>
                  </a:cubicBezTo>
                  <a:cubicBezTo>
                    <a:pt x="2" y="141"/>
                    <a:pt x="2" y="142"/>
                    <a:pt x="2" y="142"/>
                  </a:cubicBezTo>
                  <a:cubicBezTo>
                    <a:pt x="2" y="142"/>
                    <a:pt x="1" y="142"/>
                    <a:pt x="1" y="142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7"/>
                    <a:pt x="5" y="149"/>
                    <a:pt x="10" y="149"/>
                  </a:cubicBezTo>
                  <a:cubicBezTo>
                    <a:pt x="24" y="147"/>
                    <a:pt x="25" y="157"/>
                    <a:pt x="27" y="160"/>
                  </a:cubicBezTo>
                  <a:cubicBezTo>
                    <a:pt x="29" y="163"/>
                    <a:pt x="38" y="162"/>
                    <a:pt x="30" y="170"/>
                  </a:cubicBezTo>
                  <a:cubicBezTo>
                    <a:pt x="22" y="178"/>
                    <a:pt x="22" y="178"/>
                    <a:pt x="22" y="183"/>
                  </a:cubicBezTo>
                  <a:cubicBezTo>
                    <a:pt x="22" y="187"/>
                    <a:pt x="12" y="187"/>
                    <a:pt x="21" y="194"/>
                  </a:cubicBezTo>
                  <a:cubicBezTo>
                    <a:pt x="30" y="201"/>
                    <a:pt x="29" y="206"/>
                    <a:pt x="38" y="205"/>
                  </a:cubicBezTo>
                  <a:cubicBezTo>
                    <a:pt x="46" y="205"/>
                    <a:pt x="49" y="205"/>
                    <a:pt x="49" y="200"/>
                  </a:cubicBezTo>
                  <a:cubicBezTo>
                    <a:pt x="49" y="195"/>
                    <a:pt x="54" y="193"/>
                    <a:pt x="58" y="193"/>
                  </a:cubicBezTo>
                  <a:cubicBezTo>
                    <a:pt x="63" y="193"/>
                    <a:pt x="68" y="195"/>
                    <a:pt x="68" y="201"/>
                  </a:cubicBezTo>
                  <a:cubicBezTo>
                    <a:pt x="68" y="207"/>
                    <a:pt x="72" y="213"/>
                    <a:pt x="74" y="214"/>
                  </a:cubicBezTo>
                  <a:cubicBezTo>
                    <a:pt x="76" y="215"/>
                    <a:pt x="76" y="224"/>
                    <a:pt x="76" y="231"/>
                  </a:cubicBezTo>
                  <a:cubicBezTo>
                    <a:pt x="76" y="237"/>
                    <a:pt x="78" y="253"/>
                    <a:pt x="73" y="256"/>
                  </a:cubicBezTo>
                  <a:cubicBezTo>
                    <a:pt x="68" y="259"/>
                    <a:pt x="63" y="262"/>
                    <a:pt x="64" y="267"/>
                  </a:cubicBezTo>
                  <a:cubicBezTo>
                    <a:pt x="64" y="273"/>
                    <a:pt x="64" y="282"/>
                    <a:pt x="68" y="285"/>
                  </a:cubicBezTo>
                  <a:cubicBezTo>
                    <a:pt x="72" y="287"/>
                    <a:pt x="72" y="293"/>
                    <a:pt x="69" y="298"/>
                  </a:cubicBezTo>
                  <a:cubicBezTo>
                    <a:pt x="66" y="303"/>
                    <a:pt x="58" y="306"/>
                    <a:pt x="58" y="310"/>
                  </a:cubicBezTo>
                  <a:cubicBezTo>
                    <a:pt x="58" y="314"/>
                    <a:pt x="52" y="319"/>
                    <a:pt x="48" y="323"/>
                  </a:cubicBezTo>
                  <a:cubicBezTo>
                    <a:pt x="45" y="327"/>
                    <a:pt x="48" y="329"/>
                    <a:pt x="54" y="333"/>
                  </a:cubicBezTo>
                  <a:cubicBezTo>
                    <a:pt x="60" y="336"/>
                    <a:pt x="52" y="339"/>
                    <a:pt x="61" y="339"/>
                  </a:cubicBezTo>
                  <a:cubicBezTo>
                    <a:pt x="70" y="339"/>
                    <a:pt x="75" y="340"/>
                    <a:pt x="78" y="333"/>
                  </a:cubicBezTo>
                  <a:cubicBezTo>
                    <a:pt x="82" y="327"/>
                    <a:pt x="86" y="318"/>
                    <a:pt x="96" y="314"/>
                  </a:cubicBezTo>
                  <a:cubicBezTo>
                    <a:pt x="106" y="310"/>
                    <a:pt x="98" y="303"/>
                    <a:pt x="110" y="299"/>
                  </a:cubicBezTo>
                  <a:cubicBezTo>
                    <a:pt x="122" y="295"/>
                    <a:pt x="128" y="278"/>
                    <a:pt x="138" y="291"/>
                  </a:cubicBezTo>
                  <a:cubicBezTo>
                    <a:pt x="149" y="305"/>
                    <a:pt x="149" y="300"/>
                    <a:pt x="154" y="302"/>
                  </a:cubicBezTo>
                  <a:cubicBezTo>
                    <a:pt x="160" y="304"/>
                    <a:pt x="166" y="318"/>
                    <a:pt x="172" y="311"/>
                  </a:cubicBezTo>
                  <a:cubicBezTo>
                    <a:pt x="178" y="305"/>
                    <a:pt x="172" y="303"/>
                    <a:pt x="185" y="301"/>
                  </a:cubicBezTo>
                  <a:cubicBezTo>
                    <a:pt x="198" y="299"/>
                    <a:pt x="194" y="281"/>
                    <a:pt x="202" y="278"/>
                  </a:cubicBezTo>
                  <a:cubicBezTo>
                    <a:pt x="210" y="275"/>
                    <a:pt x="232" y="274"/>
                    <a:pt x="238" y="280"/>
                  </a:cubicBezTo>
                  <a:cubicBezTo>
                    <a:pt x="244" y="286"/>
                    <a:pt x="252" y="289"/>
                    <a:pt x="258" y="298"/>
                  </a:cubicBezTo>
                  <a:cubicBezTo>
                    <a:pt x="263" y="307"/>
                    <a:pt x="273" y="321"/>
                    <a:pt x="282" y="327"/>
                  </a:cubicBezTo>
                  <a:cubicBezTo>
                    <a:pt x="292" y="332"/>
                    <a:pt x="299" y="341"/>
                    <a:pt x="301" y="347"/>
                  </a:cubicBezTo>
                  <a:cubicBezTo>
                    <a:pt x="303" y="354"/>
                    <a:pt x="296" y="361"/>
                    <a:pt x="297" y="369"/>
                  </a:cubicBezTo>
                  <a:cubicBezTo>
                    <a:pt x="298" y="376"/>
                    <a:pt x="298" y="382"/>
                    <a:pt x="298" y="389"/>
                  </a:cubicBezTo>
                  <a:cubicBezTo>
                    <a:pt x="298" y="397"/>
                    <a:pt x="291" y="404"/>
                    <a:pt x="304" y="411"/>
                  </a:cubicBezTo>
                  <a:cubicBezTo>
                    <a:pt x="316" y="419"/>
                    <a:pt x="320" y="425"/>
                    <a:pt x="326" y="429"/>
                  </a:cubicBezTo>
                  <a:cubicBezTo>
                    <a:pt x="332" y="432"/>
                    <a:pt x="346" y="437"/>
                    <a:pt x="349" y="445"/>
                  </a:cubicBezTo>
                  <a:cubicBezTo>
                    <a:pt x="352" y="454"/>
                    <a:pt x="360" y="464"/>
                    <a:pt x="356" y="469"/>
                  </a:cubicBezTo>
                  <a:cubicBezTo>
                    <a:pt x="351" y="473"/>
                    <a:pt x="346" y="477"/>
                    <a:pt x="346" y="481"/>
                  </a:cubicBezTo>
                  <a:cubicBezTo>
                    <a:pt x="345" y="486"/>
                    <a:pt x="332" y="487"/>
                    <a:pt x="340" y="494"/>
                  </a:cubicBezTo>
                  <a:cubicBezTo>
                    <a:pt x="347" y="501"/>
                    <a:pt x="347" y="507"/>
                    <a:pt x="347" y="512"/>
                  </a:cubicBezTo>
                  <a:cubicBezTo>
                    <a:pt x="347" y="517"/>
                    <a:pt x="348" y="527"/>
                    <a:pt x="345" y="529"/>
                  </a:cubicBezTo>
                  <a:cubicBezTo>
                    <a:pt x="342" y="531"/>
                    <a:pt x="333" y="538"/>
                    <a:pt x="332" y="543"/>
                  </a:cubicBezTo>
                  <a:cubicBezTo>
                    <a:pt x="332" y="543"/>
                    <a:pt x="331" y="543"/>
                    <a:pt x="331" y="543"/>
                  </a:cubicBezTo>
                  <a:cubicBezTo>
                    <a:pt x="331" y="544"/>
                    <a:pt x="331" y="544"/>
                    <a:pt x="331" y="544"/>
                  </a:cubicBezTo>
                  <a:cubicBezTo>
                    <a:pt x="331" y="544"/>
                    <a:pt x="331" y="544"/>
                    <a:pt x="331" y="544"/>
                  </a:cubicBezTo>
                  <a:cubicBezTo>
                    <a:pt x="331" y="544"/>
                    <a:pt x="330" y="544"/>
                    <a:pt x="330" y="545"/>
                  </a:cubicBezTo>
                  <a:cubicBezTo>
                    <a:pt x="330" y="545"/>
                    <a:pt x="330" y="545"/>
                    <a:pt x="330" y="545"/>
                  </a:cubicBezTo>
                  <a:cubicBezTo>
                    <a:pt x="330" y="545"/>
                    <a:pt x="329" y="545"/>
                    <a:pt x="329" y="545"/>
                  </a:cubicBezTo>
                  <a:cubicBezTo>
                    <a:pt x="334" y="554"/>
                    <a:pt x="341" y="556"/>
                    <a:pt x="345" y="556"/>
                  </a:cubicBezTo>
                  <a:cubicBezTo>
                    <a:pt x="350" y="556"/>
                    <a:pt x="353" y="551"/>
                    <a:pt x="366" y="565"/>
                  </a:cubicBezTo>
                  <a:cubicBezTo>
                    <a:pt x="378" y="580"/>
                    <a:pt x="382" y="570"/>
                    <a:pt x="386" y="566"/>
                  </a:cubicBezTo>
                  <a:cubicBezTo>
                    <a:pt x="390" y="562"/>
                    <a:pt x="385" y="556"/>
                    <a:pt x="383" y="549"/>
                  </a:cubicBezTo>
                  <a:cubicBezTo>
                    <a:pt x="381" y="541"/>
                    <a:pt x="394" y="533"/>
                    <a:pt x="397" y="528"/>
                  </a:cubicBezTo>
                  <a:cubicBezTo>
                    <a:pt x="400" y="523"/>
                    <a:pt x="408" y="524"/>
                    <a:pt x="414" y="530"/>
                  </a:cubicBezTo>
                  <a:cubicBezTo>
                    <a:pt x="420" y="536"/>
                    <a:pt x="425" y="539"/>
                    <a:pt x="432" y="543"/>
                  </a:cubicBezTo>
                  <a:cubicBezTo>
                    <a:pt x="438" y="547"/>
                    <a:pt x="446" y="540"/>
                    <a:pt x="448" y="534"/>
                  </a:cubicBezTo>
                  <a:cubicBezTo>
                    <a:pt x="450" y="528"/>
                    <a:pt x="454" y="525"/>
                    <a:pt x="464" y="523"/>
                  </a:cubicBezTo>
                  <a:cubicBezTo>
                    <a:pt x="465" y="523"/>
                    <a:pt x="465" y="523"/>
                    <a:pt x="466" y="523"/>
                  </a:cubicBezTo>
                  <a:cubicBezTo>
                    <a:pt x="473" y="521"/>
                    <a:pt x="474" y="515"/>
                    <a:pt x="473" y="510"/>
                  </a:cubicBezTo>
                  <a:cubicBezTo>
                    <a:pt x="473" y="510"/>
                    <a:pt x="473" y="510"/>
                    <a:pt x="473" y="510"/>
                  </a:cubicBezTo>
                  <a:cubicBezTo>
                    <a:pt x="473" y="510"/>
                    <a:pt x="473" y="509"/>
                    <a:pt x="473" y="509"/>
                  </a:cubicBezTo>
                  <a:cubicBezTo>
                    <a:pt x="473" y="509"/>
                    <a:pt x="473" y="509"/>
                    <a:pt x="473" y="509"/>
                  </a:cubicBezTo>
                  <a:cubicBezTo>
                    <a:pt x="473" y="509"/>
                    <a:pt x="473" y="508"/>
                    <a:pt x="473" y="508"/>
                  </a:cubicBezTo>
                  <a:cubicBezTo>
                    <a:pt x="473" y="508"/>
                    <a:pt x="473" y="508"/>
                    <a:pt x="473" y="508"/>
                  </a:cubicBezTo>
                  <a:cubicBezTo>
                    <a:pt x="473" y="508"/>
                    <a:pt x="473" y="508"/>
                    <a:pt x="473" y="507"/>
                  </a:cubicBezTo>
                  <a:cubicBezTo>
                    <a:pt x="472" y="507"/>
                    <a:pt x="472" y="507"/>
                    <a:pt x="472" y="507"/>
                  </a:cubicBezTo>
                  <a:cubicBezTo>
                    <a:pt x="471" y="503"/>
                    <a:pt x="469" y="498"/>
                    <a:pt x="479" y="495"/>
                  </a:cubicBezTo>
                  <a:cubicBezTo>
                    <a:pt x="489" y="491"/>
                    <a:pt x="484" y="483"/>
                    <a:pt x="478" y="476"/>
                  </a:cubicBezTo>
                  <a:cubicBezTo>
                    <a:pt x="472" y="469"/>
                    <a:pt x="466" y="465"/>
                    <a:pt x="457" y="461"/>
                  </a:cubicBezTo>
                  <a:cubicBezTo>
                    <a:pt x="448" y="458"/>
                    <a:pt x="452" y="451"/>
                    <a:pt x="452" y="446"/>
                  </a:cubicBezTo>
                  <a:cubicBezTo>
                    <a:pt x="452" y="441"/>
                    <a:pt x="463" y="441"/>
                    <a:pt x="468" y="439"/>
                  </a:cubicBezTo>
                  <a:cubicBezTo>
                    <a:pt x="474" y="436"/>
                    <a:pt x="464" y="427"/>
                    <a:pt x="460" y="425"/>
                  </a:cubicBezTo>
                  <a:cubicBezTo>
                    <a:pt x="456" y="423"/>
                    <a:pt x="456" y="417"/>
                    <a:pt x="446" y="413"/>
                  </a:cubicBezTo>
                  <a:cubicBezTo>
                    <a:pt x="436" y="409"/>
                    <a:pt x="439" y="402"/>
                    <a:pt x="428" y="399"/>
                  </a:cubicBezTo>
                  <a:cubicBezTo>
                    <a:pt x="416" y="397"/>
                    <a:pt x="416" y="391"/>
                    <a:pt x="413" y="380"/>
                  </a:cubicBezTo>
                  <a:cubicBezTo>
                    <a:pt x="410" y="369"/>
                    <a:pt x="408" y="363"/>
                    <a:pt x="401" y="357"/>
                  </a:cubicBezTo>
                  <a:cubicBezTo>
                    <a:pt x="394" y="351"/>
                    <a:pt x="375" y="333"/>
                    <a:pt x="366" y="327"/>
                  </a:cubicBezTo>
                  <a:cubicBezTo>
                    <a:pt x="356" y="321"/>
                    <a:pt x="351" y="315"/>
                    <a:pt x="351" y="305"/>
                  </a:cubicBezTo>
                  <a:cubicBezTo>
                    <a:pt x="351" y="295"/>
                    <a:pt x="344" y="294"/>
                    <a:pt x="332" y="287"/>
                  </a:cubicBezTo>
                  <a:cubicBezTo>
                    <a:pt x="320" y="281"/>
                    <a:pt x="325" y="268"/>
                    <a:pt x="325" y="261"/>
                  </a:cubicBezTo>
                  <a:cubicBezTo>
                    <a:pt x="325" y="253"/>
                    <a:pt x="314" y="254"/>
                    <a:pt x="305" y="253"/>
                  </a:cubicBezTo>
                  <a:cubicBezTo>
                    <a:pt x="296" y="253"/>
                    <a:pt x="291" y="246"/>
                    <a:pt x="280" y="239"/>
                  </a:cubicBezTo>
                  <a:cubicBezTo>
                    <a:pt x="268" y="233"/>
                    <a:pt x="268" y="226"/>
                    <a:pt x="249" y="219"/>
                  </a:cubicBezTo>
                  <a:cubicBezTo>
                    <a:pt x="230" y="211"/>
                    <a:pt x="251" y="203"/>
                    <a:pt x="252" y="197"/>
                  </a:cubicBezTo>
                  <a:cubicBezTo>
                    <a:pt x="252" y="191"/>
                    <a:pt x="278" y="195"/>
                    <a:pt x="284" y="195"/>
                  </a:cubicBezTo>
                  <a:cubicBezTo>
                    <a:pt x="291" y="195"/>
                    <a:pt x="298" y="187"/>
                    <a:pt x="298" y="179"/>
                  </a:cubicBezTo>
                  <a:cubicBezTo>
                    <a:pt x="298" y="172"/>
                    <a:pt x="309" y="173"/>
                    <a:pt x="311" y="167"/>
                  </a:cubicBezTo>
                  <a:cubicBezTo>
                    <a:pt x="313" y="162"/>
                    <a:pt x="311" y="153"/>
                    <a:pt x="301" y="154"/>
                  </a:cubicBezTo>
                  <a:cubicBezTo>
                    <a:pt x="291" y="155"/>
                    <a:pt x="291" y="147"/>
                    <a:pt x="284" y="143"/>
                  </a:cubicBezTo>
                  <a:cubicBezTo>
                    <a:pt x="276" y="140"/>
                    <a:pt x="280" y="137"/>
                    <a:pt x="282" y="131"/>
                  </a:cubicBezTo>
                  <a:cubicBezTo>
                    <a:pt x="283" y="125"/>
                    <a:pt x="276" y="118"/>
                    <a:pt x="272" y="112"/>
                  </a:cubicBezTo>
                  <a:cubicBezTo>
                    <a:pt x="268" y="106"/>
                    <a:pt x="257" y="106"/>
                    <a:pt x="249" y="109"/>
                  </a:cubicBezTo>
                  <a:cubicBezTo>
                    <a:pt x="241" y="111"/>
                    <a:pt x="236" y="113"/>
                    <a:pt x="234" y="119"/>
                  </a:cubicBezTo>
                  <a:cubicBezTo>
                    <a:pt x="232" y="126"/>
                    <a:pt x="216" y="119"/>
                    <a:pt x="205" y="118"/>
                  </a:cubicBezTo>
                  <a:cubicBezTo>
                    <a:pt x="194" y="117"/>
                    <a:pt x="196" y="105"/>
                    <a:pt x="187" y="97"/>
                  </a:cubicBezTo>
                  <a:cubicBezTo>
                    <a:pt x="178" y="89"/>
                    <a:pt x="170" y="82"/>
                    <a:pt x="176" y="81"/>
                  </a:cubicBezTo>
                  <a:cubicBezTo>
                    <a:pt x="182" y="79"/>
                    <a:pt x="186" y="67"/>
                    <a:pt x="186" y="62"/>
                  </a:cubicBezTo>
                  <a:cubicBezTo>
                    <a:pt x="186" y="57"/>
                    <a:pt x="181" y="53"/>
                    <a:pt x="172" y="52"/>
                  </a:cubicBezTo>
                  <a:cubicBezTo>
                    <a:pt x="164" y="51"/>
                    <a:pt x="165" y="52"/>
                    <a:pt x="162" y="43"/>
                  </a:cubicBezTo>
                  <a:cubicBezTo>
                    <a:pt x="160" y="35"/>
                    <a:pt x="151" y="27"/>
                    <a:pt x="141" y="24"/>
                  </a:cubicBezTo>
                  <a:cubicBezTo>
                    <a:pt x="134" y="22"/>
                    <a:pt x="133" y="11"/>
                    <a:pt x="133" y="3"/>
                  </a:cubicBezTo>
                  <a:cubicBezTo>
                    <a:pt x="132" y="4"/>
                    <a:pt x="130" y="4"/>
                    <a:pt x="128" y="4"/>
                  </a:cubicBezTo>
                  <a:cubicBezTo>
                    <a:pt x="128" y="4"/>
                    <a:pt x="128" y="4"/>
                    <a:pt x="128" y="4"/>
                  </a:cubicBezTo>
                  <a:cubicBezTo>
                    <a:pt x="127" y="4"/>
                    <a:pt x="126" y="4"/>
                    <a:pt x="125" y="4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4" y="3"/>
                    <a:pt x="122" y="3"/>
                    <a:pt x="121" y="3"/>
                  </a:cubicBezTo>
                  <a:cubicBezTo>
                    <a:pt x="112" y="0"/>
                    <a:pt x="112" y="0"/>
                    <a:pt x="104" y="0"/>
                  </a:cubicBezTo>
                  <a:cubicBezTo>
                    <a:pt x="95" y="0"/>
                    <a:pt x="98" y="14"/>
                    <a:pt x="95" y="15"/>
                  </a:cubicBezTo>
                  <a:cubicBezTo>
                    <a:pt x="91" y="16"/>
                    <a:pt x="90" y="23"/>
                    <a:pt x="90" y="29"/>
                  </a:cubicBezTo>
                  <a:cubicBezTo>
                    <a:pt x="90" y="34"/>
                    <a:pt x="99" y="34"/>
                    <a:pt x="100" y="40"/>
                  </a:cubicBezTo>
                  <a:cubicBezTo>
                    <a:pt x="101" y="45"/>
                    <a:pt x="103" y="45"/>
                    <a:pt x="108" y="49"/>
                  </a:cubicBezTo>
                  <a:cubicBezTo>
                    <a:pt x="113" y="53"/>
                    <a:pt x="111" y="63"/>
                    <a:pt x="108" y="68"/>
                  </a:cubicBezTo>
                  <a:cubicBezTo>
                    <a:pt x="106" y="72"/>
                    <a:pt x="107" y="78"/>
                    <a:pt x="106" y="86"/>
                  </a:cubicBezTo>
                  <a:cubicBezTo>
                    <a:pt x="106" y="93"/>
                    <a:pt x="90" y="88"/>
                    <a:pt x="81" y="88"/>
                  </a:cubicBezTo>
                  <a:cubicBezTo>
                    <a:pt x="72" y="89"/>
                    <a:pt x="74" y="79"/>
                    <a:pt x="72" y="74"/>
                  </a:cubicBezTo>
                  <a:cubicBezTo>
                    <a:pt x="69" y="68"/>
                    <a:pt x="70" y="67"/>
                    <a:pt x="70" y="61"/>
                  </a:cubicBezTo>
                  <a:cubicBezTo>
                    <a:pt x="70" y="60"/>
                    <a:pt x="69" y="60"/>
                    <a:pt x="69" y="59"/>
                  </a:cubicBezTo>
                  <a:cubicBezTo>
                    <a:pt x="69" y="59"/>
                    <a:pt x="69" y="58"/>
                    <a:pt x="69" y="58"/>
                  </a:cubicBezTo>
                  <a:cubicBezTo>
                    <a:pt x="69" y="57"/>
                    <a:pt x="69" y="57"/>
                    <a:pt x="69" y="57"/>
                  </a:cubicBezTo>
                  <a:cubicBezTo>
                    <a:pt x="69" y="56"/>
                    <a:pt x="69" y="56"/>
                    <a:pt x="69" y="55"/>
                  </a:cubicBezTo>
                  <a:cubicBezTo>
                    <a:pt x="69" y="55"/>
                    <a:pt x="69" y="55"/>
                    <a:pt x="69" y="55"/>
                  </a:cubicBezTo>
                  <a:cubicBezTo>
                    <a:pt x="68" y="51"/>
                    <a:pt x="66" y="49"/>
                    <a:pt x="63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0" y="61"/>
                    <a:pt x="55" y="73"/>
                    <a:pt x="50" y="7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3225" y="2327"/>
              <a:ext cx="226" cy="197"/>
            </a:xfrm>
            <a:custGeom>
              <a:avLst/>
              <a:gdLst>
                <a:gd name="T0" fmla="*/ 154 w 347"/>
                <a:gd name="T1" fmla="*/ 266 h 301"/>
                <a:gd name="T2" fmla="*/ 180 w 347"/>
                <a:gd name="T3" fmla="*/ 256 h 301"/>
                <a:gd name="T4" fmla="*/ 197 w 347"/>
                <a:gd name="T5" fmla="*/ 238 h 301"/>
                <a:gd name="T6" fmla="*/ 232 w 347"/>
                <a:gd name="T7" fmla="*/ 241 h 301"/>
                <a:gd name="T8" fmla="*/ 249 w 347"/>
                <a:gd name="T9" fmla="*/ 250 h 301"/>
                <a:gd name="T10" fmla="*/ 255 w 347"/>
                <a:gd name="T11" fmla="*/ 233 h 301"/>
                <a:gd name="T12" fmla="*/ 236 w 347"/>
                <a:gd name="T13" fmla="*/ 221 h 301"/>
                <a:gd name="T14" fmla="*/ 226 w 347"/>
                <a:gd name="T15" fmla="*/ 204 h 301"/>
                <a:gd name="T16" fmla="*/ 236 w 347"/>
                <a:gd name="T17" fmla="*/ 190 h 301"/>
                <a:gd name="T18" fmla="*/ 248 w 347"/>
                <a:gd name="T19" fmla="*/ 182 h 301"/>
                <a:gd name="T20" fmla="*/ 264 w 347"/>
                <a:gd name="T21" fmla="*/ 192 h 301"/>
                <a:gd name="T22" fmla="*/ 276 w 347"/>
                <a:gd name="T23" fmla="*/ 172 h 301"/>
                <a:gd name="T24" fmla="*/ 295 w 347"/>
                <a:gd name="T25" fmla="*/ 164 h 301"/>
                <a:gd name="T26" fmla="*/ 310 w 347"/>
                <a:gd name="T27" fmla="*/ 155 h 301"/>
                <a:gd name="T28" fmla="*/ 331 w 347"/>
                <a:gd name="T29" fmla="*/ 131 h 301"/>
                <a:gd name="T30" fmla="*/ 346 w 347"/>
                <a:gd name="T31" fmla="*/ 104 h 301"/>
                <a:gd name="T32" fmla="*/ 340 w 347"/>
                <a:gd name="T33" fmla="*/ 62 h 301"/>
                <a:gd name="T34" fmla="*/ 330 w 347"/>
                <a:gd name="T35" fmla="*/ 41 h 301"/>
                <a:gd name="T36" fmla="*/ 326 w 347"/>
                <a:gd name="T37" fmla="*/ 20 h 301"/>
                <a:gd name="T38" fmla="*/ 330 w 347"/>
                <a:gd name="T39" fmla="*/ 0 h 301"/>
                <a:gd name="T40" fmla="*/ 328 w 347"/>
                <a:gd name="T41" fmla="*/ 0 h 301"/>
                <a:gd name="T42" fmla="*/ 312 w 347"/>
                <a:gd name="T43" fmla="*/ 11 h 301"/>
                <a:gd name="T44" fmla="*/ 296 w 347"/>
                <a:gd name="T45" fmla="*/ 20 h 301"/>
                <a:gd name="T46" fmla="*/ 278 w 347"/>
                <a:gd name="T47" fmla="*/ 7 h 301"/>
                <a:gd name="T48" fmla="*/ 261 w 347"/>
                <a:gd name="T49" fmla="*/ 5 h 301"/>
                <a:gd name="T50" fmla="*/ 247 w 347"/>
                <a:gd name="T51" fmla="*/ 26 h 301"/>
                <a:gd name="T52" fmla="*/ 250 w 347"/>
                <a:gd name="T53" fmla="*/ 43 h 301"/>
                <a:gd name="T54" fmla="*/ 230 w 347"/>
                <a:gd name="T55" fmla="*/ 42 h 301"/>
                <a:gd name="T56" fmla="*/ 209 w 347"/>
                <a:gd name="T57" fmla="*/ 33 h 301"/>
                <a:gd name="T58" fmla="*/ 193 w 347"/>
                <a:gd name="T59" fmla="*/ 22 h 301"/>
                <a:gd name="T60" fmla="*/ 186 w 347"/>
                <a:gd name="T61" fmla="*/ 23 h 301"/>
                <a:gd name="T62" fmla="*/ 186 w 347"/>
                <a:gd name="T63" fmla="*/ 23 h 301"/>
                <a:gd name="T64" fmla="*/ 184 w 347"/>
                <a:gd name="T65" fmla="*/ 23 h 301"/>
                <a:gd name="T66" fmla="*/ 183 w 347"/>
                <a:gd name="T67" fmla="*/ 23 h 301"/>
                <a:gd name="T68" fmla="*/ 181 w 347"/>
                <a:gd name="T69" fmla="*/ 22 h 301"/>
                <a:gd name="T70" fmla="*/ 181 w 347"/>
                <a:gd name="T71" fmla="*/ 22 h 301"/>
                <a:gd name="T72" fmla="*/ 178 w 347"/>
                <a:gd name="T73" fmla="*/ 21 h 301"/>
                <a:gd name="T74" fmla="*/ 178 w 347"/>
                <a:gd name="T75" fmla="*/ 21 h 301"/>
                <a:gd name="T76" fmla="*/ 176 w 347"/>
                <a:gd name="T77" fmla="*/ 20 h 301"/>
                <a:gd name="T78" fmla="*/ 176 w 347"/>
                <a:gd name="T79" fmla="*/ 19 h 301"/>
                <a:gd name="T80" fmla="*/ 174 w 347"/>
                <a:gd name="T81" fmla="*/ 18 h 301"/>
                <a:gd name="T82" fmla="*/ 156 w 347"/>
                <a:gd name="T83" fmla="*/ 11 h 301"/>
                <a:gd name="T84" fmla="*/ 136 w 347"/>
                <a:gd name="T85" fmla="*/ 18 h 301"/>
                <a:gd name="T86" fmla="*/ 108 w 347"/>
                <a:gd name="T87" fmla="*/ 17 h 301"/>
                <a:gd name="T88" fmla="*/ 88 w 347"/>
                <a:gd name="T89" fmla="*/ 12 h 301"/>
                <a:gd name="T90" fmla="*/ 63 w 347"/>
                <a:gd name="T91" fmla="*/ 18 h 301"/>
                <a:gd name="T92" fmla="*/ 46 w 347"/>
                <a:gd name="T93" fmla="*/ 30 h 301"/>
                <a:gd name="T94" fmla="*/ 14 w 347"/>
                <a:gd name="T95" fmla="*/ 72 h 301"/>
                <a:gd name="T96" fmla="*/ 10 w 347"/>
                <a:gd name="T97" fmla="*/ 98 h 301"/>
                <a:gd name="T98" fmla="*/ 22 w 347"/>
                <a:gd name="T99" fmla="*/ 128 h 301"/>
                <a:gd name="T100" fmla="*/ 36 w 347"/>
                <a:gd name="T101" fmla="*/ 154 h 301"/>
                <a:gd name="T102" fmla="*/ 39 w 347"/>
                <a:gd name="T103" fmla="*/ 182 h 301"/>
                <a:gd name="T104" fmla="*/ 57 w 347"/>
                <a:gd name="T105" fmla="*/ 205 h 301"/>
                <a:gd name="T106" fmla="*/ 50 w 347"/>
                <a:gd name="T107" fmla="*/ 234 h 301"/>
                <a:gd name="T108" fmla="*/ 70 w 347"/>
                <a:gd name="T109" fmla="*/ 238 h 301"/>
                <a:gd name="T110" fmla="*/ 91 w 347"/>
                <a:gd name="T111" fmla="*/ 226 h 301"/>
                <a:gd name="T112" fmla="*/ 86 w 347"/>
                <a:gd name="T113" fmla="*/ 255 h 301"/>
                <a:gd name="T114" fmla="*/ 104 w 347"/>
                <a:gd name="T115" fmla="*/ 261 h 301"/>
                <a:gd name="T116" fmla="*/ 113 w 347"/>
                <a:gd name="T117" fmla="*/ 285 h 301"/>
                <a:gd name="T118" fmla="*/ 126 w 347"/>
                <a:gd name="T119" fmla="*/ 268 h 301"/>
                <a:gd name="T120" fmla="*/ 138 w 347"/>
                <a:gd name="T121" fmla="*/ 271 h 301"/>
                <a:gd name="T122" fmla="*/ 154 w 347"/>
                <a:gd name="T123" fmla="*/ 2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47" h="301">
                  <a:moveTo>
                    <a:pt x="154" y="266"/>
                  </a:moveTo>
                  <a:cubicBezTo>
                    <a:pt x="176" y="268"/>
                    <a:pt x="180" y="265"/>
                    <a:pt x="180" y="256"/>
                  </a:cubicBezTo>
                  <a:cubicBezTo>
                    <a:pt x="180" y="248"/>
                    <a:pt x="172" y="238"/>
                    <a:pt x="197" y="238"/>
                  </a:cubicBezTo>
                  <a:cubicBezTo>
                    <a:pt x="222" y="238"/>
                    <a:pt x="227" y="233"/>
                    <a:pt x="232" y="241"/>
                  </a:cubicBezTo>
                  <a:cubicBezTo>
                    <a:pt x="236" y="249"/>
                    <a:pt x="243" y="256"/>
                    <a:pt x="249" y="250"/>
                  </a:cubicBezTo>
                  <a:cubicBezTo>
                    <a:pt x="255" y="244"/>
                    <a:pt x="262" y="238"/>
                    <a:pt x="255" y="233"/>
                  </a:cubicBezTo>
                  <a:cubicBezTo>
                    <a:pt x="248" y="228"/>
                    <a:pt x="236" y="232"/>
                    <a:pt x="236" y="221"/>
                  </a:cubicBezTo>
                  <a:cubicBezTo>
                    <a:pt x="235" y="210"/>
                    <a:pt x="226" y="213"/>
                    <a:pt x="226" y="204"/>
                  </a:cubicBezTo>
                  <a:cubicBezTo>
                    <a:pt x="227" y="194"/>
                    <a:pt x="228" y="193"/>
                    <a:pt x="236" y="190"/>
                  </a:cubicBezTo>
                  <a:cubicBezTo>
                    <a:pt x="244" y="186"/>
                    <a:pt x="244" y="177"/>
                    <a:pt x="248" y="182"/>
                  </a:cubicBezTo>
                  <a:cubicBezTo>
                    <a:pt x="253" y="186"/>
                    <a:pt x="254" y="192"/>
                    <a:pt x="264" y="192"/>
                  </a:cubicBezTo>
                  <a:cubicBezTo>
                    <a:pt x="273" y="192"/>
                    <a:pt x="268" y="172"/>
                    <a:pt x="276" y="172"/>
                  </a:cubicBezTo>
                  <a:cubicBezTo>
                    <a:pt x="284" y="172"/>
                    <a:pt x="286" y="164"/>
                    <a:pt x="295" y="164"/>
                  </a:cubicBezTo>
                  <a:cubicBezTo>
                    <a:pt x="304" y="163"/>
                    <a:pt x="305" y="164"/>
                    <a:pt x="310" y="155"/>
                  </a:cubicBezTo>
                  <a:cubicBezTo>
                    <a:pt x="314" y="146"/>
                    <a:pt x="322" y="139"/>
                    <a:pt x="331" y="131"/>
                  </a:cubicBezTo>
                  <a:cubicBezTo>
                    <a:pt x="340" y="123"/>
                    <a:pt x="344" y="117"/>
                    <a:pt x="346" y="104"/>
                  </a:cubicBezTo>
                  <a:cubicBezTo>
                    <a:pt x="347" y="90"/>
                    <a:pt x="345" y="64"/>
                    <a:pt x="340" y="62"/>
                  </a:cubicBezTo>
                  <a:cubicBezTo>
                    <a:pt x="336" y="61"/>
                    <a:pt x="338" y="44"/>
                    <a:pt x="330" y="41"/>
                  </a:cubicBezTo>
                  <a:cubicBezTo>
                    <a:pt x="322" y="38"/>
                    <a:pt x="324" y="32"/>
                    <a:pt x="326" y="20"/>
                  </a:cubicBezTo>
                  <a:cubicBezTo>
                    <a:pt x="328" y="12"/>
                    <a:pt x="330" y="6"/>
                    <a:pt x="330" y="0"/>
                  </a:cubicBezTo>
                  <a:cubicBezTo>
                    <a:pt x="329" y="0"/>
                    <a:pt x="329" y="0"/>
                    <a:pt x="328" y="0"/>
                  </a:cubicBezTo>
                  <a:cubicBezTo>
                    <a:pt x="318" y="2"/>
                    <a:pt x="314" y="5"/>
                    <a:pt x="312" y="11"/>
                  </a:cubicBezTo>
                  <a:cubicBezTo>
                    <a:pt x="310" y="17"/>
                    <a:pt x="302" y="24"/>
                    <a:pt x="296" y="20"/>
                  </a:cubicBezTo>
                  <a:cubicBezTo>
                    <a:pt x="289" y="16"/>
                    <a:pt x="284" y="13"/>
                    <a:pt x="278" y="7"/>
                  </a:cubicBezTo>
                  <a:cubicBezTo>
                    <a:pt x="272" y="1"/>
                    <a:pt x="264" y="0"/>
                    <a:pt x="261" y="5"/>
                  </a:cubicBezTo>
                  <a:cubicBezTo>
                    <a:pt x="258" y="10"/>
                    <a:pt x="245" y="18"/>
                    <a:pt x="247" y="26"/>
                  </a:cubicBezTo>
                  <a:cubicBezTo>
                    <a:pt x="249" y="33"/>
                    <a:pt x="254" y="39"/>
                    <a:pt x="250" y="43"/>
                  </a:cubicBezTo>
                  <a:cubicBezTo>
                    <a:pt x="246" y="47"/>
                    <a:pt x="242" y="57"/>
                    <a:pt x="230" y="42"/>
                  </a:cubicBezTo>
                  <a:cubicBezTo>
                    <a:pt x="217" y="28"/>
                    <a:pt x="214" y="33"/>
                    <a:pt x="209" y="33"/>
                  </a:cubicBezTo>
                  <a:cubicBezTo>
                    <a:pt x="205" y="33"/>
                    <a:pt x="198" y="31"/>
                    <a:pt x="193" y="22"/>
                  </a:cubicBezTo>
                  <a:cubicBezTo>
                    <a:pt x="191" y="23"/>
                    <a:pt x="189" y="23"/>
                    <a:pt x="186" y="23"/>
                  </a:cubicBezTo>
                  <a:cubicBezTo>
                    <a:pt x="186" y="23"/>
                    <a:pt x="186" y="23"/>
                    <a:pt x="186" y="23"/>
                  </a:cubicBezTo>
                  <a:cubicBezTo>
                    <a:pt x="185" y="23"/>
                    <a:pt x="185" y="23"/>
                    <a:pt x="184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3" y="22"/>
                    <a:pt x="182" y="22"/>
                    <a:pt x="181" y="22"/>
                  </a:cubicBezTo>
                  <a:cubicBezTo>
                    <a:pt x="181" y="22"/>
                    <a:pt x="181" y="22"/>
                    <a:pt x="181" y="22"/>
                  </a:cubicBezTo>
                  <a:cubicBezTo>
                    <a:pt x="180" y="21"/>
                    <a:pt x="179" y="21"/>
                    <a:pt x="178" y="21"/>
                  </a:cubicBezTo>
                  <a:cubicBezTo>
                    <a:pt x="178" y="21"/>
                    <a:pt x="178" y="21"/>
                    <a:pt x="178" y="21"/>
                  </a:cubicBezTo>
                  <a:cubicBezTo>
                    <a:pt x="177" y="20"/>
                    <a:pt x="177" y="20"/>
                    <a:pt x="176" y="20"/>
                  </a:cubicBezTo>
                  <a:cubicBezTo>
                    <a:pt x="176" y="19"/>
                    <a:pt x="176" y="19"/>
                    <a:pt x="176" y="19"/>
                  </a:cubicBezTo>
                  <a:cubicBezTo>
                    <a:pt x="175" y="19"/>
                    <a:pt x="174" y="18"/>
                    <a:pt x="174" y="18"/>
                  </a:cubicBezTo>
                  <a:cubicBezTo>
                    <a:pt x="167" y="11"/>
                    <a:pt x="158" y="6"/>
                    <a:pt x="156" y="11"/>
                  </a:cubicBezTo>
                  <a:cubicBezTo>
                    <a:pt x="153" y="16"/>
                    <a:pt x="139" y="20"/>
                    <a:pt x="136" y="18"/>
                  </a:cubicBezTo>
                  <a:cubicBezTo>
                    <a:pt x="134" y="16"/>
                    <a:pt x="116" y="14"/>
                    <a:pt x="108" y="17"/>
                  </a:cubicBezTo>
                  <a:cubicBezTo>
                    <a:pt x="100" y="20"/>
                    <a:pt x="93" y="4"/>
                    <a:pt x="88" y="12"/>
                  </a:cubicBezTo>
                  <a:cubicBezTo>
                    <a:pt x="82" y="19"/>
                    <a:pt x="69" y="18"/>
                    <a:pt x="63" y="18"/>
                  </a:cubicBezTo>
                  <a:cubicBezTo>
                    <a:pt x="57" y="18"/>
                    <a:pt x="50" y="20"/>
                    <a:pt x="46" y="30"/>
                  </a:cubicBezTo>
                  <a:cubicBezTo>
                    <a:pt x="43" y="39"/>
                    <a:pt x="22" y="68"/>
                    <a:pt x="14" y="72"/>
                  </a:cubicBezTo>
                  <a:cubicBezTo>
                    <a:pt x="6" y="77"/>
                    <a:pt x="0" y="84"/>
                    <a:pt x="10" y="98"/>
                  </a:cubicBezTo>
                  <a:cubicBezTo>
                    <a:pt x="21" y="111"/>
                    <a:pt x="16" y="117"/>
                    <a:pt x="22" y="128"/>
                  </a:cubicBezTo>
                  <a:cubicBezTo>
                    <a:pt x="28" y="138"/>
                    <a:pt x="34" y="146"/>
                    <a:pt x="36" y="154"/>
                  </a:cubicBezTo>
                  <a:cubicBezTo>
                    <a:pt x="37" y="159"/>
                    <a:pt x="39" y="171"/>
                    <a:pt x="39" y="182"/>
                  </a:cubicBezTo>
                  <a:cubicBezTo>
                    <a:pt x="47" y="191"/>
                    <a:pt x="54" y="200"/>
                    <a:pt x="57" y="205"/>
                  </a:cubicBezTo>
                  <a:cubicBezTo>
                    <a:pt x="66" y="219"/>
                    <a:pt x="50" y="224"/>
                    <a:pt x="50" y="234"/>
                  </a:cubicBezTo>
                  <a:cubicBezTo>
                    <a:pt x="50" y="244"/>
                    <a:pt x="66" y="245"/>
                    <a:pt x="70" y="238"/>
                  </a:cubicBezTo>
                  <a:cubicBezTo>
                    <a:pt x="74" y="231"/>
                    <a:pt x="83" y="218"/>
                    <a:pt x="91" y="226"/>
                  </a:cubicBezTo>
                  <a:cubicBezTo>
                    <a:pt x="100" y="235"/>
                    <a:pt x="90" y="241"/>
                    <a:pt x="86" y="255"/>
                  </a:cubicBezTo>
                  <a:cubicBezTo>
                    <a:pt x="81" y="269"/>
                    <a:pt x="97" y="259"/>
                    <a:pt x="104" y="261"/>
                  </a:cubicBezTo>
                  <a:cubicBezTo>
                    <a:pt x="112" y="262"/>
                    <a:pt x="113" y="269"/>
                    <a:pt x="113" y="285"/>
                  </a:cubicBezTo>
                  <a:cubicBezTo>
                    <a:pt x="113" y="301"/>
                    <a:pt x="124" y="278"/>
                    <a:pt x="126" y="268"/>
                  </a:cubicBezTo>
                  <a:cubicBezTo>
                    <a:pt x="127" y="262"/>
                    <a:pt x="132" y="266"/>
                    <a:pt x="138" y="271"/>
                  </a:cubicBezTo>
                  <a:cubicBezTo>
                    <a:pt x="140" y="268"/>
                    <a:pt x="145" y="265"/>
                    <a:pt x="154" y="26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3223" y="1946"/>
              <a:ext cx="303" cy="645"/>
            </a:xfrm>
            <a:custGeom>
              <a:avLst/>
              <a:gdLst>
                <a:gd name="T0" fmla="*/ 296 w 464"/>
                <a:gd name="T1" fmla="*/ 971 h 986"/>
                <a:gd name="T2" fmla="*/ 264 w 464"/>
                <a:gd name="T3" fmla="*/ 961 h 986"/>
                <a:gd name="T4" fmla="*/ 88 w 464"/>
                <a:gd name="T5" fmla="*/ 915 h 986"/>
                <a:gd name="T6" fmla="*/ 98 w 464"/>
                <a:gd name="T7" fmla="*/ 915 h 986"/>
                <a:gd name="T8" fmla="*/ 149 w 464"/>
                <a:gd name="T9" fmla="*/ 889 h 986"/>
                <a:gd name="T10" fmla="*/ 154 w 464"/>
                <a:gd name="T11" fmla="*/ 897 h 986"/>
                <a:gd name="T12" fmla="*/ 285 w 464"/>
                <a:gd name="T13" fmla="*/ 87 h 986"/>
                <a:gd name="T14" fmla="*/ 284 w 464"/>
                <a:gd name="T15" fmla="*/ 33 h 986"/>
                <a:gd name="T16" fmla="*/ 210 w 464"/>
                <a:gd name="T17" fmla="*/ 12 h 986"/>
                <a:gd name="T18" fmla="*/ 169 w 464"/>
                <a:gd name="T19" fmla="*/ 32 h 986"/>
                <a:gd name="T20" fmla="*/ 109 w 464"/>
                <a:gd name="T21" fmla="*/ 53 h 986"/>
                <a:gd name="T22" fmla="*/ 75 w 464"/>
                <a:gd name="T23" fmla="*/ 45 h 986"/>
                <a:gd name="T24" fmla="*/ 41 w 464"/>
                <a:gd name="T25" fmla="*/ 56 h 986"/>
                <a:gd name="T26" fmla="*/ 4 w 464"/>
                <a:gd name="T27" fmla="*/ 60 h 986"/>
                <a:gd name="T28" fmla="*/ 0 w 464"/>
                <a:gd name="T29" fmla="*/ 62 h 986"/>
                <a:gd name="T30" fmla="*/ 39 w 464"/>
                <a:gd name="T31" fmla="*/ 111 h 986"/>
                <a:gd name="T32" fmla="*/ 54 w 464"/>
                <a:gd name="T33" fmla="*/ 156 h 986"/>
                <a:gd name="T34" fmla="*/ 116 w 464"/>
                <a:gd name="T35" fmla="*/ 168 h 986"/>
                <a:gd name="T36" fmla="*/ 151 w 464"/>
                <a:gd name="T37" fmla="*/ 202 h 986"/>
                <a:gd name="T38" fmla="*/ 165 w 464"/>
                <a:gd name="T39" fmla="*/ 238 h 986"/>
                <a:gd name="T40" fmla="*/ 116 w 464"/>
                <a:gd name="T41" fmla="*/ 278 h 986"/>
                <a:gd name="T42" fmla="*/ 192 w 464"/>
                <a:gd name="T43" fmla="*/ 320 h 986"/>
                <a:gd name="T44" fmla="*/ 233 w 464"/>
                <a:gd name="T45" fmla="*/ 386 h 986"/>
                <a:gd name="T46" fmla="*/ 295 w 464"/>
                <a:gd name="T47" fmla="*/ 458 h 986"/>
                <a:gd name="T48" fmla="*/ 335 w 464"/>
                <a:gd name="T49" fmla="*/ 498 h 986"/>
                <a:gd name="T50" fmla="*/ 345 w 464"/>
                <a:gd name="T51" fmla="*/ 535 h 986"/>
                <a:gd name="T52" fmla="*/ 340 w 464"/>
                <a:gd name="T53" fmla="*/ 566 h 986"/>
                <a:gd name="T54" fmla="*/ 340 w 464"/>
                <a:gd name="T55" fmla="*/ 568 h 986"/>
                <a:gd name="T56" fmla="*/ 340 w 464"/>
                <a:gd name="T57" fmla="*/ 569 h 986"/>
                <a:gd name="T58" fmla="*/ 333 w 464"/>
                <a:gd name="T59" fmla="*/ 623 h 986"/>
                <a:gd name="T60" fmla="*/ 334 w 464"/>
                <a:gd name="T61" fmla="*/ 713 h 986"/>
                <a:gd name="T62" fmla="*/ 279 w 464"/>
                <a:gd name="T63" fmla="*/ 754 h 986"/>
                <a:gd name="T64" fmla="*/ 239 w 464"/>
                <a:gd name="T65" fmla="*/ 772 h 986"/>
                <a:gd name="T66" fmla="*/ 258 w 464"/>
                <a:gd name="T67" fmla="*/ 815 h 986"/>
                <a:gd name="T68" fmla="*/ 200 w 464"/>
                <a:gd name="T69" fmla="*/ 820 h 986"/>
                <a:gd name="T70" fmla="*/ 141 w 464"/>
                <a:gd name="T71" fmla="*/ 853 h 986"/>
                <a:gd name="T72" fmla="*/ 185 w 464"/>
                <a:gd name="T73" fmla="*/ 887 h 986"/>
                <a:gd name="T74" fmla="*/ 228 w 464"/>
                <a:gd name="T75" fmla="*/ 936 h 986"/>
                <a:gd name="T76" fmla="*/ 282 w 464"/>
                <a:gd name="T77" fmla="*/ 877 h 986"/>
                <a:gd name="T78" fmla="*/ 321 w 464"/>
                <a:gd name="T79" fmla="*/ 849 h 986"/>
                <a:gd name="T80" fmla="*/ 437 w 464"/>
                <a:gd name="T81" fmla="*/ 786 h 986"/>
                <a:gd name="T82" fmla="*/ 464 w 464"/>
                <a:gd name="T83" fmla="*/ 694 h 986"/>
                <a:gd name="T84" fmla="*/ 433 w 464"/>
                <a:gd name="T85" fmla="*/ 548 h 986"/>
                <a:gd name="T86" fmla="*/ 360 w 464"/>
                <a:gd name="T87" fmla="*/ 460 h 986"/>
                <a:gd name="T88" fmla="*/ 269 w 464"/>
                <a:gd name="T89" fmla="*/ 358 h 986"/>
                <a:gd name="T90" fmla="*/ 229 w 464"/>
                <a:gd name="T91" fmla="*/ 282 h 986"/>
                <a:gd name="T92" fmla="*/ 281 w 464"/>
                <a:gd name="T93" fmla="*/ 201 h 986"/>
                <a:gd name="T94" fmla="*/ 352 w 464"/>
                <a:gd name="T95" fmla="*/ 136 h 986"/>
                <a:gd name="T96" fmla="*/ 333 w 464"/>
                <a:gd name="T97" fmla="*/ 121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64" h="986">
                  <a:moveTo>
                    <a:pt x="285" y="970"/>
                  </a:moveTo>
                  <a:cubicBezTo>
                    <a:pt x="285" y="953"/>
                    <a:pt x="298" y="955"/>
                    <a:pt x="298" y="955"/>
                  </a:cubicBezTo>
                  <a:cubicBezTo>
                    <a:pt x="296" y="971"/>
                    <a:pt x="296" y="971"/>
                    <a:pt x="296" y="971"/>
                  </a:cubicBezTo>
                  <a:cubicBezTo>
                    <a:pt x="296" y="971"/>
                    <a:pt x="285" y="986"/>
                    <a:pt x="285" y="970"/>
                  </a:cubicBezTo>
                  <a:close/>
                  <a:moveTo>
                    <a:pt x="256" y="978"/>
                  </a:moveTo>
                  <a:cubicBezTo>
                    <a:pt x="264" y="961"/>
                    <a:pt x="264" y="961"/>
                    <a:pt x="264" y="961"/>
                  </a:cubicBezTo>
                  <a:cubicBezTo>
                    <a:pt x="264" y="961"/>
                    <a:pt x="247" y="958"/>
                    <a:pt x="248" y="968"/>
                  </a:cubicBezTo>
                  <a:cubicBezTo>
                    <a:pt x="250" y="978"/>
                    <a:pt x="256" y="978"/>
                    <a:pt x="256" y="978"/>
                  </a:cubicBezTo>
                  <a:close/>
                  <a:moveTo>
                    <a:pt x="88" y="915"/>
                  </a:moveTo>
                  <a:cubicBezTo>
                    <a:pt x="82" y="924"/>
                    <a:pt x="82" y="924"/>
                    <a:pt x="82" y="924"/>
                  </a:cubicBezTo>
                  <a:cubicBezTo>
                    <a:pt x="82" y="924"/>
                    <a:pt x="93" y="940"/>
                    <a:pt x="102" y="930"/>
                  </a:cubicBezTo>
                  <a:cubicBezTo>
                    <a:pt x="112" y="920"/>
                    <a:pt x="98" y="915"/>
                    <a:pt x="98" y="915"/>
                  </a:cubicBezTo>
                  <a:lnTo>
                    <a:pt x="88" y="915"/>
                  </a:lnTo>
                  <a:close/>
                  <a:moveTo>
                    <a:pt x="154" y="897"/>
                  </a:moveTo>
                  <a:cubicBezTo>
                    <a:pt x="149" y="889"/>
                    <a:pt x="149" y="889"/>
                    <a:pt x="149" y="889"/>
                  </a:cubicBezTo>
                  <a:cubicBezTo>
                    <a:pt x="136" y="896"/>
                    <a:pt x="136" y="896"/>
                    <a:pt x="136" y="896"/>
                  </a:cubicBezTo>
                  <a:cubicBezTo>
                    <a:pt x="136" y="896"/>
                    <a:pt x="134" y="910"/>
                    <a:pt x="144" y="910"/>
                  </a:cubicBezTo>
                  <a:cubicBezTo>
                    <a:pt x="154" y="910"/>
                    <a:pt x="154" y="897"/>
                    <a:pt x="154" y="897"/>
                  </a:cubicBezTo>
                  <a:close/>
                  <a:moveTo>
                    <a:pt x="333" y="121"/>
                  </a:moveTo>
                  <a:cubicBezTo>
                    <a:pt x="322" y="121"/>
                    <a:pt x="311" y="114"/>
                    <a:pt x="308" y="111"/>
                  </a:cubicBezTo>
                  <a:cubicBezTo>
                    <a:pt x="304" y="107"/>
                    <a:pt x="289" y="91"/>
                    <a:pt x="285" y="87"/>
                  </a:cubicBezTo>
                  <a:cubicBezTo>
                    <a:pt x="280" y="83"/>
                    <a:pt x="280" y="71"/>
                    <a:pt x="280" y="64"/>
                  </a:cubicBezTo>
                  <a:cubicBezTo>
                    <a:pt x="280" y="58"/>
                    <a:pt x="283" y="56"/>
                    <a:pt x="288" y="53"/>
                  </a:cubicBezTo>
                  <a:cubicBezTo>
                    <a:pt x="293" y="50"/>
                    <a:pt x="289" y="39"/>
                    <a:pt x="284" y="33"/>
                  </a:cubicBezTo>
                  <a:cubicBezTo>
                    <a:pt x="279" y="27"/>
                    <a:pt x="259" y="31"/>
                    <a:pt x="249" y="31"/>
                  </a:cubicBezTo>
                  <a:cubicBezTo>
                    <a:pt x="238" y="30"/>
                    <a:pt x="234" y="27"/>
                    <a:pt x="226" y="25"/>
                  </a:cubicBezTo>
                  <a:cubicBezTo>
                    <a:pt x="219" y="23"/>
                    <a:pt x="213" y="19"/>
                    <a:pt x="210" y="12"/>
                  </a:cubicBezTo>
                  <a:cubicBezTo>
                    <a:pt x="206" y="5"/>
                    <a:pt x="201" y="0"/>
                    <a:pt x="194" y="0"/>
                  </a:cubicBezTo>
                  <a:cubicBezTo>
                    <a:pt x="187" y="0"/>
                    <a:pt x="186" y="9"/>
                    <a:pt x="178" y="10"/>
                  </a:cubicBezTo>
                  <a:cubicBezTo>
                    <a:pt x="171" y="11"/>
                    <a:pt x="176" y="17"/>
                    <a:pt x="169" y="32"/>
                  </a:cubicBezTo>
                  <a:cubicBezTo>
                    <a:pt x="163" y="48"/>
                    <a:pt x="151" y="38"/>
                    <a:pt x="142" y="38"/>
                  </a:cubicBezTo>
                  <a:cubicBezTo>
                    <a:pt x="132" y="38"/>
                    <a:pt x="132" y="41"/>
                    <a:pt x="123" y="42"/>
                  </a:cubicBezTo>
                  <a:cubicBezTo>
                    <a:pt x="115" y="44"/>
                    <a:pt x="114" y="52"/>
                    <a:pt x="109" y="53"/>
                  </a:cubicBezTo>
                  <a:cubicBezTo>
                    <a:pt x="103" y="53"/>
                    <a:pt x="101" y="49"/>
                    <a:pt x="99" y="46"/>
                  </a:cubicBezTo>
                  <a:cubicBezTo>
                    <a:pt x="97" y="42"/>
                    <a:pt x="92" y="43"/>
                    <a:pt x="89" y="47"/>
                  </a:cubicBezTo>
                  <a:cubicBezTo>
                    <a:pt x="87" y="52"/>
                    <a:pt x="79" y="47"/>
                    <a:pt x="75" y="45"/>
                  </a:cubicBezTo>
                  <a:cubicBezTo>
                    <a:pt x="71" y="42"/>
                    <a:pt x="66" y="51"/>
                    <a:pt x="63" y="54"/>
                  </a:cubicBezTo>
                  <a:cubicBezTo>
                    <a:pt x="61" y="57"/>
                    <a:pt x="58" y="63"/>
                    <a:pt x="53" y="63"/>
                  </a:cubicBezTo>
                  <a:cubicBezTo>
                    <a:pt x="47" y="63"/>
                    <a:pt x="43" y="62"/>
                    <a:pt x="41" y="56"/>
                  </a:cubicBezTo>
                  <a:cubicBezTo>
                    <a:pt x="40" y="50"/>
                    <a:pt x="30" y="47"/>
                    <a:pt x="25" y="45"/>
                  </a:cubicBezTo>
                  <a:cubicBezTo>
                    <a:pt x="20" y="43"/>
                    <a:pt x="10" y="53"/>
                    <a:pt x="5" y="58"/>
                  </a:cubicBezTo>
                  <a:cubicBezTo>
                    <a:pt x="5" y="59"/>
                    <a:pt x="4" y="59"/>
                    <a:pt x="4" y="60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3" y="60"/>
                    <a:pt x="3" y="61"/>
                    <a:pt x="2" y="61"/>
                  </a:cubicBezTo>
                  <a:cubicBezTo>
                    <a:pt x="2" y="61"/>
                    <a:pt x="1" y="62"/>
                    <a:pt x="0" y="62"/>
                  </a:cubicBezTo>
                  <a:cubicBezTo>
                    <a:pt x="0" y="70"/>
                    <a:pt x="1" y="81"/>
                    <a:pt x="8" y="83"/>
                  </a:cubicBezTo>
                  <a:cubicBezTo>
                    <a:pt x="18" y="86"/>
                    <a:pt x="27" y="94"/>
                    <a:pt x="29" y="102"/>
                  </a:cubicBezTo>
                  <a:cubicBezTo>
                    <a:pt x="32" y="111"/>
                    <a:pt x="31" y="110"/>
                    <a:pt x="39" y="111"/>
                  </a:cubicBezTo>
                  <a:cubicBezTo>
                    <a:pt x="48" y="112"/>
                    <a:pt x="53" y="116"/>
                    <a:pt x="53" y="121"/>
                  </a:cubicBezTo>
                  <a:cubicBezTo>
                    <a:pt x="53" y="126"/>
                    <a:pt x="49" y="138"/>
                    <a:pt x="43" y="140"/>
                  </a:cubicBezTo>
                  <a:cubicBezTo>
                    <a:pt x="37" y="141"/>
                    <a:pt x="45" y="148"/>
                    <a:pt x="54" y="156"/>
                  </a:cubicBezTo>
                  <a:cubicBezTo>
                    <a:pt x="63" y="164"/>
                    <a:pt x="61" y="176"/>
                    <a:pt x="72" y="177"/>
                  </a:cubicBezTo>
                  <a:cubicBezTo>
                    <a:pt x="83" y="178"/>
                    <a:pt x="99" y="185"/>
                    <a:pt x="101" y="178"/>
                  </a:cubicBezTo>
                  <a:cubicBezTo>
                    <a:pt x="103" y="172"/>
                    <a:pt x="108" y="170"/>
                    <a:pt x="116" y="168"/>
                  </a:cubicBezTo>
                  <a:cubicBezTo>
                    <a:pt x="124" y="165"/>
                    <a:pt x="135" y="165"/>
                    <a:pt x="139" y="171"/>
                  </a:cubicBezTo>
                  <a:cubicBezTo>
                    <a:pt x="143" y="177"/>
                    <a:pt x="150" y="184"/>
                    <a:pt x="149" y="190"/>
                  </a:cubicBezTo>
                  <a:cubicBezTo>
                    <a:pt x="147" y="196"/>
                    <a:pt x="143" y="199"/>
                    <a:pt x="151" y="202"/>
                  </a:cubicBezTo>
                  <a:cubicBezTo>
                    <a:pt x="158" y="206"/>
                    <a:pt x="158" y="214"/>
                    <a:pt x="168" y="213"/>
                  </a:cubicBezTo>
                  <a:cubicBezTo>
                    <a:pt x="178" y="212"/>
                    <a:pt x="180" y="221"/>
                    <a:pt x="178" y="226"/>
                  </a:cubicBezTo>
                  <a:cubicBezTo>
                    <a:pt x="176" y="232"/>
                    <a:pt x="165" y="231"/>
                    <a:pt x="165" y="238"/>
                  </a:cubicBezTo>
                  <a:cubicBezTo>
                    <a:pt x="165" y="246"/>
                    <a:pt x="158" y="254"/>
                    <a:pt x="151" y="254"/>
                  </a:cubicBezTo>
                  <a:cubicBezTo>
                    <a:pt x="145" y="254"/>
                    <a:pt x="119" y="250"/>
                    <a:pt x="119" y="256"/>
                  </a:cubicBezTo>
                  <a:cubicBezTo>
                    <a:pt x="118" y="262"/>
                    <a:pt x="97" y="270"/>
                    <a:pt x="116" y="278"/>
                  </a:cubicBezTo>
                  <a:cubicBezTo>
                    <a:pt x="135" y="285"/>
                    <a:pt x="135" y="292"/>
                    <a:pt x="147" y="298"/>
                  </a:cubicBezTo>
                  <a:cubicBezTo>
                    <a:pt x="158" y="305"/>
                    <a:pt x="163" y="312"/>
                    <a:pt x="172" y="312"/>
                  </a:cubicBezTo>
                  <a:cubicBezTo>
                    <a:pt x="181" y="313"/>
                    <a:pt x="192" y="312"/>
                    <a:pt x="192" y="320"/>
                  </a:cubicBezTo>
                  <a:cubicBezTo>
                    <a:pt x="192" y="327"/>
                    <a:pt x="187" y="340"/>
                    <a:pt x="199" y="346"/>
                  </a:cubicBezTo>
                  <a:cubicBezTo>
                    <a:pt x="211" y="353"/>
                    <a:pt x="218" y="354"/>
                    <a:pt x="218" y="364"/>
                  </a:cubicBezTo>
                  <a:cubicBezTo>
                    <a:pt x="218" y="374"/>
                    <a:pt x="223" y="380"/>
                    <a:pt x="233" y="386"/>
                  </a:cubicBezTo>
                  <a:cubicBezTo>
                    <a:pt x="242" y="392"/>
                    <a:pt x="261" y="410"/>
                    <a:pt x="268" y="416"/>
                  </a:cubicBezTo>
                  <a:cubicBezTo>
                    <a:pt x="275" y="422"/>
                    <a:pt x="277" y="428"/>
                    <a:pt x="280" y="439"/>
                  </a:cubicBezTo>
                  <a:cubicBezTo>
                    <a:pt x="283" y="450"/>
                    <a:pt x="283" y="456"/>
                    <a:pt x="295" y="458"/>
                  </a:cubicBezTo>
                  <a:cubicBezTo>
                    <a:pt x="306" y="461"/>
                    <a:pt x="303" y="468"/>
                    <a:pt x="313" y="472"/>
                  </a:cubicBezTo>
                  <a:cubicBezTo>
                    <a:pt x="323" y="476"/>
                    <a:pt x="323" y="482"/>
                    <a:pt x="327" y="484"/>
                  </a:cubicBezTo>
                  <a:cubicBezTo>
                    <a:pt x="331" y="486"/>
                    <a:pt x="341" y="495"/>
                    <a:pt x="335" y="498"/>
                  </a:cubicBezTo>
                  <a:cubicBezTo>
                    <a:pt x="330" y="500"/>
                    <a:pt x="319" y="500"/>
                    <a:pt x="319" y="505"/>
                  </a:cubicBezTo>
                  <a:cubicBezTo>
                    <a:pt x="319" y="510"/>
                    <a:pt x="315" y="517"/>
                    <a:pt x="324" y="520"/>
                  </a:cubicBezTo>
                  <a:cubicBezTo>
                    <a:pt x="333" y="524"/>
                    <a:pt x="339" y="528"/>
                    <a:pt x="345" y="535"/>
                  </a:cubicBezTo>
                  <a:cubicBezTo>
                    <a:pt x="351" y="542"/>
                    <a:pt x="356" y="550"/>
                    <a:pt x="346" y="554"/>
                  </a:cubicBezTo>
                  <a:cubicBezTo>
                    <a:pt x="336" y="557"/>
                    <a:pt x="338" y="562"/>
                    <a:pt x="339" y="566"/>
                  </a:cubicBezTo>
                  <a:cubicBezTo>
                    <a:pt x="339" y="566"/>
                    <a:pt x="339" y="566"/>
                    <a:pt x="340" y="566"/>
                  </a:cubicBezTo>
                  <a:cubicBezTo>
                    <a:pt x="340" y="567"/>
                    <a:pt x="340" y="567"/>
                    <a:pt x="340" y="567"/>
                  </a:cubicBezTo>
                  <a:cubicBezTo>
                    <a:pt x="340" y="567"/>
                    <a:pt x="340" y="567"/>
                    <a:pt x="340" y="567"/>
                  </a:cubicBezTo>
                  <a:cubicBezTo>
                    <a:pt x="340" y="567"/>
                    <a:pt x="340" y="568"/>
                    <a:pt x="340" y="568"/>
                  </a:cubicBezTo>
                  <a:cubicBezTo>
                    <a:pt x="340" y="568"/>
                    <a:pt x="340" y="568"/>
                    <a:pt x="340" y="568"/>
                  </a:cubicBezTo>
                  <a:cubicBezTo>
                    <a:pt x="340" y="568"/>
                    <a:pt x="340" y="569"/>
                    <a:pt x="340" y="569"/>
                  </a:cubicBezTo>
                  <a:cubicBezTo>
                    <a:pt x="340" y="569"/>
                    <a:pt x="340" y="569"/>
                    <a:pt x="340" y="569"/>
                  </a:cubicBezTo>
                  <a:cubicBezTo>
                    <a:pt x="341" y="574"/>
                    <a:pt x="340" y="580"/>
                    <a:pt x="333" y="582"/>
                  </a:cubicBezTo>
                  <a:cubicBezTo>
                    <a:pt x="333" y="588"/>
                    <a:pt x="331" y="594"/>
                    <a:pt x="329" y="602"/>
                  </a:cubicBezTo>
                  <a:cubicBezTo>
                    <a:pt x="327" y="614"/>
                    <a:pt x="325" y="620"/>
                    <a:pt x="333" y="623"/>
                  </a:cubicBezTo>
                  <a:cubicBezTo>
                    <a:pt x="341" y="626"/>
                    <a:pt x="339" y="643"/>
                    <a:pt x="343" y="644"/>
                  </a:cubicBezTo>
                  <a:cubicBezTo>
                    <a:pt x="348" y="646"/>
                    <a:pt x="350" y="672"/>
                    <a:pt x="349" y="686"/>
                  </a:cubicBezTo>
                  <a:cubicBezTo>
                    <a:pt x="347" y="699"/>
                    <a:pt x="343" y="705"/>
                    <a:pt x="334" y="713"/>
                  </a:cubicBezTo>
                  <a:cubicBezTo>
                    <a:pt x="325" y="721"/>
                    <a:pt x="317" y="728"/>
                    <a:pt x="313" y="737"/>
                  </a:cubicBezTo>
                  <a:cubicBezTo>
                    <a:pt x="308" y="746"/>
                    <a:pt x="307" y="745"/>
                    <a:pt x="298" y="746"/>
                  </a:cubicBezTo>
                  <a:cubicBezTo>
                    <a:pt x="289" y="746"/>
                    <a:pt x="287" y="754"/>
                    <a:pt x="279" y="754"/>
                  </a:cubicBezTo>
                  <a:cubicBezTo>
                    <a:pt x="271" y="754"/>
                    <a:pt x="276" y="774"/>
                    <a:pt x="267" y="774"/>
                  </a:cubicBezTo>
                  <a:cubicBezTo>
                    <a:pt x="257" y="774"/>
                    <a:pt x="256" y="768"/>
                    <a:pt x="251" y="764"/>
                  </a:cubicBezTo>
                  <a:cubicBezTo>
                    <a:pt x="247" y="759"/>
                    <a:pt x="247" y="768"/>
                    <a:pt x="239" y="772"/>
                  </a:cubicBezTo>
                  <a:cubicBezTo>
                    <a:pt x="231" y="775"/>
                    <a:pt x="230" y="776"/>
                    <a:pt x="229" y="786"/>
                  </a:cubicBezTo>
                  <a:cubicBezTo>
                    <a:pt x="229" y="795"/>
                    <a:pt x="238" y="792"/>
                    <a:pt x="239" y="803"/>
                  </a:cubicBezTo>
                  <a:cubicBezTo>
                    <a:pt x="239" y="814"/>
                    <a:pt x="251" y="810"/>
                    <a:pt x="258" y="815"/>
                  </a:cubicBezTo>
                  <a:cubicBezTo>
                    <a:pt x="265" y="820"/>
                    <a:pt x="258" y="826"/>
                    <a:pt x="252" y="832"/>
                  </a:cubicBezTo>
                  <a:cubicBezTo>
                    <a:pt x="246" y="838"/>
                    <a:pt x="239" y="831"/>
                    <a:pt x="235" y="823"/>
                  </a:cubicBezTo>
                  <a:cubicBezTo>
                    <a:pt x="230" y="815"/>
                    <a:pt x="225" y="820"/>
                    <a:pt x="200" y="820"/>
                  </a:cubicBezTo>
                  <a:cubicBezTo>
                    <a:pt x="175" y="820"/>
                    <a:pt x="183" y="830"/>
                    <a:pt x="183" y="838"/>
                  </a:cubicBezTo>
                  <a:cubicBezTo>
                    <a:pt x="183" y="847"/>
                    <a:pt x="179" y="850"/>
                    <a:pt x="157" y="848"/>
                  </a:cubicBezTo>
                  <a:cubicBezTo>
                    <a:pt x="148" y="847"/>
                    <a:pt x="143" y="850"/>
                    <a:pt x="141" y="853"/>
                  </a:cubicBezTo>
                  <a:cubicBezTo>
                    <a:pt x="145" y="855"/>
                    <a:pt x="149" y="858"/>
                    <a:pt x="153" y="859"/>
                  </a:cubicBezTo>
                  <a:cubicBezTo>
                    <a:pt x="165" y="860"/>
                    <a:pt x="175" y="864"/>
                    <a:pt x="180" y="873"/>
                  </a:cubicBezTo>
                  <a:cubicBezTo>
                    <a:pt x="186" y="882"/>
                    <a:pt x="193" y="883"/>
                    <a:pt x="185" y="887"/>
                  </a:cubicBezTo>
                  <a:cubicBezTo>
                    <a:pt x="176" y="892"/>
                    <a:pt x="179" y="940"/>
                    <a:pt x="173" y="962"/>
                  </a:cubicBezTo>
                  <a:cubicBezTo>
                    <a:pt x="168" y="983"/>
                    <a:pt x="193" y="968"/>
                    <a:pt x="200" y="955"/>
                  </a:cubicBezTo>
                  <a:cubicBezTo>
                    <a:pt x="208" y="942"/>
                    <a:pt x="219" y="936"/>
                    <a:pt x="228" y="936"/>
                  </a:cubicBezTo>
                  <a:cubicBezTo>
                    <a:pt x="236" y="936"/>
                    <a:pt x="245" y="926"/>
                    <a:pt x="252" y="910"/>
                  </a:cubicBezTo>
                  <a:cubicBezTo>
                    <a:pt x="259" y="894"/>
                    <a:pt x="264" y="910"/>
                    <a:pt x="276" y="910"/>
                  </a:cubicBezTo>
                  <a:cubicBezTo>
                    <a:pt x="289" y="910"/>
                    <a:pt x="276" y="880"/>
                    <a:pt x="282" y="877"/>
                  </a:cubicBezTo>
                  <a:cubicBezTo>
                    <a:pt x="288" y="874"/>
                    <a:pt x="297" y="872"/>
                    <a:pt x="292" y="867"/>
                  </a:cubicBezTo>
                  <a:cubicBezTo>
                    <a:pt x="288" y="863"/>
                    <a:pt x="289" y="850"/>
                    <a:pt x="289" y="843"/>
                  </a:cubicBezTo>
                  <a:cubicBezTo>
                    <a:pt x="289" y="836"/>
                    <a:pt x="307" y="844"/>
                    <a:pt x="321" y="849"/>
                  </a:cubicBezTo>
                  <a:cubicBezTo>
                    <a:pt x="335" y="853"/>
                    <a:pt x="351" y="846"/>
                    <a:pt x="362" y="840"/>
                  </a:cubicBezTo>
                  <a:cubicBezTo>
                    <a:pt x="374" y="834"/>
                    <a:pt x="380" y="823"/>
                    <a:pt x="401" y="813"/>
                  </a:cubicBezTo>
                  <a:cubicBezTo>
                    <a:pt x="423" y="803"/>
                    <a:pt x="424" y="791"/>
                    <a:pt x="437" y="786"/>
                  </a:cubicBezTo>
                  <a:cubicBezTo>
                    <a:pt x="450" y="780"/>
                    <a:pt x="446" y="751"/>
                    <a:pt x="446" y="737"/>
                  </a:cubicBezTo>
                  <a:cubicBezTo>
                    <a:pt x="446" y="722"/>
                    <a:pt x="448" y="714"/>
                    <a:pt x="454" y="714"/>
                  </a:cubicBezTo>
                  <a:cubicBezTo>
                    <a:pt x="460" y="714"/>
                    <a:pt x="464" y="705"/>
                    <a:pt x="464" y="694"/>
                  </a:cubicBezTo>
                  <a:cubicBezTo>
                    <a:pt x="464" y="682"/>
                    <a:pt x="456" y="681"/>
                    <a:pt x="456" y="675"/>
                  </a:cubicBezTo>
                  <a:cubicBezTo>
                    <a:pt x="456" y="669"/>
                    <a:pt x="458" y="628"/>
                    <a:pt x="458" y="606"/>
                  </a:cubicBezTo>
                  <a:cubicBezTo>
                    <a:pt x="458" y="585"/>
                    <a:pt x="437" y="565"/>
                    <a:pt x="433" y="548"/>
                  </a:cubicBezTo>
                  <a:cubicBezTo>
                    <a:pt x="428" y="530"/>
                    <a:pt x="424" y="528"/>
                    <a:pt x="410" y="516"/>
                  </a:cubicBezTo>
                  <a:cubicBezTo>
                    <a:pt x="395" y="505"/>
                    <a:pt x="393" y="503"/>
                    <a:pt x="391" y="490"/>
                  </a:cubicBezTo>
                  <a:cubicBezTo>
                    <a:pt x="390" y="477"/>
                    <a:pt x="375" y="472"/>
                    <a:pt x="360" y="460"/>
                  </a:cubicBezTo>
                  <a:cubicBezTo>
                    <a:pt x="344" y="449"/>
                    <a:pt x="325" y="443"/>
                    <a:pt x="315" y="421"/>
                  </a:cubicBezTo>
                  <a:cubicBezTo>
                    <a:pt x="305" y="400"/>
                    <a:pt x="294" y="399"/>
                    <a:pt x="276" y="387"/>
                  </a:cubicBezTo>
                  <a:cubicBezTo>
                    <a:pt x="259" y="376"/>
                    <a:pt x="269" y="370"/>
                    <a:pt x="269" y="358"/>
                  </a:cubicBezTo>
                  <a:cubicBezTo>
                    <a:pt x="269" y="347"/>
                    <a:pt x="258" y="341"/>
                    <a:pt x="248" y="335"/>
                  </a:cubicBezTo>
                  <a:cubicBezTo>
                    <a:pt x="238" y="330"/>
                    <a:pt x="232" y="314"/>
                    <a:pt x="226" y="310"/>
                  </a:cubicBezTo>
                  <a:cubicBezTo>
                    <a:pt x="221" y="305"/>
                    <a:pt x="225" y="284"/>
                    <a:pt x="229" y="282"/>
                  </a:cubicBezTo>
                  <a:cubicBezTo>
                    <a:pt x="233" y="281"/>
                    <a:pt x="233" y="262"/>
                    <a:pt x="233" y="251"/>
                  </a:cubicBezTo>
                  <a:cubicBezTo>
                    <a:pt x="233" y="239"/>
                    <a:pt x="242" y="231"/>
                    <a:pt x="255" y="227"/>
                  </a:cubicBezTo>
                  <a:cubicBezTo>
                    <a:pt x="268" y="222"/>
                    <a:pt x="271" y="214"/>
                    <a:pt x="281" y="201"/>
                  </a:cubicBezTo>
                  <a:cubicBezTo>
                    <a:pt x="291" y="188"/>
                    <a:pt x="286" y="181"/>
                    <a:pt x="288" y="166"/>
                  </a:cubicBezTo>
                  <a:cubicBezTo>
                    <a:pt x="289" y="152"/>
                    <a:pt x="314" y="161"/>
                    <a:pt x="331" y="161"/>
                  </a:cubicBezTo>
                  <a:cubicBezTo>
                    <a:pt x="348" y="161"/>
                    <a:pt x="340" y="139"/>
                    <a:pt x="352" y="136"/>
                  </a:cubicBezTo>
                  <a:cubicBezTo>
                    <a:pt x="363" y="134"/>
                    <a:pt x="363" y="131"/>
                    <a:pt x="372" y="124"/>
                  </a:cubicBezTo>
                  <a:cubicBezTo>
                    <a:pt x="367" y="122"/>
                    <a:pt x="363" y="122"/>
                    <a:pt x="359" y="120"/>
                  </a:cubicBezTo>
                  <a:cubicBezTo>
                    <a:pt x="352" y="116"/>
                    <a:pt x="345" y="121"/>
                    <a:pt x="333" y="12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3022" y="2078"/>
              <a:ext cx="349" cy="629"/>
            </a:xfrm>
            <a:custGeom>
              <a:avLst/>
              <a:gdLst>
                <a:gd name="T0" fmla="*/ 308 w 534"/>
                <a:gd name="T1" fmla="*/ 522 h 962"/>
                <a:gd name="T2" fmla="*/ 228 w 534"/>
                <a:gd name="T3" fmla="*/ 450 h 962"/>
                <a:gd name="T4" fmla="*/ 172 w 534"/>
                <a:gd name="T5" fmla="*/ 492 h 962"/>
                <a:gd name="T6" fmla="*/ 155 w 534"/>
                <a:gd name="T7" fmla="*/ 566 h 962"/>
                <a:gd name="T8" fmla="*/ 115 w 534"/>
                <a:gd name="T9" fmla="*/ 684 h 962"/>
                <a:gd name="T10" fmla="*/ 162 w 534"/>
                <a:gd name="T11" fmla="*/ 730 h 962"/>
                <a:gd name="T12" fmla="*/ 188 w 534"/>
                <a:gd name="T13" fmla="*/ 791 h 962"/>
                <a:gd name="T14" fmla="*/ 232 w 534"/>
                <a:gd name="T15" fmla="*/ 879 h 962"/>
                <a:gd name="T16" fmla="*/ 297 w 534"/>
                <a:gd name="T17" fmla="*/ 934 h 962"/>
                <a:gd name="T18" fmla="*/ 263 w 534"/>
                <a:gd name="T19" fmla="*/ 943 h 962"/>
                <a:gd name="T20" fmla="*/ 234 w 534"/>
                <a:gd name="T21" fmla="*/ 949 h 962"/>
                <a:gd name="T22" fmla="*/ 203 w 534"/>
                <a:gd name="T23" fmla="*/ 906 h 962"/>
                <a:gd name="T24" fmla="*/ 174 w 534"/>
                <a:gd name="T25" fmla="*/ 902 h 962"/>
                <a:gd name="T26" fmla="*/ 108 w 534"/>
                <a:gd name="T27" fmla="*/ 810 h 962"/>
                <a:gd name="T28" fmla="*/ 75 w 534"/>
                <a:gd name="T29" fmla="*/ 789 h 962"/>
                <a:gd name="T30" fmla="*/ 55 w 534"/>
                <a:gd name="T31" fmla="*/ 767 h 962"/>
                <a:gd name="T32" fmla="*/ 75 w 534"/>
                <a:gd name="T33" fmla="*/ 676 h 962"/>
                <a:gd name="T34" fmla="*/ 128 w 534"/>
                <a:gd name="T35" fmla="*/ 594 h 962"/>
                <a:gd name="T36" fmla="*/ 128 w 534"/>
                <a:gd name="T37" fmla="*/ 508 h 962"/>
                <a:gd name="T38" fmla="*/ 90 w 534"/>
                <a:gd name="T39" fmla="*/ 410 h 962"/>
                <a:gd name="T40" fmla="*/ 60 w 534"/>
                <a:gd name="T41" fmla="*/ 340 h 962"/>
                <a:gd name="T42" fmla="*/ 96 w 534"/>
                <a:gd name="T43" fmla="*/ 275 h 962"/>
                <a:gd name="T44" fmla="*/ 50 w 534"/>
                <a:gd name="T45" fmla="*/ 203 h 962"/>
                <a:gd name="T46" fmla="*/ 10 w 534"/>
                <a:gd name="T47" fmla="*/ 122 h 962"/>
                <a:gd name="T48" fmla="*/ 71 w 534"/>
                <a:gd name="T49" fmla="*/ 44 h 962"/>
                <a:gd name="T50" fmla="*/ 150 w 534"/>
                <a:gd name="T51" fmla="*/ 3 h 962"/>
                <a:gd name="T52" fmla="*/ 156 w 534"/>
                <a:gd name="T53" fmla="*/ 3 h 962"/>
                <a:gd name="T54" fmla="*/ 171 w 534"/>
                <a:gd name="T55" fmla="*/ 1 h 962"/>
                <a:gd name="T56" fmla="*/ 184 w 534"/>
                <a:gd name="T57" fmla="*/ 6 h 962"/>
                <a:gd name="T58" fmla="*/ 196 w 534"/>
                <a:gd name="T59" fmla="*/ 40 h 962"/>
                <a:gd name="T60" fmla="*/ 223 w 534"/>
                <a:gd name="T61" fmla="*/ 57 h 962"/>
                <a:gd name="T62" fmla="*/ 248 w 534"/>
                <a:gd name="T63" fmla="*/ 71 h 962"/>
                <a:gd name="T64" fmla="*/ 238 w 534"/>
                <a:gd name="T65" fmla="*/ 124 h 962"/>
                <a:gd name="T66" fmla="*/ 232 w 534"/>
                <a:gd name="T67" fmla="*/ 167 h 962"/>
                <a:gd name="T68" fmla="*/ 235 w 534"/>
                <a:gd name="T69" fmla="*/ 196 h 962"/>
                <a:gd name="T70" fmla="*/ 284 w 534"/>
                <a:gd name="T71" fmla="*/ 156 h 962"/>
                <a:gd name="T72" fmla="*/ 346 w 534"/>
                <a:gd name="T73" fmla="*/ 168 h 962"/>
                <a:gd name="T74" fmla="*/ 412 w 534"/>
                <a:gd name="T75" fmla="*/ 137 h 962"/>
                <a:gd name="T76" fmla="*/ 475 w 534"/>
                <a:gd name="T77" fmla="*/ 204 h 962"/>
                <a:gd name="T78" fmla="*/ 478 w 534"/>
                <a:gd name="T79" fmla="*/ 268 h 962"/>
                <a:gd name="T80" fmla="*/ 530 w 534"/>
                <a:gd name="T81" fmla="*/ 326 h 962"/>
                <a:gd name="T82" fmla="*/ 521 w 534"/>
                <a:gd name="T83" fmla="*/ 369 h 962"/>
                <a:gd name="T84" fmla="*/ 505 w 534"/>
                <a:gd name="T85" fmla="*/ 400 h 962"/>
                <a:gd name="T86" fmla="*/ 504 w 534"/>
                <a:gd name="T87" fmla="*/ 402 h 962"/>
                <a:gd name="T88" fmla="*/ 496 w 534"/>
                <a:gd name="T89" fmla="*/ 403 h 962"/>
                <a:gd name="T90" fmla="*/ 493 w 534"/>
                <a:gd name="T91" fmla="*/ 403 h 962"/>
                <a:gd name="T92" fmla="*/ 488 w 534"/>
                <a:gd name="T93" fmla="*/ 401 h 962"/>
                <a:gd name="T94" fmla="*/ 486 w 534"/>
                <a:gd name="T95" fmla="*/ 399 h 962"/>
                <a:gd name="T96" fmla="*/ 446 w 534"/>
                <a:gd name="T97" fmla="*/ 398 h 962"/>
                <a:gd name="T98" fmla="*/ 373 w 534"/>
                <a:gd name="T99" fmla="*/ 398 h 962"/>
                <a:gd name="T100" fmla="*/ 320 w 534"/>
                <a:gd name="T101" fmla="*/ 47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4" h="962">
                  <a:moveTo>
                    <a:pt x="346" y="534"/>
                  </a:moveTo>
                  <a:cubicBezTo>
                    <a:pt x="347" y="539"/>
                    <a:pt x="349" y="551"/>
                    <a:pt x="349" y="562"/>
                  </a:cubicBezTo>
                  <a:cubicBezTo>
                    <a:pt x="335" y="546"/>
                    <a:pt x="318" y="529"/>
                    <a:pt x="308" y="522"/>
                  </a:cubicBezTo>
                  <a:cubicBezTo>
                    <a:pt x="292" y="510"/>
                    <a:pt x="287" y="509"/>
                    <a:pt x="270" y="509"/>
                  </a:cubicBezTo>
                  <a:cubicBezTo>
                    <a:pt x="252" y="509"/>
                    <a:pt x="227" y="515"/>
                    <a:pt x="227" y="496"/>
                  </a:cubicBezTo>
                  <a:cubicBezTo>
                    <a:pt x="227" y="477"/>
                    <a:pt x="242" y="456"/>
                    <a:pt x="228" y="450"/>
                  </a:cubicBezTo>
                  <a:cubicBezTo>
                    <a:pt x="214" y="444"/>
                    <a:pt x="189" y="443"/>
                    <a:pt x="186" y="449"/>
                  </a:cubicBezTo>
                  <a:cubicBezTo>
                    <a:pt x="184" y="455"/>
                    <a:pt x="165" y="459"/>
                    <a:pt x="172" y="470"/>
                  </a:cubicBezTo>
                  <a:cubicBezTo>
                    <a:pt x="179" y="482"/>
                    <a:pt x="178" y="487"/>
                    <a:pt x="172" y="492"/>
                  </a:cubicBezTo>
                  <a:cubicBezTo>
                    <a:pt x="166" y="496"/>
                    <a:pt x="162" y="505"/>
                    <a:pt x="168" y="509"/>
                  </a:cubicBezTo>
                  <a:cubicBezTo>
                    <a:pt x="174" y="513"/>
                    <a:pt x="176" y="526"/>
                    <a:pt x="171" y="538"/>
                  </a:cubicBezTo>
                  <a:cubicBezTo>
                    <a:pt x="165" y="549"/>
                    <a:pt x="156" y="551"/>
                    <a:pt x="155" y="566"/>
                  </a:cubicBezTo>
                  <a:cubicBezTo>
                    <a:pt x="153" y="582"/>
                    <a:pt x="145" y="594"/>
                    <a:pt x="143" y="605"/>
                  </a:cubicBezTo>
                  <a:cubicBezTo>
                    <a:pt x="142" y="616"/>
                    <a:pt x="126" y="642"/>
                    <a:pt x="122" y="652"/>
                  </a:cubicBezTo>
                  <a:cubicBezTo>
                    <a:pt x="118" y="662"/>
                    <a:pt x="115" y="672"/>
                    <a:pt x="115" y="684"/>
                  </a:cubicBezTo>
                  <a:cubicBezTo>
                    <a:pt x="115" y="695"/>
                    <a:pt x="118" y="700"/>
                    <a:pt x="122" y="710"/>
                  </a:cubicBezTo>
                  <a:cubicBezTo>
                    <a:pt x="126" y="720"/>
                    <a:pt x="120" y="725"/>
                    <a:pt x="133" y="724"/>
                  </a:cubicBezTo>
                  <a:cubicBezTo>
                    <a:pt x="146" y="723"/>
                    <a:pt x="159" y="721"/>
                    <a:pt x="162" y="730"/>
                  </a:cubicBezTo>
                  <a:cubicBezTo>
                    <a:pt x="165" y="738"/>
                    <a:pt x="169" y="741"/>
                    <a:pt x="171" y="751"/>
                  </a:cubicBezTo>
                  <a:cubicBezTo>
                    <a:pt x="172" y="761"/>
                    <a:pt x="176" y="774"/>
                    <a:pt x="176" y="774"/>
                  </a:cubicBezTo>
                  <a:cubicBezTo>
                    <a:pt x="176" y="774"/>
                    <a:pt x="188" y="776"/>
                    <a:pt x="188" y="791"/>
                  </a:cubicBezTo>
                  <a:cubicBezTo>
                    <a:pt x="188" y="807"/>
                    <a:pt x="196" y="824"/>
                    <a:pt x="192" y="829"/>
                  </a:cubicBezTo>
                  <a:cubicBezTo>
                    <a:pt x="188" y="833"/>
                    <a:pt x="181" y="841"/>
                    <a:pt x="191" y="849"/>
                  </a:cubicBezTo>
                  <a:cubicBezTo>
                    <a:pt x="201" y="856"/>
                    <a:pt x="218" y="877"/>
                    <a:pt x="232" y="879"/>
                  </a:cubicBezTo>
                  <a:cubicBezTo>
                    <a:pt x="247" y="880"/>
                    <a:pt x="268" y="866"/>
                    <a:pt x="278" y="886"/>
                  </a:cubicBezTo>
                  <a:cubicBezTo>
                    <a:pt x="285" y="900"/>
                    <a:pt x="294" y="913"/>
                    <a:pt x="304" y="920"/>
                  </a:cubicBezTo>
                  <a:cubicBezTo>
                    <a:pt x="300" y="924"/>
                    <a:pt x="299" y="928"/>
                    <a:pt x="297" y="934"/>
                  </a:cubicBezTo>
                  <a:cubicBezTo>
                    <a:pt x="294" y="940"/>
                    <a:pt x="289" y="937"/>
                    <a:pt x="289" y="943"/>
                  </a:cubicBezTo>
                  <a:cubicBezTo>
                    <a:pt x="289" y="948"/>
                    <a:pt x="289" y="951"/>
                    <a:pt x="277" y="952"/>
                  </a:cubicBezTo>
                  <a:cubicBezTo>
                    <a:pt x="265" y="953"/>
                    <a:pt x="269" y="943"/>
                    <a:pt x="263" y="943"/>
                  </a:cubicBezTo>
                  <a:cubicBezTo>
                    <a:pt x="256" y="943"/>
                    <a:pt x="252" y="948"/>
                    <a:pt x="252" y="955"/>
                  </a:cubicBezTo>
                  <a:cubicBezTo>
                    <a:pt x="252" y="962"/>
                    <a:pt x="244" y="961"/>
                    <a:pt x="240" y="960"/>
                  </a:cubicBezTo>
                  <a:cubicBezTo>
                    <a:pt x="235" y="958"/>
                    <a:pt x="234" y="955"/>
                    <a:pt x="234" y="949"/>
                  </a:cubicBezTo>
                  <a:cubicBezTo>
                    <a:pt x="234" y="943"/>
                    <a:pt x="235" y="938"/>
                    <a:pt x="240" y="934"/>
                  </a:cubicBezTo>
                  <a:cubicBezTo>
                    <a:pt x="245" y="930"/>
                    <a:pt x="236" y="925"/>
                    <a:pt x="229" y="917"/>
                  </a:cubicBezTo>
                  <a:cubicBezTo>
                    <a:pt x="221" y="910"/>
                    <a:pt x="211" y="907"/>
                    <a:pt x="203" y="906"/>
                  </a:cubicBezTo>
                  <a:cubicBezTo>
                    <a:pt x="194" y="904"/>
                    <a:pt x="192" y="900"/>
                    <a:pt x="191" y="895"/>
                  </a:cubicBezTo>
                  <a:cubicBezTo>
                    <a:pt x="189" y="890"/>
                    <a:pt x="181" y="891"/>
                    <a:pt x="179" y="897"/>
                  </a:cubicBezTo>
                  <a:cubicBezTo>
                    <a:pt x="178" y="899"/>
                    <a:pt x="176" y="901"/>
                    <a:pt x="174" y="902"/>
                  </a:cubicBezTo>
                  <a:cubicBezTo>
                    <a:pt x="174" y="902"/>
                    <a:pt x="173" y="901"/>
                    <a:pt x="172" y="900"/>
                  </a:cubicBezTo>
                  <a:cubicBezTo>
                    <a:pt x="155" y="886"/>
                    <a:pt x="149" y="844"/>
                    <a:pt x="135" y="839"/>
                  </a:cubicBezTo>
                  <a:cubicBezTo>
                    <a:pt x="120" y="833"/>
                    <a:pt x="115" y="823"/>
                    <a:pt x="108" y="810"/>
                  </a:cubicBezTo>
                  <a:cubicBezTo>
                    <a:pt x="100" y="797"/>
                    <a:pt x="88" y="781"/>
                    <a:pt x="79" y="787"/>
                  </a:cubicBezTo>
                  <a:cubicBezTo>
                    <a:pt x="77" y="788"/>
                    <a:pt x="76" y="789"/>
                    <a:pt x="75" y="789"/>
                  </a:cubicBezTo>
                  <a:cubicBezTo>
                    <a:pt x="75" y="789"/>
                    <a:pt x="74" y="789"/>
                    <a:pt x="75" y="789"/>
                  </a:cubicBezTo>
                  <a:cubicBezTo>
                    <a:pt x="75" y="790"/>
                    <a:pt x="76" y="791"/>
                    <a:pt x="75" y="794"/>
                  </a:cubicBezTo>
                  <a:cubicBezTo>
                    <a:pt x="72" y="804"/>
                    <a:pt x="67" y="823"/>
                    <a:pt x="62" y="817"/>
                  </a:cubicBezTo>
                  <a:cubicBezTo>
                    <a:pt x="56" y="811"/>
                    <a:pt x="55" y="780"/>
                    <a:pt x="55" y="767"/>
                  </a:cubicBezTo>
                  <a:cubicBezTo>
                    <a:pt x="55" y="754"/>
                    <a:pt x="53" y="756"/>
                    <a:pt x="62" y="744"/>
                  </a:cubicBezTo>
                  <a:cubicBezTo>
                    <a:pt x="70" y="733"/>
                    <a:pt x="69" y="733"/>
                    <a:pt x="70" y="715"/>
                  </a:cubicBezTo>
                  <a:cubicBezTo>
                    <a:pt x="72" y="699"/>
                    <a:pt x="76" y="698"/>
                    <a:pt x="75" y="676"/>
                  </a:cubicBezTo>
                  <a:cubicBezTo>
                    <a:pt x="79" y="675"/>
                    <a:pt x="87" y="670"/>
                    <a:pt x="87" y="660"/>
                  </a:cubicBezTo>
                  <a:cubicBezTo>
                    <a:pt x="87" y="644"/>
                    <a:pt x="89" y="630"/>
                    <a:pt x="100" y="622"/>
                  </a:cubicBezTo>
                  <a:cubicBezTo>
                    <a:pt x="111" y="614"/>
                    <a:pt x="122" y="608"/>
                    <a:pt x="128" y="594"/>
                  </a:cubicBezTo>
                  <a:cubicBezTo>
                    <a:pt x="133" y="579"/>
                    <a:pt x="143" y="588"/>
                    <a:pt x="142" y="572"/>
                  </a:cubicBezTo>
                  <a:cubicBezTo>
                    <a:pt x="141" y="557"/>
                    <a:pt x="145" y="547"/>
                    <a:pt x="138" y="542"/>
                  </a:cubicBezTo>
                  <a:cubicBezTo>
                    <a:pt x="131" y="537"/>
                    <a:pt x="139" y="514"/>
                    <a:pt x="128" y="508"/>
                  </a:cubicBezTo>
                  <a:cubicBezTo>
                    <a:pt x="118" y="503"/>
                    <a:pt x="114" y="503"/>
                    <a:pt x="117" y="487"/>
                  </a:cubicBezTo>
                  <a:cubicBezTo>
                    <a:pt x="120" y="471"/>
                    <a:pt x="122" y="443"/>
                    <a:pt x="116" y="435"/>
                  </a:cubicBezTo>
                  <a:cubicBezTo>
                    <a:pt x="110" y="426"/>
                    <a:pt x="97" y="415"/>
                    <a:pt x="90" y="410"/>
                  </a:cubicBezTo>
                  <a:cubicBezTo>
                    <a:pt x="84" y="406"/>
                    <a:pt x="69" y="387"/>
                    <a:pt x="66" y="380"/>
                  </a:cubicBezTo>
                  <a:cubicBezTo>
                    <a:pt x="63" y="373"/>
                    <a:pt x="61" y="365"/>
                    <a:pt x="56" y="361"/>
                  </a:cubicBezTo>
                  <a:cubicBezTo>
                    <a:pt x="52" y="358"/>
                    <a:pt x="48" y="342"/>
                    <a:pt x="60" y="340"/>
                  </a:cubicBezTo>
                  <a:cubicBezTo>
                    <a:pt x="72" y="338"/>
                    <a:pt x="79" y="331"/>
                    <a:pt x="79" y="317"/>
                  </a:cubicBezTo>
                  <a:cubicBezTo>
                    <a:pt x="78" y="302"/>
                    <a:pt x="71" y="291"/>
                    <a:pt x="80" y="287"/>
                  </a:cubicBezTo>
                  <a:cubicBezTo>
                    <a:pt x="89" y="283"/>
                    <a:pt x="96" y="285"/>
                    <a:pt x="96" y="275"/>
                  </a:cubicBezTo>
                  <a:cubicBezTo>
                    <a:pt x="96" y="264"/>
                    <a:pt x="93" y="266"/>
                    <a:pt x="86" y="259"/>
                  </a:cubicBezTo>
                  <a:cubicBezTo>
                    <a:pt x="79" y="253"/>
                    <a:pt x="71" y="238"/>
                    <a:pt x="68" y="229"/>
                  </a:cubicBezTo>
                  <a:cubicBezTo>
                    <a:pt x="66" y="221"/>
                    <a:pt x="63" y="214"/>
                    <a:pt x="50" y="203"/>
                  </a:cubicBezTo>
                  <a:cubicBezTo>
                    <a:pt x="37" y="193"/>
                    <a:pt x="21" y="180"/>
                    <a:pt x="21" y="168"/>
                  </a:cubicBezTo>
                  <a:cubicBezTo>
                    <a:pt x="21" y="156"/>
                    <a:pt x="21" y="142"/>
                    <a:pt x="14" y="137"/>
                  </a:cubicBezTo>
                  <a:cubicBezTo>
                    <a:pt x="7" y="133"/>
                    <a:pt x="0" y="124"/>
                    <a:pt x="10" y="122"/>
                  </a:cubicBezTo>
                  <a:cubicBezTo>
                    <a:pt x="20" y="120"/>
                    <a:pt x="28" y="124"/>
                    <a:pt x="28" y="107"/>
                  </a:cubicBezTo>
                  <a:cubicBezTo>
                    <a:pt x="28" y="90"/>
                    <a:pt x="28" y="53"/>
                    <a:pt x="41" y="47"/>
                  </a:cubicBezTo>
                  <a:cubicBezTo>
                    <a:pt x="54" y="40"/>
                    <a:pt x="57" y="40"/>
                    <a:pt x="71" y="44"/>
                  </a:cubicBezTo>
                  <a:cubicBezTo>
                    <a:pt x="85" y="48"/>
                    <a:pt x="93" y="47"/>
                    <a:pt x="101" y="36"/>
                  </a:cubicBezTo>
                  <a:cubicBezTo>
                    <a:pt x="109" y="25"/>
                    <a:pt x="116" y="21"/>
                    <a:pt x="125" y="20"/>
                  </a:cubicBezTo>
                  <a:cubicBezTo>
                    <a:pt x="133" y="19"/>
                    <a:pt x="133" y="4"/>
                    <a:pt x="150" y="3"/>
                  </a:cubicBezTo>
                  <a:cubicBezTo>
                    <a:pt x="151" y="3"/>
                    <a:pt x="152" y="3"/>
                    <a:pt x="153" y="3"/>
                  </a:cubicBezTo>
                  <a:cubicBezTo>
                    <a:pt x="154" y="3"/>
                    <a:pt x="154" y="3"/>
                    <a:pt x="155" y="3"/>
                  </a:cubicBezTo>
                  <a:cubicBezTo>
                    <a:pt x="155" y="3"/>
                    <a:pt x="156" y="3"/>
                    <a:pt x="156" y="3"/>
                  </a:cubicBezTo>
                  <a:cubicBezTo>
                    <a:pt x="161" y="3"/>
                    <a:pt x="165" y="3"/>
                    <a:pt x="169" y="2"/>
                  </a:cubicBezTo>
                  <a:cubicBezTo>
                    <a:pt x="169" y="2"/>
                    <a:pt x="169" y="2"/>
                    <a:pt x="169" y="2"/>
                  </a:cubicBezTo>
                  <a:cubicBezTo>
                    <a:pt x="170" y="2"/>
                    <a:pt x="171" y="2"/>
                    <a:pt x="171" y="1"/>
                  </a:cubicBezTo>
                  <a:cubicBezTo>
                    <a:pt x="171" y="1"/>
                    <a:pt x="171" y="1"/>
                    <a:pt x="171" y="1"/>
                  </a:cubicBezTo>
                  <a:cubicBezTo>
                    <a:pt x="172" y="1"/>
                    <a:pt x="173" y="1"/>
                    <a:pt x="174" y="0"/>
                  </a:cubicBezTo>
                  <a:cubicBezTo>
                    <a:pt x="175" y="4"/>
                    <a:pt x="179" y="6"/>
                    <a:pt x="184" y="6"/>
                  </a:cubicBezTo>
                  <a:cubicBezTo>
                    <a:pt x="198" y="4"/>
                    <a:pt x="199" y="14"/>
                    <a:pt x="201" y="17"/>
                  </a:cubicBezTo>
                  <a:cubicBezTo>
                    <a:pt x="203" y="20"/>
                    <a:pt x="212" y="19"/>
                    <a:pt x="204" y="27"/>
                  </a:cubicBezTo>
                  <a:cubicBezTo>
                    <a:pt x="196" y="35"/>
                    <a:pt x="196" y="35"/>
                    <a:pt x="196" y="40"/>
                  </a:cubicBezTo>
                  <a:cubicBezTo>
                    <a:pt x="196" y="44"/>
                    <a:pt x="186" y="44"/>
                    <a:pt x="195" y="51"/>
                  </a:cubicBezTo>
                  <a:cubicBezTo>
                    <a:pt x="204" y="58"/>
                    <a:pt x="203" y="63"/>
                    <a:pt x="212" y="62"/>
                  </a:cubicBezTo>
                  <a:cubicBezTo>
                    <a:pt x="220" y="62"/>
                    <a:pt x="223" y="62"/>
                    <a:pt x="223" y="57"/>
                  </a:cubicBezTo>
                  <a:cubicBezTo>
                    <a:pt x="223" y="52"/>
                    <a:pt x="228" y="50"/>
                    <a:pt x="232" y="50"/>
                  </a:cubicBezTo>
                  <a:cubicBezTo>
                    <a:pt x="237" y="50"/>
                    <a:pt x="242" y="52"/>
                    <a:pt x="242" y="58"/>
                  </a:cubicBezTo>
                  <a:cubicBezTo>
                    <a:pt x="242" y="64"/>
                    <a:pt x="246" y="70"/>
                    <a:pt x="248" y="71"/>
                  </a:cubicBezTo>
                  <a:cubicBezTo>
                    <a:pt x="250" y="72"/>
                    <a:pt x="250" y="81"/>
                    <a:pt x="250" y="88"/>
                  </a:cubicBezTo>
                  <a:cubicBezTo>
                    <a:pt x="250" y="94"/>
                    <a:pt x="252" y="110"/>
                    <a:pt x="247" y="113"/>
                  </a:cubicBezTo>
                  <a:cubicBezTo>
                    <a:pt x="242" y="116"/>
                    <a:pt x="237" y="119"/>
                    <a:pt x="238" y="124"/>
                  </a:cubicBezTo>
                  <a:cubicBezTo>
                    <a:pt x="238" y="130"/>
                    <a:pt x="238" y="139"/>
                    <a:pt x="242" y="142"/>
                  </a:cubicBezTo>
                  <a:cubicBezTo>
                    <a:pt x="246" y="144"/>
                    <a:pt x="246" y="150"/>
                    <a:pt x="243" y="155"/>
                  </a:cubicBezTo>
                  <a:cubicBezTo>
                    <a:pt x="240" y="160"/>
                    <a:pt x="232" y="163"/>
                    <a:pt x="232" y="167"/>
                  </a:cubicBezTo>
                  <a:cubicBezTo>
                    <a:pt x="232" y="171"/>
                    <a:pt x="226" y="176"/>
                    <a:pt x="222" y="180"/>
                  </a:cubicBezTo>
                  <a:cubicBezTo>
                    <a:pt x="219" y="184"/>
                    <a:pt x="222" y="186"/>
                    <a:pt x="228" y="190"/>
                  </a:cubicBezTo>
                  <a:cubicBezTo>
                    <a:pt x="234" y="193"/>
                    <a:pt x="226" y="196"/>
                    <a:pt x="235" y="196"/>
                  </a:cubicBezTo>
                  <a:cubicBezTo>
                    <a:pt x="244" y="196"/>
                    <a:pt x="249" y="197"/>
                    <a:pt x="252" y="190"/>
                  </a:cubicBezTo>
                  <a:cubicBezTo>
                    <a:pt x="256" y="184"/>
                    <a:pt x="260" y="175"/>
                    <a:pt x="270" y="171"/>
                  </a:cubicBezTo>
                  <a:cubicBezTo>
                    <a:pt x="280" y="167"/>
                    <a:pt x="272" y="160"/>
                    <a:pt x="284" y="156"/>
                  </a:cubicBezTo>
                  <a:cubicBezTo>
                    <a:pt x="296" y="152"/>
                    <a:pt x="302" y="135"/>
                    <a:pt x="312" y="148"/>
                  </a:cubicBezTo>
                  <a:cubicBezTo>
                    <a:pt x="323" y="162"/>
                    <a:pt x="323" y="157"/>
                    <a:pt x="328" y="159"/>
                  </a:cubicBezTo>
                  <a:cubicBezTo>
                    <a:pt x="334" y="161"/>
                    <a:pt x="340" y="175"/>
                    <a:pt x="346" y="168"/>
                  </a:cubicBezTo>
                  <a:cubicBezTo>
                    <a:pt x="352" y="162"/>
                    <a:pt x="346" y="160"/>
                    <a:pt x="359" y="158"/>
                  </a:cubicBezTo>
                  <a:cubicBezTo>
                    <a:pt x="372" y="156"/>
                    <a:pt x="368" y="138"/>
                    <a:pt x="376" y="135"/>
                  </a:cubicBezTo>
                  <a:cubicBezTo>
                    <a:pt x="384" y="132"/>
                    <a:pt x="406" y="131"/>
                    <a:pt x="412" y="137"/>
                  </a:cubicBezTo>
                  <a:cubicBezTo>
                    <a:pt x="418" y="143"/>
                    <a:pt x="426" y="146"/>
                    <a:pt x="432" y="155"/>
                  </a:cubicBezTo>
                  <a:cubicBezTo>
                    <a:pt x="437" y="164"/>
                    <a:pt x="447" y="178"/>
                    <a:pt x="456" y="184"/>
                  </a:cubicBezTo>
                  <a:cubicBezTo>
                    <a:pt x="466" y="189"/>
                    <a:pt x="473" y="198"/>
                    <a:pt x="475" y="204"/>
                  </a:cubicBezTo>
                  <a:cubicBezTo>
                    <a:pt x="477" y="211"/>
                    <a:pt x="470" y="218"/>
                    <a:pt x="471" y="226"/>
                  </a:cubicBezTo>
                  <a:cubicBezTo>
                    <a:pt x="472" y="233"/>
                    <a:pt x="472" y="239"/>
                    <a:pt x="472" y="246"/>
                  </a:cubicBezTo>
                  <a:cubicBezTo>
                    <a:pt x="472" y="254"/>
                    <a:pt x="465" y="261"/>
                    <a:pt x="478" y="268"/>
                  </a:cubicBezTo>
                  <a:cubicBezTo>
                    <a:pt x="490" y="276"/>
                    <a:pt x="494" y="282"/>
                    <a:pt x="500" y="286"/>
                  </a:cubicBezTo>
                  <a:cubicBezTo>
                    <a:pt x="506" y="289"/>
                    <a:pt x="520" y="294"/>
                    <a:pt x="523" y="302"/>
                  </a:cubicBezTo>
                  <a:cubicBezTo>
                    <a:pt x="526" y="311"/>
                    <a:pt x="534" y="321"/>
                    <a:pt x="530" y="326"/>
                  </a:cubicBezTo>
                  <a:cubicBezTo>
                    <a:pt x="525" y="330"/>
                    <a:pt x="520" y="334"/>
                    <a:pt x="520" y="338"/>
                  </a:cubicBezTo>
                  <a:cubicBezTo>
                    <a:pt x="519" y="343"/>
                    <a:pt x="506" y="344"/>
                    <a:pt x="514" y="351"/>
                  </a:cubicBezTo>
                  <a:cubicBezTo>
                    <a:pt x="521" y="358"/>
                    <a:pt x="521" y="364"/>
                    <a:pt x="521" y="369"/>
                  </a:cubicBezTo>
                  <a:cubicBezTo>
                    <a:pt x="521" y="374"/>
                    <a:pt x="522" y="384"/>
                    <a:pt x="519" y="386"/>
                  </a:cubicBezTo>
                  <a:cubicBezTo>
                    <a:pt x="516" y="388"/>
                    <a:pt x="507" y="395"/>
                    <a:pt x="506" y="400"/>
                  </a:cubicBezTo>
                  <a:cubicBezTo>
                    <a:pt x="506" y="400"/>
                    <a:pt x="505" y="400"/>
                    <a:pt x="505" y="400"/>
                  </a:cubicBezTo>
                  <a:cubicBezTo>
                    <a:pt x="505" y="401"/>
                    <a:pt x="505" y="401"/>
                    <a:pt x="505" y="401"/>
                  </a:cubicBezTo>
                  <a:cubicBezTo>
                    <a:pt x="505" y="401"/>
                    <a:pt x="505" y="401"/>
                    <a:pt x="505" y="401"/>
                  </a:cubicBezTo>
                  <a:cubicBezTo>
                    <a:pt x="505" y="401"/>
                    <a:pt x="504" y="401"/>
                    <a:pt x="504" y="402"/>
                  </a:cubicBezTo>
                  <a:cubicBezTo>
                    <a:pt x="504" y="402"/>
                    <a:pt x="504" y="402"/>
                    <a:pt x="504" y="402"/>
                  </a:cubicBezTo>
                  <a:cubicBezTo>
                    <a:pt x="504" y="402"/>
                    <a:pt x="503" y="402"/>
                    <a:pt x="503" y="402"/>
                  </a:cubicBezTo>
                  <a:cubicBezTo>
                    <a:pt x="501" y="403"/>
                    <a:pt x="499" y="403"/>
                    <a:pt x="496" y="403"/>
                  </a:cubicBezTo>
                  <a:cubicBezTo>
                    <a:pt x="496" y="403"/>
                    <a:pt x="496" y="403"/>
                    <a:pt x="496" y="403"/>
                  </a:cubicBezTo>
                  <a:cubicBezTo>
                    <a:pt x="495" y="403"/>
                    <a:pt x="495" y="403"/>
                    <a:pt x="494" y="403"/>
                  </a:cubicBezTo>
                  <a:cubicBezTo>
                    <a:pt x="494" y="403"/>
                    <a:pt x="494" y="403"/>
                    <a:pt x="493" y="403"/>
                  </a:cubicBezTo>
                  <a:cubicBezTo>
                    <a:pt x="493" y="402"/>
                    <a:pt x="492" y="402"/>
                    <a:pt x="491" y="402"/>
                  </a:cubicBezTo>
                  <a:cubicBezTo>
                    <a:pt x="491" y="402"/>
                    <a:pt x="491" y="402"/>
                    <a:pt x="491" y="402"/>
                  </a:cubicBezTo>
                  <a:cubicBezTo>
                    <a:pt x="490" y="401"/>
                    <a:pt x="489" y="401"/>
                    <a:pt x="488" y="401"/>
                  </a:cubicBezTo>
                  <a:cubicBezTo>
                    <a:pt x="488" y="401"/>
                    <a:pt x="488" y="401"/>
                    <a:pt x="488" y="401"/>
                  </a:cubicBezTo>
                  <a:cubicBezTo>
                    <a:pt x="487" y="400"/>
                    <a:pt x="487" y="400"/>
                    <a:pt x="486" y="400"/>
                  </a:cubicBezTo>
                  <a:cubicBezTo>
                    <a:pt x="486" y="399"/>
                    <a:pt x="486" y="399"/>
                    <a:pt x="486" y="399"/>
                  </a:cubicBezTo>
                  <a:cubicBezTo>
                    <a:pt x="485" y="399"/>
                    <a:pt x="484" y="398"/>
                    <a:pt x="484" y="398"/>
                  </a:cubicBezTo>
                  <a:cubicBezTo>
                    <a:pt x="477" y="391"/>
                    <a:pt x="468" y="386"/>
                    <a:pt x="466" y="391"/>
                  </a:cubicBezTo>
                  <a:cubicBezTo>
                    <a:pt x="463" y="396"/>
                    <a:pt x="449" y="400"/>
                    <a:pt x="446" y="398"/>
                  </a:cubicBezTo>
                  <a:cubicBezTo>
                    <a:pt x="444" y="396"/>
                    <a:pt x="426" y="394"/>
                    <a:pt x="418" y="397"/>
                  </a:cubicBezTo>
                  <a:cubicBezTo>
                    <a:pt x="410" y="400"/>
                    <a:pt x="403" y="384"/>
                    <a:pt x="398" y="392"/>
                  </a:cubicBezTo>
                  <a:cubicBezTo>
                    <a:pt x="392" y="399"/>
                    <a:pt x="379" y="398"/>
                    <a:pt x="373" y="398"/>
                  </a:cubicBezTo>
                  <a:cubicBezTo>
                    <a:pt x="367" y="398"/>
                    <a:pt x="360" y="400"/>
                    <a:pt x="356" y="410"/>
                  </a:cubicBezTo>
                  <a:cubicBezTo>
                    <a:pt x="353" y="419"/>
                    <a:pt x="332" y="448"/>
                    <a:pt x="324" y="452"/>
                  </a:cubicBezTo>
                  <a:cubicBezTo>
                    <a:pt x="316" y="457"/>
                    <a:pt x="310" y="464"/>
                    <a:pt x="320" y="478"/>
                  </a:cubicBezTo>
                  <a:cubicBezTo>
                    <a:pt x="331" y="491"/>
                    <a:pt x="326" y="497"/>
                    <a:pt x="332" y="508"/>
                  </a:cubicBezTo>
                  <a:cubicBezTo>
                    <a:pt x="338" y="518"/>
                    <a:pt x="344" y="526"/>
                    <a:pt x="346" y="53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2082" y="1320"/>
              <a:ext cx="1" cy="1"/>
            </a:xfrm>
            <a:prstGeom prst="rect">
              <a:avLst/>
            </a:pr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1510" y="1329"/>
              <a:ext cx="601" cy="604"/>
            </a:xfrm>
            <a:custGeom>
              <a:avLst/>
              <a:gdLst>
                <a:gd name="T0" fmla="*/ 510 w 920"/>
                <a:gd name="T1" fmla="*/ 884 h 924"/>
                <a:gd name="T2" fmla="*/ 588 w 920"/>
                <a:gd name="T3" fmla="*/ 885 h 924"/>
                <a:gd name="T4" fmla="*/ 633 w 920"/>
                <a:gd name="T5" fmla="*/ 886 h 924"/>
                <a:gd name="T6" fmla="*/ 628 w 920"/>
                <a:gd name="T7" fmla="*/ 818 h 924"/>
                <a:gd name="T8" fmla="*/ 584 w 920"/>
                <a:gd name="T9" fmla="*/ 762 h 924"/>
                <a:gd name="T10" fmla="*/ 543 w 920"/>
                <a:gd name="T11" fmla="*/ 714 h 924"/>
                <a:gd name="T12" fmla="*/ 603 w 920"/>
                <a:gd name="T13" fmla="*/ 629 h 924"/>
                <a:gd name="T14" fmla="*/ 645 w 920"/>
                <a:gd name="T15" fmla="*/ 647 h 924"/>
                <a:gd name="T16" fmla="*/ 712 w 920"/>
                <a:gd name="T17" fmla="*/ 605 h 924"/>
                <a:gd name="T18" fmla="*/ 788 w 920"/>
                <a:gd name="T19" fmla="*/ 521 h 924"/>
                <a:gd name="T20" fmla="*/ 842 w 920"/>
                <a:gd name="T21" fmla="*/ 440 h 924"/>
                <a:gd name="T22" fmla="*/ 864 w 920"/>
                <a:gd name="T23" fmla="*/ 397 h 924"/>
                <a:gd name="T24" fmla="*/ 916 w 920"/>
                <a:gd name="T25" fmla="*/ 338 h 924"/>
                <a:gd name="T26" fmla="*/ 851 w 920"/>
                <a:gd name="T27" fmla="*/ 290 h 924"/>
                <a:gd name="T28" fmla="*/ 835 w 920"/>
                <a:gd name="T29" fmla="*/ 205 h 924"/>
                <a:gd name="T30" fmla="*/ 852 w 920"/>
                <a:gd name="T31" fmla="*/ 124 h 924"/>
                <a:gd name="T32" fmla="*/ 800 w 920"/>
                <a:gd name="T33" fmla="*/ 12 h 924"/>
                <a:gd name="T34" fmla="*/ 818 w 920"/>
                <a:gd name="T35" fmla="*/ 1 h 924"/>
                <a:gd name="T36" fmla="*/ 705 w 920"/>
                <a:gd name="T37" fmla="*/ 32 h 924"/>
                <a:gd name="T38" fmla="*/ 658 w 920"/>
                <a:gd name="T39" fmla="*/ 68 h 924"/>
                <a:gd name="T40" fmla="*/ 647 w 920"/>
                <a:gd name="T41" fmla="*/ 158 h 924"/>
                <a:gd name="T42" fmla="*/ 639 w 920"/>
                <a:gd name="T43" fmla="*/ 205 h 924"/>
                <a:gd name="T44" fmla="*/ 583 w 920"/>
                <a:gd name="T45" fmla="*/ 206 h 924"/>
                <a:gd name="T46" fmla="*/ 586 w 920"/>
                <a:gd name="T47" fmla="*/ 265 h 924"/>
                <a:gd name="T48" fmla="*/ 525 w 920"/>
                <a:gd name="T49" fmla="*/ 325 h 924"/>
                <a:gd name="T50" fmla="*/ 515 w 920"/>
                <a:gd name="T51" fmla="*/ 378 h 924"/>
                <a:gd name="T52" fmla="*/ 440 w 920"/>
                <a:gd name="T53" fmla="*/ 378 h 924"/>
                <a:gd name="T54" fmla="*/ 411 w 920"/>
                <a:gd name="T55" fmla="*/ 407 h 924"/>
                <a:gd name="T56" fmla="*/ 351 w 920"/>
                <a:gd name="T57" fmla="*/ 428 h 924"/>
                <a:gd name="T58" fmla="*/ 295 w 920"/>
                <a:gd name="T59" fmla="*/ 518 h 924"/>
                <a:gd name="T60" fmla="*/ 155 w 920"/>
                <a:gd name="T61" fmla="*/ 532 h 924"/>
                <a:gd name="T62" fmla="*/ 34 w 920"/>
                <a:gd name="T63" fmla="*/ 515 h 924"/>
                <a:gd name="T64" fmla="*/ 0 w 920"/>
                <a:gd name="T65" fmla="*/ 503 h 924"/>
                <a:gd name="T66" fmla="*/ 1 w 920"/>
                <a:gd name="T67" fmla="*/ 505 h 924"/>
                <a:gd name="T68" fmla="*/ 2 w 920"/>
                <a:gd name="T69" fmla="*/ 509 h 924"/>
                <a:gd name="T70" fmla="*/ 4 w 920"/>
                <a:gd name="T71" fmla="*/ 511 h 924"/>
                <a:gd name="T72" fmla="*/ 8 w 920"/>
                <a:gd name="T73" fmla="*/ 515 h 924"/>
                <a:gd name="T74" fmla="*/ 120 w 920"/>
                <a:gd name="T75" fmla="*/ 632 h 924"/>
                <a:gd name="T76" fmla="*/ 140 w 920"/>
                <a:gd name="T77" fmla="*/ 723 h 924"/>
                <a:gd name="T78" fmla="*/ 45 w 920"/>
                <a:gd name="T79" fmla="*/ 819 h 924"/>
                <a:gd name="T80" fmla="*/ 154 w 920"/>
                <a:gd name="T81" fmla="*/ 821 h 924"/>
                <a:gd name="T82" fmla="*/ 325 w 920"/>
                <a:gd name="T83" fmla="*/ 801 h 924"/>
                <a:gd name="T84" fmla="*/ 403 w 920"/>
                <a:gd name="T85" fmla="*/ 884 h 924"/>
                <a:gd name="T86" fmla="*/ 475 w 920"/>
                <a:gd name="T87" fmla="*/ 909 h 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20" h="924">
                  <a:moveTo>
                    <a:pt x="475" y="909"/>
                  </a:moveTo>
                  <a:cubicBezTo>
                    <a:pt x="485" y="909"/>
                    <a:pt x="495" y="910"/>
                    <a:pt x="495" y="902"/>
                  </a:cubicBezTo>
                  <a:cubicBezTo>
                    <a:pt x="495" y="894"/>
                    <a:pt x="498" y="884"/>
                    <a:pt x="510" y="884"/>
                  </a:cubicBezTo>
                  <a:cubicBezTo>
                    <a:pt x="522" y="884"/>
                    <a:pt x="542" y="879"/>
                    <a:pt x="546" y="887"/>
                  </a:cubicBezTo>
                  <a:cubicBezTo>
                    <a:pt x="550" y="895"/>
                    <a:pt x="554" y="895"/>
                    <a:pt x="565" y="895"/>
                  </a:cubicBezTo>
                  <a:cubicBezTo>
                    <a:pt x="576" y="895"/>
                    <a:pt x="578" y="885"/>
                    <a:pt x="588" y="885"/>
                  </a:cubicBezTo>
                  <a:cubicBezTo>
                    <a:pt x="598" y="885"/>
                    <a:pt x="594" y="872"/>
                    <a:pt x="604" y="873"/>
                  </a:cubicBezTo>
                  <a:cubicBezTo>
                    <a:pt x="614" y="874"/>
                    <a:pt x="619" y="878"/>
                    <a:pt x="621" y="885"/>
                  </a:cubicBezTo>
                  <a:cubicBezTo>
                    <a:pt x="623" y="892"/>
                    <a:pt x="625" y="895"/>
                    <a:pt x="633" y="886"/>
                  </a:cubicBezTo>
                  <a:cubicBezTo>
                    <a:pt x="641" y="877"/>
                    <a:pt x="647" y="880"/>
                    <a:pt x="643" y="870"/>
                  </a:cubicBezTo>
                  <a:cubicBezTo>
                    <a:pt x="639" y="860"/>
                    <a:pt x="649" y="861"/>
                    <a:pt x="640" y="849"/>
                  </a:cubicBezTo>
                  <a:cubicBezTo>
                    <a:pt x="631" y="837"/>
                    <a:pt x="639" y="820"/>
                    <a:pt x="628" y="818"/>
                  </a:cubicBezTo>
                  <a:cubicBezTo>
                    <a:pt x="617" y="816"/>
                    <a:pt x="624" y="796"/>
                    <a:pt x="611" y="794"/>
                  </a:cubicBezTo>
                  <a:cubicBezTo>
                    <a:pt x="598" y="792"/>
                    <a:pt x="590" y="787"/>
                    <a:pt x="587" y="781"/>
                  </a:cubicBezTo>
                  <a:cubicBezTo>
                    <a:pt x="584" y="775"/>
                    <a:pt x="578" y="765"/>
                    <a:pt x="584" y="762"/>
                  </a:cubicBezTo>
                  <a:cubicBezTo>
                    <a:pt x="590" y="759"/>
                    <a:pt x="595" y="752"/>
                    <a:pt x="589" y="740"/>
                  </a:cubicBezTo>
                  <a:cubicBezTo>
                    <a:pt x="583" y="728"/>
                    <a:pt x="583" y="729"/>
                    <a:pt x="574" y="728"/>
                  </a:cubicBezTo>
                  <a:cubicBezTo>
                    <a:pt x="565" y="727"/>
                    <a:pt x="544" y="720"/>
                    <a:pt x="543" y="714"/>
                  </a:cubicBezTo>
                  <a:cubicBezTo>
                    <a:pt x="542" y="708"/>
                    <a:pt x="538" y="692"/>
                    <a:pt x="551" y="687"/>
                  </a:cubicBezTo>
                  <a:cubicBezTo>
                    <a:pt x="564" y="682"/>
                    <a:pt x="564" y="681"/>
                    <a:pt x="575" y="662"/>
                  </a:cubicBezTo>
                  <a:cubicBezTo>
                    <a:pt x="586" y="643"/>
                    <a:pt x="593" y="629"/>
                    <a:pt x="603" y="629"/>
                  </a:cubicBezTo>
                  <a:cubicBezTo>
                    <a:pt x="613" y="629"/>
                    <a:pt x="619" y="634"/>
                    <a:pt x="621" y="642"/>
                  </a:cubicBezTo>
                  <a:cubicBezTo>
                    <a:pt x="623" y="650"/>
                    <a:pt x="627" y="654"/>
                    <a:pt x="630" y="654"/>
                  </a:cubicBezTo>
                  <a:cubicBezTo>
                    <a:pt x="633" y="654"/>
                    <a:pt x="643" y="657"/>
                    <a:pt x="645" y="647"/>
                  </a:cubicBezTo>
                  <a:cubicBezTo>
                    <a:pt x="647" y="637"/>
                    <a:pt x="652" y="639"/>
                    <a:pt x="660" y="639"/>
                  </a:cubicBezTo>
                  <a:cubicBezTo>
                    <a:pt x="668" y="639"/>
                    <a:pt x="697" y="640"/>
                    <a:pt x="698" y="627"/>
                  </a:cubicBezTo>
                  <a:cubicBezTo>
                    <a:pt x="699" y="614"/>
                    <a:pt x="703" y="610"/>
                    <a:pt x="712" y="605"/>
                  </a:cubicBezTo>
                  <a:cubicBezTo>
                    <a:pt x="721" y="600"/>
                    <a:pt x="721" y="571"/>
                    <a:pt x="737" y="569"/>
                  </a:cubicBezTo>
                  <a:cubicBezTo>
                    <a:pt x="753" y="567"/>
                    <a:pt x="756" y="568"/>
                    <a:pt x="767" y="551"/>
                  </a:cubicBezTo>
                  <a:cubicBezTo>
                    <a:pt x="778" y="534"/>
                    <a:pt x="786" y="535"/>
                    <a:pt x="788" y="521"/>
                  </a:cubicBezTo>
                  <a:cubicBezTo>
                    <a:pt x="790" y="507"/>
                    <a:pt x="791" y="490"/>
                    <a:pt x="803" y="489"/>
                  </a:cubicBezTo>
                  <a:cubicBezTo>
                    <a:pt x="815" y="488"/>
                    <a:pt x="824" y="495"/>
                    <a:pt x="828" y="475"/>
                  </a:cubicBezTo>
                  <a:cubicBezTo>
                    <a:pt x="832" y="455"/>
                    <a:pt x="831" y="447"/>
                    <a:pt x="842" y="440"/>
                  </a:cubicBezTo>
                  <a:cubicBezTo>
                    <a:pt x="853" y="433"/>
                    <a:pt x="857" y="423"/>
                    <a:pt x="866" y="423"/>
                  </a:cubicBezTo>
                  <a:cubicBezTo>
                    <a:pt x="875" y="423"/>
                    <a:pt x="883" y="415"/>
                    <a:pt x="875" y="413"/>
                  </a:cubicBezTo>
                  <a:cubicBezTo>
                    <a:pt x="867" y="411"/>
                    <a:pt x="864" y="404"/>
                    <a:pt x="864" y="397"/>
                  </a:cubicBezTo>
                  <a:cubicBezTo>
                    <a:pt x="864" y="390"/>
                    <a:pt x="873" y="382"/>
                    <a:pt x="868" y="375"/>
                  </a:cubicBezTo>
                  <a:cubicBezTo>
                    <a:pt x="863" y="368"/>
                    <a:pt x="864" y="355"/>
                    <a:pt x="877" y="352"/>
                  </a:cubicBezTo>
                  <a:cubicBezTo>
                    <a:pt x="890" y="349"/>
                    <a:pt x="915" y="344"/>
                    <a:pt x="916" y="338"/>
                  </a:cubicBezTo>
                  <a:cubicBezTo>
                    <a:pt x="917" y="332"/>
                    <a:pt x="920" y="326"/>
                    <a:pt x="905" y="324"/>
                  </a:cubicBezTo>
                  <a:cubicBezTo>
                    <a:pt x="890" y="322"/>
                    <a:pt x="870" y="321"/>
                    <a:pt x="869" y="311"/>
                  </a:cubicBezTo>
                  <a:cubicBezTo>
                    <a:pt x="868" y="301"/>
                    <a:pt x="851" y="297"/>
                    <a:pt x="851" y="290"/>
                  </a:cubicBezTo>
                  <a:cubicBezTo>
                    <a:pt x="851" y="283"/>
                    <a:pt x="837" y="273"/>
                    <a:pt x="839" y="260"/>
                  </a:cubicBezTo>
                  <a:cubicBezTo>
                    <a:pt x="841" y="247"/>
                    <a:pt x="824" y="232"/>
                    <a:pt x="836" y="224"/>
                  </a:cubicBezTo>
                  <a:cubicBezTo>
                    <a:pt x="848" y="216"/>
                    <a:pt x="846" y="211"/>
                    <a:pt x="835" y="205"/>
                  </a:cubicBezTo>
                  <a:cubicBezTo>
                    <a:pt x="824" y="199"/>
                    <a:pt x="823" y="197"/>
                    <a:pt x="823" y="187"/>
                  </a:cubicBezTo>
                  <a:cubicBezTo>
                    <a:pt x="823" y="177"/>
                    <a:pt x="823" y="152"/>
                    <a:pt x="836" y="152"/>
                  </a:cubicBezTo>
                  <a:cubicBezTo>
                    <a:pt x="849" y="152"/>
                    <a:pt x="872" y="154"/>
                    <a:pt x="852" y="124"/>
                  </a:cubicBezTo>
                  <a:cubicBezTo>
                    <a:pt x="845" y="113"/>
                    <a:pt x="791" y="82"/>
                    <a:pt x="795" y="86"/>
                  </a:cubicBezTo>
                  <a:cubicBezTo>
                    <a:pt x="799" y="90"/>
                    <a:pt x="741" y="55"/>
                    <a:pt x="759" y="51"/>
                  </a:cubicBezTo>
                  <a:cubicBezTo>
                    <a:pt x="777" y="47"/>
                    <a:pt x="780" y="13"/>
                    <a:pt x="800" y="12"/>
                  </a:cubicBezTo>
                  <a:cubicBezTo>
                    <a:pt x="820" y="11"/>
                    <a:pt x="835" y="7"/>
                    <a:pt x="846" y="1"/>
                  </a:cubicBezTo>
                  <a:cubicBezTo>
                    <a:pt x="846" y="1"/>
                    <a:pt x="846" y="1"/>
                    <a:pt x="846" y="1"/>
                  </a:cubicBezTo>
                  <a:cubicBezTo>
                    <a:pt x="838" y="2"/>
                    <a:pt x="827" y="2"/>
                    <a:pt x="818" y="1"/>
                  </a:cubicBezTo>
                  <a:cubicBezTo>
                    <a:pt x="802" y="0"/>
                    <a:pt x="790" y="6"/>
                    <a:pt x="770" y="6"/>
                  </a:cubicBezTo>
                  <a:cubicBezTo>
                    <a:pt x="750" y="7"/>
                    <a:pt x="745" y="21"/>
                    <a:pt x="743" y="28"/>
                  </a:cubicBezTo>
                  <a:cubicBezTo>
                    <a:pt x="740" y="34"/>
                    <a:pt x="713" y="26"/>
                    <a:pt x="705" y="32"/>
                  </a:cubicBezTo>
                  <a:cubicBezTo>
                    <a:pt x="697" y="38"/>
                    <a:pt x="692" y="39"/>
                    <a:pt x="681" y="40"/>
                  </a:cubicBezTo>
                  <a:cubicBezTo>
                    <a:pt x="670" y="42"/>
                    <a:pt x="668" y="47"/>
                    <a:pt x="659" y="52"/>
                  </a:cubicBezTo>
                  <a:cubicBezTo>
                    <a:pt x="650" y="58"/>
                    <a:pt x="649" y="66"/>
                    <a:pt x="658" y="68"/>
                  </a:cubicBezTo>
                  <a:cubicBezTo>
                    <a:pt x="666" y="70"/>
                    <a:pt x="666" y="82"/>
                    <a:pt x="672" y="88"/>
                  </a:cubicBezTo>
                  <a:cubicBezTo>
                    <a:pt x="679" y="94"/>
                    <a:pt x="675" y="109"/>
                    <a:pt x="677" y="126"/>
                  </a:cubicBezTo>
                  <a:cubicBezTo>
                    <a:pt x="679" y="144"/>
                    <a:pt x="656" y="150"/>
                    <a:pt x="647" y="158"/>
                  </a:cubicBezTo>
                  <a:cubicBezTo>
                    <a:pt x="638" y="165"/>
                    <a:pt x="636" y="168"/>
                    <a:pt x="642" y="173"/>
                  </a:cubicBezTo>
                  <a:cubicBezTo>
                    <a:pt x="647" y="178"/>
                    <a:pt x="649" y="180"/>
                    <a:pt x="650" y="190"/>
                  </a:cubicBezTo>
                  <a:cubicBezTo>
                    <a:pt x="652" y="200"/>
                    <a:pt x="650" y="204"/>
                    <a:pt x="639" y="205"/>
                  </a:cubicBezTo>
                  <a:cubicBezTo>
                    <a:pt x="628" y="206"/>
                    <a:pt x="632" y="214"/>
                    <a:pt x="624" y="214"/>
                  </a:cubicBezTo>
                  <a:cubicBezTo>
                    <a:pt x="615" y="214"/>
                    <a:pt x="603" y="216"/>
                    <a:pt x="602" y="214"/>
                  </a:cubicBezTo>
                  <a:cubicBezTo>
                    <a:pt x="600" y="211"/>
                    <a:pt x="596" y="206"/>
                    <a:pt x="583" y="206"/>
                  </a:cubicBezTo>
                  <a:cubicBezTo>
                    <a:pt x="570" y="206"/>
                    <a:pt x="570" y="213"/>
                    <a:pt x="572" y="219"/>
                  </a:cubicBezTo>
                  <a:cubicBezTo>
                    <a:pt x="573" y="225"/>
                    <a:pt x="580" y="231"/>
                    <a:pt x="591" y="243"/>
                  </a:cubicBezTo>
                  <a:cubicBezTo>
                    <a:pt x="602" y="255"/>
                    <a:pt x="589" y="258"/>
                    <a:pt x="586" y="265"/>
                  </a:cubicBezTo>
                  <a:cubicBezTo>
                    <a:pt x="582" y="272"/>
                    <a:pt x="577" y="273"/>
                    <a:pt x="558" y="273"/>
                  </a:cubicBezTo>
                  <a:cubicBezTo>
                    <a:pt x="538" y="273"/>
                    <a:pt x="537" y="289"/>
                    <a:pt x="537" y="302"/>
                  </a:cubicBezTo>
                  <a:cubicBezTo>
                    <a:pt x="537" y="314"/>
                    <a:pt x="528" y="317"/>
                    <a:pt x="525" y="325"/>
                  </a:cubicBezTo>
                  <a:cubicBezTo>
                    <a:pt x="522" y="333"/>
                    <a:pt x="534" y="337"/>
                    <a:pt x="534" y="346"/>
                  </a:cubicBezTo>
                  <a:cubicBezTo>
                    <a:pt x="534" y="356"/>
                    <a:pt x="533" y="360"/>
                    <a:pt x="527" y="364"/>
                  </a:cubicBezTo>
                  <a:cubicBezTo>
                    <a:pt x="521" y="368"/>
                    <a:pt x="518" y="370"/>
                    <a:pt x="515" y="378"/>
                  </a:cubicBezTo>
                  <a:cubicBezTo>
                    <a:pt x="512" y="385"/>
                    <a:pt x="501" y="382"/>
                    <a:pt x="494" y="372"/>
                  </a:cubicBezTo>
                  <a:cubicBezTo>
                    <a:pt x="486" y="362"/>
                    <a:pt x="464" y="367"/>
                    <a:pt x="458" y="370"/>
                  </a:cubicBezTo>
                  <a:cubicBezTo>
                    <a:pt x="452" y="374"/>
                    <a:pt x="448" y="380"/>
                    <a:pt x="440" y="378"/>
                  </a:cubicBezTo>
                  <a:cubicBezTo>
                    <a:pt x="432" y="376"/>
                    <a:pt x="420" y="374"/>
                    <a:pt x="418" y="381"/>
                  </a:cubicBezTo>
                  <a:cubicBezTo>
                    <a:pt x="416" y="388"/>
                    <a:pt x="433" y="393"/>
                    <a:pt x="433" y="398"/>
                  </a:cubicBezTo>
                  <a:cubicBezTo>
                    <a:pt x="433" y="404"/>
                    <a:pt x="420" y="407"/>
                    <a:pt x="411" y="407"/>
                  </a:cubicBezTo>
                  <a:cubicBezTo>
                    <a:pt x="402" y="407"/>
                    <a:pt x="402" y="412"/>
                    <a:pt x="395" y="402"/>
                  </a:cubicBezTo>
                  <a:cubicBezTo>
                    <a:pt x="388" y="393"/>
                    <a:pt x="383" y="400"/>
                    <a:pt x="372" y="407"/>
                  </a:cubicBezTo>
                  <a:cubicBezTo>
                    <a:pt x="362" y="414"/>
                    <a:pt x="371" y="416"/>
                    <a:pt x="351" y="428"/>
                  </a:cubicBezTo>
                  <a:cubicBezTo>
                    <a:pt x="331" y="441"/>
                    <a:pt x="343" y="466"/>
                    <a:pt x="344" y="486"/>
                  </a:cubicBezTo>
                  <a:cubicBezTo>
                    <a:pt x="346" y="505"/>
                    <a:pt x="344" y="508"/>
                    <a:pt x="328" y="512"/>
                  </a:cubicBezTo>
                  <a:cubicBezTo>
                    <a:pt x="313" y="516"/>
                    <a:pt x="306" y="515"/>
                    <a:pt x="295" y="518"/>
                  </a:cubicBezTo>
                  <a:cubicBezTo>
                    <a:pt x="284" y="522"/>
                    <a:pt x="266" y="521"/>
                    <a:pt x="250" y="521"/>
                  </a:cubicBezTo>
                  <a:cubicBezTo>
                    <a:pt x="235" y="521"/>
                    <a:pt x="223" y="522"/>
                    <a:pt x="208" y="530"/>
                  </a:cubicBezTo>
                  <a:cubicBezTo>
                    <a:pt x="192" y="537"/>
                    <a:pt x="178" y="532"/>
                    <a:pt x="155" y="532"/>
                  </a:cubicBezTo>
                  <a:cubicBezTo>
                    <a:pt x="132" y="532"/>
                    <a:pt x="109" y="532"/>
                    <a:pt x="98" y="532"/>
                  </a:cubicBezTo>
                  <a:cubicBezTo>
                    <a:pt x="86" y="532"/>
                    <a:pt x="75" y="530"/>
                    <a:pt x="65" y="524"/>
                  </a:cubicBezTo>
                  <a:cubicBezTo>
                    <a:pt x="55" y="518"/>
                    <a:pt x="49" y="518"/>
                    <a:pt x="34" y="515"/>
                  </a:cubicBezTo>
                  <a:cubicBezTo>
                    <a:pt x="25" y="513"/>
                    <a:pt x="10" y="505"/>
                    <a:pt x="0" y="500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0" y="501"/>
                    <a:pt x="0" y="502"/>
                    <a:pt x="0" y="503"/>
                  </a:cubicBezTo>
                  <a:cubicBezTo>
                    <a:pt x="0" y="503"/>
                    <a:pt x="0" y="503"/>
                    <a:pt x="0" y="503"/>
                  </a:cubicBezTo>
                  <a:cubicBezTo>
                    <a:pt x="0" y="504"/>
                    <a:pt x="0" y="504"/>
                    <a:pt x="0" y="505"/>
                  </a:cubicBezTo>
                  <a:cubicBezTo>
                    <a:pt x="0" y="505"/>
                    <a:pt x="0" y="505"/>
                    <a:pt x="1" y="505"/>
                  </a:cubicBezTo>
                  <a:cubicBezTo>
                    <a:pt x="1" y="506"/>
                    <a:pt x="1" y="506"/>
                    <a:pt x="1" y="507"/>
                  </a:cubicBezTo>
                  <a:cubicBezTo>
                    <a:pt x="1" y="507"/>
                    <a:pt x="1" y="507"/>
                    <a:pt x="1" y="507"/>
                  </a:cubicBezTo>
                  <a:cubicBezTo>
                    <a:pt x="2" y="508"/>
                    <a:pt x="2" y="508"/>
                    <a:pt x="2" y="509"/>
                  </a:cubicBezTo>
                  <a:cubicBezTo>
                    <a:pt x="3" y="509"/>
                    <a:pt x="3" y="509"/>
                    <a:pt x="3" y="509"/>
                  </a:cubicBezTo>
                  <a:cubicBezTo>
                    <a:pt x="3" y="510"/>
                    <a:pt x="3" y="510"/>
                    <a:pt x="4" y="511"/>
                  </a:cubicBezTo>
                  <a:cubicBezTo>
                    <a:pt x="4" y="511"/>
                    <a:pt x="4" y="511"/>
                    <a:pt x="4" y="511"/>
                  </a:cubicBezTo>
                  <a:cubicBezTo>
                    <a:pt x="5" y="512"/>
                    <a:pt x="5" y="512"/>
                    <a:pt x="6" y="513"/>
                  </a:cubicBezTo>
                  <a:cubicBezTo>
                    <a:pt x="6" y="513"/>
                    <a:pt x="6" y="513"/>
                    <a:pt x="6" y="513"/>
                  </a:cubicBezTo>
                  <a:cubicBezTo>
                    <a:pt x="7" y="514"/>
                    <a:pt x="8" y="514"/>
                    <a:pt x="8" y="515"/>
                  </a:cubicBezTo>
                  <a:cubicBezTo>
                    <a:pt x="30" y="532"/>
                    <a:pt x="36" y="550"/>
                    <a:pt x="39" y="560"/>
                  </a:cubicBezTo>
                  <a:cubicBezTo>
                    <a:pt x="42" y="571"/>
                    <a:pt x="60" y="596"/>
                    <a:pt x="79" y="601"/>
                  </a:cubicBezTo>
                  <a:cubicBezTo>
                    <a:pt x="98" y="606"/>
                    <a:pt x="120" y="610"/>
                    <a:pt x="120" y="632"/>
                  </a:cubicBezTo>
                  <a:cubicBezTo>
                    <a:pt x="120" y="654"/>
                    <a:pt x="116" y="673"/>
                    <a:pt x="127" y="680"/>
                  </a:cubicBezTo>
                  <a:cubicBezTo>
                    <a:pt x="138" y="686"/>
                    <a:pt x="158" y="684"/>
                    <a:pt x="152" y="696"/>
                  </a:cubicBezTo>
                  <a:cubicBezTo>
                    <a:pt x="146" y="707"/>
                    <a:pt x="149" y="720"/>
                    <a:pt x="140" y="723"/>
                  </a:cubicBezTo>
                  <a:cubicBezTo>
                    <a:pt x="130" y="726"/>
                    <a:pt x="90" y="722"/>
                    <a:pt x="78" y="742"/>
                  </a:cubicBezTo>
                  <a:cubicBezTo>
                    <a:pt x="65" y="762"/>
                    <a:pt x="52" y="766"/>
                    <a:pt x="51" y="775"/>
                  </a:cubicBezTo>
                  <a:cubicBezTo>
                    <a:pt x="50" y="784"/>
                    <a:pt x="45" y="811"/>
                    <a:pt x="45" y="819"/>
                  </a:cubicBezTo>
                  <a:cubicBezTo>
                    <a:pt x="45" y="822"/>
                    <a:pt x="45" y="827"/>
                    <a:pt x="44" y="831"/>
                  </a:cubicBezTo>
                  <a:cubicBezTo>
                    <a:pt x="67" y="833"/>
                    <a:pt x="65" y="831"/>
                    <a:pt x="78" y="819"/>
                  </a:cubicBezTo>
                  <a:cubicBezTo>
                    <a:pt x="92" y="806"/>
                    <a:pt x="141" y="828"/>
                    <a:pt x="154" y="821"/>
                  </a:cubicBezTo>
                  <a:cubicBezTo>
                    <a:pt x="167" y="814"/>
                    <a:pt x="177" y="812"/>
                    <a:pt x="194" y="811"/>
                  </a:cubicBezTo>
                  <a:cubicBezTo>
                    <a:pt x="211" y="809"/>
                    <a:pt x="249" y="809"/>
                    <a:pt x="280" y="814"/>
                  </a:cubicBezTo>
                  <a:cubicBezTo>
                    <a:pt x="312" y="818"/>
                    <a:pt x="310" y="802"/>
                    <a:pt x="325" y="801"/>
                  </a:cubicBezTo>
                  <a:cubicBezTo>
                    <a:pt x="339" y="799"/>
                    <a:pt x="355" y="802"/>
                    <a:pt x="362" y="815"/>
                  </a:cubicBezTo>
                  <a:cubicBezTo>
                    <a:pt x="369" y="828"/>
                    <a:pt x="368" y="841"/>
                    <a:pt x="383" y="844"/>
                  </a:cubicBezTo>
                  <a:cubicBezTo>
                    <a:pt x="399" y="847"/>
                    <a:pt x="398" y="864"/>
                    <a:pt x="403" y="884"/>
                  </a:cubicBezTo>
                  <a:cubicBezTo>
                    <a:pt x="409" y="904"/>
                    <a:pt x="432" y="908"/>
                    <a:pt x="452" y="918"/>
                  </a:cubicBezTo>
                  <a:cubicBezTo>
                    <a:pt x="456" y="920"/>
                    <a:pt x="459" y="922"/>
                    <a:pt x="462" y="924"/>
                  </a:cubicBezTo>
                  <a:cubicBezTo>
                    <a:pt x="465" y="917"/>
                    <a:pt x="470" y="909"/>
                    <a:pt x="475" y="90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1492" y="1251"/>
              <a:ext cx="601" cy="429"/>
            </a:xfrm>
            <a:custGeom>
              <a:avLst/>
              <a:gdLst>
                <a:gd name="T0" fmla="*/ 840 w 919"/>
                <a:gd name="T1" fmla="*/ 86 h 657"/>
                <a:gd name="T2" fmla="*/ 737 w 919"/>
                <a:gd name="T3" fmla="*/ 126 h 657"/>
                <a:gd name="T4" fmla="*/ 700 w 919"/>
                <a:gd name="T5" fmla="*/ 64 h 657"/>
                <a:gd name="T6" fmla="*/ 661 w 919"/>
                <a:gd name="T7" fmla="*/ 0 h 657"/>
                <a:gd name="T8" fmla="*/ 586 w 919"/>
                <a:gd name="T9" fmla="*/ 68 h 657"/>
                <a:gd name="T10" fmla="*/ 539 w 919"/>
                <a:gd name="T11" fmla="*/ 88 h 657"/>
                <a:gd name="T12" fmla="*/ 465 w 919"/>
                <a:gd name="T13" fmla="*/ 100 h 657"/>
                <a:gd name="T14" fmla="*/ 464 w 919"/>
                <a:gd name="T15" fmla="*/ 98 h 657"/>
                <a:gd name="T16" fmla="*/ 463 w 919"/>
                <a:gd name="T17" fmla="*/ 96 h 657"/>
                <a:gd name="T18" fmla="*/ 461 w 919"/>
                <a:gd name="T19" fmla="*/ 96 h 657"/>
                <a:gd name="T20" fmla="*/ 457 w 919"/>
                <a:gd name="T21" fmla="*/ 95 h 657"/>
                <a:gd name="T22" fmla="*/ 448 w 919"/>
                <a:gd name="T23" fmla="*/ 97 h 657"/>
                <a:gd name="T24" fmla="*/ 444 w 919"/>
                <a:gd name="T25" fmla="*/ 97 h 657"/>
                <a:gd name="T26" fmla="*/ 440 w 919"/>
                <a:gd name="T27" fmla="*/ 97 h 657"/>
                <a:gd name="T28" fmla="*/ 415 w 919"/>
                <a:gd name="T29" fmla="*/ 83 h 657"/>
                <a:gd name="T30" fmla="*/ 413 w 919"/>
                <a:gd name="T31" fmla="*/ 82 h 657"/>
                <a:gd name="T32" fmla="*/ 410 w 919"/>
                <a:gd name="T33" fmla="*/ 81 h 657"/>
                <a:gd name="T34" fmla="*/ 407 w 919"/>
                <a:gd name="T35" fmla="*/ 80 h 657"/>
                <a:gd name="T36" fmla="*/ 401 w 919"/>
                <a:gd name="T37" fmla="*/ 80 h 657"/>
                <a:gd name="T38" fmla="*/ 397 w 919"/>
                <a:gd name="T39" fmla="*/ 80 h 657"/>
                <a:gd name="T40" fmla="*/ 392 w 919"/>
                <a:gd name="T41" fmla="*/ 80 h 657"/>
                <a:gd name="T42" fmla="*/ 385 w 919"/>
                <a:gd name="T43" fmla="*/ 81 h 657"/>
                <a:gd name="T44" fmla="*/ 371 w 919"/>
                <a:gd name="T45" fmla="*/ 83 h 657"/>
                <a:gd name="T46" fmla="*/ 293 w 919"/>
                <a:gd name="T47" fmla="*/ 94 h 657"/>
                <a:gd name="T48" fmla="*/ 240 w 919"/>
                <a:gd name="T49" fmla="*/ 171 h 657"/>
                <a:gd name="T50" fmla="*/ 173 w 919"/>
                <a:gd name="T51" fmla="*/ 210 h 657"/>
                <a:gd name="T52" fmla="*/ 119 w 919"/>
                <a:gd name="T53" fmla="*/ 246 h 657"/>
                <a:gd name="T54" fmla="*/ 67 w 919"/>
                <a:gd name="T55" fmla="*/ 219 h 657"/>
                <a:gd name="T56" fmla="*/ 48 w 919"/>
                <a:gd name="T57" fmla="*/ 217 h 657"/>
                <a:gd name="T58" fmla="*/ 47 w 919"/>
                <a:gd name="T59" fmla="*/ 224 h 657"/>
                <a:gd name="T60" fmla="*/ 38 w 919"/>
                <a:gd name="T61" fmla="*/ 248 h 657"/>
                <a:gd name="T62" fmla="*/ 19 w 919"/>
                <a:gd name="T63" fmla="*/ 309 h 657"/>
                <a:gd name="T64" fmla="*/ 23 w 919"/>
                <a:gd name="T65" fmla="*/ 371 h 657"/>
                <a:gd name="T66" fmla="*/ 15 w 919"/>
                <a:gd name="T67" fmla="*/ 432 h 657"/>
                <a:gd name="T68" fmla="*/ 29 w 919"/>
                <a:gd name="T69" fmla="*/ 509 h 657"/>
                <a:gd name="T70" fmla="*/ 82 w 919"/>
                <a:gd name="T71" fmla="*/ 559 h 657"/>
                <a:gd name="T72" fmla="*/ 42 w 919"/>
                <a:gd name="T73" fmla="*/ 600 h 657"/>
                <a:gd name="T74" fmla="*/ 41 w 919"/>
                <a:gd name="T75" fmla="*/ 601 h 657"/>
                <a:gd name="T76" fmla="*/ 27 w 919"/>
                <a:gd name="T77" fmla="*/ 618 h 657"/>
                <a:gd name="T78" fmla="*/ 61 w 919"/>
                <a:gd name="T79" fmla="*/ 635 h 657"/>
                <a:gd name="T80" fmla="*/ 182 w 919"/>
                <a:gd name="T81" fmla="*/ 652 h 657"/>
                <a:gd name="T82" fmla="*/ 322 w 919"/>
                <a:gd name="T83" fmla="*/ 638 h 657"/>
                <a:gd name="T84" fmla="*/ 378 w 919"/>
                <a:gd name="T85" fmla="*/ 548 h 657"/>
                <a:gd name="T86" fmla="*/ 438 w 919"/>
                <a:gd name="T87" fmla="*/ 527 h 657"/>
                <a:gd name="T88" fmla="*/ 467 w 919"/>
                <a:gd name="T89" fmla="*/ 498 h 657"/>
                <a:gd name="T90" fmla="*/ 542 w 919"/>
                <a:gd name="T91" fmla="*/ 498 h 657"/>
                <a:gd name="T92" fmla="*/ 552 w 919"/>
                <a:gd name="T93" fmla="*/ 445 h 657"/>
                <a:gd name="T94" fmla="*/ 613 w 919"/>
                <a:gd name="T95" fmla="*/ 385 h 657"/>
                <a:gd name="T96" fmla="*/ 610 w 919"/>
                <a:gd name="T97" fmla="*/ 326 h 657"/>
                <a:gd name="T98" fmla="*/ 666 w 919"/>
                <a:gd name="T99" fmla="*/ 325 h 657"/>
                <a:gd name="T100" fmla="*/ 674 w 919"/>
                <a:gd name="T101" fmla="*/ 278 h 657"/>
                <a:gd name="T102" fmla="*/ 685 w 919"/>
                <a:gd name="T103" fmla="*/ 188 h 657"/>
                <a:gd name="T104" fmla="*/ 732 w 919"/>
                <a:gd name="T105" fmla="*/ 152 h 657"/>
                <a:gd name="T106" fmla="*/ 845 w 919"/>
                <a:gd name="T107" fmla="*/ 121 h 657"/>
                <a:gd name="T108" fmla="*/ 889 w 919"/>
                <a:gd name="T109" fmla="*/ 113 h 657"/>
                <a:gd name="T110" fmla="*/ 893 w 919"/>
                <a:gd name="T111" fmla="*/ 110 h 657"/>
                <a:gd name="T112" fmla="*/ 904 w 919"/>
                <a:gd name="T113" fmla="*/ 105 h 657"/>
                <a:gd name="T114" fmla="*/ 885 w 919"/>
                <a:gd name="T115" fmla="*/ 8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19" h="657">
                  <a:moveTo>
                    <a:pt x="885" y="80"/>
                  </a:moveTo>
                  <a:cubicBezTo>
                    <a:pt x="875" y="78"/>
                    <a:pt x="867" y="84"/>
                    <a:pt x="861" y="88"/>
                  </a:cubicBezTo>
                  <a:cubicBezTo>
                    <a:pt x="855" y="92"/>
                    <a:pt x="844" y="90"/>
                    <a:pt x="840" y="86"/>
                  </a:cubicBezTo>
                  <a:cubicBezTo>
                    <a:pt x="836" y="81"/>
                    <a:pt x="825" y="80"/>
                    <a:pt x="810" y="82"/>
                  </a:cubicBezTo>
                  <a:cubicBezTo>
                    <a:pt x="795" y="84"/>
                    <a:pt x="776" y="102"/>
                    <a:pt x="768" y="110"/>
                  </a:cubicBezTo>
                  <a:cubicBezTo>
                    <a:pt x="760" y="118"/>
                    <a:pt x="745" y="118"/>
                    <a:pt x="737" y="126"/>
                  </a:cubicBezTo>
                  <a:cubicBezTo>
                    <a:pt x="728" y="134"/>
                    <a:pt x="709" y="135"/>
                    <a:pt x="697" y="125"/>
                  </a:cubicBezTo>
                  <a:cubicBezTo>
                    <a:pt x="685" y="115"/>
                    <a:pt x="699" y="95"/>
                    <a:pt x="698" y="88"/>
                  </a:cubicBezTo>
                  <a:cubicBezTo>
                    <a:pt x="697" y="82"/>
                    <a:pt x="697" y="71"/>
                    <a:pt x="700" y="64"/>
                  </a:cubicBezTo>
                  <a:cubicBezTo>
                    <a:pt x="703" y="58"/>
                    <a:pt x="706" y="51"/>
                    <a:pt x="693" y="45"/>
                  </a:cubicBezTo>
                  <a:cubicBezTo>
                    <a:pt x="679" y="39"/>
                    <a:pt x="686" y="34"/>
                    <a:pt x="684" y="20"/>
                  </a:cubicBezTo>
                  <a:cubicBezTo>
                    <a:pt x="682" y="6"/>
                    <a:pt x="671" y="0"/>
                    <a:pt x="661" y="0"/>
                  </a:cubicBezTo>
                  <a:cubicBezTo>
                    <a:pt x="651" y="0"/>
                    <a:pt x="643" y="23"/>
                    <a:pt x="632" y="29"/>
                  </a:cubicBezTo>
                  <a:cubicBezTo>
                    <a:pt x="621" y="35"/>
                    <a:pt x="617" y="40"/>
                    <a:pt x="616" y="60"/>
                  </a:cubicBezTo>
                  <a:cubicBezTo>
                    <a:pt x="615" y="80"/>
                    <a:pt x="601" y="70"/>
                    <a:pt x="586" y="68"/>
                  </a:cubicBezTo>
                  <a:cubicBezTo>
                    <a:pt x="571" y="65"/>
                    <a:pt x="566" y="72"/>
                    <a:pt x="567" y="82"/>
                  </a:cubicBezTo>
                  <a:cubicBezTo>
                    <a:pt x="567" y="93"/>
                    <a:pt x="570" y="104"/>
                    <a:pt x="563" y="104"/>
                  </a:cubicBezTo>
                  <a:cubicBezTo>
                    <a:pt x="555" y="104"/>
                    <a:pt x="552" y="97"/>
                    <a:pt x="539" y="88"/>
                  </a:cubicBezTo>
                  <a:cubicBezTo>
                    <a:pt x="525" y="80"/>
                    <a:pt x="529" y="98"/>
                    <a:pt x="509" y="98"/>
                  </a:cubicBezTo>
                  <a:cubicBezTo>
                    <a:pt x="490" y="98"/>
                    <a:pt x="491" y="114"/>
                    <a:pt x="479" y="116"/>
                  </a:cubicBezTo>
                  <a:cubicBezTo>
                    <a:pt x="466" y="117"/>
                    <a:pt x="467" y="110"/>
                    <a:pt x="465" y="100"/>
                  </a:cubicBezTo>
                  <a:cubicBezTo>
                    <a:pt x="465" y="100"/>
                    <a:pt x="465" y="99"/>
                    <a:pt x="465" y="99"/>
                  </a:cubicBezTo>
                  <a:cubicBezTo>
                    <a:pt x="465" y="99"/>
                    <a:pt x="465" y="98"/>
                    <a:pt x="465" y="98"/>
                  </a:cubicBezTo>
                  <a:cubicBezTo>
                    <a:pt x="464" y="98"/>
                    <a:pt x="464" y="98"/>
                    <a:pt x="464" y="98"/>
                  </a:cubicBezTo>
                  <a:cubicBezTo>
                    <a:pt x="464" y="97"/>
                    <a:pt x="464" y="97"/>
                    <a:pt x="464" y="97"/>
                  </a:cubicBezTo>
                  <a:cubicBezTo>
                    <a:pt x="464" y="97"/>
                    <a:pt x="463" y="97"/>
                    <a:pt x="463" y="97"/>
                  </a:cubicBezTo>
                  <a:cubicBezTo>
                    <a:pt x="463" y="97"/>
                    <a:pt x="463" y="96"/>
                    <a:pt x="463" y="96"/>
                  </a:cubicBezTo>
                  <a:cubicBezTo>
                    <a:pt x="463" y="96"/>
                    <a:pt x="462" y="96"/>
                    <a:pt x="462" y="96"/>
                  </a:cubicBezTo>
                  <a:cubicBezTo>
                    <a:pt x="462" y="96"/>
                    <a:pt x="462" y="96"/>
                    <a:pt x="462" y="96"/>
                  </a:cubicBezTo>
                  <a:cubicBezTo>
                    <a:pt x="461" y="96"/>
                    <a:pt x="461" y="96"/>
                    <a:pt x="461" y="96"/>
                  </a:cubicBezTo>
                  <a:cubicBezTo>
                    <a:pt x="461" y="96"/>
                    <a:pt x="461" y="96"/>
                    <a:pt x="460" y="96"/>
                  </a:cubicBezTo>
                  <a:cubicBezTo>
                    <a:pt x="460" y="95"/>
                    <a:pt x="460" y="95"/>
                    <a:pt x="460" y="95"/>
                  </a:cubicBezTo>
                  <a:cubicBezTo>
                    <a:pt x="459" y="95"/>
                    <a:pt x="458" y="95"/>
                    <a:pt x="457" y="95"/>
                  </a:cubicBezTo>
                  <a:cubicBezTo>
                    <a:pt x="455" y="96"/>
                    <a:pt x="453" y="96"/>
                    <a:pt x="450" y="97"/>
                  </a:cubicBezTo>
                  <a:cubicBezTo>
                    <a:pt x="450" y="97"/>
                    <a:pt x="449" y="97"/>
                    <a:pt x="449" y="97"/>
                  </a:cubicBezTo>
                  <a:cubicBezTo>
                    <a:pt x="449" y="97"/>
                    <a:pt x="448" y="97"/>
                    <a:pt x="448" y="97"/>
                  </a:cubicBezTo>
                  <a:cubicBezTo>
                    <a:pt x="447" y="97"/>
                    <a:pt x="447" y="97"/>
                    <a:pt x="446" y="97"/>
                  </a:cubicBezTo>
                  <a:cubicBezTo>
                    <a:pt x="446" y="97"/>
                    <a:pt x="446" y="97"/>
                    <a:pt x="445" y="97"/>
                  </a:cubicBezTo>
                  <a:cubicBezTo>
                    <a:pt x="445" y="97"/>
                    <a:pt x="444" y="97"/>
                    <a:pt x="444" y="97"/>
                  </a:cubicBezTo>
                  <a:cubicBezTo>
                    <a:pt x="444" y="97"/>
                    <a:pt x="443" y="97"/>
                    <a:pt x="443" y="97"/>
                  </a:cubicBezTo>
                  <a:cubicBezTo>
                    <a:pt x="442" y="97"/>
                    <a:pt x="442" y="97"/>
                    <a:pt x="441" y="97"/>
                  </a:cubicBezTo>
                  <a:cubicBezTo>
                    <a:pt x="441" y="97"/>
                    <a:pt x="441" y="97"/>
                    <a:pt x="440" y="97"/>
                  </a:cubicBezTo>
                  <a:cubicBezTo>
                    <a:pt x="440" y="97"/>
                    <a:pt x="439" y="97"/>
                    <a:pt x="438" y="97"/>
                  </a:cubicBezTo>
                  <a:cubicBezTo>
                    <a:pt x="426" y="95"/>
                    <a:pt x="420" y="90"/>
                    <a:pt x="416" y="84"/>
                  </a:cubicBezTo>
                  <a:cubicBezTo>
                    <a:pt x="416" y="83"/>
                    <a:pt x="415" y="83"/>
                    <a:pt x="415" y="83"/>
                  </a:cubicBezTo>
                  <a:cubicBezTo>
                    <a:pt x="415" y="83"/>
                    <a:pt x="415" y="82"/>
                    <a:pt x="415" y="82"/>
                  </a:cubicBezTo>
                  <a:cubicBezTo>
                    <a:pt x="414" y="82"/>
                    <a:pt x="414" y="82"/>
                    <a:pt x="414" y="82"/>
                  </a:cubicBezTo>
                  <a:cubicBezTo>
                    <a:pt x="414" y="82"/>
                    <a:pt x="414" y="82"/>
                    <a:pt x="413" y="82"/>
                  </a:cubicBezTo>
                  <a:cubicBezTo>
                    <a:pt x="413" y="81"/>
                    <a:pt x="412" y="81"/>
                    <a:pt x="412" y="81"/>
                  </a:cubicBezTo>
                  <a:cubicBezTo>
                    <a:pt x="412" y="81"/>
                    <a:pt x="411" y="81"/>
                    <a:pt x="411" y="81"/>
                  </a:cubicBezTo>
                  <a:cubicBezTo>
                    <a:pt x="411" y="81"/>
                    <a:pt x="410" y="81"/>
                    <a:pt x="410" y="81"/>
                  </a:cubicBezTo>
                  <a:cubicBezTo>
                    <a:pt x="409" y="80"/>
                    <a:pt x="409" y="80"/>
                    <a:pt x="409" y="80"/>
                  </a:cubicBezTo>
                  <a:cubicBezTo>
                    <a:pt x="408" y="80"/>
                    <a:pt x="408" y="80"/>
                    <a:pt x="407" y="80"/>
                  </a:cubicBezTo>
                  <a:cubicBezTo>
                    <a:pt x="407" y="80"/>
                    <a:pt x="407" y="80"/>
                    <a:pt x="407" y="80"/>
                  </a:cubicBezTo>
                  <a:cubicBezTo>
                    <a:pt x="406" y="80"/>
                    <a:pt x="405" y="80"/>
                    <a:pt x="404" y="80"/>
                  </a:cubicBezTo>
                  <a:cubicBezTo>
                    <a:pt x="404" y="80"/>
                    <a:pt x="404" y="80"/>
                    <a:pt x="403" y="80"/>
                  </a:cubicBezTo>
                  <a:cubicBezTo>
                    <a:pt x="403" y="80"/>
                    <a:pt x="402" y="80"/>
                    <a:pt x="401" y="80"/>
                  </a:cubicBezTo>
                  <a:cubicBezTo>
                    <a:pt x="401" y="80"/>
                    <a:pt x="401" y="80"/>
                    <a:pt x="400" y="80"/>
                  </a:cubicBezTo>
                  <a:cubicBezTo>
                    <a:pt x="400" y="80"/>
                    <a:pt x="399" y="80"/>
                    <a:pt x="398" y="80"/>
                  </a:cubicBezTo>
                  <a:cubicBezTo>
                    <a:pt x="398" y="80"/>
                    <a:pt x="398" y="80"/>
                    <a:pt x="397" y="80"/>
                  </a:cubicBezTo>
                  <a:cubicBezTo>
                    <a:pt x="397" y="80"/>
                    <a:pt x="396" y="80"/>
                    <a:pt x="395" y="80"/>
                  </a:cubicBezTo>
                  <a:cubicBezTo>
                    <a:pt x="394" y="80"/>
                    <a:pt x="394" y="80"/>
                    <a:pt x="393" y="80"/>
                  </a:cubicBezTo>
                  <a:cubicBezTo>
                    <a:pt x="393" y="80"/>
                    <a:pt x="392" y="80"/>
                    <a:pt x="392" y="80"/>
                  </a:cubicBezTo>
                  <a:cubicBezTo>
                    <a:pt x="391" y="81"/>
                    <a:pt x="391" y="81"/>
                    <a:pt x="390" y="81"/>
                  </a:cubicBezTo>
                  <a:cubicBezTo>
                    <a:pt x="390" y="81"/>
                    <a:pt x="389" y="81"/>
                    <a:pt x="389" y="81"/>
                  </a:cubicBezTo>
                  <a:cubicBezTo>
                    <a:pt x="388" y="81"/>
                    <a:pt x="387" y="81"/>
                    <a:pt x="385" y="81"/>
                  </a:cubicBezTo>
                  <a:cubicBezTo>
                    <a:pt x="385" y="81"/>
                    <a:pt x="385" y="81"/>
                    <a:pt x="385" y="81"/>
                  </a:cubicBezTo>
                  <a:cubicBezTo>
                    <a:pt x="381" y="82"/>
                    <a:pt x="378" y="82"/>
                    <a:pt x="375" y="83"/>
                  </a:cubicBezTo>
                  <a:cubicBezTo>
                    <a:pt x="374" y="83"/>
                    <a:pt x="372" y="83"/>
                    <a:pt x="371" y="83"/>
                  </a:cubicBezTo>
                  <a:cubicBezTo>
                    <a:pt x="357" y="85"/>
                    <a:pt x="353" y="78"/>
                    <a:pt x="345" y="72"/>
                  </a:cubicBezTo>
                  <a:cubicBezTo>
                    <a:pt x="338" y="65"/>
                    <a:pt x="328" y="68"/>
                    <a:pt x="325" y="79"/>
                  </a:cubicBezTo>
                  <a:cubicBezTo>
                    <a:pt x="321" y="90"/>
                    <a:pt x="306" y="94"/>
                    <a:pt x="293" y="94"/>
                  </a:cubicBezTo>
                  <a:cubicBezTo>
                    <a:pt x="281" y="94"/>
                    <a:pt x="275" y="103"/>
                    <a:pt x="272" y="114"/>
                  </a:cubicBezTo>
                  <a:cubicBezTo>
                    <a:pt x="269" y="126"/>
                    <a:pt x="261" y="132"/>
                    <a:pt x="261" y="146"/>
                  </a:cubicBezTo>
                  <a:cubicBezTo>
                    <a:pt x="260" y="160"/>
                    <a:pt x="253" y="171"/>
                    <a:pt x="240" y="171"/>
                  </a:cubicBezTo>
                  <a:cubicBezTo>
                    <a:pt x="227" y="171"/>
                    <a:pt x="226" y="184"/>
                    <a:pt x="211" y="186"/>
                  </a:cubicBezTo>
                  <a:cubicBezTo>
                    <a:pt x="195" y="188"/>
                    <a:pt x="188" y="192"/>
                    <a:pt x="178" y="194"/>
                  </a:cubicBezTo>
                  <a:cubicBezTo>
                    <a:pt x="168" y="196"/>
                    <a:pt x="169" y="203"/>
                    <a:pt x="173" y="210"/>
                  </a:cubicBezTo>
                  <a:cubicBezTo>
                    <a:pt x="178" y="218"/>
                    <a:pt x="166" y="221"/>
                    <a:pt x="161" y="228"/>
                  </a:cubicBezTo>
                  <a:cubicBezTo>
                    <a:pt x="157" y="234"/>
                    <a:pt x="151" y="238"/>
                    <a:pt x="139" y="234"/>
                  </a:cubicBezTo>
                  <a:cubicBezTo>
                    <a:pt x="128" y="230"/>
                    <a:pt x="122" y="240"/>
                    <a:pt x="119" y="246"/>
                  </a:cubicBezTo>
                  <a:cubicBezTo>
                    <a:pt x="115" y="252"/>
                    <a:pt x="109" y="244"/>
                    <a:pt x="107" y="236"/>
                  </a:cubicBezTo>
                  <a:cubicBezTo>
                    <a:pt x="105" y="228"/>
                    <a:pt x="90" y="227"/>
                    <a:pt x="85" y="227"/>
                  </a:cubicBezTo>
                  <a:cubicBezTo>
                    <a:pt x="79" y="227"/>
                    <a:pt x="74" y="229"/>
                    <a:pt x="67" y="219"/>
                  </a:cubicBezTo>
                  <a:cubicBezTo>
                    <a:pt x="64" y="213"/>
                    <a:pt x="55" y="212"/>
                    <a:pt x="48" y="213"/>
                  </a:cubicBezTo>
                  <a:cubicBezTo>
                    <a:pt x="48" y="214"/>
                    <a:pt x="48" y="215"/>
                    <a:pt x="48" y="216"/>
                  </a:cubicBezTo>
                  <a:cubicBezTo>
                    <a:pt x="48" y="217"/>
                    <a:pt x="48" y="217"/>
                    <a:pt x="48" y="217"/>
                  </a:cubicBezTo>
                  <a:cubicBezTo>
                    <a:pt x="48" y="218"/>
                    <a:pt x="48" y="219"/>
                    <a:pt x="48" y="220"/>
                  </a:cubicBezTo>
                  <a:cubicBezTo>
                    <a:pt x="48" y="221"/>
                    <a:pt x="48" y="221"/>
                    <a:pt x="48" y="221"/>
                  </a:cubicBezTo>
                  <a:cubicBezTo>
                    <a:pt x="48" y="222"/>
                    <a:pt x="47" y="223"/>
                    <a:pt x="47" y="224"/>
                  </a:cubicBezTo>
                  <a:cubicBezTo>
                    <a:pt x="47" y="224"/>
                    <a:pt x="47" y="224"/>
                    <a:pt x="47" y="225"/>
                  </a:cubicBezTo>
                  <a:cubicBezTo>
                    <a:pt x="47" y="226"/>
                    <a:pt x="46" y="227"/>
                    <a:pt x="46" y="228"/>
                  </a:cubicBezTo>
                  <a:cubicBezTo>
                    <a:pt x="41" y="238"/>
                    <a:pt x="38" y="241"/>
                    <a:pt x="38" y="248"/>
                  </a:cubicBezTo>
                  <a:cubicBezTo>
                    <a:pt x="38" y="256"/>
                    <a:pt x="43" y="268"/>
                    <a:pt x="35" y="274"/>
                  </a:cubicBezTo>
                  <a:cubicBezTo>
                    <a:pt x="26" y="280"/>
                    <a:pt x="23" y="287"/>
                    <a:pt x="23" y="293"/>
                  </a:cubicBezTo>
                  <a:cubicBezTo>
                    <a:pt x="23" y="299"/>
                    <a:pt x="29" y="308"/>
                    <a:pt x="19" y="309"/>
                  </a:cubicBezTo>
                  <a:cubicBezTo>
                    <a:pt x="9" y="310"/>
                    <a:pt x="5" y="316"/>
                    <a:pt x="5" y="326"/>
                  </a:cubicBezTo>
                  <a:cubicBezTo>
                    <a:pt x="5" y="337"/>
                    <a:pt x="0" y="356"/>
                    <a:pt x="9" y="358"/>
                  </a:cubicBezTo>
                  <a:cubicBezTo>
                    <a:pt x="19" y="360"/>
                    <a:pt x="37" y="358"/>
                    <a:pt x="23" y="371"/>
                  </a:cubicBezTo>
                  <a:cubicBezTo>
                    <a:pt x="8" y="384"/>
                    <a:pt x="5" y="384"/>
                    <a:pt x="5" y="393"/>
                  </a:cubicBezTo>
                  <a:cubicBezTo>
                    <a:pt x="5" y="402"/>
                    <a:pt x="2" y="410"/>
                    <a:pt x="8" y="412"/>
                  </a:cubicBezTo>
                  <a:cubicBezTo>
                    <a:pt x="14" y="414"/>
                    <a:pt x="9" y="429"/>
                    <a:pt x="15" y="432"/>
                  </a:cubicBezTo>
                  <a:cubicBezTo>
                    <a:pt x="21" y="434"/>
                    <a:pt x="24" y="429"/>
                    <a:pt x="24" y="450"/>
                  </a:cubicBezTo>
                  <a:cubicBezTo>
                    <a:pt x="24" y="472"/>
                    <a:pt x="18" y="476"/>
                    <a:pt x="18" y="484"/>
                  </a:cubicBezTo>
                  <a:cubicBezTo>
                    <a:pt x="18" y="492"/>
                    <a:pt x="21" y="507"/>
                    <a:pt x="29" y="509"/>
                  </a:cubicBezTo>
                  <a:cubicBezTo>
                    <a:pt x="37" y="511"/>
                    <a:pt x="55" y="510"/>
                    <a:pt x="65" y="512"/>
                  </a:cubicBezTo>
                  <a:cubicBezTo>
                    <a:pt x="75" y="514"/>
                    <a:pt x="83" y="525"/>
                    <a:pt x="87" y="532"/>
                  </a:cubicBezTo>
                  <a:cubicBezTo>
                    <a:pt x="90" y="538"/>
                    <a:pt x="88" y="552"/>
                    <a:pt x="82" y="559"/>
                  </a:cubicBezTo>
                  <a:cubicBezTo>
                    <a:pt x="76" y="566"/>
                    <a:pt x="65" y="572"/>
                    <a:pt x="61" y="579"/>
                  </a:cubicBezTo>
                  <a:cubicBezTo>
                    <a:pt x="56" y="586"/>
                    <a:pt x="47" y="594"/>
                    <a:pt x="43" y="599"/>
                  </a:cubicBezTo>
                  <a:cubicBezTo>
                    <a:pt x="42" y="599"/>
                    <a:pt x="42" y="599"/>
                    <a:pt x="42" y="600"/>
                  </a:cubicBezTo>
                  <a:cubicBezTo>
                    <a:pt x="42" y="600"/>
                    <a:pt x="42" y="600"/>
                    <a:pt x="42" y="600"/>
                  </a:cubicBezTo>
                  <a:cubicBezTo>
                    <a:pt x="42" y="600"/>
                    <a:pt x="41" y="600"/>
                    <a:pt x="41" y="600"/>
                  </a:cubicBezTo>
                  <a:cubicBezTo>
                    <a:pt x="41" y="600"/>
                    <a:pt x="41" y="600"/>
                    <a:pt x="41" y="601"/>
                  </a:cubicBezTo>
                  <a:cubicBezTo>
                    <a:pt x="41" y="601"/>
                    <a:pt x="41" y="601"/>
                    <a:pt x="41" y="601"/>
                  </a:cubicBezTo>
                  <a:cubicBezTo>
                    <a:pt x="37" y="604"/>
                    <a:pt x="29" y="610"/>
                    <a:pt x="27" y="618"/>
                  </a:cubicBezTo>
                  <a:cubicBezTo>
                    <a:pt x="27" y="618"/>
                    <a:pt x="27" y="618"/>
                    <a:pt x="27" y="618"/>
                  </a:cubicBezTo>
                  <a:cubicBezTo>
                    <a:pt x="27" y="618"/>
                    <a:pt x="27" y="619"/>
                    <a:pt x="27" y="620"/>
                  </a:cubicBezTo>
                  <a:cubicBezTo>
                    <a:pt x="27" y="620"/>
                    <a:pt x="27" y="620"/>
                    <a:pt x="27" y="620"/>
                  </a:cubicBezTo>
                  <a:cubicBezTo>
                    <a:pt x="37" y="625"/>
                    <a:pt x="52" y="633"/>
                    <a:pt x="61" y="635"/>
                  </a:cubicBezTo>
                  <a:cubicBezTo>
                    <a:pt x="76" y="638"/>
                    <a:pt x="82" y="638"/>
                    <a:pt x="92" y="644"/>
                  </a:cubicBezTo>
                  <a:cubicBezTo>
                    <a:pt x="102" y="650"/>
                    <a:pt x="113" y="652"/>
                    <a:pt x="125" y="652"/>
                  </a:cubicBezTo>
                  <a:cubicBezTo>
                    <a:pt x="136" y="652"/>
                    <a:pt x="159" y="652"/>
                    <a:pt x="182" y="652"/>
                  </a:cubicBezTo>
                  <a:cubicBezTo>
                    <a:pt x="205" y="652"/>
                    <a:pt x="219" y="657"/>
                    <a:pt x="235" y="650"/>
                  </a:cubicBezTo>
                  <a:cubicBezTo>
                    <a:pt x="250" y="642"/>
                    <a:pt x="262" y="641"/>
                    <a:pt x="277" y="641"/>
                  </a:cubicBezTo>
                  <a:cubicBezTo>
                    <a:pt x="293" y="641"/>
                    <a:pt x="311" y="642"/>
                    <a:pt x="322" y="638"/>
                  </a:cubicBezTo>
                  <a:cubicBezTo>
                    <a:pt x="333" y="635"/>
                    <a:pt x="340" y="636"/>
                    <a:pt x="355" y="632"/>
                  </a:cubicBezTo>
                  <a:cubicBezTo>
                    <a:pt x="371" y="628"/>
                    <a:pt x="373" y="625"/>
                    <a:pt x="371" y="606"/>
                  </a:cubicBezTo>
                  <a:cubicBezTo>
                    <a:pt x="370" y="586"/>
                    <a:pt x="358" y="561"/>
                    <a:pt x="378" y="548"/>
                  </a:cubicBezTo>
                  <a:cubicBezTo>
                    <a:pt x="398" y="536"/>
                    <a:pt x="389" y="534"/>
                    <a:pt x="399" y="527"/>
                  </a:cubicBezTo>
                  <a:cubicBezTo>
                    <a:pt x="410" y="520"/>
                    <a:pt x="415" y="513"/>
                    <a:pt x="422" y="522"/>
                  </a:cubicBezTo>
                  <a:cubicBezTo>
                    <a:pt x="429" y="532"/>
                    <a:pt x="429" y="527"/>
                    <a:pt x="438" y="527"/>
                  </a:cubicBezTo>
                  <a:cubicBezTo>
                    <a:pt x="447" y="527"/>
                    <a:pt x="460" y="524"/>
                    <a:pt x="460" y="518"/>
                  </a:cubicBezTo>
                  <a:cubicBezTo>
                    <a:pt x="460" y="513"/>
                    <a:pt x="443" y="508"/>
                    <a:pt x="445" y="501"/>
                  </a:cubicBezTo>
                  <a:cubicBezTo>
                    <a:pt x="447" y="494"/>
                    <a:pt x="459" y="496"/>
                    <a:pt x="467" y="498"/>
                  </a:cubicBezTo>
                  <a:cubicBezTo>
                    <a:pt x="475" y="500"/>
                    <a:pt x="479" y="494"/>
                    <a:pt x="485" y="490"/>
                  </a:cubicBezTo>
                  <a:cubicBezTo>
                    <a:pt x="491" y="487"/>
                    <a:pt x="513" y="482"/>
                    <a:pt x="521" y="492"/>
                  </a:cubicBezTo>
                  <a:cubicBezTo>
                    <a:pt x="528" y="502"/>
                    <a:pt x="539" y="505"/>
                    <a:pt x="542" y="498"/>
                  </a:cubicBezTo>
                  <a:cubicBezTo>
                    <a:pt x="545" y="490"/>
                    <a:pt x="548" y="488"/>
                    <a:pt x="554" y="484"/>
                  </a:cubicBezTo>
                  <a:cubicBezTo>
                    <a:pt x="560" y="480"/>
                    <a:pt x="561" y="476"/>
                    <a:pt x="561" y="466"/>
                  </a:cubicBezTo>
                  <a:cubicBezTo>
                    <a:pt x="561" y="457"/>
                    <a:pt x="549" y="453"/>
                    <a:pt x="552" y="445"/>
                  </a:cubicBezTo>
                  <a:cubicBezTo>
                    <a:pt x="555" y="437"/>
                    <a:pt x="564" y="434"/>
                    <a:pt x="564" y="422"/>
                  </a:cubicBezTo>
                  <a:cubicBezTo>
                    <a:pt x="564" y="409"/>
                    <a:pt x="565" y="393"/>
                    <a:pt x="585" y="393"/>
                  </a:cubicBezTo>
                  <a:cubicBezTo>
                    <a:pt x="604" y="393"/>
                    <a:pt x="609" y="392"/>
                    <a:pt x="613" y="385"/>
                  </a:cubicBezTo>
                  <a:cubicBezTo>
                    <a:pt x="616" y="378"/>
                    <a:pt x="629" y="375"/>
                    <a:pt x="618" y="363"/>
                  </a:cubicBezTo>
                  <a:cubicBezTo>
                    <a:pt x="607" y="351"/>
                    <a:pt x="600" y="345"/>
                    <a:pt x="599" y="339"/>
                  </a:cubicBezTo>
                  <a:cubicBezTo>
                    <a:pt x="597" y="333"/>
                    <a:pt x="597" y="326"/>
                    <a:pt x="610" y="326"/>
                  </a:cubicBezTo>
                  <a:cubicBezTo>
                    <a:pt x="623" y="326"/>
                    <a:pt x="627" y="331"/>
                    <a:pt x="629" y="334"/>
                  </a:cubicBezTo>
                  <a:cubicBezTo>
                    <a:pt x="630" y="336"/>
                    <a:pt x="642" y="334"/>
                    <a:pt x="651" y="334"/>
                  </a:cubicBezTo>
                  <a:cubicBezTo>
                    <a:pt x="659" y="334"/>
                    <a:pt x="655" y="326"/>
                    <a:pt x="666" y="325"/>
                  </a:cubicBezTo>
                  <a:cubicBezTo>
                    <a:pt x="677" y="324"/>
                    <a:pt x="679" y="320"/>
                    <a:pt x="677" y="310"/>
                  </a:cubicBezTo>
                  <a:cubicBezTo>
                    <a:pt x="676" y="300"/>
                    <a:pt x="674" y="298"/>
                    <a:pt x="669" y="293"/>
                  </a:cubicBezTo>
                  <a:cubicBezTo>
                    <a:pt x="663" y="288"/>
                    <a:pt x="665" y="285"/>
                    <a:pt x="674" y="278"/>
                  </a:cubicBezTo>
                  <a:cubicBezTo>
                    <a:pt x="683" y="270"/>
                    <a:pt x="706" y="264"/>
                    <a:pt x="704" y="246"/>
                  </a:cubicBezTo>
                  <a:cubicBezTo>
                    <a:pt x="702" y="229"/>
                    <a:pt x="706" y="214"/>
                    <a:pt x="699" y="208"/>
                  </a:cubicBezTo>
                  <a:cubicBezTo>
                    <a:pt x="693" y="202"/>
                    <a:pt x="693" y="190"/>
                    <a:pt x="685" y="188"/>
                  </a:cubicBezTo>
                  <a:cubicBezTo>
                    <a:pt x="676" y="186"/>
                    <a:pt x="677" y="178"/>
                    <a:pt x="686" y="172"/>
                  </a:cubicBezTo>
                  <a:cubicBezTo>
                    <a:pt x="695" y="167"/>
                    <a:pt x="697" y="162"/>
                    <a:pt x="708" y="160"/>
                  </a:cubicBezTo>
                  <a:cubicBezTo>
                    <a:pt x="719" y="159"/>
                    <a:pt x="724" y="158"/>
                    <a:pt x="732" y="152"/>
                  </a:cubicBezTo>
                  <a:cubicBezTo>
                    <a:pt x="740" y="146"/>
                    <a:pt x="767" y="154"/>
                    <a:pt x="770" y="148"/>
                  </a:cubicBezTo>
                  <a:cubicBezTo>
                    <a:pt x="772" y="141"/>
                    <a:pt x="777" y="127"/>
                    <a:pt x="797" y="126"/>
                  </a:cubicBezTo>
                  <a:cubicBezTo>
                    <a:pt x="817" y="126"/>
                    <a:pt x="829" y="120"/>
                    <a:pt x="845" y="121"/>
                  </a:cubicBezTo>
                  <a:cubicBezTo>
                    <a:pt x="862" y="122"/>
                    <a:pt x="883" y="122"/>
                    <a:pt x="887" y="116"/>
                  </a:cubicBezTo>
                  <a:cubicBezTo>
                    <a:pt x="888" y="115"/>
                    <a:pt x="888" y="114"/>
                    <a:pt x="889" y="114"/>
                  </a:cubicBezTo>
                  <a:cubicBezTo>
                    <a:pt x="889" y="113"/>
                    <a:pt x="889" y="113"/>
                    <a:pt x="889" y="113"/>
                  </a:cubicBezTo>
                  <a:cubicBezTo>
                    <a:pt x="890" y="113"/>
                    <a:pt x="890" y="112"/>
                    <a:pt x="891" y="112"/>
                  </a:cubicBezTo>
                  <a:cubicBezTo>
                    <a:pt x="891" y="112"/>
                    <a:pt x="891" y="112"/>
                    <a:pt x="891" y="111"/>
                  </a:cubicBezTo>
                  <a:cubicBezTo>
                    <a:pt x="892" y="111"/>
                    <a:pt x="892" y="111"/>
                    <a:pt x="893" y="110"/>
                  </a:cubicBezTo>
                  <a:cubicBezTo>
                    <a:pt x="893" y="110"/>
                    <a:pt x="893" y="110"/>
                    <a:pt x="893" y="110"/>
                  </a:cubicBezTo>
                  <a:cubicBezTo>
                    <a:pt x="896" y="109"/>
                    <a:pt x="899" y="108"/>
                    <a:pt x="903" y="106"/>
                  </a:cubicBezTo>
                  <a:cubicBezTo>
                    <a:pt x="903" y="106"/>
                    <a:pt x="904" y="105"/>
                    <a:pt x="904" y="105"/>
                  </a:cubicBezTo>
                  <a:cubicBezTo>
                    <a:pt x="911" y="101"/>
                    <a:pt x="912" y="100"/>
                    <a:pt x="918" y="88"/>
                  </a:cubicBezTo>
                  <a:cubicBezTo>
                    <a:pt x="918" y="88"/>
                    <a:pt x="919" y="87"/>
                    <a:pt x="919" y="87"/>
                  </a:cubicBezTo>
                  <a:cubicBezTo>
                    <a:pt x="908" y="82"/>
                    <a:pt x="893" y="82"/>
                    <a:pt x="885" y="8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3965" y="1861"/>
              <a:ext cx="77" cy="153"/>
            </a:xfrm>
            <a:custGeom>
              <a:avLst/>
              <a:gdLst>
                <a:gd name="T0" fmla="*/ 95 w 118"/>
                <a:gd name="T1" fmla="*/ 4 h 235"/>
                <a:gd name="T2" fmla="*/ 78 w 118"/>
                <a:gd name="T3" fmla="*/ 5 h 235"/>
                <a:gd name="T4" fmla="*/ 66 w 118"/>
                <a:gd name="T5" fmla="*/ 15 h 235"/>
                <a:gd name="T6" fmla="*/ 54 w 118"/>
                <a:gd name="T7" fmla="*/ 29 h 235"/>
                <a:gd name="T8" fmla="*/ 41 w 118"/>
                <a:gd name="T9" fmla="*/ 42 h 235"/>
                <a:gd name="T10" fmla="*/ 34 w 118"/>
                <a:gd name="T11" fmla="*/ 49 h 235"/>
                <a:gd name="T12" fmla="*/ 30 w 118"/>
                <a:gd name="T13" fmla="*/ 74 h 235"/>
                <a:gd name="T14" fmla="*/ 15 w 118"/>
                <a:gd name="T15" fmla="*/ 89 h 235"/>
                <a:gd name="T16" fmla="*/ 6 w 118"/>
                <a:gd name="T17" fmla="*/ 100 h 235"/>
                <a:gd name="T18" fmla="*/ 3 w 118"/>
                <a:gd name="T19" fmla="*/ 115 h 235"/>
                <a:gd name="T20" fmla="*/ 1 w 118"/>
                <a:gd name="T21" fmla="*/ 152 h 235"/>
                <a:gd name="T22" fmla="*/ 6 w 118"/>
                <a:gd name="T23" fmla="*/ 179 h 235"/>
                <a:gd name="T24" fmla="*/ 18 w 118"/>
                <a:gd name="T25" fmla="*/ 194 h 235"/>
                <a:gd name="T26" fmla="*/ 33 w 118"/>
                <a:gd name="T27" fmla="*/ 203 h 235"/>
                <a:gd name="T28" fmla="*/ 39 w 118"/>
                <a:gd name="T29" fmla="*/ 218 h 235"/>
                <a:gd name="T30" fmla="*/ 46 w 118"/>
                <a:gd name="T31" fmla="*/ 235 h 235"/>
                <a:gd name="T32" fmla="*/ 46 w 118"/>
                <a:gd name="T33" fmla="*/ 235 h 235"/>
                <a:gd name="T34" fmla="*/ 59 w 118"/>
                <a:gd name="T35" fmla="*/ 210 h 235"/>
                <a:gd name="T36" fmla="*/ 65 w 118"/>
                <a:gd name="T37" fmla="*/ 196 h 235"/>
                <a:gd name="T38" fmla="*/ 71 w 118"/>
                <a:gd name="T39" fmla="*/ 183 h 235"/>
                <a:gd name="T40" fmla="*/ 90 w 118"/>
                <a:gd name="T41" fmla="*/ 144 h 235"/>
                <a:gd name="T42" fmla="*/ 100 w 118"/>
                <a:gd name="T43" fmla="*/ 101 h 235"/>
                <a:gd name="T44" fmla="*/ 107 w 118"/>
                <a:gd name="T45" fmla="*/ 83 h 235"/>
                <a:gd name="T46" fmla="*/ 117 w 118"/>
                <a:gd name="T47" fmla="*/ 39 h 235"/>
                <a:gd name="T48" fmla="*/ 117 w 118"/>
                <a:gd name="T49" fmla="*/ 19 h 235"/>
                <a:gd name="T50" fmla="*/ 95 w 118"/>
                <a:gd name="T51" fmla="*/ 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8" h="235">
                  <a:moveTo>
                    <a:pt x="95" y="4"/>
                  </a:moveTo>
                  <a:cubicBezTo>
                    <a:pt x="88" y="0"/>
                    <a:pt x="86" y="2"/>
                    <a:pt x="78" y="5"/>
                  </a:cubicBezTo>
                  <a:cubicBezTo>
                    <a:pt x="73" y="8"/>
                    <a:pt x="69" y="10"/>
                    <a:pt x="66" y="15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0" y="33"/>
                    <a:pt x="46" y="38"/>
                    <a:pt x="41" y="42"/>
                  </a:cubicBezTo>
                  <a:cubicBezTo>
                    <a:pt x="39" y="44"/>
                    <a:pt x="36" y="46"/>
                    <a:pt x="34" y="49"/>
                  </a:cubicBezTo>
                  <a:cubicBezTo>
                    <a:pt x="30" y="54"/>
                    <a:pt x="31" y="67"/>
                    <a:pt x="30" y="74"/>
                  </a:cubicBezTo>
                  <a:cubicBezTo>
                    <a:pt x="29" y="85"/>
                    <a:pt x="22" y="82"/>
                    <a:pt x="15" y="89"/>
                  </a:cubicBezTo>
                  <a:cubicBezTo>
                    <a:pt x="11" y="92"/>
                    <a:pt x="8" y="96"/>
                    <a:pt x="6" y="100"/>
                  </a:cubicBezTo>
                  <a:cubicBezTo>
                    <a:pt x="2" y="105"/>
                    <a:pt x="4" y="110"/>
                    <a:pt x="3" y="115"/>
                  </a:cubicBezTo>
                  <a:cubicBezTo>
                    <a:pt x="3" y="127"/>
                    <a:pt x="2" y="140"/>
                    <a:pt x="1" y="152"/>
                  </a:cubicBezTo>
                  <a:cubicBezTo>
                    <a:pt x="0" y="161"/>
                    <a:pt x="1" y="171"/>
                    <a:pt x="6" y="179"/>
                  </a:cubicBezTo>
                  <a:cubicBezTo>
                    <a:pt x="10" y="184"/>
                    <a:pt x="14" y="190"/>
                    <a:pt x="18" y="194"/>
                  </a:cubicBezTo>
                  <a:cubicBezTo>
                    <a:pt x="22" y="198"/>
                    <a:pt x="29" y="198"/>
                    <a:pt x="33" y="203"/>
                  </a:cubicBezTo>
                  <a:cubicBezTo>
                    <a:pt x="37" y="207"/>
                    <a:pt x="38" y="213"/>
                    <a:pt x="39" y="218"/>
                  </a:cubicBezTo>
                  <a:cubicBezTo>
                    <a:pt x="41" y="221"/>
                    <a:pt x="41" y="235"/>
                    <a:pt x="46" y="235"/>
                  </a:cubicBezTo>
                  <a:cubicBezTo>
                    <a:pt x="46" y="235"/>
                    <a:pt x="46" y="235"/>
                    <a:pt x="46" y="235"/>
                  </a:cubicBezTo>
                  <a:cubicBezTo>
                    <a:pt x="52" y="234"/>
                    <a:pt x="57" y="214"/>
                    <a:pt x="59" y="210"/>
                  </a:cubicBezTo>
                  <a:cubicBezTo>
                    <a:pt x="61" y="206"/>
                    <a:pt x="62" y="201"/>
                    <a:pt x="65" y="196"/>
                  </a:cubicBezTo>
                  <a:cubicBezTo>
                    <a:pt x="66" y="193"/>
                    <a:pt x="68" y="186"/>
                    <a:pt x="71" y="183"/>
                  </a:cubicBezTo>
                  <a:cubicBezTo>
                    <a:pt x="90" y="144"/>
                    <a:pt x="90" y="144"/>
                    <a:pt x="90" y="144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0" y="101"/>
                    <a:pt x="107" y="83"/>
                    <a:pt x="107" y="83"/>
                  </a:cubicBezTo>
                  <a:cubicBezTo>
                    <a:pt x="112" y="69"/>
                    <a:pt x="117" y="53"/>
                    <a:pt x="117" y="39"/>
                  </a:cubicBezTo>
                  <a:cubicBezTo>
                    <a:pt x="117" y="32"/>
                    <a:pt x="118" y="26"/>
                    <a:pt x="117" y="19"/>
                  </a:cubicBezTo>
                  <a:cubicBezTo>
                    <a:pt x="117" y="9"/>
                    <a:pt x="103" y="7"/>
                    <a:pt x="95" y="4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3490" y="2088"/>
              <a:ext cx="104" cy="82"/>
            </a:xfrm>
            <a:custGeom>
              <a:avLst/>
              <a:gdLst>
                <a:gd name="T0" fmla="*/ 154 w 159"/>
                <a:gd name="T1" fmla="*/ 10 h 126"/>
                <a:gd name="T2" fmla="*/ 119 w 159"/>
                <a:gd name="T3" fmla="*/ 5 h 126"/>
                <a:gd name="T4" fmla="*/ 96 w 159"/>
                <a:gd name="T5" fmla="*/ 5 h 126"/>
                <a:gd name="T6" fmla="*/ 72 w 159"/>
                <a:gd name="T7" fmla="*/ 2 h 126"/>
                <a:gd name="T8" fmla="*/ 39 w 159"/>
                <a:gd name="T9" fmla="*/ 21 h 126"/>
                <a:gd name="T10" fmla="*/ 30 w 159"/>
                <a:gd name="T11" fmla="*/ 31 h 126"/>
                <a:gd name="T12" fmla="*/ 20 w 159"/>
                <a:gd name="T13" fmla="*/ 43 h 126"/>
                <a:gd name="T14" fmla="*/ 1 w 159"/>
                <a:gd name="T15" fmla="*/ 68 h 126"/>
                <a:gd name="T16" fmla="*/ 3 w 159"/>
                <a:gd name="T17" fmla="*/ 79 h 126"/>
                <a:gd name="T18" fmla="*/ 7 w 159"/>
                <a:gd name="T19" fmla="*/ 98 h 126"/>
                <a:gd name="T20" fmla="*/ 13 w 159"/>
                <a:gd name="T21" fmla="*/ 112 h 126"/>
                <a:gd name="T22" fmla="*/ 48 w 159"/>
                <a:gd name="T23" fmla="*/ 125 h 126"/>
                <a:gd name="T24" fmla="*/ 66 w 159"/>
                <a:gd name="T25" fmla="*/ 123 h 126"/>
                <a:gd name="T26" fmla="*/ 85 w 159"/>
                <a:gd name="T27" fmla="*/ 122 h 126"/>
                <a:gd name="T28" fmla="*/ 130 w 159"/>
                <a:gd name="T29" fmla="*/ 89 h 126"/>
                <a:gd name="T30" fmla="*/ 123 w 159"/>
                <a:gd name="T31" fmla="*/ 77 h 126"/>
                <a:gd name="T32" fmla="*/ 129 w 159"/>
                <a:gd name="T33" fmla="*/ 63 h 126"/>
                <a:gd name="T34" fmla="*/ 137 w 159"/>
                <a:gd name="T35" fmla="*/ 57 h 126"/>
                <a:gd name="T36" fmla="*/ 142 w 159"/>
                <a:gd name="T37" fmla="*/ 49 h 126"/>
                <a:gd name="T38" fmla="*/ 155 w 159"/>
                <a:gd name="T39" fmla="*/ 13 h 126"/>
                <a:gd name="T40" fmla="*/ 154 w 159"/>
                <a:gd name="T41" fmla="*/ 1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9" h="126">
                  <a:moveTo>
                    <a:pt x="154" y="10"/>
                  </a:moveTo>
                  <a:cubicBezTo>
                    <a:pt x="147" y="2"/>
                    <a:pt x="129" y="5"/>
                    <a:pt x="119" y="5"/>
                  </a:cubicBezTo>
                  <a:cubicBezTo>
                    <a:pt x="111" y="5"/>
                    <a:pt x="103" y="4"/>
                    <a:pt x="96" y="5"/>
                  </a:cubicBezTo>
                  <a:cubicBezTo>
                    <a:pt x="90" y="7"/>
                    <a:pt x="78" y="0"/>
                    <a:pt x="72" y="2"/>
                  </a:cubicBezTo>
                  <a:cubicBezTo>
                    <a:pt x="59" y="6"/>
                    <a:pt x="52" y="16"/>
                    <a:pt x="39" y="21"/>
                  </a:cubicBezTo>
                  <a:cubicBezTo>
                    <a:pt x="33" y="24"/>
                    <a:pt x="32" y="26"/>
                    <a:pt x="30" y="31"/>
                  </a:cubicBezTo>
                  <a:cubicBezTo>
                    <a:pt x="28" y="37"/>
                    <a:pt x="24" y="39"/>
                    <a:pt x="20" y="43"/>
                  </a:cubicBezTo>
                  <a:cubicBezTo>
                    <a:pt x="13" y="49"/>
                    <a:pt x="3" y="60"/>
                    <a:pt x="1" y="68"/>
                  </a:cubicBezTo>
                  <a:cubicBezTo>
                    <a:pt x="0" y="72"/>
                    <a:pt x="1" y="74"/>
                    <a:pt x="3" y="79"/>
                  </a:cubicBezTo>
                  <a:cubicBezTo>
                    <a:pt x="5" y="85"/>
                    <a:pt x="5" y="92"/>
                    <a:pt x="7" y="98"/>
                  </a:cubicBezTo>
                  <a:cubicBezTo>
                    <a:pt x="9" y="103"/>
                    <a:pt x="12" y="107"/>
                    <a:pt x="13" y="112"/>
                  </a:cubicBezTo>
                  <a:cubicBezTo>
                    <a:pt x="17" y="126"/>
                    <a:pt x="35" y="124"/>
                    <a:pt x="48" y="125"/>
                  </a:cubicBezTo>
                  <a:cubicBezTo>
                    <a:pt x="66" y="123"/>
                    <a:pt x="66" y="123"/>
                    <a:pt x="66" y="123"/>
                  </a:cubicBezTo>
                  <a:cubicBezTo>
                    <a:pt x="66" y="123"/>
                    <a:pt x="85" y="122"/>
                    <a:pt x="85" y="122"/>
                  </a:cubicBezTo>
                  <a:cubicBezTo>
                    <a:pt x="103" y="120"/>
                    <a:pt x="120" y="102"/>
                    <a:pt x="130" y="89"/>
                  </a:cubicBezTo>
                  <a:cubicBezTo>
                    <a:pt x="131" y="87"/>
                    <a:pt x="124" y="79"/>
                    <a:pt x="123" y="77"/>
                  </a:cubicBezTo>
                  <a:cubicBezTo>
                    <a:pt x="121" y="72"/>
                    <a:pt x="123" y="66"/>
                    <a:pt x="129" y="63"/>
                  </a:cubicBezTo>
                  <a:cubicBezTo>
                    <a:pt x="132" y="61"/>
                    <a:pt x="134" y="60"/>
                    <a:pt x="137" y="57"/>
                  </a:cubicBezTo>
                  <a:cubicBezTo>
                    <a:pt x="141" y="54"/>
                    <a:pt x="141" y="55"/>
                    <a:pt x="142" y="49"/>
                  </a:cubicBezTo>
                  <a:cubicBezTo>
                    <a:pt x="143" y="41"/>
                    <a:pt x="159" y="18"/>
                    <a:pt x="155" y="13"/>
                  </a:cubicBezTo>
                  <a:cubicBezTo>
                    <a:pt x="155" y="12"/>
                    <a:pt x="154" y="11"/>
                    <a:pt x="154" y="10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auto">
            <a:xfrm>
              <a:off x="4130" y="1895"/>
              <a:ext cx="15" cy="9"/>
            </a:xfrm>
            <a:custGeom>
              <a:avLst/>
              <a:gdLst>
                <a:gd name="T0" fmla="*/ 19 w 22"/>
                <a:gd name="T1" fmla="*/ 4 h 13"/>
                <a:gd name="T2" fmla="*/ 13 w 22"/>
                <a:gd name="T3" fmla="*/ 1 h 13"/>
                <a:gd name="T4" fmla="*/ 6 w 22"/>
                <a:gd name="T5" fmla="*/ 1 h 13"/>
                <a:gd name="T6" fmla="*/ 2 w 22"/>
                <a:gd name="T7" fmla="*/ 3 h 13"/>
                <a:gd name="T8" fmla="*/ 4 w 22"/>
                <a:gd name="T9" fmla="*/ 10 h 13"/>
                <a:gd name="T10" fmla="*/ 8 w 22"/>
                <a:gd name="T11" fmla="*/ 13 h 13"/>
                <a:gd name="T12" fmla="*/ 13 w 22"/>
                <a:gd name="T13" fmla="*/ 13 h 13"/>
                <a:gd name="T14" fmla="*/ 21 w 22"/>
                <a:gd name="T15" fmla="*/ 8 h 13"/>
                <a:gd name="T16" fmla="*/ 22 w 22"/>
                <a:gd name="T17" fmla="*/ 6 h 13"/>
                <a:gd name="T18" fmla="*/ 19 w 22"/>
                <a:gd name="T19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13">
                  <a:moveTo>
                    <a:pt x="19" y="4"/>
                  </a:moveTo>
                  <a:cubicBezTo>
                    <a:pt x="17" y="3"/>
                    <a:pt x="15" y="2"/>
                    <a:pt x="13" y="1"/>
                  </a:cubicBezTo>
                  <a:cubicBezTo>
                    <a:pt x="11" y="1"/>
                    <a:pt x="9" y="0"/>
                    <a:pt x="6" y="1"/>
                  </a:cubicBezTo>
                  <a:cubicBezTo>
                    <a:pt x="5" y="1"/>
                    <a:pt x="2" y="1"/>
                    <a:pt x="2" y="3"/>
                  </a:cubicBezTo>
                  <a:cubicBezTo>
                    <a:pt x="0" y="5"/>
                    <a:pt x="3" y="8"/>
                    <a:pt x="4" y="10"/>
                  </a:cubicBezTo>
                  <a:cubicBezTo>
                    <a:pt x="5" y="12"/>
                    <a:pt x="7" y="13"/>
                    <a:pt x="8" y="13"/>
                  </a:cubicBezTo>
                  <a:cubicBezTo>
                    <a:pt x="10" y="13"/>
                    <a:pt x="12" y="13"/>
                    <a:pt x="13" y="13"/>
                  </a:cubicBezTo>
                  <a:cubicBezTo>
                    <a:pt x="16" y="12"/>
                    <a:pt x="19" y="10"/>
                    <a:pt x="21" y="8"/>
                  </a:cubicBezTo>
                  <a:cubicBezTo>
                    <a:pt x="22" y="8"/>
                    <a:pt x="22" y="7"/>
                    <a:pt x="22" y="6"/>
                  </a:cubicBezTo>
                  <a:cubicBezTo>
                    <a:pt x="22" y="5"/>
                    <a:pt x="20" y="4"/>
                    <a:pt x="19" y="4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auto">
            <a:xfrm>
              <a:off x="2046" y="460"/>
              <a:ext cx="2532" cy="1621"/>
            </a:xfrm>
            <a:custGeom>
              <a:avLst/>
              <a:gdLst>
                <a:gd name="T0" fmla="*/ 3638 w 3875"/>
                <a:gd name="T1" fmla="*/ 494 h 2480"/>
                <a:gd name="T2" fmla="*/ 3418 w 3875"/>
                <a:gd name="T3" fmla="*/ 326 h 2480"/>
                <a:gd name="T4" fmla="*/ 3280 w 3875"/>
                <a:gd name="T5" fmla="*/ 40 h 2480"/>
                <a:gd name="T6" fmla="*/ 2943 w 3875"/>
                <a:gd name="T7" fmla="*/ 65 h 2480"/>
                <a:gd name="T8" fmla="*/ 2888 w 3875"/>
                <a:gd name="T9" fmla="*/ 293 h 2480"/>
                <a:gd name="T10" fmla="*/ 2733 w 3875"/>
                <a:gd name="T11" fmla="*/ 329 h 2480"/>
                <a:gd name="T12" fmla="*/ 2724 w 3875"/>
                <a:gd name="T13" fmla="*/ 322 h 2480"/>
                <a:gd name="T14" fmla="*/ 2650 w 3875"/>
                <a:gd name="T15" fmla="*/ 456 h 2480"/>
                <a:gd name="T16" fmla="*/ 2868 w 3875"/>
                <a:gd name="T17" fmla="*/ 571 h 2480"/>
                <a:gd name="T18" fmla="*/ 2412 w 3875"/>
                <a:gd name="T19" fmla="*/ 708 h 2480"/>
                <a:gd name="T20" fmla="*/ 2086 w 3875"/>
                <a:gd name="T21" fmla="*/ 922 h 2480"/>
                <a:gd name="T22" fmla="*/ 1669 w 3875"/>
                <a:gd name="T23" fmla="*/ 893 h 2480"/>
                <a:gd name="T24" fmla="*/ 1304 w 3875"/>
                <a:gd name="T25" fmla="*/ 748 h 2480"/>
                <a:gd name="T26" fmla="*/ 1089 w 3875"/>
                <a:gd name="T27" fmla="*/ 592 h 2480"/>
                <a:gd name="T28" fmla="*/ 885 w 3875"/>
                <a:gd name="T29" fmla="*/ 398 h 2480"/>
                <a:gd name="T30" fmla="*/ 839 w 3875"/>
                <a:gd name="T31" fmla="*/ 371 h 2480"/>
                <a:gd name="T32" fmla="*/ 743 w 3875"/>
                <a:gd name="T33" fmla="*/ 474 h 2480"/>
                <a:gd name="T34" fmla="*/ 540 w 3875"/>
                <a:gd name="T35" fmla="*/ 664 h 2480"/>
                <a:gd name="T36" fmla="*/ 440 w 3875"/>
                <a:gd name="T37" fmla="*/ 846 h 2480"/>
                <a:gd name="T38" fmla="*/ 403 w 3875"/>
                <a:gd name="T39" fmla="*/ 906 h 2480"/>
                <a:gd name="T40" fmla="*/ 405 w 3875"/>
                <a:gd name="T41" fmla="*/ 931 h 2480"/>
                <a:gd name="T42" fmla="*/ 180 w 3875"/>
                <a:gd name="T43" fmla="*/ 1044 h 2480"/>
                <a:gd name="T44" fmla="*/ 12 w 3875"/>
                <a:gd name="T45" fmla="*/ 1097 h 2480"/>
                <a:gd name="T46" fmla="*/ 3 w 3875"/>
                <a:gd name="T47" fmla="*/ 1112 h 2480"/>
                <a:gd name="T48" fmla="*/ 0 w 3875"/>
                <a:gd name="T49" fmla="*/ 1134 h 2480"/>
                <a:gd name="T50" fmla="*/ 72 w 3875"/>
                <a:gd name="T51" fmla="*/ 1265 h 2480"/>
                <a:gd name="T52" fmla="*/ 75 w 3875"/>
                <a:gd name="T53" fmla="*/ 1288 h 2480"/>
                <a:gd name="T54" fmla="*/ 141 w 3875"/>
                <a:gd name="T55" fmla="*/ 1331 h 2480"/>
                <a:gd name="T56" fmla="*/ 289 w 3875"/>
                <a:gd name="T57" fmla="*/ 1414 h 2480"/>
                <a:gd name="T58" fmla="*/ 320 w 3875"/>
                <a:gd name="T59" fmla="*/ 1528 h 2480"/>
                <a:gd name="T60" fmla="*/ 296 w 3875"/>
                <a:gd name="T61" fmla="*/ 1662 h 2480"/>
                <a:gd name="T62" fmla="*/ 448 w 3875"/>
                <a:gd name="T63" fmla="*/ 1808 h 2480"/>
                <a:gd name="T64" fmla="*/ 621 w 3875"/>
                <a:gd name="T65" fmla="*/ 1877 h 2480"/>
                <a:gd name="T66" fmla="*/ 876 w 3875"/>
                <a:gd name="T67" fmla="*/ 1974 h 2480"/>
                <a:gd name="T68" fmla="*/ 923 w 3875"/>
                <a:gd name="T69" fmla="*/ 1965 h 2480"/>
                <a:gd name="T70" fmla="*/ 967 w 3875"/>
                <a:gd name="T71" fmla="*/ 1992 h 2480"/>
                <a:gd name="T72" fmla="*/ 1139 w 3875"/>
                <a:gd name="T73" fmla="*/ 1981 h 2480"/>
                <a:gd name="T74" fmla="*/ 1373 w 3875"/>
                <a:gd name="T75" fmla="*/ 1887 h 2480"/>
                <a:gd name="T76" fmla="*/ 1489 w 3875"/>
                <a:gd name="T77" fmla="*/ 1940 h 2480"/>
                <a:gd name="T78" fmla="*/ 1578 w 3875"/>
                <a:gd name="T79" fmla="*/ 2068 h 2480"/>
                <a:gd name="T80" fmla="*/ 1560 w 3875"/>
                <a:gd name="T81" fmla="*/ 2225 h 2480"/>
                <a:gd name="T82" fmla="*/ 1655 w 3875"/>
                <a:gd name="T83" fmla="*/ 2369 h 2480"/>
                <a:gd name="T84" fmla="*/ 1737 w 3875"/>
                <a:gd name="T85" fmla="*/ 2392 h 2480"/>
                <a:gd name="T86" fmla="*/ 1789 w 3875"/>
                <a:gd name="T87" fmla="*/ 2336 h 2480"/>
                <a:gd name="T88" fmla="*/ 1842 w 3875"/>
                <a:gd name="T89" fmla="*/ 2330 h 2480"/>
                <a:gd name="T90" fmla="*/ 1995 w 3875"/>
                <a:gd name="T91" fmla="*/ 2274 h 2480"/>
                <a:gd name="T92" fmla="*/ 2173 w 3875"/>
                <a:gd name="T93" fmla="*/ 2398 h 2480"/>
                <a:gd name="T94" fmla="*/ 2315 w 3875"/>
                <a:gd name="T95" fmla="*/ 2443 h 2480"/>
                <a:gd name="T96" fmla="*/ 2552 w 3875"/>
                <a:gd name="T97" fmla="*/ 2336 h 2480"/>
                <a:gd name="T98" fmla="*/ 2807 w 3875"/>
                <a:gd name="T99" fmla="*/ 2201 h 2480"/>
                <a:gd name="T100" fmla="*/ 2979 w 3875"/>
                <a:gd name="T101" fmla="*/ 1982 h 2480"/>
                <a:gd name="T102" fmla="*/ 2979 w 3875"/>
                <a:gd name="T103" fmla="*/ 1795 h 2480"/>
                <a:gd name="T104" fmla="*/ 2955 w 3875"/>
                <a:gd name="T105" fmla="*/ 1524 h 2480"/>
                <a:gd name="T106" fmla="*/ 3088 w 3875"/>
                <a:gd name="T107" fmla="*/ 1285 h 2480"/>
                <a:gd name="T108" fmla="*/ 2787 w 3875"/>
                <a:gd name="T109" fmla="*/ 1163 h 2480"/>
                <a:gd name="T110" fmla="*/ 3032 w 3875"/>
                <a:gd name="T111" fmla="*/ 1155 h 2480"/>
                <a:gd name="T112" fmla="*/ 3332 w 3875"/>
                <a:gd name="T113" fmla="*/ 1009 h 2480"/>
                <a:gd name="T114" fmla="*/ 3530 w 3875"/>
                <a:gd name="T115" fmla="*/ 912 h 2480"/>
                <a:gd name="T116" fmla="*/ 3604 w 3875"/>
                <a:gd name="T117" fmla="*/ 890 h 2480"/>
                <a:gd name="T118" fmla="*/ 3639 w 3875"/>
                <a:gd name="T119" fmla="*/ 742 h 2480"/>
                <a:gd name="T120" fmla="*/ 3835 w 3875"/>
                <a:gd name="T121" fmla="*/ 541 h 2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875" h="2480">
                  <a:moveTo>
                    <a:pt x="3861" y="477"/>
                  </a:moveTo>
                  <a:cubicBezTo>
                    <a:pt x="3852" y="470"/>
                    <a:pt x="3860" y="464"/>
                    <a:pt x="3868" y="460"/>
                  </a:cubicBezTo>
                  <a:cubicBezTo>
                    <a:pt x="3875" y="457"/>
                    <a:pt x="3870" y="450"/>
                    <a:pt x="3869" y="443"/>
                  </a:cubicBezTo>
                  <a:cubicBezTo>
                    <a:pt x="3868" y="436"/>
                    <a:pt x="3848" y="436"/>
                    <a:pt x="3836" y="436"/>
                  </a:cubicBezTo>
                  <a:cubicBezTo>
                    <a:pt x="3824" y="436"/>
                    <a:pt x="3828" y="447"/>
                    <a:pt x="3814" y="450"/>
                  </a:cubicBezTo>
                  <a:cubicBezTo>
                    <a:pt x="3799" y="452"/>
                    <a:pt x="3800" y="454"/>
                    <a:pt x="3791" y="460"/>
                  </a:cubicBezTo>
                  <a:cubicBezTo>
                    <a:pt x="3782" y="465"/>
                    <a:pt x="3768" y="464"/>
                    <a:pt x="3755" y="465"/>
                  </a:cubicBezTo>
                  <a:cubicBezTo>
                    <a:pt x="3742" y="466"/>
                    <a:pt x="3734" y="482"/>
                    <a:pt x="3724" y="492"/>
                  </a:cubicBezTo>
                  <a:cubicBezTo>
                    <a:pt x="3714" y="502"/>
                    <a:pt x="3703" y="500"/>
                    <a:pt x="3688" y="498"/>
                  </a:cubicBezTo>
                  <a:cubicBezTo>
                    <a:pt x="3672" y="497"/>
                    <a:pt x="3671" y="488"/>
                    <a:pt x="3661" y="494"/>
                  </a:cubicBezTo>
                  <a:cubicBezTo>
                    <a:pt x="3651" y="499"/>
                    <a:pt x="3640" y="497"/>
                    <a:pt x="3638" y="494"/>
                  </a:cubicBezTo>
                  <a:cubicBezTo>
                    <a:pt x="3635" y="492"/>
                    <a:pt x="3635" y="484"/>
                    <a:pt x="3622" y="478"/>
                  </a:cubicBezTo>
                  <a:cubicBezTo>
                    <a:pt x="3608" y="471"/>
                    <a:pt x="3620" y="462"/>
                    <a:pt x="3620" y="454"/>
                  </a:cubicBezTo>
                  <a:cubicBezTo>
                    <a:pt x="3620" y="446"/>
                    <a:pt x="3623" y="432"/>
                    <a:pt x="3615" y="426"/>
                  </a:cubicBezTo>
                  <a:cubicBezTo>
                    <a:pt x="3607" y="421"/>
                    <a:pt x="3609" y="415"/>
                    <a:pt x="3609" y="406"/>
                  </a:cubicBezTo>
                  <a:cubicBezTo>
                    <a:pt x="3609" y="396"/>
                    <a:pt x="3592" y="400"/>
                    <a:pt x="3578" y="396"/>
                  </a:cubicBezTo>
                  <a:cubicBezTo>
                    <a:pt x="3564" y="391"/>
                    <a:pt x="3560" y="374"/>
                    <a:pt x="3550" y="365"/>
                  </a:cubicBezTo>
                  <a:cubicBezTo>
                    <a:pt x="3540" y="356"/>
                    <a:pt x="3535" y="350"/>
                    <a:pt x="3520" y="358"/>
                  </a:cubicBezTo>
                  <a:cubicBezTo>
                    <a:pt x="3506" y="366"/>
                    <a:pt x="3494" y="348"/>
                    <a:pt x="3486" y="342"/>
                  </a:cubicBezTo>
                  <a:cubicBezTo>
                    <a:pt x="3479" y="336"/>
                    <a:pt x="3472" y="336"/>
                    <a:pt x="3466" y="346"/>
                  </a:cubicBezTo>
                  <a:cubicBezTo>
                    <a:pt x="3459" y="355"/>
                    <a:pt x="3453" y="346"/>
                    <a:pt x="3444" y="344"/>
                  </a:cubicBezTo>
                  <a:cubicBezTo>
                    <a:pt x="3436" y="343"/>
                    <a:pt x="3426" y="334"/>
                    <a:pt x="3418" y="326"/>
                  </a:cubicBezTo>
                  <a:cubicBezTo>
                    <a:pt x="3410" y="319"/>
                    <a:pt x="3410" y="306"/>
                    <a:pt x="3414" y="292"/>
                  </a:cubicBezTo>
                  <a:cubicBezTo>
                    <a:pt x="3418" y="278"/>
                    <a:pt x="3406" y="281"/>
                    <a:pt x="3402" y="269"/>
                  </a:cubicBezTo>
                  <a:cubicBezTo>
                    <a:pt x="3399" y="257"/>
                    <a:pt x="3400" y="253"/>
                    <a:pt x="3394" y="242"/>
                  </a:cubicBezTo>
                  <a:cubicBezTo>
                    <a:pt x="3388" y="232"/>
                    <a:pt x="3385" y="229"/>
                    <a:pt x="3377" y="221"/>
                  </a:cubicBezTo>
                  <a:cubicBezTo>
                    <a:pt x="3369" y="213"/>
                    <a:pt x="3370" y="210"/>
                    <a:pt x="3370" y="198"/>
                  </a:cubicBezTo>
                  <a:cubicBezTo>
                    <a:pt x="3369" y="185"/>
                    <a:pt x="3363" y="178"/>
                    <a:pt x="3361" y="171"/>
                  </a:cubicBezTo>
                  <a:cubicBezTo>
                    <a:pt x="3359" y="164"/>
                    <a:pt x="3358" y="161"/>
                    <a:pt x="3348" y="150"/>
                  </a:cubicBezTo>
                  <a:cubicBezTo>
                    <a:pt x="3338" y="138"/>
                    <a:pt x="3339" y="122"/>
                    <a:pt x="3338" y="108"/>
                  </a:cubicBezTo>
                  <a:cubicBezTo>
                    <a:pt x="3336" y="94"/>
                    <a:pt x="3321" y="92"/>
                    <a:pt x="3318" y="83"/>
                  </a:cubicBezTo>
                  <a:cubicBezTo>
                    <a:pt x="3316" y="74"/>
                    <a:pt x="3312" y="66"/>
                    <a:pt x="3301" y="62"/>
                  </a:cubicBezTo>
                  <a:cubicBezTo>
                    <a:pt x="3290" y="59"/>
                    <a:pt x="3286" y="50"/>
                    <a:pt x="3280" y="40"/>
                  </a:cubicBezTo>
                  <a:cubicBezTo>
                    <a:pt x="3274" y="30"/>
                    <a:pt x="3246" y="34"/>
                    <a:pt x="3232" y="34"/>
                  </a:cubicBezTo>
                  <a:cubicBezTo>
                    <a:pt x="3219" y="35"/>
                    <a:pt x="3214" y="32"/>
                    <a:pt x="3210" y="28"/>
                  </a:cubicBezTo>
                  <a:cubicBezTo>
                    <a:pt x="3206" y="23"/>
                    <a:pt x="3200" y="18"/>
                    <a:pt x="3189" y="16"/>
                  </a:cubicBezTo>
                  <a:cubicBezTo>
                    <a:pt x="3178" y="14"/>
                    <a:pt x="3166" y="5"/>
                    <a:pt x="3157" y="2"/>
                  </a:cubicBezTo>
                  <a:cubicBezTo>
                    <a:pt x="3148" y="0"/>
                    <a:pt x="3140" y="5"/>
                    <a:pt x="3126" y="9"/>
                  </a:cubicBezTo>
                  <a:cubicBezTo>
                    <a:pt x="3112" y="13"/>
                    <a:pt x="3107" y="8"/>
                    <a:pt x="3087" y="8"/>
                  </a:cubicBezTo>
                  <a:cubicBezTo>
                    <a:pt x="3067" y="8"/>
                    <a:pt x="3072" y="13"/>
                    <a:pt x="3059" y="16"/>
                  </a:cubicBezTo>
                  <a:cubicBezTo>
                    <a:pt x="3046" y="18"/>
                    <a:pt x="3036" y="17"/>
                    <a:pt x="3023" y="18"/>
                  </a:cubicBezTo>
                  <a:cubicBezTo>
                    <a:pt x="3010" y="18"/>
                    <a:pt x="3008" y="26"/>
                    <a:pt x="2998" y="26"/>
                  </a:cubicBezTo>
                  <a:cubicBezTo>
                    <a:pt x="2988" y="26"/>
                    <a:pt x="2989" y="29"/>
                    <a:pt x="2973" y="37"/>
                  </a:cubicBezTo>
                  <a:cubicBezTo>
                    <a:pt x="2957" y="45"/>
                    <a:pt x="2955" y="62"/>
                    <a:pt x="2943" y="65"/>
                  </a:cubicBezTo>
                  <a:cubicBezTo>
                    <a:pt x="2931" y="68"/>
                    <a:pt x="2932" y="71"/>
                    <a:pt x="2932" y="78"/>
                  </a:cubicBezTo>
                  <a:cubicBezTo>
                    <a:pt x="2932" y="86"/>
                    <a:pt x="2945" y="86"/>
                    <a:pt x="2957" y="85"/>
                  </a:cubicBezTo>
                  <a:cubicBezTo>
                    <a:pt x="2969" y="84"/>
                    <a:pt x="2970" y="96"/>
                    <a:pt x="2970" y="102"/>
                  </a:cubicBezTo>
                  <a:cubicBezTo>
                    <a:pt x="2970" y="108"/>
                    <a:pt x="2972" y="114"/>
                    <a:pt x="2977" y="118"/>
                  </a:cubicBezTo>
                  <a:cubicBezTo>
                    <a:pt x="2982" y="122"/>
                    <a:pt x="2982" y="124"/>
                    <a:pt x="2978" y="133"/>
                  </a:cubicBezTo>
                  <a:cubicBezTo>
                    <a:pt x="2974" y="142"/>
                    <a:pt x="2959" y="148"/>
                    <a:pt x="2946" y="155"/>
                  </a:cubicBezTo>
                  <a:cubicBezTo>
                    <a:pt x="2932" y="162"/>
                    <a:pt x="2927" y="178"/>
                    <a:pt x="2923" y="194"/>
                  </a:cubicBezTo>
                  <a:cubicBezTo>
                    <a:pt x="2919" y="209"/>
                    <a:pt x="2912" y="214"/>
                    <a:pt x="2906" y="226"/>
                  </a:cubicBezTo>
                  <a:cubicBezTo>
                    <a:pt x="2901" y="238"/>
                    <a:pt x="2896" y="246"/>
                    <a:pt x="2886" y="253"/>
                  </a:cubicBezTo>
                  <a:cubicBezTo>
                    <a:pt x="2876" y="260"/>
                    <a:pt x="2874" y="270"/>
                    <a:pt x="2880" y="275"/>
                  </a:cubicBezTo>
                  <a:cubicBezTo>
                    <a:pt x="2886" y="280"/>
                    <a:pt x="2891" y="284"/>
                    <a:pt x="2888" y="293"/>
                  </a:cubicBezTo>
                  <a:cubicBezTo>
                    <a:pt x="2886" y="302"/>
                    <a:pt x="2874" y="306"/>
                    <a:pt x="2862" y="306"/>
                  </a:cubicBezTo>
                  <a:cubicBezTo>
                    <a:pt x="2850" y="306"/>
                    <a:pt x="2848" y="314"/>
                    <a:pt x="2834" y="318"/>
                  </a:cubicBezTo>
                  <a:cubicBezTo>
                    <a:pt x="2820" y="322"/>
                    <a:pt x="2818" y="334"/>
                    <a:pt x="2804" y="343"/>
                  </a:cubicBezTo>
                  <a:cubicBezTo>
                    <a:pt x="2789" y="352"/>
                    <a:pt x="2786" y="344"/>
                    <a:pt x="2775" y="340"/>
                  </a:cubicBezTo>
                  <a:cubicBezTo>
                    <a:pt x="2764" y="336"/>
                    <a:pt x="2762" y="334"/>
                    <a:pt x="2742" y="332"/>
                  </a:cubicBezTo>
                  <a:cubicBezTo>
                    <a:pt x="2741" y="332"/>
                    <a:pt x="2740" y="331"/>
                    <a:pt x="2739" y="331"/>
                  </a:cubicBezTo>
                  <a:cubicBezTo>
                    <a:pt x="2739" y="331"/>
                    <a:pt x="2739" y="331"/>
                    <a:pt x="2738" y="331"/>
                  </a:cubicBezTo>
                  <a:cubicBezTo>
                    <a:pt x="2738" y="331"/>
                    <a:pt x="2737" y="331"/>
                    <a:pt x="2736" y="330"/>
                  </a:cubicBezTo>
                  <a:cubicBezTo>
                    <a:pt x="2736" y="330"/>
                    <a:pt x="2736" y="330"/>
                    <a:pt x="2736" y="330"/>
                  </a:cubicBezTo>
                  <a:cubicBezTo>
                    <a:pt x="2735" y="330"/>
                    <a:pt x="2734" y="330"/>
                    <a:pt x="2734" y="330"/>
                  </a:cubicBezTo>
                  <a:cubicBezTo>
                    <a:pt x="2734" y="330"/>
                    <a:pt x="2733" y="330"/>
                    <a:pt x="2733" y="329"/>
                  </a:cubicBezTo>
                  <a:cubicBezTo>
                    <a:pt x="2733" y="329"/>
                    <a:pt x="2732" y="329"/>
                    <a:pt x="2731" y="329"/>
                  </a:cubicBezTo>
                  <a:cubicBezTo>
                    <a:pt x="2731" y="329"/>
                    <a:pt x="2731" y="328"/>
                    <a:pt x="2731" y="328"/>
                  </a:cubicBezTo>
                  <a:cubicBezTo>
                    <a:pt x="2730" y="328"/>
                    <a:pt x="2730" y="328"/>
                    <a:pt x="2730" y="328"/>
                  </a:cubicBezTo>
                  <a:cubicBezTo>
                    <a:pt x="2729" y="327"/>
                    <a:pt x="2729" y="327"/>
                    <a:pt x="2729" y="327"/>
                  </a:cubicBezTo>
                  <a:cubicBezTo>
                    <a:pt x="2729" y="327"/>
                    <a:pt x="2728" y="327"/>
                    <a:pt x="2728" y="326"/>
                  </a:cubicBezTo>
                  <a:cubicBezTo>
                    <a:pt x="2728" y="326"/>
                    <a:pt x="2728" y="326"/>
                    <a:pt x="2728" y="326"/>
                  </a:cubicBezTo>
                  <a:cubicBezTo>
                    <a:pt x="2727" y="326"/>
                    <a:pt x="2727" y="325"/>
                    <a:pt x="2726" y="325"/>
                  </a:cubicBezTo>
                  <a:cubicBezTo>
                    <a:pt x="2726" y="325"/>
                    <a:pt x="2726" y="325"/>
                    <a:pt x="2726" y="325"/>
                  </a:cubicBezTo>
                  <a:cubicBezTo>
                    <a:pt x="2726" y="324"/>
                    <a:pt x="2726" y="324"/>
                    <a:pt x="2725" y="324"/>
                  </a:cubicBezTo>
                  <a:cubicBezTo>
                    <a:pt x="2725" y="324"/>
                    <a:pt x="2725" y="324"/>
                    <a:pt x="2725" y="323"/>
                  </a:cubicBezTo>
                  <a:cubicBezTo>
                    <a:pt x="2725" y="323"/>
                    <a:pt x="2724" y="323"/>
                    <a:pt x="2724" y="322"/>
                  </a:cubicBezTo>
                  <a:cubicBezTo>
                    <a:pt x="2724" y="322"/>
                    <a:pt x="2724" y="322"/>
                    <a:pt x="2724" y="322"/>
                  </a:cubicBezTo>
                  <a:cubicBezTo>
                    <a:pt x="2724" y="322"/>
                    <a:pt x="2723" y="321"/>
                    <a:pt x="2723" y="321"/>
                  </a:cubicBezTo>
                  <a:cubicBezTo>
                    <a:pt x="2723" y="321"/>
                    <a:pt x="2723" y="321"/>
                    <a:pt x="2723" y="321"/>
                  </a:cubicBezTo>
                  <a:cubicBezTo>
                    <a:pt x="2723" y="320"/>
                    <a:pt x="2723" y="320"/>
                    <a:pt x="2722" y="319"/>
                  </a:cubicBezTo>
                  <a:cubicBezTo>
                    <a:pt x="2722" y="319"/>
                    <a:pt x="2722" y="319"/>
                    <a:pt x="2722" y="319"/>
                  </a:cubicBezTo>
                  <a:cubicBezTo>
                    <a:pt x="2722" y="318"/>
                    <a:pt x="2722" y="318"/>
                    <a:pt x="2721" y="317"/>
                  </a:cubicBezTo>
                  <a:cubicBezTo>
                    <a:pt x="2721" y="317"/>
                    <a:pt x="2721" y="317"/>
                    <a:pt x="2721" y="317"/>
                  </a:cubicBezTo>
                  <a:cubicBezTo>
                    <a:pt x="2710" y="334"/>
                    <a:pt x="2703" y="360"/>
                    <a:pt x="2693" y="368"/>
                  </a:cubicBezTo>
                  <a:cubicBezTo>
                    <a:pt x="2681" y="378"/>
                    <a:pt x="2688" y="394"/>
                    <a:pt x="2676" y="405"/>
                  </a:cubicBezTo>
                  <a:cubicBezTo>
                    <a:pt x="2664" y="416"/>
                    <a:pt x="2668" y="419"/>
                    <a:pt x="2668" y="437"/>
                  </a:cubicBezTo>
                  <a:cubicBezTo>
                    <a:pt x="2668" y="455"/>
                    <a:pt x="2665" y="453"/>
                    <a:pt x="2650" y="456"/>
                  </a:cubicBezTo>
                  <a:cubicBezTo>
                    <a:pt x="2635" y="459"/>
                    <a:pt x="2647" y="477"/>
                    <a:pt x="2663" y="491"/>
                  </a:cubicBezTo>
                  <a:cubicBezTo>
                    <a:pt x="2679" y="505"/>
                    <a:pt x="2682" y="489"/>
                    <a:pt x="2686" y="483"/>
                  </a:cubicBezTo>
                  <a:cubicBezTo>
                    <a:pt x="2690" y="477"/>
                    <a:pt x="2721" y="485"/>
                    <a:pt x="2735" y="481"/>
                  </a:cubicBezTo>
                  <a:cubicBezTo>
                    <a:pt x="2749" y="477"/>
                    <a:pt x="2750" y="494"/>
                    <a:pt x="2762" y="495"/>
                  </a:cubicBezTo>
                  <a:cubicBezTo>
                    <a:pt x="2774" y="496"/>
                    <a:pt x="2781" y="481"/>
                    <a:pt x="2789" y="473"/>
                  </a:cubicBezTo>
                  <a:cubicBezTo>
                    <a:pt x="2797" y="465"/>
                    <a:pt x="2821" y="468"/>
                    <a:pt x="2828" y="471"/>
                  </a:cubicBezTo>
                  <a:cubicBezTo>
                    <a:pt x="2835" y="474"/>
                    <a:pt x="2858" y="482"/>
                    <a:pt x="2865" y="494"/>
                  </a:cubicBezTo>
                  <a:cubicBezTo>
                    <a:pt x="2872" y="506"/>
                    <a:pt x="2901" y="528"/>
                    <a:pt x="2916" y="539"/>
                  </a:cubicBezTo>
                  <a:cubicBezTo>
                    <a:pt x="2931" y="550"/>
                    <a:pt x="2931" y="569"/>
                    <a:pt x="2926" y="575"/>
                  </a:cubicBezTo>
                  <a:cubicBezTo>
                    <a:pt x="2921" y="581"/>
                    <a:pt x="2909" y="577"/>
                    <a:pt x="2893" y="583"/>
                  </a:cubicBezTo>
                  <a:cubicBezTo>
                    <a:pt x="2877" y="589"/>
                    <a:pt x="2877" y="577"/>
                    <a:pt x="2868" y="571"/>
                  </a:cubicBezTo>
                  <a:cubicBezTo>
                    <a:pt x="2859" y="565"/>
                    <a:pt x="2844" y="569"/>
                    <a:pt x="2829" y="569"/>
                  </a:cubicBezTo>
                  <a:cubicBezTo>
                    <a:pt x="2814" y="569"/>
                    <a:pt x="2807" y="586"/>
                    <a:pt x="2787" y="585"/>
                  </a:cubicBezTo>
                  <a:cubicBezTo>
                    <a:pt x="2767" y="584"/>
                    <a:pt x="2760" y="598"/>
                    <a:pt x="2733" y="601"/>
                  </a:cubicBezTo>
                  <a:cubicBezTo>
                    <a:pt x="2706" y="604"/>
                    <a:pt x="2702" y="622"/>
                    <a:pt x="2694" y="642"/>
                  </a:cubicBezTo>
                  <a:cubicBezTo>
                    <a:pt x="2686" y="662"/>
                    <a:pt x="2676" y="665"/>
                    <a:pt x="2657" y="678"/>
                  </a:cubicBezTo>
                  <a:cubicBezTo>
                    <a:pt x="2638" y="691"/>
                    <a:pt x="2608" y="677"/>
                    <a:pt x="2592" y="677"/>
                  </a:cubicBezTo>
                  <a:cubicBezTo>
                    <a:pt x="2576" y="677"/>
                    <a:pt x="2569" y="709"/>
                    <a:pt x="2557" y="712"/>
                  </a:cubicBezTo>
                  <a:cubicBezTo>
                    <a:pt x="2545" y="715"/>
                    <a:pt x="2537" y="724"/>
                    <a:pt x="2521" y="729"/>
                  </a:cubicBezTo>
                  <a:cubicBezTo>
                    <a:pt x="2505" y="734"/>
                    <a:pt x="2492" y="726"/>
                    <a:pt x="2477" y="724"/>
                  </a:cubicBezTo>
                  <a:cubicBezTo>
                    <a:pt x="2462" y="722"/>
                    <a:pt x="2462" y="717"/>
                    <a:pt x="2447" y="705"/>
                  </a:cubicBezTo>
                  <a:cubicBezTo>
                    <a:pt x="2432" y="693"/>
                    <a:pt x="2428" y="705"/>
                    <a:pt x="2412" y="708"/>
                  </a:cubicBezTo>
                  <a:cubicBezTo>
                    <a:pt x="2396" y="711"/>
                    <a:pt x="2400" y="736"/>
                    <a:pt x="2392" y="741"/>
                  </a:cubicBezTo>
                  <a:cubicBezTo>
                    <a:pt x="2384" y="746"/>
                    <a:pt x="2384" y="752"/>
                    <a:pt x="2382" y="758"/>
                  </a:cubicBezTo>
                  <a:cubicBezTo>
                    <a:pt x="2380" y="764"/>
                    <a:pt x="2392" y="780"/>
                    <a:pt x="2409" y="789"/>
                  </a:cubicBezTo>
                  <a:cubicBezTo>
                    <a:pt x="2426" y="798"/>
                    <a:pt x="2421" y="810"/>
                    <a:pt x="2413" y="815"/>
                  </a:cubicBezTo>
                  <a:cubicBezTo>
                    <a:pt x="2405" y="820"/>
                    <a:pt x="2403" y="829"/>
                    <a:pt x="2374" y="837"/>
                  </a:cubicBezTo>
                  <a:cubicBezTo>
                    <a:pt x="2345" y="845"/>
                    <a:pt x="2348" y="862"/>
                    <a:pt x="2333" y="875"/>
                  </a:cubicBezTo>
                  <a:cubicBezTo>
                    <a:pt x="2318" y="888"/>
                    <a:pt x="2308" y="894"/>
                    <a:pt x="2292" y="894"/>
                  </a:cubicBezTo>
                  <a:cubicBezTo>
                    <a:pt x="2276" y="894"/>
                    <a:pt x="2259" y="906"/>
                    <a:pt x="2246" y="910"/>
                  </a:cubicBezTo>
                  <a:cubicBezTo>
                    <a:pt x="2233" y="914"/>
                    <a:pt x="2221" y="914"/>
                    <a:pt x="2193" y="911"/>
                  </a:cubicBezTo>
                  <a:cubicBezTo>
                    <a:pt x="2165" y="908"/>
                    <a:pt x="2157" y="911"/>
                    <a:pt x="2143" y="911"/>
                  </a:cubicBezTo>
                  <a:cubicBezTo>
                    <a:pt x="2129" y="911"/>
                    <a:pt x="2101" y="919"/>
                    <a:pt x="2086" y="922"/>
                  </a:cubicBezTo>
                  <a:cubicBezTo>
                    <a:pt x="2071" y="925"/>
                    <a:pt x="2054" y="940"/>
                    <a:pt x="2036" y="941"/>
                  </a:cubicBezTo>
                  <a:cubicBezTo>
                    <a:pt x="2018" y="942"/>
                    <a:pt x="2022" y="956"/>
                    <a:pt x="2009" y="956"/>
                  </a:cubicBezTo>
                  <a:cubicBezTo>
                    <a:pt x="1996" y="956"/>
                    <a:pt x="1996" y="961"/>
                    <a:pt x="1985" y="973"/>
                  </a:cubicBezTo>
                  <a:cubicBezTo>
                    <a:pt x="1974" y="985"/>
                    <a:pt x="1958" y="977"/>
                    <a:pt x="1945" y="963"/>
                  </a:cubicBezTo>
                  <a:cubicBezTo>
                    <a:pt x="1932" y="949"/>
                    <a:pt x="1916" y="959"/>
                    <a:pt x="1902" y="961"/>
                  </a:cubicBezTo>
                  <a:cubicBezTo>
                    <a:pt x="1888" y="963"/>
                    <a:pt x="1884" y="962"/>
                    <a:pt x="1873" y="955"/>
                  </a:cubicBezTo>
                  <a:cubicBezTo>
                    <a:pt x="1862" y="948"/>
                    <a:pt x="1863" y="944"/>
                    <a:pt x="1846" y="944"/>
                  </a:cubicBezTo>
                  <a:cubicBezTo>
                    <a:pt x="1829" y="944"/>
                    <a:pt x="1827" y="937"/>
                    <a:pt x="1813" y="937"/>
                  </a:cubicBezTo>
                  <a:cubicBezTo>
                    <a:pt x="1799" y="937"/>
                    <a:pt x="1800" y="932"/>
                    <a:pt x="1775" y="913"/>
                  </a:cubicBezTo>
                  <a:cubicBezTo>
                    <a:pt x="1750" y="894"/>
                    <a:pt x="1720" y="906"/>
                    <a:pt x="1706" y="900"/>
                  </a:cubicBezTo>
                  <a:cubicBezTo>
                    <a:pt x="1692" y="894"/>
                    <a:pt x="1681" y="894"/>
                    <a:pt x="1669" y="893"/>
                  </a:cubicBezTo>
                  <a:cubicBezTo>
                    <a:pt x="1657" y="892"/>
                    <a:pt x="1648" y="893"/>
                    <a:pt x="1630" y="901"/>
                  </a:cubicBezTo>
                  <a:cubicBezTo>
                    <a:pt x="1612" y="909"/>
                    <a:pt x="1583" y="898"/>
                    <a:pt x="1570" y="898"/>
                  </a:cubicBezTo>
                  <a:cubicBezTo>
                    <a:pt x="1557" y="898"/>
                    <a:pt x="1534" y="902"/>
                    <a:pt x="1514" y="891"/>
                  </a:cubicBezTo>
                  <a:cubicBezTo>
                    <a:pt x="1494" y="880"/>
                    <a:pt x="1467" y="886"/>
                    <a:pt x="1453" y="887"/>
                  </a:cubicBezTo>
                  <a:cubicBezTo>
                    <a:pt x="1439" y="888"/>
                    <a:pt x="1433" y="893"/>
                    <a:pt x="1425" y="876"/>
                  </a:cubicBezTo>
                  <a:cubicBezTo>
                    <a:pt x="1417" y="859"/>
                    <a:pt x="1415" y="865"/>
                    <a:pt x="1404" y="856"/>
                  </a:cubicBezTo>
                  <a:cubicBezTo>
                    <a:pt x="1393" y="847"/>
                    <a:pt x="1391" y="839"/>
                    <a:pt x="1390" y="828"/>
                  </a:cubicBezTo>
                  <a:cubicBezTo>
                    <a:pt x="1389" y="817"/>
                    <a:pt x="1389" y="809"/>
                    <a:pt x="1378" y="802"/>
                  </a:cubicBezTo>
                  <a:cubicBezTo>
                    <a:pt x="1367" y="795"/>
                    <a:pt x="1374" y="792"/>
                    <a:pt x="1369" y="782"/>
                  </a:cubicBezTo>
                  <a:cubicBezTo>
                    <a:pt x="1364" y="772"/>
                    <a:pt x="1353" y="771"/>
                    <a:pt x="1338" y="769"/>
                  </a:cubicBezTo>
                  <a:cubicBezTo>
                    <a:pt x="1323" y="767"/>
                    <a:pt x="1310" y="755"/>
                    <a:pt x="1304" y="748"/>
                  </a:cubicBezTo>
                  <a:cubicBezTo>
                    <a:pt x="1298" y="741"/>
                    <a:pt x="1290" y="741"/>
                    <a:pt x="1280" y="738"/>
                  </a:cubicBezTo>
                  <a:cubicBezTo>
                    <a:pt x="1270" y="735"/>
                    <a:pt x="1265" y="732"/>
                    <a:pt x="1257" y="719"/>
                  </a:cubicBezTo>
                  <a:cubicBezTo>
                    <a:pt x="1249" y="706"/>
                    <a:pt x="1222" y="711"/>
                    <a:pt x="1211" y="710"/>
                  </a:cubicBezTo>
                  <a:cubicBezTo>
                    <a:pt x="1200" y="709"/>
                    <a:pt x="1192" y="711"/>
                    <a:pt x="1179" y="711"/>
                  </a:cubicBezTo>
                  <a:cubicBezTo>
                    <a:pt x="1166" y="711"/>
                    <a:pt x="1162" y="708"/>
                    <a:pt x="1149" y="704"/>
                  </a:cubicBezTo>
                  <a:cubicBezTo>
                    <a:pt x="1136" y="700"/>
                    <a:pt x="1113" y="704"/>
                    <a:pt x="1095" y="702"/>
                  </a:cubicBezTo>
                  <a:cubicBezTo>
                    <a:pt x="1077" y="700"/>
                    <a:pt x="1085" y="691"/>
                    <a:pt x="1069" y="683"/>
                  </a:cubicBezTo>
                  <a:cubicBezTo>
                    <a:pt x="1053" y="675"/>
                    <a:pt x="1062" y="671"/>
                    <a:pt x="1063" y="662"/>
                  </a:cubicBezTo>
                  <a:cubicBezTo>
                    <a:pt x="1064" y="653"/>
                    <a:pt x="1070" y="643"/>
                    <a:pt x="1083" y="634"/>
                  </a:cubicBezTo>
                  <a:cubicBezTo>
                    <a:pt x="1096" y="625"/>
                    <a:pt x="1087" y="623"/>
                    <a:pt x="1080" y="618"/>
                  </a:cubicBezTo>
                  <a:cubicBezTo>
                    <a:pt x="1073" y="613"/>
                    <a:pt x="1075" y="598"/>
                    <a:pt x="1089" y="592"/>
                  </a:cubicBezTo>
                  <a:cubicBezTo>
                    <a:pt x="1103" y="586"/>
                    <a:pt x="1097" y="575"/>
                    <a:pt x="1085" y="570"/>
                  </a:cubicBezTo>
                  <a:cubicBezTo>
                    <a:pt x="1073" y="565"/>
                    <a:pt x="1076" y="555"/>
                    <a:pt x="1063" y="545"/>
                  </a:cubicBezTo>
                  <a:cubicBezTo>
                    <a:pt x="1050" y="535"/>
                    <a:pt x="1048" y="525"/>
                    <a:pt x="1047" y="515"/>
                  </a:cubicBezTo>
                  <a:cubicBezTo>
                    <a:pt x="1046" y="505"/>
                    <a:pt x="1040" y="500"/>
                    <a:pt x="1037" y="495"/>
                  </a:cubicBezTo>
                  <a:cubicBezTo>
                    <a:pt x="1034" y="490"/>
                    <a:pt x="1025" y="481"/>
                    <a:pt x="1017" y="479"/>
                  </a:cubicBezTo>
                  <a:cubicBezTo>
                    <a:pt x="1009" y="477"/>
                    <a:pt x="1003" y="478"/>
                    <a:pt x="999" y="471"/>
                  </a:cubicBezTo>
                  <a:cubicBezTo>
                    <a:pt x="995" y="464"/>
                    <a:pt x="977" y="471"/>
                    <a:pt x="964" y="470"/>
                  </a:cubicBezTo>
                  <a:cubicBezTo>
                    <a:pt x="951" y="469"/>
                    <a:pt x="934" y="452"/>
                    <a:pt x="932" y="446"/>
                  </a:cubicBezTo>
                  <a:cubicBezTo>
                    <a:pt x="930" y="440"/>
                    <a:pt x="927" y="438"/>
                    <a:pt x="913" y="433"/>
                  </a:cubicBezTo>
                  <a:cubicBezTo>
                    <a:pt x="899" y="428"/>
                    <a:pt x="897" y="423"/>
                    <a:pt x="895" y="416"/>
                  </a:cubicBezTo>
                  <a:cubicBezTo>
                    <a:pt x="893" y="409"/>
                    <a:pt x="889" y="409"/>
                    <a:pt x="885" y="398"/>
                  </a:cubicBezTo>
                  <a:cubicBezTo>
                    <a:pt x="883" y="394"/>
                    <a:pt x="883" y="388"/>
                    <a:pt x="884" y="382"/>
                  </a:cubicBezTo>
                  <a:cubicBezTo>
                    <a:pt x="883" y="382"/>
                    <a:pt x="883" y="382"/>
                    <a:pt x="882" y="382"/>
                  </a:cubicBezTo>
                  <a:cubicBezTo>
                    <a:pt x="882" y="382"/>
                    <a:pt x="882" y="382"/>
                    <a:pt x="882" y="382"/>
                  </a:cubicBezTo>
                  <a:cubicBezTo>
                    <a:pt x="882" y="382"/>
                    <a:pt x="881" y="382"/>
                    <a:pt x="881" y="383"/>
                  </a:cubicBezTo>
                  <a:cubicBezTo>
                    <a:pt x="880" y="383"/>
                    <a:pt x="880" y="383"/>
                    <a:pt x="880" y="383"/>
                  </a:cubicBezTo>
                  <a:cubicBezTo>
                    <a:pt x="878" y="383"/>
                    <a:pt x="875" y="382"/>
                    <a:pt x="873" y="382"/>
                  </a:cubicBezTo>
                  <a:cubicBezTo>
                    <a:pt x="872" y="382"/>
                    <a:pt x="872" y="382"/>
                    <a:pt x="872" y="382"/>
                  </a:cubicBezTo>
                  <a:cubicBezTo>
                    <a:pt x="872" y="382"/>
                    <a:pt x="871" y="382"/>
                    <a:pt x="871" y="382"/>
                  </a:cubicBezTo>
                  <a:cubicBezTo>
                    <a:pt x="870" y="382"/>
                    <a:pt x="870" y="382"/>
                    <a:pt x="869" y="382"/>
                  </a:cubicBezTo>
                  <a:cubicBezTo>
                    <a:pt x="860" y="381"/>
                    <a:pt x="855" y="384"/>
                    <a:pt x="849" y="377"/>
                  </a:cubicBezTo>
                  <a:cubicBezTo>
                    <a:pt x="847" y="374"/>
                    <a:pt x="843" y="372"/>
                    <a:pt x="839" y="371"/>
                  </a:cubicBezTo>
                  <a:cubicBezTo>
                    <a:pt x="839" y="371"/>
                    <a:pt x="839" y="371"/>
                    <a:pt x="839" y="371"/>
                  </a:cubicBezTo>
                  <a:cubicBezTo>
                    <a:pt x="839" y="372"/>
                    <a:pt x="838" y="373"/>
                    <a:pt x="838" y="374"/>
                  </a:cubicBezTo>
                  <a:cubicBezTo>
                    <a:pt x="838" y="374"/>
                    <a:pt x="838" y="374"/>
                    <a:pt x="838" y="374"/>
                  </a:cubicBezTo>
                  <a:cubicBezTo>
                    <a:pt x="837" y="374"/>
                    <a:pt x="837" y="375"/>
                    <a:pt x="836" y="376"/>
                  </a:cubicBezTo>
                  <a:cubicBezTo>
                    <a:pt x="836" y="376"/>
                    <a:pt x="836" y="376"/>
                    <a:pt x="835" y="376"/>
                  </a:cubicBezTo>
                  <a:cubicBezTo>
                    <a:pt x="835" y="377"/>
                    <a:pt x="834" y="378"/>
                    <a:pt x="833" y="379"/>
                  </a:cubicBezTo>
                  <a:cubicBezTo>
                    <a:pt x="833" y="379"/>
                    <a:pt x="833" y="379"/>
                    <a:pt x="833" y="379"/>
                  </a:cubicBezTo>
                  <a:cubicBezTo>
                    <a:pt x="832" y="380"/>
                    <a:pt x="831" y="380"/>
                    <a:pt x="830" y="381"/>
                  </a:cubicBezTo>
                  <a:cubicBezTo>
                    <a:pt x="819" y="388"/>
                    <a:pt x="824" y="391"/>
                    <a:pt x="822" y="414"/>
                  </a:cubicBezTo>
                  <a:cubicBezTo>
                    <a:pt x="820" y="436"/>
                    <a:pt x="793" y="436"/>
                    <a:pt x="772" y="436"/>
                  </a:cubicBezTo>
                  <a:cubicBezTo>
                    <a:pt x="752" y="436"/>
                    <a:pt x="744" y="464"/>
                    <a:pt x="743" y="474"/>
                  </a:cubicBezTo>
                  <a:cubicBezTo>
                    <a:pt x="742" y="484"/>
                    <a:pt x="744" y="496"/>
                    <a:pt x="749" y="504"/>
                  </a:cubicBezTo>
                  <a:cubicBezTo>
                    <a:pt x="754" y="512"/>
                    <a:pt x="751" y="516"/>
                    <a:pt x="752" y="528"/>
                  </a:cubicBezTo>
                  <a:cubicBezTo>
                    <a:pt x="754" y="540"/>
                    <a:pt x="748" y="544"/>
                    <a:pt x="740" y="545"/>
                  </a:cubicBezTo>
                  <a:cubicBezTo>
                    <a:pt x="732" y="546"/>
                    <a:pt x="727" y="549"/>
                    <a:pt x="719" y="557"/>
                  </a:cubicBezTo>
                  <a:cubicBezTo>
                    <a:pt x="711" y="565"/>
                    <a:pt x="704" y="566"/>
                    <a:pt x="693" y="560"/>
                  </a:cubicBezTo>
                  <a:cubicBezTo>
                    <a:pt x="682" y="554"/>
                    <a:pt x="670" y="555"/>
                    <a:pt x="647" y="557"/>
                  </a:cubicBezTo>
                  <a:cubicBezTo>
                    <a:pt x="624" y="559"/>
                    <a:pt x="634" y="551"/>
                    <a:pt x="610" y="540"/>
                  </a:cubicBezTo>
                  <a:cubicBezTo>
                    <a:pt x="586" y="528"/>
                    <a:pt x="587" y="546"/>
                    <a:pt x="583" y="554"/>
                  </a:cubicBezTo>
                  <a:cubicBezTo>
                    <a:pt x="579" y="563"/>
                    <a:pt x="575" y="573"/>
                    <a:pt x="571" y="589"/>
                  </a:cubicBezTo>
                  <a:cubicBezTo>
                    <a:pt x="567" y="605"/>
                    <a:pt x="572" y="605"/>
                    <a:pt x="560" y="613"/>
                  </a:cubicBezTo>
                  <a:cubicBezTo>
                    <a:pt x="548" y="621"/>
                    <a:pt x="542" y="657"/>
                    <a:pt x="540" y="664"/>
                  </a:cubicBezTo>
                  <a:cubicBezTo>
                    <a:pt x="539" y="672"/>
                    <a:pt x="542" y="678"/>
                    <a:pt x="553" y="678"/>
                  </a:cubicBezTo>
                  <a:cubicBezTo>
                    <a:pt x="564" y="678"/>
                    <a:pt x="563" y="686"/>
                    <a:pt x="560" y="694"/>
                  </a:cubicBezTo>
                  <a:cubicBezTo>
                    <a:pt x="556" y="703"/>
                    <a:pt x="543" y="703"/>
                    <a:pt x="524" y="702"/>
                  </a:cubicBezTo>
                  <a:cubicBezTo>
                    <a:pt x="504" y="700"/>
                    <a:pt x="507" y="690"/>
                    <a:pt x="494" y="687"/>
                  </a:cubicBezTo>
                  <a:cubicBezTo>
                    <a:pt x="482" y="684"/>
                    <a:pt x="466" y="690"/>
                    <a:pt x="461" y="699"/>
                  </a:cubicBezTo>
                  <a:cubicBezTo>
                    <a:pt x="456" y="708"/>
                    <a:pt x="420" y="699"/>
                    <a:pt x="419" y="705"/>
                  </a:cubicBezTo>
                  <a:cubicBezTo>
                    <a:pt x="418" y="711"/>
                    <a:pt x="393" y="704"/>
                    <a:pt x="391" y="714"/>
                  </a:cubicBezTo>
                  <a:cubicBezTo>
                    <a:pt x="389" y="725"/>
                    <a:pt x="393" y="730"/>
                    <a:pt x="407" y="730"/>
                  </a:cubicBezTo>
                  <a:cubicBezTo>
                    <a:pt x="421" y="730"/>
                    <a:pt x="416" y="757"/>
                    <a:pt x="416" y="776"/>
                  </a:cubicBezTo>
                  <a:cubicBezTo>
                    <a:pt x="417" y="794"/>
                    <a:pt x="416" y="798"/>
                    <a:pt x="428" y="807"/>
                  </a:cubicBezTo>
                  <a:cubicBezTo>
                    <a:pt x="440" y="816"/>
                    <a:pt x="435" y="828"/>
                    <a:pt x="440" y="846"/>
                  </a:cubicBezTo>
                  <a:cubicBezTo>
                    <a:pt x="446" y="864"/>
                    <a:pt x="436" y="862"/>
                    <a:pt x="432" y="872"/>
                  </a:cubicBezTo>
                  <a:cubicBezTo>
                    <a:pt x="429" y="882"/>
                    <a:pt x="410" y="881"/>
                    <a:pt x="405" y="891"/>
                  </a:cubicBezTo>
                  <a:cubicBezTo>
                    <a:pt x="405" y="892"/>
                    <a:pt x="404" y="892"/>
                    <a:pt x="404" y="893"/>
                  </a:cubicBezTo>
                  <a:cubicBezTo>
                    <a:pt x="404" y="893"/>
                    <a:pt x="404" y="894"/>
                    <a:pt x="404" y="894"/>
                  </a:cubicBezTo>
                  <a:cubicBezTo>
                    <a:pt x="404" y="895"/>
                    <a:pt x="404" y="895"/>
                    <a:pt x="403" y="896"/>
                  </a:cubicBezTo>
                  <a:cubicBezTo>
                    <a:pt x="403" y="896"/>
                    <a:pt x="403" y="897"/>
                    <a:pt x="403" y="897"/>
                  </a:cubicBezTo>
                  <a:cubicBezTo>
                    <a:pt x="403" y="898"/>
                    <a:pt x="403" y="898"/>
                    <a:pt x="403" y="899"/>
                  </a:cubicBezTo>
                  <a:cubicBezTo>
                    <a:pt x="403" y="899"/>
                    <a:pt x="403" y="900"/>
                    <a:pt x="403" y="900"/>
                  </a:cubicBezTo>
                  <a:cubicBezTo>
                    <a:pt x="403" y="901"/>
                    <a:pt x="403" y="901"/>
                    <a:pt x="403" y="902"/>
                  </a:cubicBezTo>
                  <a:cubicBezTo>
                    <a:pt x="403" y="903"/>
                    <a:pt x="403" y="903"/>
                    <a:pt x="403" y="903"/>
                  </a:cubicBezTo>
                  <a:cubicBezTo>
                    <a:pt x="403" y="904"/>
                    <a:pt x="403" y="905"/>
                    <a:pt x="403" y="906"/>
                  </a:cubicBezTo>
                  <a:cubicBezTo>
                    <a:pt x="403" y="906"/>
                    <a:pt x="403" y="906"/>
                    <a:pt x="403" y="907"/>
                  </a:cubicBezTo>
                  <a:cubicBezTo>
                    <a:pt x="403" y="908"/>
                    <a:pt x="403" y="909"/>
                    <a:pt x="403" y="909"/>
                  </a:cubicBezTo>
                  <a:cubicBezTo>
                    <a:pt x="403" y="910"/>
                    <a:pt x="403" y="910"/>
                    <a:pt x="403" y="910"/>
                  </a:cubicBezTo>
                  <a:cubicBezTo>
                    <a:pt x="403" y="911"/>
                    <a:pt x="403" y="913"/>
                    <a:pt x="403" y="914"/>
                  </a:cubicBezTo>
                  <a:cubicBezTo>
                    <a:pt x="403" y="914"/>
                    <a:pt x="403" y="914"/>
                    <a:pt x="403" y="914"/>
                  </a:cubicBezTo>
                  <a:cubicBezTo>
                    <a:pt x="404" y="915"/>
                    <a:pt x="404" y="917"/>
                    <a:pt x="404" y="918"/>
                  </a:cubicBezTo>
                  <a:cubicBezTo>
                    <a:pt x="404" y="920"/>
                    <a:pt x="404" y="923"/>
                    <a:pt x="405" y="925"/>
                  </a:cubicBezTo>
                  <a:cubicBezTo>
                    <a:pt x="405" y="926"/>
                    <a:pt x="405" y="926"/>
                    <a:pt x="405" y="926"/>
                  </a:cubicBezTo>
                  <a:cubicBezTo>
                    <a:pt x="405" y="927"/>
                    <a:pt x="405" y="927"/>
                    <a:pt x="405" y="928"/>
                  </a:cubicBezTo>
                  <a:cubicBezTo>
                    <a:pt x="405" y="929"/>
                    <a:pt x="405" y="929"/>
                    <a:pt x="405" y="929"/>
                  </a:cubicBezTo>
                  <a:cubicBezTo>
                    <a:pt x="405" y="930"/>
                    <a:pt x="405" y="931"/>
                    <a:pt x="405" y="931"/>
                  </a:cubicBezTo>
                  <a:cubicBezTo>
                    <a:pt x="405" y="932"/>
                    <a:pt x="405" y="932"/>
                    <a:pt x="405" y="932"/>
                  </a:cubicBezTo>
                  <a:cubicBezTo>
                    <a:pt x="405" y="933"/>
                    <a:pt x="405" y="934"/>
                    <a:pt x="405" y="934"/>
                  </a:cubicBezTo>
                  <a:cubicBezTo>
                    <a:pt x="405" y="934"/>
                    <a:pt x="405" y="935"/>
                    <a:pt x="405" y="935"/>
                  </a:cubicBezTo>
                  <a:cubicBezTo>
                    <a:pt x="405" y="936"/>
                    <a:pt x="405" y="936"/>
                    <a:pt x="405" y="937"/>
                  </a:cubicBezTo>
                  <a:cubicBezTo>
                    <a:pt x="405" y="937"/>
                    <a:pt x="405" y="937"/>
                    <a:pt x="405" y="938"/>
                  </a:cubicBezTo>
                  <a:cubicBezTo>
                    <a:pt x="405" y="938"/>
                    <a:pt x="405" y="939"/>
                    <a:pt x="405" y="940"/>
                  </a:cubicBezTo>
                  <a:cubicBezTo>
                    <a:pt x="404" y="950"/>
                    <a:pt x="397" y="948"/>
                    <a:pt x="382" y="950"/>
                  </a:cubicBezTo>
                  <a:cubicBezTo>
                    <a:pt x="366" y="952"/>
                    <a:pt x="356" y="959"/>
                    <a:pt x="338" y="967"/>
                  </a:cubicBezTo>
                  <a:cubicBezTo>
                    <a:pt x="319" y="975"/>
                    <a:pt x="288" y="992"/>
                    <a:pt x="286" y="1006"/>
                  </a:cubicBezTo>
                  <a:cubicBezTo>
                    <a:pt x="284" y="1021"/>
                    <a:pt x="230" y="1016"/>
                    <a:pt x="214" y="1016"/>
                  </a:cubicBezTo>
                  <a:cubicBezTo>
                    <a:pt x="198" y="1016"/>
                    <a:pt x="184" y="1019"/>
                    <a:pt x="180" y="1044"/>
                  </a:cubicBezTo>
                  <a:cubicBezTo>
                    <a:pt x="176" y="1070"/>
                    <a:pt x="160" y="1066"/>
                    <a:pt x="150" y="1066"/>
                  </a:cubicBezTo>
                  <a:cubicBezTo>
                    <a:pt x="139" y="1065"/>
                    <a:pt x="138" y="1074"/>
                    <a:pt x="126" y="1074"/>
                  </a:cubicBezTo>
                  <a:cubicBezTo>
                    <a:pt x="115" y="1074"/>
                    <a:pt x="116" y="1071"/>
                    <a:pt x="116" y="1062"/>
                  </a:cubicBezTo>
                  <a:cubicBezTo>
                    <a:pt x="115" y="1052"/>
                    <a:pt x="100" y="1052"/>
                    <a:pt x="95" y="1059"/>
                  </a:cubicBezTo>
                  <a:cubicBezTo>
                    <a:pt x="90" y="1066"/>
                    <a:pt x="84" y="1066"/>
                    <a:pt x="75" y="1066"/>
                  </a:cubicBezTo>
                  <a:cubicBezTo>
                    <a:pt x="66" y="1066"/>
                    <a:pt x="60" y="1068"/>
                    <a:pt x="54" y="1078"/>
                  </a:cubicBezTo>
                  <a:cubicBezTo>
                    <a:pt x="49" y="1088"/>
                    <a:pt x="37" y="1092"/>
                    <a:pt x="17" y="1095"/>
                  </a:cubicBezTo>
                  <a:cubicBezTo>
                    <a:pt x="16" y="1095"/>
                    <a:pt x="16" y="1095"/>
                    <a:pt x="15" y="1096"/>
                  </a:cubicBezTo>
                  <a:cubicBezTo>
                    <a:pt x="15" y="1096"/>
                    <a:pt x="15" y="1096"/>
                    <a:pt x="14" y="1096"/>
                  </a:cubicBezTo>
                  <a:cubicBezTo>
                    <a:pt x="14" y="1096"/>
                    <a:pt x="13" y="1096"/>
                    <a:pt x="13" y="1096"/>
                  </a:cubicBezTo>
                  <a:cubicBezTo>
                    <a:pt x="13" y="1097"/>
                    <a:pt x="13" y="1097"/>
                    <a:pt x="12" y="1097"/>
                  </a:cubicBezTo>
                  <a:cubicBezTo>
                    <a:pt x="12" y="1097"/>
                    <a:pt x="11" y="1097"/>
                    <a:pt x="11" y="1098"/>
                  </a:cubicBezTo>
                  <a:cubicBezTo>
                    <a:pt x="11" y="1098"/>
                    <a:pt x="11" y="1098"/>
                    <a:pt x="11" y="1098"/>
                  </a:cubicBezTo>
                  <a:cubicBezTo>
                    <a:pt x="10" y="1099"/>
                    <a:pt x="10" y="1099"/>
                    <a:pt x="9" y="1100"/>
                  </a:cubicBezTo>
                  <a:cubicBezTo>
                    <a:pt x="9" y="1100"/>
                    <a:pt x="9" y="1100"/>
                    <a:pt x="9" y="1100"/>
                  </a:cubicBezTo>
                  <a:cubicBezTo>
                    <a:pt x="8" y="1101"/>
                    <a:pt x="8" y="1101"/>
                    <a:pt x="8" y="1102"/>
                  </a:cubicBezTo>
                  <a:cubicBezTo>
                    <a:pt x="8" y="1102"/>
                    <a:pt x="7" y="1102"/>
                    <a:pt x="7" y="1102"/>
                  </a:cubicBezTo>
                  <a:cubicBezTo>
                    <a:pt x="7" y="1103"/>
                    <a:pt x="7" y="1103"/>
                    <a:pt x="6" y="1104"/>
                  </a:cubicBezTo>
                  <a:cubicBezTo>
                    <a:pt x="6" y="1104"/>
                    <a:pt x="6" y="1104"/>
                    <a:pt x="6" y="1105"/>
                  </a:cubicBezTo>
                  <a:cubicBezTo>
                    <a:pt x="5" y="1106"/>
                    <a:pt x="5" y="1108"/>
                    <a:pt x="4" y="1110"/>
                  </a:cubicBezTo>
                  <a:cubicBezTo>
                    <a:pt x="4" y="1110"/>
                    <a:pt x="4" y="1110"/>
                    <a:pt x="4" y="1110"/>
                  </a:cubicBezTo>
                  <a:cubicBezTo>
                    <a:pt x="4" y="1111"/>
                    <a:pt x="4" y="1112"/>
                    <a:pt x="3" y="1112"/>
                  </a:cubicBezTo>
                  <a:cubicBezTo>
                    <a:pt x="3" y="1113"/>
                    <a:pt x="3" y="1113"/>
                    <a:pt x="3" y="1113"/>
                  </a:cubicBezTo>
                  <a:cubicBezTo>
                    <a:pt x="3" y="1114"/>
                    <a:pt x="3" y="1115"/>
                    <a:pt x="3" y="1116"/>
                  </a:cubicBezTo>
                  <a:cubicBezTo>
                    <a:pt x="3" y="1116"/>
                    <a:pt x="2" y="1116"/>
                    <a:pt x="2" y="1116"/>
                  </a:cubicBezTo>
                  <a:cubicBezTo>
                    <a:pt x="2" y="1117"/>
                    <a:pt x="2" y="1118"/>
                    <a:pt x="2" y="1119"/>
                  </a:cubicBezTo>
                  <a:cubicBezTo>
                    <a:pt x="2" y="1119"/>
                    <a:pt x="2" y="1119"/>
                    <a:pt x="2" y="1120"/>
                  </a:cubicBezTo>
                  <a:cubicBezTo>
                    <a:pt x="2" y="1121"/>
                    <a:pt x="2" y="1122"/>
                    <a:pt x="1" y="1123"/>
                  </a:cubicBezTo>
                  <a:cubicBezTo>
                    <a:pt x="1" y="1123"/>
                    <a:pt x="1" y="1123"/>
                    <a:pt x="1" y="1123"/>
                  </a:cubicBezTo>
                  <a:cubicBezTo>
                    <a:pt x="1" y="1124"/>
                    <a:pt x="1" y="1125"/>
                    <a:pt x="1" y="1126"/>
                  </a:cubicBezTo>
                  <a:cubicBezTo>
                    <a:pt x="1" y="1126"/>
                    <a:pt x="1" y="1126"/>
                    <a:pt x="1" y="1127"/>
                  </a:cubicBezTo>
                  <a:cubicBezTo>
                    <a:pt x="1" y="1129"/>
                    <a:pt x="1" y="1131"/>
                    <a:pt x="0" y="1134"/>
                  </a:cubicBezTo>
                  <a:cubicBezTo>
                    <a:pt x="0" y="1134"/>
                    <a:pt x="0" y="1134"/>
                    <a:pt x="0" y="1134"/>
                  </a:cubicBezTo>
                  <a:cubicBezTo>
                    <a:pt x="0" y="1135"/>
                    <a:pt x="0" y="1136"/>
                    <a:pt x="0" y="1137"/>
                  </a:cubicBezTo>
                  <a:cubicBezTo>
                    <a:pt x="0" y="1137"/>
                    <a:pt x="0" y="1137"/>
                    <a:pt x="0" y="1137"/>
                  </a:cubicBezTo>
                  <a:cubicBezTo>
                    <a:pt x="0" y="1146"/>
                    <a:pt x="0" y="1153"/>
                    <a:pt x="0" y="1159"/>
                  </a:cubicBezTo>
                  <a:cubicBezTo>
                    <a:pt x="0" y="1159"/>
                    <a:pt x="0" y="1160"/>
                    <a:pt x="0" y="1160"/>
                  </a:cubicBezTo>
                  <a:cubicBezTo>
                    <a:pt x="0" y="1160"/>
                    <a:pt x="0" y="1161"/>
                    <a:pt x="0" y="1161"/>
                  </a:cubicBezTo>
                  <a:cubicBezTo>
                    <a:pt x="0" y="1162"/>
                    <a:pt x="0" y="1162"/>
                    <a:pt x="0" y="1163"/>
                  </a:cubicBezTo>
                  <a:cubicBezTo>
                    <a:pt x="0" y="1178"/>
                    <a:pt x="5" y="1187"/>
                    <a:pt x="8" y="1198"/>
                  </a:cubicBezTo>
                  <a:cubicBezTo>
                    <a:pt x="10" y="1208"/>
                    <a:pt x="22" y="1204"/>
                    <a:pt x="27" y="1198"/>
                  </a:cubicBezTo>
                  <a:cubicBezTo>
                    <a:pt x="32" y="1193"/>
                    <a:pt x="49" y="1202"/>
                    <a:pt x="55" y="1204"/>
                  </a:cubicBezTo>
                  <a:cubicBezTo>
                    <a:pt x="61" y="1206"/>
                    <a:pt x="66" y="1226"/>
                    <a:pt x="66" y="1235"/>
                  </a:cubicBezTo>
                  <a:cubicBezTo>
                    <a:pt x="66" y="1244"/>
                    <a:pt x="66" y="1255"/>
                    <a:pt x="72" y="1265"/>
                  </a:cubicBezTo>
                  <a:cubicBezTo>
                    <a:pt x="72" y="1266"/>
                    <a:pt x="73" y="1267"/>
                    <a:pt x="73" y="1269"/>
                  </a:cubicBezTo>
                  <a:cubicBezTo>
                    <a:pt x="74" y="1269"/>
                    <a:pt x="74" y="1270"/>
                    <a:pt x="74" y="1271"/>
                  </a:cubicBezTo>
                  <a:cubicBezTo>
                    <a:pt x="74" y="1271"/>
                    <a:pt x="74" y="1272"/>
                    <a:pt x="75" y="1272"/>
                  </a:cubicBezTo>
                  <a:cubicBezTo>
                    <a:pt x="75" y="1273"/>
                    <a:pt x="75" y="1274"/>
                    <a:pt x="75" y="1275"/>
                  </a:cubicBezTo>
                  <a:cubicBezTo>
                    <a:pt x="75" y="1276"/>
                    <a:pt x="75" y="1276"/>
                    <a:pt x="75" y="1276"/>
                  </a:cubicBezTo>
                  <a:cubicBezTo>
                    <a:pt x="75" y="1277"/>
                    <a:pt x="75" y="1278"/>
                    <a:pt x="76" y="1280"/>
                  </a:cubicBezTo>
                  <a:cubicBezTo>
                    <a:pt x="76" y="1280"/>
                    <a:pt x="76" y="1280"/>
                    <a:pt x="76" y="1280"/>
                  </a:cubicBezTo>
                  <a:cubicBezTo>
                    <a:pt x="76" y="1281"/>
                    <a:pt x="75" y="1283"/>
                    <a:pt x="75" y="1284"/>
                  </a:cubicBezTo>
                  <a:cubicBezTo>
                    <a:pt x="75" y="1284"/>
                    <a:pt x="75" y="1284"/>
                    <a:pt x="75" y="1284"/>
                  </a:cubicBezTo>
                  <a:cubicBezTo>
                    <a:pt x="75" y="1285"/>
                    <a:pt x="75" y="1287"/>
                    <a:pt x="75" y="1288"/>
                  </a:cubicBezTo>
                  <a:cubicBezTo>
                    <a:pt x="75" y="1288"/>
                    <a:pt x="75" y="1288"/>
                    <a:pt x="75" y="1288"/>
                  </a:cubicBezTo>
                  <a:cubicBezTo>
                    <a:pt x="74" y="1291"/>
                    <a:pt x="74" y="1293"/>
                    <a:pt x="72" y="1297"/>
                  </a:cubicBezTo>
                  <a:cubicBezTo>
                    <a:pt x="72" y="1297"/>
                    <a:pt x="71" y="1298"/>
                    <a:pt x="71" y="1298"/>
                  </a:cubicBezTo>
                  <a:cubicBezTo>
                    <a:pt x="70" y="1300"/>
                    <a:pt x="69" y="1302"/>
                    <a:pt x="69" y="1303"/>
                  </a:cubicBezTo>
                  <a:cubicBezTo>
                    <a:pt x="69" y="1303"/>
                    <a:pt x="69" y="1303"/>
                    <a:pt x="69" y="1303"/>
                  </a:cubicBezTo>
                  <a:cubicBezTo>
                    <a:pt x="69" y="1303"/>
                    <a:pt x="69" y="1303"/>
                    <a:pt x="69" y="1303"/>
                  </a:cubicBezTo>
                  <a:cubicBezTo>
                    <a:pt x="65" y="1310"/>
                    <a:pt x="63" y="1311"/>
                    <a:pt x="59" y="1314"/>
                  </a:cubicBezTo>
                  <a:cubicBezTo>
                    <a:pt x="59" y="1319"/>
                    <a:pt x="69" y="1316"/>
                    <a:pt x="76" y="1314"/>
                  </a:cubicBezTo>
                  <a:cubicBezTo>
                    <a:pt x="76" y="1314"/>
                    <a:pt x="88" y="1309"/>
                    <a:pt x="88" y="1309"/>
                  </a:cubicBezTo>
                  <a:cubicBezTo>
                    <a:pt x="96" y="1306"/>
                    <a:pt x="97" y="1304"/>
                    <a:pt x="106" y="1304"/>
                  </a:cubicBezTo>
                  <a:cubicBezTo>
                    <a:pt x="120" y="1304"/>
                    <a:pt x="120" y="1297"/>
                    <a:pt x="124" y="1302"/>
                  </a:cubicBezTo>
                  <a:cubicBezTo>
                    <a:pt x="128" y="1307"/>
                    <a:pt x="130" y="1329"/>
                    <a:pt x="141" y="1331"/>
                  </a:cubicBezTo>
                  <a:cubicBezTo>
                    <a:pt x="152" y="1334"/>
                    <a:pt x="151" y="1340"/>
                    <a:pt x="157" y="1342"/>
                  </a:cubicBezTo>
                  <a:cubicBezTo>
                    <a:pt x="163" y="1345"/>
                    <a:pt x="169" y="1354"/>
                    <a:pt x="169" y="1363"/>
                  </a:cubicBezTo>
                  <a:cubicBezTo>
                    <a:pt x="169" y="1371"/>
                    <a:pt x="178" y="1372"/>
                    <a:pt x="185" y="1378"/>
                  </a:cubicBezTo>
                  <a:cubicBezTo>
                    <a:pt x="193" y="1384"/>
                    <a:pt x="195" y="1395"/>
                    <a:pt x="205" y="1395"/>
                  </a:cubicBezTo>
                  <a:cubicBezTo>
                    <a:pt x="215" y="1395"/>
                    <a:pt x="219" y="1397"/>
                    <a:pt x="227" y="1408"/>
                  </a:cubicBezTo>
                  <a:cubicBezTo>
                    <a:pt x="231" y="1413"/>
                    <a:pt x="232" y="1411"/>
                    <a:pt x="241" y="1416"/>
                  </a:cubicBezTo>
                  <a:cubicBezTo>
                    <a:pt x="245" y="1418"/>
                    <a:pt x="248" y="1424"/>
                    <a:pt x="256" y="1426"/>
                  </a:cubicBezTo>
                  <a:cubicBezTo>
                    <a:pt x="257" y="1426"/>
                    <a:pt x="259" y="1427"/>
                    <a:pt x="262" y="1429"/>
                  </a:cubicBezTo>
                  <a:cubicBezTo>
                    <a:pt x="264" y="1431"/>
                    <a:pt x="266" y="1432"/>
                    <a:pt x="271" y="1429"/>
                  </a:cubicBezTo>
                  <a:cubicBezTo>
                    <a:pt x="273" y="1428"/>
                    <a:pt x="276" y="1423"/>
                    <a:pt x="276" y="1423"/>
                  </a:cubicBezTo>
                  <a:cubicBezTo>
                    <a:pt x="279" y="1418"/>
                    <a:pt x="278" y="1415"/>
                    <a:pt x="289" y="1414"/>
                  </a:cubicBezTo>
                  <a:cubicBezTo>
                    <a:pt x="300" y="1414"/>
                    <a:pt x="300" y="1406"/>
                    <a:pt x="310" y="1402"/>
                  </a:cubicBezTo>
                  <a:cubicBezTo>
                    <a:pt x="321" y="1399"/>
                    <a:pt x="322" y="1396"/>
                    <a:pt x="335" y="1396"/>
                  </a:cubicBezTo>
                  <a:cubicBezTo>
                    <a:pt x="348" y="1396"/>
                    <a:pt x="362" y="1394"/>
                    <a:pt x="370" y="1406"/>
                  </a:cubicBezTo>
                  <a:cubicBezTo>
                    <a:pt x="379" y="1417"/>
                    <a:pt x="385" y="1425"/>
                    <a:pt x="397" y="1428"/>
                  </a:cubicBezTo>
                  <a:cubicBezTo>
                    <a:pt x="409" y="1430"/>
                    <a:pt x="422" y="1431"/>
                    <a:pt x="418" y="1440"/>
                  </a:cubicBezTo>
                  <a:cubicBezTo>
                    <a:pt x="415" y="1450"/>
                    <a:pt x="409" y="1451"/>
                    <a:pt x="410" y="1460"/>
                  </a:cubicBezTo>
                  <a:cubicBezTo>
                    <a:pt x="412" y="1470"/>
                    <a:pt x="412" y="1486"/>
                    <a:pt x="404" y="1488"/>
                  </a:cubicBezTo>
                  <a:cubicBezTo>
                    <a:pt x="396" y="1490"/>
                    <a:pt x="392" y="1493"/>
                    <a:pt x="386" y="1501"/>
                  </a:cubicBezTo>
                  <a:cubicBezTo>
                    <a:pt x="381" y="1509"/>
                    <a:pt x="375" y="1529"/>
                    <a:pt x="362" y="1532"/>
                  </a:cubicBezTo>
                  <a:cubicBezTo>
                    <a:pt x="350" y="1536"/>
                    <a:pt x="343" y="1542"/>
                    <a:pt x="338" y="1536"/>
                  </a:cubicBezTo>
                  <a:cubicBezTo>
                    <a:pt x="334" y="1529"/>
                    <a:pt x="327" y="1523"/>
                    <a:pt x="320" y="1528"/>
                  </a:cubicBezTo>
                  <a:cubicBezTo>
                    <a:pt x="312" y="1532"/>
                    <a:pt x="306" y="1539"/>
                    <a:pt x="314" y="1548"/>
                  </a:cubicBezTo>
                  <a:cubicBezTo>
                    <a:pt x="322" y="1556"/>
                    <a:pt x="326" y="1558"/>
                    <a:pt x="322" y="1567"/>
                  </a:cubicBezTo>
                  <a:cubicBezTo>
                    <a:pt x="319" y="1576"/>
                    <a:pt x="327" y="1590"/>
                    <a:pt x="336" y="1594"/>
                  </a:cubicBezTo>
                  <a:cubicBezTo>
                    <a:pt x="344" y="1597"/>
                    <a:pt x="351" y="1604"/>
                    <a:pt x="352" y="1608"/>
                  </a:cubicBezTo>
                  <a:cubicBezTo>
                    <a:pt x="352" y="1612"/>
                    <a:pt x="352" y="1615"/>
                    <a:pt x="357" y="1620"/>
                  </a:cubicBezTo>
                  <a:cubicBezTo>
                    <a:pt x="362" y="1626"/>
                    <a:pt x="368" y="1632"/>
                    <a:pt x="362" y="1638"/>
                  </a:cubicBezTo>
                  <a:cubicBezTo>
                    <a:pt x="356" y="1644"/>
                    <a:pt x="348" y="1644"/>
                    <a:pt x="343" y="1650"/>
                  </a:cubicBezTo>
                  <a:cubicBezTo>
                    <a:pt x="338" y="1657"/>
                    <a:pt x="326" y="1667"/>
                    <a:pt x="323" y="1661"/>
                  </a:cubicBezTo>
                  <a:cubicBezTo>
                    <a:pt x="320" y="1655"/>
                    <a:pt x="318" y="1644"/>
                    <a:pt x="315" y="1642"/>
                  </a:cubicBezTo>
                  <a:cubicBezTo>
                    <a:pt x="312" y="1640"/>
                    <a:pt x="305" y="1645"/>
                    <a:pt x="299" y="1645"/>
                  </a:cubicBezTo>
                  <a:cubicBezTo>
                    <a:pt x="293" y="1645"/>
                    <a:pt x="290" y="1653"/>
                    <a:pt x="296" y="1662"/>
                  </a:cubicBezTo>
                  <a:cubicBezTo>
                    <a:pt x="302" y="1672"/>
                    <a:pt x="304" y="1669"/>
                    <a:pt x="308" y="1681"/>
                  </a:cubicBezTo>
                  <a:cubicBezTo>
                    <a:pt x="311" y="1693"/>
                    <a:pt x="308" y="1730"/>
                    <a:pt x="319" y="1730"/>
                  </a:cubicBezTo>
                  <a:cubicBezTo>
                    <a:pt x="330" y="1730"/>
                    <a:pt x="339" y="1722"/>
                    <a:pt x="345" y="1735"/>
                  </a:cubicBezTo>
                  <a:cubicBezTo>
                    <a:pt x="351" y="1748"/>
                    <a:pt x="353" y="1756"/>
                    <a:pt x="365" y="1756"/>
                  </a:cubicBezTo>
                  <a:cubicBezTo>
                    <a:pt x="377" y="1756"/>
                    <a:pt x="381" y="1749"/>
                    <a:pt x="388" y="1761"/>
                  </a:cubicBezTo>
                  <a:cubicBezTo>
                    <a:pt x="396" y="1773"/>
                    <a:pt x="394" y="1778"/>
                    <a:pt x="407" y="1783"/>
                  </a:cubicBezTo>
                  <a:cubicBezTo>
                    <a:pt x="420" y="1788"/>
                    <a:pt x="425" y="1788"/>
                    <a:pt x="432" y="1794"/>
                  </a:cubicBezTo>
                  <a:cubicBezTo>
                    <a:pt x="438" y="1799"/>
                    <a:pt x="442" y="1795"/>
                    <a:pt x="446" y="1804"/>
                  </a:cubicBezTo>
                  <a:cubicBezTo>
                    <a:pt x="447" y="1804"/>
                    <a:pt x="447" y="1805"/>
                    <a:pt x="447" y="1806"/>
                  </a:cubicBezTo>
                  <a:cubicBezTo>
                    <a:pt x="447" y="1806"/>
                    <a:pt x="447" y="1806"/>
                    <a:pt x="447" y="1806"/>
                  </a:cubicBezTo>
                  <a:cubicBezTo>
                    <a:pt x="448" y="1807"/>
                    <a:pt x="448" y="1807"/>
                    <a:pt x="448" y="1808"/>
                  </a:cubicBezTo>
                  <a:cubicBezTo>
                    <a:pt x="448" y="1808"/>
                    <a:pt x="448" y="1808"/>
                    <a:pt x="448" y="1808"/>
                  </a:cubicBezTo>
                  <a:cubicBezTo>
                    <a:pt x="451" y="1808"/>
                    <a:pt x="455" y="1809"/>
                    <a:pt x="459" y="1811"/>
                  </a:cubicBezTo>
                  <a:cubicBezTo>
                    <a:pt x="468" y="1816"/>
                    <a:pt x="469" y="1817"/>
                    <a:pt x="474" y="1818"/>
                  </a:cubicBezTo>
                  <a:cubicBezTo>
                    <a:pt x="478" y="1818"/>
                    <a:pt x="476" y="1803"/>
                    <a:pt x="482" y="1802"/>
                  </a:cubicBezTo>
                  <a:cubicBezTo>
                    <a:pt x="489" y="1801"/>
                    <a:pt x="488" y="1793"/>
                    <a:pt x="494" y="1792"/>
                  </a:cubicBezTo>
                  <a:cubicBezTo>
                    <a:pt x="501" y="1792"/>
                    <a:pt x="503" y="1801"/>
                    <a:pt x="510" y="1801"/>
                  </a:cubicBezTo>
                  <a:cubicBezTo>
                    <a:pt x="517" y="1801"/>
                    <a:pt x="528" y="1803"/>
                    <a:pt x="531" y="1809"/>
                  </a:cubicBezTo>
                  <a:cubicBezTo>
                    <a:pt x="533" y="1815"/>
                    <a:pt x="536" y="1825"/>
                    <a:pt x="544" y="1826"/>
                  </a:cubicBezTo>
                  <a:cubicBezTo>
                    <a:pt x="552" y="1828"/>
                    <a:pt x="562" y="1827"/>
                    <a:pt x="566" y="1833"/>
                  </a:cubicBezTo>
                  <a:cubicBezTo>
                    <a:pt x="570" y="1838"/>
                    <a:pt x="589" y="1858"/>
                    <a:pt x="601" y="1861"/>
                  </a:cubicBezTo>
                  <a:cubicBezTo>
                    <a:pt x="613" y="1865"/>
                    <a:pt x="613" y="1869"/>
                    <a:pt x="621" y="1877"/>
                  </a:cubicBezTo>
                  <a:cubicBezTo>
                    <a:pt x="629" y="1884"/>
                    <a:pt x="632" y="1895"/>
                    <a:pt x="646" y="1895"/>
                  </a:cubicBezTo>
                  <a:cubicBezTo>
                    <a:pt x="661" y="1895"/>
                    <a:pt x="672" y="1891"/>
                    <a:pt x="679" y="1900"/>
                  </a:cubicBezTo>
                  <a:cubicBezTo>
                    <a:pt x="687" y="1908"/>
                    <a:pt x="689" y="1915"/>
                    <a:pt x="700" y="1917"/>
                  </a:cubicBezTo>
                  <a:cubicBezTo>
                    <a:pt x="710" y="1919"/>
                    <a:pt x="722" y="1918"/>
                    <a:pt x="726" y="1927"/>
                  </a:cubicBezTo>
                  <a:cubicBezTo>
                    <a:pt x="730" y="1935"/>
                    <a:pt x="736" y="1938"/>
                    <a:pt x="744" y="1939"/>
                  </a:cubicBezTo>
                  <a:cubicBezTo>
                    <a:pt x="751" y="1939"/>
                    <a:pt x="774" y="1944"/>
                    <a:pt x="778" y="1948"/>
                  </a:cubicBezTo>
                  <a:cubicBezTo>
                    <a:pt x="782" y="1952"/>
                    <a:pt x="783" y="1961"/>
                    <a:pt x="792" y="1961"/>
                  </a:cubicBezTo>
                  <a:cubicBezTo>
                    <a:pt x="800" y="1962"/>
                    <a:pt x="812" y="1972"/>
                    <a:pt x="815" y="1966"/>
                  </a:cubicBezTo>
                  <a:cubicBezTo>
                    <a:pt x="818" y="1960"/>
                    <a:pt x="825" y="1953"/>
                    <a:pt x="831" y="1960"/>
                  </a:cubicBezTo>
                  <a:cubicBezTo>
                    <a:pt x="838" y="1967"/>
                    <a:pt x="851" y="1975"/>
                    <a:pt x="855" y="1975"/>
                  </a:cubicBezTo>
                  <a:cubicBezTo>
                    <a:pt x="858" y="1976"/>
                    <a:pt x="870" y="1974"/>
                    <a:pt x="876" y="1974"/>
                  </a:cubicBezTo>
                  <a:cubicBezTo>
                    <a:pt x="883" y="1974"/>
                    <a:pt x="883" y="1965"/>
                    <a:pt x="894" y="1965"/>
                  </a:cubicBezTo>
                  <a:cubicBezTo>
                    <a:pt x="899" y="1965"/>
                    <a:pt x="905" y="1965"/>
                    <a:pt x="910" y="1965"/>
                  </a:cubicBezTo>
                  <a:cubicBezTo>
                    <a:pt x="911" y="1965"/>
                    <a:pt x="913" y="1965"/>
                    <a:pt x="915" y="1965"/>
                  </a:cubicBezTo>
                  <a:cubicBezTo>
                    <a:pt x="915" y="1965"/>
                    <a:pt x="915" y="1965"/>
                    <a:pt x="915" y="1965"/>
                  </a:cubicBezTo>
                  <a:cubicBezTo>
                    <a:pt x="916" y="1965"/>
                    <a:pt x="916" y="1965"/>
                    <a:pt x="917" y="1965"/>
                  </a:cubicBezTo>
                  <a:cubicBezTo>
                    <a:pt x="917" y="1965"/>
                    <a:pt x="917" y="1965"/>
                    <a:pt x="918" y="1965"/>
                  </a:cubicBezTo>
                  <a:cubicBezTo>
                    <a:pt x="918" y="1965"/>
                    <a:pt x="918" y="1965"/>
                    <a:pt x="919" y="1965"/>
                  </a:cubicBezTo>
                  <a:cubicBezTo>
                    <a:pt x="919" y="1965"/>
                    <a:pt x="919" y="1965"/>
                    <a:pt x="920" y="1965"/>
                  </a:cubicBezTo>
                  <a:cubicBezTo>
                    <a:pt x="920" y="1965"/>
                    <a:pt x="920" y="1965"/>
                    <a:pt x="921" y="1965"/>
                  </a:cubicBezTo>
                  <a:cubicBezTo>
                    <a:pt x="921" y="1965"/>
                    <a:pt x="921" y="1965"/>
                    <a:pt x="921" y="1965"/>
                  </a:cubicBezTo>
                  <a:cubicBezTo>
                    <a:pt x="922" y="1965"/>
                    <a:pt x="922" y="1965"/>
                    <a:pt x="923" y="1965"/>
                  </a:cubicBezTo>
                  <a:cubicBezTo>
                    <a:pt x="923" y="1965"/>
                    <a:pt x="923" y="1965"/>
                    <a:pt x="923" y="1964"/>
                  </a:cubicBezTo>
                  <a:cubicBezTo>
                    <a:pt x="923" y="1964"/>
                    <a:pt x="924" y="1964"/>
                    <a:pt x="924" y="1964"/>
                  </a:cubicBezTo>
                  <a:cubicBezTo>
                    <a:pt x="924" y="1964"/>
                    <a:pt x="924" y="1964"/>
                    <a:pt x="924" y="1964"/>
                  </a:cubicBezTo>
                  <a:cubicBezTo>
                    <a:pt x="925" y="1964"/>
                    <a:pt x="925" y="1963"/>
                    <a:pt x="926" y="1963"/>
                  </a:cubicBezTo>
                  <a:cubicBezTo>
                    <a:pt x="930" y="1959"/>
                    <a:pt x="936" y="1956"/>
                    <a:pt x="943" y="1956"/>
                  </a:cubicBezTo>
                  <a:cubicBezTo>
                    <a:pt x="951" y="1957"/>
                    <a:pt x="952" y="1962"/>
                    <a:pt x="952" y="1967"/>
                  </a:cubicBezTo>
                  <a:cubicBezTo>
                    <a:pt x="952" y="1973"/>
                    <a:pt x="949" y="1988"/>
                    <a:pt x="951" y="1993"/>
                  </a:cubicBezTo>
                  <a:cubicBezTo>
                    <a:pt x="951" y="1993"/>
                    <a:pt x="951" y="1993"/>
                    <a:pt x="952" y="1994"/>
                  </a:cubicBezTo>
                  <a:cubicBezTo>
                    <a:pt x="952" y="1994"/>
                    <a:pt x="952" y="1994"/>
                    <a:pt x="952" y="1994"/>
                  </a:cubicBezTo>
                  <a:cubicBezTo>
                    <a:pt x="952" y="1994"/>
                    <a:pt x="953" y="1995"/>
                    <a:pt x="953" y="1995"/>
                  </a:cubicBezTo>
                  <a:cubicBezTo>
                    <a:pt x="957" y="1999"/>
                    <a:pt x="963" y="2001"/>
                    <a:pt x="967" y="1992"/>
                  </a:cubicBezTo>
                  <a:cubicBezTo>
                    <a:pt x="971" y="1981"/>
                    <a:pt x="973" y="1976"/>
                    <a:pt x="978" y="1974"/>
                  </a:cubicBezTo>
                  <a:cubicBezTo>
                    <a:pt x="983" y="1972"/>
                    <a:pt x="985" y="1961"/>
                    <a:pt x="992" y="1958"/>
                  </a:cubicBezTo>
                  <a:cubicBezTo>
                    <a:pt x="1000" y="1956"/>
                    <a:pt x="1009" y="1941"/>
                    <a:pt x="1014" y="1940"/>
                  </a:cubicBezTo>
                  <a:cubicBezTo>
                    <a:pt x="1019" y="1939"/>
                    <a:pt x="1024" y="1931"/>
                    <a:pt x="1029" y="1936"/>
                  </a:cubicBezTo>
                  <a:cubicBezTo>
                    <a:pt x="1033" y="1940"/>
                    <a:pt x="1038" y="1942"/>
                    <a:pt x="1046" y="1944"/>
                  </a:cubicBezTo>
                  <a:cubicBezTo>
                    <a:pt x="1053" y="1946"/>
                    <a:pt x="1056" y="1961"/>
                    <a:pt x="1064" y="1960"/>
                  </a:cubicBezTo>
                  <a:cubicBezTo>
                    <a:pt x="1073" y="1960"/>
                    <a:pt x="1081" y="1957"/>
                    <a:pt x="1088" y="1958"/>
                  </a:cubicBezTo>
                  <a:cubicBezTo>
                    <a:pt x="1095" y="1959"/>
                    <a:pt x="1107" y="1951"/>
                    <a:pt x="1116" y="1956"/>
                  </a:cubicBezTo>
                  <a:cubicBezTo>
                    <a:pt x="1124" y="1961"/>
                    <a:pt x="1121" y="1964"/>
                    <a:pt x="1129" y="1967"/>
                  </a:cubicBezTo>
                  <a:cubicBezTo>
                    <a:pt x="1135" y="1969"/>
                    <a:pt x="1133" y="1980"/>
                    <a:pt x="1137" y="1981"/>
                  </a:cubicBezTo>
                  <a:cubicBezTo>
                    <a:pt x="1138" y="1981"/>
                    <a:pt x="1138" y="1981"/>
                    <a:pt x="1139" y="1981"/>
                  </a:cubicBezTo>
                  <a:cubicBezTo>
                    <a:pt x="1146" y="1979"/>
                    <a:pt x="1153" y="1974"/>
                    <a:pt x="1161" y="1975"/>
                  </a:cubicBezTo>
                  <a:cubicBezTo>
                    <a:pt x="1170" y="1977"/>
                    <a:pt x="1190" y="1980"/>
                    <a:pt x="1193" y="1970"/>
                  </a:cubicBezTo>
                  <a:cubicBezTo>
                    <a:pt x="1196" y="1960"/>
                    <a:pt x="1194" y="1948"/>
                    <a:pt x="1205" y="1946"/>
                  </a:cubicBezTo>
                  <a:cubicBezTo>
                    <a:pt x="1216" y="1944"/>
                    <a:pt x="1223" y="1938"/>
                    <a:pt x="1227" y="1929"/>
                  </a:cubicBezTo>
                  <a:cubicBezTo>
                    <a:pt x="1230" y="1921"/>
                    <a:pt x="1231" y="1915"/>
                    <a:pt x="1242" y="1916"/>
                  </a:cubicBezTo>
                  <a:cubicBezTo>
                    <a:pt x="1253" y="1916"/>
                    <a:pt x="1266" y="1916"/>
                    <a:pt x="1274" y="1905"/>
                  </a:cubicBezTo>
                  <a:cubicBezTo>
                    <a:pt x="1282" y="1894"/>
                    <a:pt x="1284" y="1888"/>
                    <a:pt x="1296" y="1881"/>
                  </a:cubicBezTo>
                  <a:cubicBezTo>
                    <a:pt x="1307" y="1875"/>
                    <a:pt x="1317" y="1861"/>
                    <a:pt x="1324" y="1868"/>
                  </a:cubicBezTo>
                  <a:cubicBezTo>
                    <a:pt x="1331" y="1876"/>
                    <a:pt x="1332" y="1885"/>
                    <a:pt x="1341" y="1885"/>
                  </a:cubicBezTo>
                  <a:cubicBezTo>
                    <a:pt x="1351" y="1885"/>
                    <a:pt x="1353" y="1882"/>
                    <a:pt x="1358" y="1886"/>
                  </a:cubicBezTo>
                  <a:cubicBezTo>
                    <a:pt x="1363" y="1890"/>
                    <a:pt x="1369" y="1892"/>
                    <a:pt x="1373" y="1887"/>
                  </a:cubicBezTo>
                  <a:cubicBezTo>
                    <a:pt x="1376" y="1883"/>
                    <a:pt x="1385" y="1867"/>
                    <a:pt x="1391" y="1867"/>
                  </a:cubicBezTo>
                  <a:cubicBezTo>
                    <a:pt x="1398" y="1867"/>
                    <a:pt x="1399" y="1857"/>
                    <a:pt x="1405" y="1856"/>
                  </a:cubicBezTo>
                  <a:cubicBezTo>
                    <a:pt x="1411" y="1856"/>
                    <a:pt x="1411" y="1864"/>
                    <a:pt x="1416" y="1865"/>
                  </a:cubicBezTo>
                  <a:cubicBezTo>
                    <a:pt x="1421" y="1866"/>
                    <a:pt x="1426" y="1870"/>
                    <a:pt x="1427" y="1874"/>
                  </a:cubicBezTo>
                  <a:cubicBezTo>
                    <a:pt x="1427" y="1878"/>
                    <a:pt x="1422" y="1887"/>
                    <a:pt x="1429" y="1890"/>
                  </a:cubicBezTo>
                  <a:cubicBezTo>
                    <a:pt x="1436" y="1894"/>
                    <a:pt x="1440" y="1898"/>
                    <a:pt x="1440" y="1903"/>
                  </a:cubicBezTo>
                  <a:cubicBezTo>
                    <a:pt x="1441" y="1908"/>
                    <a:pt x="1441" y="1913"/>
                    <a:pt x="1436" y="1917"/>
                  </a:cubicBezTo>
                  <a:cubicBezTo>
                    <a:pt x="1430" y="1920"/>
                    <a:pt x="1419" y="1932"/>
                    <a:pt x="1432" y="1934"/>
                  </a:cubicBezTo>
                  <a:cubicBezTo>
                    <a:pt x="1444" y="1935"/>
                    <a:pt x="1457" y="1928"/>
                    <a:pt x="1461" y="1934"/>
                  </a:cubicBezTo>
                  <a:cubicBezTo>
                    <a:pt x="1466" y="1939"/>
                    <a:pt x="1467" y="1943"/>
                    <a:pt x="1472" y="1941"/>
                  </a:cubicBezTo>
                  <a:cubicBezTo>
                    <a:pt x="1477" y="1940"/>
                    <a:pt x="1483" y="1937"/>
                    <a:pt x="1489" y="1940"/>
                  </a:cubicBezTo>
                  <a:cubicBezTo>
                    <a:pt x="1489" y="1940"/>
                    <a:pt x="1490" y="1940"/>
                    <a:pt x="1490" y="1940"/>
                  </a:cubicBezTo>
                  <a:cubicBezTo>
                    <a:pt x="1491" y="1940"/>
                    <a:pt x="1491" y="1940"/>
                    <a:pt x="1492" y="1940"/>
                  </a:cubicBezTo>
                  <a:cubicBezTo>
                    <a:pt x="1496" y="1939"/>
                    <a:pt x="1499" y="1934"/>
                    <a:pt x="1502" y="1930"/>
                  </a:cubicBezTo>
                  <a:cubicBezTo>
                    <a:pt x="1506" y="1925"/>
                    <a:pt x="1517" y="1920"/>
                    <a:pt x="1522" y="1931"/>
                  </a:cubicBezTo>
                  <a:cubicBezTo>
                    <a:pt x="1527" y="1941"/>
                    <a:pt x="1530" y="1941"/>
                    <a:pt x="1537" y="1946"/>
                  </a:cubicBezTo>
                  <a:cubicBezTo>
                    <a:pt x="1544" y="1950"/>
                    <a:pt x="1545" y="1961"/>
                    <a:pt x="1545" y="1969"/>
                  </a:cubicBezTo>
                  <a:cubicBezTo>
                    <a:pt x="1545" y="1977"/>
                    <a:pt x="1548" y="1987"/>
                    <a:pt x="1557" y="1989"/>
                  </a:cubicBezTo>
                  <a:cubicBezTo>
                    <a:pt x="1565" y="1990"/>
                    <a:pt x="1581" y="1992"/>
                    <a:pt x="1581" y="2001"/>
                  </a:cubicBezTo>
                  <a:cubicBezTo>
                    <a:pt x="1581" y="2009"/>
                    <a:pt x="1578" y="2021"/>
                    <a:pt x="1581" y="2028"/>
                  </a:cubicBezTo>
                  <a:cubicBezTo>
                    <a:pt x="1584" y="2035"/>
                    <a:pt x="1586" y="2042"/>
                    <a:pt x="1584" y="2050"/>
                  </a:cubicBezTo>
                  <a:cubicBezTo>
                    <a:pt x="1583" y="2057"/>
                    <a:pt x="1578" y="2057"/>
                    <a:pt x="1578" y="2068"/>
                  </a:cubicBezTo>
                  <a:cubicBezTo>
                    <a:pt x="1578" y="2079"/>
                    <a:pt x="1581" y="2097"/>
                    <a:pt x="1576" y="2103"/>
                  </a:cubicBezTo>
                  <a:cubicBezTo>
                    <a:pt x="1571" y="2109"/>
                    <a:pt x="1571" y="2119"/>
                    <a:pt x="1560" y="2124"/>
                  </a:cubicBezTo>
                  <a:cubicBezTo>
                    <a:pt x="1550" y="2129"/>
                    <a:pt x="1548" y="2131"/>
                    <a:pt x="1541" y="2141"/>
                  </a:cubicBezTo>
                  <a:cubicBezTo>
                    <a:pt x="1533" y="2151"/>
                    <a:pt x="1524" y="2155"/>
                    <a:pt x="1520" y="2163"/>
                  </a:cubicBezTo>
                  <a:cubicBezTo>
                    <a:pt x="1516" y="2172"/>
                    <a:pt x="1517" y="2179"/>
                    <a:pt x="1511" y="2184"/>
                  </a:cubicBezTo>
                  <a:cubicBezTo>
                    <a:pt x="1505" y="2188"/>
                    <a:pt x="1506" y="2190"/>
                    <a:pt x="1510" y="2197"/>
                  </a:cubicBezTo>
                  <a:cubicBezTo>
                    <a:pt x="1513" y="2204"/>
                    <a:pt x="1513" y="2204"/>
                    <a:pt x="1515" y="2213"/>
                  </a:cubicBezTo>
                  <a:cubicBezTo>
                    <a:pt x="1516" y="2222"/>
                    <a:pt x="1511" y="2239"/>
                    <a:pt x="1514" y="2240"/>
                  </a:cubicBezTo>
                  <a:cubicBezTo>
                    <a:pt x="1518" y="2242"/>
                    <a:pt x="1525" y="2241"/>
                    <a:pt x="1528" y="2236"/>
                  </a:cubicBezTo>
                  <a:cubicBezTo>
                    <a:pt x="1532" y="2231"/>
                    <a:pt x="1539" y="2229"/>
                    <a:pt x="1544" y="2229"/>
                  </a:cubicBezTo>
                  <a:cubicBezTo>
                    <a:pt x="1549" y="2229"/>
                    <a:pt x="1555" y="2221"/>
                    <a:pt x="1560" y="2225"/>
                  </a:cubicBezTo>
                  <a:cubicBezTo>
                    <a:pt x="1565" y="2228"/>
                    <a:pt x="1579" y="2228"/>
                    <a:pt x="1586" y="2222"/>
                  </a:cubicBezTo>
                  <a:cubicBezTo>
                    <a:pt x="1593" y="2217"/>
                    <a:pt x="1588" y="2234"/>
                    <a:pt x="1585" y="2243"/>
                  </a:cubicBezTo>
                  <a:cubicBezTo>
                    <a:pt x="1582" y="2253"/>
                    <a:pt x="1584" y="2254"/>
                    <a:pt x="1587" y="2264"/>
                  </a:cubicBezTo>
                  <a:cubicBezTo>
                    <a:pt x="1591" y="2273"/>
                    <a:pt x="1593" y="2272"/>
                    <a:pt x="1594" y="2282"/>
                  </a:cubicBezTo>
                  <a:cubicBezTo>
                    <a:pt x="1596" y="2293"/>
                    <a:pt x="1597" y="2297"/>
                    <a:pt x="1607" y="2297"/>
                  </a:cubicBezTo>
                  <a:cubicBezTo>
                    <a:pt x="1616" y="2298"/>
                    <a:pt x="1635" y="2294"/>
                    <a:pt x="1632" y="2306"/>
                  </a:cubicBezTo>
                  <a:cubicBezTo>
                    <a:pt x="1629" y="2319"/>
                    <a:pt x="1619" y="2318"/>
                    <a:pt x="1621" y="2326"/>
                  </a:cubicBezTo>
                  <a:cubicBezTo>
                    <a:pt x="1623" y="2334"/>
                    <a:pt x="1620" y="2340"/>
                    <a:pt x="1616" y="2342"/>
                  </a:cubicBezTo>
                  <a:cubicBezTo>
                    <a:pt x="1612" y="2344"/>
                    <a:pt x="1604" y="2353"/>
                    <a:pt x="1610" y="2356"/>
                  </a:cubicBezTo>
                  <a:cubicBezTo>
                    <a:pt x="1616" y="2359"/>
                    <a:pt x="1615" y="2364"/>
                    <a:pt x="1623" y="2363"/>
                  </a:cubicBezTo>
                  <a:cubicBezTo>
                    <a:pt x="1632" y="2363"/>
                    <a:pt x="1652" y="2361"/>
                    <a:pt x="1655" y="2369"/>
                  </a:cubicBezTo>
                  <a:cubicBezTo>
                    <a:pt x="1659" y="2376"/>
                    <a:pt x="1661" y="2380"/>
                    <a:pt x="1665" y="2388"/>
                  </a:cubicBezTo>
                  <a:cubicBezTo>
                    <a:pt x="1669" y="2397"/>
                    <a:pt x="1666" y="2405"/>
                    <a:pt x="1678" y="2405"/>
                  </a:cubicBezTo>
                  <a:cubicBezTo>
                    <a:pt x="1690" y="2405"/>
                    <a:pt x="1703" y="2407"/>
                    <a:pt x="1706" y="2401"/>
                  </a:cubicBezTo>
                  <a:cubicBezTo>
                    <a:pt x="1709" y="2395"/>
                    <a:pt x="1713" y="2398"/>
                    <a:pt x="1718" y="2392"/>
                  </a:cubicBezTo>
                  <a:cubicBezTo>
                    <a:pt x="1723" y="2387"/>
                    <a:pt x="1726" y="2384"/>
                    <a:pt x="1731" y="2382"/>
                  </a:cubicBezTo>
                  <a:cubicBezTo>
                    <a:pt x="1731" y="2382"/>
                    <a:pt x="1731" y="2382"/>
                    <a:pt x="1731" y="2382"/>
                  </a:cubicBezTo>
                  <a:cubicBezTo>
                    <a:pt x="1734" y="2382"/>
                    <a:pt x="1736" y="2384"/>
                    <a:pt x="1737" y="2388"/>
                  </a:cubicBezTo>
                  <a:cubicBezTo>
                    <a:pt x="1737" y="2388"/>
                    <a:pt x="1737" y="2388"/>
                    <a:pt x="1737" y="2388"/>
                  </a:cubicBezTo>
                  <a:cubicBezTo>
                    <a:pt x="1737" y="2389"/>
                    <a:pt x="1737" y="2389"/>
                    <a:pt x="1737" y="2390"/>
                  </a:cubicBezTo>
                  <a:cubicBezTo>
                    <a:pt x="1737" y="2390"/>
                    <a:pt x="1737" y="2390"/>
                    <a:pt x="1737" y="2391"/>
                  </a:cubicBezTo>
                  <a:cubicBezTo>
                    <a:pt x="1737" y="2391"/>
                    <a:pt x="1737" y="2392"/>
                    <a:pt x="1737" y="2392"/>
                  </a:cubicBezTo>
                  <a:cubicBezTo>
                    <a:pt x="1737" y="2393"/>
                    <a:pt x="1738" y="2393"/>
                    <a:pt x="1738" y="2394"/>
                  </a:cubicBezTo>
                  <a:cubicBezTo>
                    <a:pt x="1738" y="2400"/>
                    <a:pt x="1737" y="2401"/>
                    <a:pt x="1740" y="2407"/>
                  </a:cubicBezTo>
                  <a:cubicBezTo>
                    <a:pt x="1742" y="2412"/>
                    <a:pt x="1740" y="2422"/>
                    <a:pt x="1749" y="2421"/>
                  </a:cubicBezTo>
                  <a:cubicBezTo>
                    <a:pt x="1758" y="2421"/>
                    <a:pt x="1774" y="2426"/>
                    <a:pt x="1774" y="2419"/>
                  </a:cubicBezTo>
                  <a:cubicBezTo>
                    <a:pt x="1775" y="2411"/>
                    <a:pt x="1774" y="2405"/>
                    <a:pt x="1776" y="2401"/>
                  </a:cubicBezTo>
                  <a:cubicBezTo>
                    <a:pt x="1779" y="2396"/>
                    <a:pt x="1781" y="2386"/>
                    <a:pt x="1776" y="2382"/>
                  </a:cubicBezTo>
                  <a:cubicBezTo>
                    <a:pt x="1771" y="2378"/>
                    <a:pt x="1769" y="2378"/>
                    <a:pt x="1768" y="2373"/>
                  </a:cubicBezTo>
                  <a:cubicBezTo>
                    <a:pt x="1767" y="2367"/>
                    <a:pt x="1758" y="2367"/>
                    <a:pt x="1758" y="2362"/>
                  </a:cubicBezTo>
                  <a:cubicBezTo>
                    <a:pt x="1758" y="2356"/>
                    <a:pt x="1759" y="2349"/>
                    <a:pt x="1763" y="2348"/>
                  </a:cubicBezTo>
                  <a:cubicBezTo>
                    <a:pt x="1766" y="2347"/>
                    <a:pt x="1763" y="2333"/>
                    <a:pt x="1772" y="2333"/>
                  </a:cubicBezTo>
                  <a:cubicBezTo>
                    <a:pt x="1780" y="2333"/>
                    <a:pt x="1780" y="2333"/>
                    <a:pt x="1789" y="2336"/>
                  </a:cubicBezTo>
                  <a:cubicBezTo>
                    <a:pt x="1790" y="2336"/>
                    <a:pt x="1792" y="2336"/>
                    <a:pt x="1793" y="2336"/>
                  </a:cubicBezTo>
                  <a:cubicBezTo>
                    <a:pt x="1793" y="2336"/>
                    <a:pt x="1793" y="2336"/>
                    <a:pt x="1793" y="2337"/>
                  </a:cubicBezTo>
                  <a:cubicBezTo>
                    <a:pt x="1794" y="2337"/>
                    <a:pt x="1795" y="2337"/>
                    <a:pt x="1796" y="2337"/>
                  </a:cubicBezTo>
                  <a:cubicBezTo>
                    <a:pt x="1796" y="2337"/>
                    <a:pt x="1796" y="2337"/>
                    <a:pt x="1796" y="2337"/>
                  </a:cubicBezTo>
                  <a:cubicBezTo>
                    <a:pt x="1798" y="2337"/>
                    <a:pt x="1800" y="2337"/>
                    <a:pt x="1801" y="2336"/>
                  </a:cubicBezTo>
                  <a:cubicBezTo>
                    <a:pt x="1802" y="2336"/>
                    <a:pt x="1803" y="2335"/>
                    <a:pt x="1803" y="2335"/>
                  </a:cubicBezTo>
                  <a:cubicBezTo>
                    <a:pt x="1804" y="2335"/>
                    <a:pt x="1804" y="2334"/>
                    <a:pt x="1804" y="2334"/>
                  </a:cubicBezTo>
                  <a:cubicBezTo>
                    <a:pt x="1804" y="2334"/>
                    <a:pt x="1804" y="2334"/>
                    <a:pt x="1805" y="2334"/>
                  </a:cubicBezTo>
                  <a:cubicBezTo>
                    <a:pt x="1805" y="2333"/>
                    <a:pt x="1806" y="2333"/>
                    <a:pt x="1806" y="2332"/>
                  </a:cubicBezTo>
                  <a:cubicBezTo>
                    <a:pt x="1811" y="2327"/>
                    <a:pt x="1821" y="2317"/>
                    <a:pt x="1826" y="2319"/>
                  </a:cubicBezTo>
                  <a:cubicBezTo>
                    <a:pt x="1831" y="2321"/>
                    <a:pt x="1841" y="2324"/>
                    <a:pt x="1842" y="2330"/>
                  </a:cubicBezTo>
                  <a:cubicBezTo>
                    <a:pt x="1844" y="2336"/>
                    <a:pt x="1848" y="2337"/>
                    <a:pt x="1854" y="2337"/>
                  </a:cubicBezTo>
                  <a:cubicBezTo>
                    <a:pt x="1859" y="2337"/>
                    <a:pt x="1862" y="2331"/>
                    <a:pt x="1864" y="2328"/>
                  </a:cubicBezTo>
                  <a:cubicBezTo>
                    <a:pt x="1867" y="2325"/>
                    <a:pt x="1872" y="2316"/>
                    <a:pt x="1876" y="2319"/>
                  </a:cubicBezTo>
                  <a:cubicBezTo>
                    <a:pt x="1880" y="2321"/>
                    <a:pt x="1888" y="2326"/>
                    <a:pt x="1890" y="2321"/>
                  </a:cubicBezTo>
                  <a:cubicBezTo>
                    <a:pt x="1893" y="2317"/>
                    <a:pt x="1898" y="2316"/>
                    <a:pt x="1900" y="2320"/>
                  </a:cubicBezTo>
                  <a:cubicBezTo>
                    <a:pt x="1902" y="2323"/>
                    <a:pt x="1904" y="2327"/>
                    <a:pt x="1910" y="2327"/>
                  </a:cubicBezTo>
                  <a:cubicBezTo>
                    <a:pt x="1915" y="2326"/>
                    <a:pt x="1916" y="2318"/>
                    <a:pt x="1924" y="2316"/>
                  </a:cubicBezTo>
                  <a:cubicBezTo>
                    <a:pt x="1933" y="2315"/>
                    <a:pt x="1933" y="2312"/>
                    <a:pt x="1943" y="2312"/>
                  </a:cubicBezTo>
                  <a:cubicBezTo>
                    <a:pt x="1952" y="2312"/>
                    <a:pt x="1964" y="2322"/>
                    <a:pt x="1970" y="2306"/>
                  </a:cubicBezTo>
                  <a:cubicBezTo>
                    <a:pt x="1977" y="2291"/>
                    <a:pt x="1972" y="2285"/>
                    <a:pt x="1979" y="2284"/>
                  </a:cubicBezTo>
                  <a:cubicBezTo>
                    <a:pt x="1987" y="2283"/>
                    <a:pt x="1988" y="2274"/>
                    <a:pt x="1995" y="2274"/>
                  </a:cubicBezTo>
                  <a:cubicBezTo>
                    <a:pt x="2002" y="2274"/>
                    <a:pt x="2007" y="2279"/>
                    <a:pt x="2011" y="2286"/>
                  </a:cubicBezTo>
                  <a:cubicBezTo>
                    <a:pt x="2014" y="2293"/>
                    <a:pt x="2020" y="2297"/>
                    <a:pt x="2027" y="2299"/>
                  </a:cubicBezTo>
                  <a:cubicBezTo>
                    <a:pt x="2035" y="2301"/>
                    <a:pt x="2039" y="2304"/>
                    <a:pt x="2050" y="2305"/>
                  </a:cubicBezTo>
                  <a:cubicBezTo>
                    <a:pt x="2060" y="2305"/>
                    <a:pt x="2080" y="2301"/>
                    <a:pt x="2085" y="2307"/>
                  </a:cubicBezTo>
                  <a:cubicBezTo>
                    <a:pt x="2090" y="2313"/>
                    <a:pt x="2094" y="2324"/>
                    <a:pt x="2089" y="2327"/>
                  </a:cubicBezTo>
                  <a:cubicBezTo>
                    <a:pt x="2084" y="2330"/>
                    <a:pt x="2081" y="2332"/>
                    <a:pt x="2081" y="2338"/>
                  </a:cubicBezTo>
                  <a:cubicBezTo>
                    <a:pt x="2081" y="2345"/>
                    <a:pt x="2081" y="2357"/>
                    <a:pt x="2086" y="2361"/>
                  </a:cubicBezTo>
                  <a:cubicBezTo>
                    <a:pt x="2090" y="2365"/>
                    <a:pt x="2105" y="2381"/>
                    <a:pt x="2109" y="2385"/>
                  </a:cubicBezTo>
                  <a:cubicBezTo>
                    <a:pt x="2112" y="2388"/>
                    <a:pt x="2123" y="2395"/>
                    <a:pt x="2134" y="2395"/>
                  </a:cubicBezTo>
                  <a:cubicBezTo>
                    <a:pt x="2146" y="2395"/>
                    <a:pt x="2153" y="2390"/>
                    <a:pt x="2160" y="2394"/>
                  </a:cubicBezTo>
                  <a:cubicBezTo>
                    <a:pt x="2164" y="2396"/>
                    <a:pt x="2168" y="2396"/>
                    <a:pt x="2173" y="2398"/>
                  </a:cubicBezTo>
                  <a:cubicBezTo>
                    <a:pt x="2175" y="2397"/>
                    <a:pt x="2178" y="2395"/>
                    <a:pt x="2181" y="2393"/>
                  </a:cubicBezTo>
                  <a:cubicBezTo>
                    <a:pt x="2198" y="2382"/>
                    <a:pt x="2181" y="2393"/>
                    <a:pt x="2201" y="2394"/>
                  </a:cubicBezTo>
                  <a:cubicBezTo>
                    <a:pt x="2221" y="2396"/>
                    <a:pt x="2209" y="2390"/>
                    <a:pt x="2221" y="2390"/>
                  </a:cubicBezTo>
                  <a:cubicBezTo>
                    <a:pt x="2232" y="2390"/>
                    <a:pt x="2235" y="2400"/>
                    <a:pt x="2244" y="2404"/>
                  </a:cubicBezTo>
                  <a:cubicBezTo>
                    <a:pt x="2252" y="2409"/>
                    <a:pt x="2258" y="2400"/>
                    <a:pt x="2264" y="2393"/>
                  </a:cubicBezTo>
                  <a:cubicBezTo>
                    <a:pt x="2270" y="2386"/>
                    <a:pt x="2280" y="2396"/>
                    <a:pt x="2288" y="2397"/>
                  </a:cubicBezTo>
                  <a:cubicBezTo>
                    <a:pt x="2297" y="2399"/>
                    <a:pt x="2291" y="2409"/>
                    <a:pt x="2281" y="2417"/>
                  </a:cubicBezTo>
                  <a:cubicBezTo>
                    <a:pt x="2271" y="2426"/>
                    <a:pt x="2272" y="2437"/>
                    <a:pt x="2278" y="2439"/>
                  </a:cubicBezTo>
                  <a:cubicBezTo>
                    <a:pt x="2284" y="2440"/>
                    <a:pt x="2290" y="2460"/>
                    <a:pt x="2301" y="2470"/>
                  </a:cubicBezTo>
                  <a:cubicBezTo>
                    <a:pt x="2313" y="2480"/>
                    <a:pt x="2318" y="2479"/>
                    <a:pt x="2325" y="2466"/>
                  </a:cubicBezTo>
                  <a:cubicBezTo>
                    <a:pt x="2333" y="2453"/>
                    <a:pt x="2320" y="2450"/>
                    <a:pt x="2315" y="2443"/>
                  </a:cubicBezTo>
                  <a:cubicBezTo>
                    <a:pt x="2311" y="2436"/>
                    <a:pt x="2315" y="2433"/>
                    <a:pt x="2320" y="2422"/>
                  </a:cubicBezTo>
                  <a:cubicBezTo>
                    <a:pt x="2324" y="2410"/>
                    <a:pt x="2338" y="2410"/>
                    <a:pt x="2348" y="2406"/>
                  </a:cubicBezTo>
                  <a:cubicBezTo>
                    <a:pt x="2358" y="2402"/>
                    <a:pt x="2378" y="2399"/>
                    <a:pt x="2396" y="2399"/>
                  </a:cubicBezTo>
                  <a:cubicBezTo>
                    <a:pt x="2413" y="2399"/>
                    <a:pt x="2420" y="2396"/>
                    <a:pt x="2429" y="2386"/>
                  </a:cubicBezTo>
                  <a:cubicBezTo>
                    <a:pt x="2437" y="2376"/>
                    <a:pt x="2450" y="2382"/>
                    <a:pt x="2466" y="2387"/>
                  </a:cubicBezTo>
                  <a:cubicBezTo>
                    <a:pt x="2482" y="2393"/>
                    <a:pt x="2490" y="2363"/>
                    <a:pt x="2500" y="2353"/>
                  </a:cubicBezTo>
                  <a:cubicBezTo>
                    <a:pt x="2508" y="2345"/>
                    <a:pt x="2518" y="2349"/>
                    <a:pt x="2529" y="2354"/>
                  </a:cubicBezTo>
                  <a:cubicBezTo>
                    <a:pt x="2532" y="2356"/>
                    <a:pt x="2536" y="2358"/>
                    <a:pt x="2540" y="2360"/>
                  </a:cubicBezTo>
                  <a:cubicBezTo>
                    <a:pt x="2556" y="2367"/>
                    <a:pt x="2562" y="2363"/>
                    <a:pt x="2578" y="2356"/>
                  </a:cubicBezTo>
                  <a:cubicBezTo>
                    <a:pt x="2593" y="2349"/>
                    <a:pt x="2573" y="2347"/>
                    <a:pt x="2560" y="2344"/>
                  </a:cubicBezTo>
                  <a:cubicBezTo>
                    <a:pt x="2553" y="2343"/>
                    <a:pt x="2549" y="2339"/>
                    <a:pt x="2552" y="2336"/>
                  </a:cubicBezTo>
                  <a:cubicBezTo>
                    <a:pt x="2554" y="2334"/>
                    <a:pt x="2559" y="2333"/>
                    <a:pt x="2568" y="2333"/>
                  </a:cubicBezTo>
                  <a:cubicBezTo>
                    <a:pt x="2589" y="2333"/>
                    <a:pt x="2579" y="2330"/>
                    <a:pt x="2593" y="2330"/>
                  </a:cubicBezTo>
                  <a:cubicBezTo>
                    <a:pt x="2608" y="2330"/>
                    <a:pt x="2614" y="2327"/>
                    <a:pt x="2618" y="2318"/>
                  </a:cubicBezTo>
                  <a:cubicBezTo>
                    <a:pt x="2622" y="2310"/>
                    <a:pt x="2636" y="2318"/>
                    <a:pt x="2645" y="2320"/>
                  </a:cubicBezTo>
                  <a:cubicBezTo>
                    <a:pt x="2654" y="2321"/>
                    <a:pt x="2655" y="2317"/>
                    <a:pt x="2667" y="2310"/>
                  </a:cubicBezTo>
                  <a:cubicBezTo>
                    <a:pt x="2678" y="2303"/>
                    <a:pt x="2694" y="2310"/>
                    <a:pt x="2707" y="2308"/>
                  </a:cubicBezTo>
                  <a:cubicBezTo>
                    <a:pt x="2720" y="2307"/>
                    <a:pt x="2714" y="2284"/>
                    <a:pt x="2722" y="2280"/>
                  </a:cubicBezTo>
                  <a:cubicBezTo>
                    <a:pt x="2731" y="2275"/>
                    <a:pt x="2732" y="2267"/>
                    <a:pt x="2744" y="2263"/>
                  </a:cubicBezTo>
                  <a:cubicBezTo>
                    <a:pt x="2755" y="2258"/>
                    <a:pt x="2760" y="2257"/>
                    <a:pt x="2775" y="2245"/>
                  </a:cubicBezTo>
                  <a:cubicBezTo>
                    <a:pt x="2791" y="2234"/>
                    <a:pt x="2790" y="2232"/>
                    <a:pt x="2803" y="2225"/>
                  </a:cubicBezTo>
                  <a:cubicBezTo>
                    <a:pt x="2816" y="2218"/>
                    <a:pt x="2807" y="2215"/>
                    <a:pt x="2807" y="2201"/>
                  </a:cubicBezTo>
                  <a:cubicBezTo>
                    <a:pt x="2807" y="2187"/>
                    <a:pt x="2813" y="2194"/>
                    <a:pt x="2830" y="2197"/>
                  </a:cubicBezTo>
                  <a:cubicBezTo>
                    <a:pt x="2847" y="2199"/>
                    <a:pt x="2847" y="2195"/>
                    <a:pt x="2849" y="2179"/>
                  </a:cubicBezTo>
                  <a:cubicBezTo>
                    <a:pt x="2850" y="2164"/>
                    <a:pt x="2870" y="2172"/>
                    <a:pt x="2877" y="2155"/>
                  </a:cubicBezTo>
                  <a:cubicBezTo>
                    <a:pt x="2884" y="2138"/>
                    <a:pt x="2880" y="2138"/>
                    <a:pt x="2896" y="2134"/>
                  </a:cubicBezTo>
                  <a:cubicBezTo>
                    <a:pt x="2912" y="2129"/>
                    <a:pt x="2913" y="2116"/>
                    <a:pt x="2910" y="2106"/>
                  </a:cubicBezTo>
                  <a:cubicBezTo>
                    <a:pt x="2907" y="2096"/>
                    <a:pt x="2903" y="2088"/>
                    <a:pt x="2909" y="2083"/>
                  </a:cubicBezTo>
                  <a:cubicBezTo>
                    <a:pt x="2915" y="2079"/>
                    <a:pt x="2922" y="2070"/>
                    <a:pt x="2912" y="2059"/>
                  </a:cubicBezTo>
                  <a:cubicBezTo>
                    <a:pt x="2902" y="2048"/>
                    <a:pt x="2922" y="2043"/>
                    <a:pt x="2933" y="2043"/>
                  </a:cubicBezTo>
                  <a:cubicBezTo>
                    <a:pt x="2945" y="2043"/>
                    <a:pt x="2946" y="2025"/>
                    <a:pt x="2950" y="2025"/>
                  </a:cubicBezTo>
                  <a:cubicBezTo>
                    <a:pt x="2955" y="2025"/>
                    <a:pt x="2963" y="2022"/>
                    <a:pt x="2963" y="2006"/>
                  </a:cubicBezTo>
                  <a:cubicBezTo>
                    <a:pt x="2963" y="1990"/>
                    <a:pt x="2979" y="1993"/>
                    <a:pt x="2979" y="1982"/>
                  </a:cubicBezTo>
                  <a:cubicBezTo>
                    <a:pt x="2979" y="1970"/>
                    <a:pt x="2982" y="1956"/>
                    <a:pt x="2992" y="1954"/>
                  </a:cubicBezTo>
                  <a:cubicBezTo>
                    <a:pt x="3002" y="1953"/>
                    <a:pt x="3006" y="1944"/>
                    <a:pt x="3026" y="1933"/>
                  </a:cubicBezTo>
                  <a:cubicBezTo>
                    <a:pt x="3046" y="1921"/>
                    <a:pt x="3025" y="1914"/>
                    <a:pt x="3035" y="1909"/>
                  </a:cubicBezTo>
                  <a:cubicBezTo>
                    <a:pt x="3045" y="1903"/>
                    <a:pt x="3038" y="1896"/>
                    <a:pt x="3033" y="1881"/>
                  </a:cubicBezTo>
                  <a:cubicBezTo>
                    <a:pt x="3029" y="1867"/>
                    <a:pt x="3039" y="1871"/>
                    <a:pt x="3055" y="1871"/>
                  </a:cubicBezTo>
                  <a:cubicBezTo>
                    <a:pt x="3071" y="1871"/>
                    <a:pt x="3064" y="1858"/>
                    <a:pt x="3048" y="1850"/>
                  </a:cubicBezTo>
                  <a:cubicBezTo>
                    <a:pt x="3032" y="1841"/>
                    <a:pt x="3054" y="1841"/>
                    <a:pt x="3058" y="1830"/>
                  </a:cubicBezTo>
                  <a:cubicBezTo>
                    <a:pt x="3062" y="1818"/>
                    <a:pt x="3045" y="1820"/>
                    <a:pt x="3033" y="1817"/>
                  </a:cubicBezTo>
                  <a:cubicBezTo>
                    <a:pt x="3022" y="1814"/>
                    <a:pt x="3025" y="1804"/>
                    <a:pt x="3012" y="1800"/>
                  </a:cubicBezTo>
                  <a:cubicBezTo>
                    <a:pt x="2999" y="1795"/>
                    <a:pt x="2995" y="1814"/>
                    <a:pt x="2972" y="1812"/>
                  </a:cubicBezTo>
                  <a:cubicBezTo>
                    <a:pt x="2949" y="1811"/>
                    <a:pt x="2950" y="1795"/>
                    <a:pt x="2979" y="1795"/>
                  </a:cubicBezTo>
                  <a:cubicBezTo>
                    <a:pt x="3008" y="1795"/>
                    <a:pt x="3002" y="1785"/>
                    <a:pt x="3008" y="1774"/>
                  </a:cubicBezTo>
                  <a:cubicBezTo>
                    <a:pt x="3013" y="1762"/>
                    <a:pt x="3021" y="1765"/>
                    <a:pt x="3038" y="1758"/>
                  </a:cubicBezTo>
                  <a:cubicBezTo>
                    <a:pt x="3055" y="1751"/>
                    <a:pt x="3051" y="1739"/>
                    <a:pt x="3044" y="1732"/>
                  </a:cubicBezTo>
                  <a:cubicBezTo>
                    <a:pt x="3036" y="1725"/>
                    <a:pt x="3023" y="1715"/>
                    <a:pt x="3009" y="1708"/>
                  </a:cubicBezTo>
                  <a:cubicBezTo>
                    <a:pt x="2995" y="1701"/>
                    <a:pt x="3008" y="1685"/>
                    <a:pt x="3025" y="1694"/>
                  </a:cubicBezTo>
                  <a:cubicBezTo>
                    <a:pt x="3042" y="1702"/>
                    <a:pt x="3045" y="1711"/>
                    <a:pt x="3054" y="1695"/>
                  </a:cubicBezTo>
                  <a:cubicBezTo>
                    <a:pt x="3062" y="1679"/>
                    <a:pt x="3039" y="1673"/>
                    <a:pt x="3031" y="1662"/>
                  </a:cubicBezTo>
                  <a:cubicBezTo>
                    <a:pt x="3022" y="1651"/>
                    <a:pt x="3013" y="1643"/>
                    <a:pt x="3001" y="1640"/>
                  </a:cubicBezTo>
                  <a:cubicBezTo>
                    <a:pt x="2988" y="1638"/>
                    <a:pt x="2992" y="1616"/>
                    <a:pt x="2989" y="1599"/>
                  </a:cubicBezTo>
                  <a:cubicBezTo>
                    <a:pt x="2986" y="1582"/>
                    <a:pt x="2970" y="1577"/>
                    <a:pt x="2970" y="1569"/>
                  </a:cubicBezTo>
                  <a:cubicBezTo>
                    <a:pt x="2970" y="1560"/>
                    <a:pt x="2960" y="1549"/>
                    <a:pt x="2955" y="1524"/>
                  </a:cubicBezTo>
                  <a:cubicBezTo>
                    <a:pt x="2949" y="1500"/>
                    <a:pt x="2935" y="1504"/>
                    <a:pt x="2915" y="1499"/>
                  </a:cubicBezTo>
                  <a:cubicBezTo>
                    <a:pt x="2894" y="1493"/>
                    <a:pt x="2889" y="1484"/>
                    <a:pt x="2886" y="1470"/>
                  </a:cubicBezTo>
                  <a:cubicBezTo>
                    <a:pt x="2883" y="1456"/>
                    <a:pt x="2896" y="1458"/>
                    <a:pt x="2903" y="1437"/>
                  </a:cubicBezTo>
                  <a:cubicBezTo>
                    <a:pt x="2910" y="1415"/>
                    <a:pt x="2929" y="1423"/>
                    <a:pt x="2939" y="1398"/>
                  </a:cubicBezTo>
                  <a:cubicBezTo>
                    <a:pt x="2949" y="1374"/>
                    <a:pt x="2953" y="1382"/>
                    <a:pt x="2969" y="1381"/>
                  </a:cubicBezTo>
                  <a:cubicBezTo>
                    <a:pt x="2985" y="1380"/>
                    <a:pt x="2983" y="1371"/>
                    <a:pt x="2988" y="1357"/>
                  </a:cubicBezTo>
                  <a:cubicBezTo>
                    <a:pt x="2992" y="1342"/>
                    <a:pt x="3002" y="1339"/>
                    <a:pt x="3019" y="1338"/>
                  </a:cubicBezTo>
                  <a:cubicBezTo>
                    <a:pt x="3036" y="1337"/>
                    <a:pt x="3039" y="1335"/>
                    <a:pt x="3049" y="1328"/>
                  </a:cubicBezTo>
                  <a:cubicBezTo>
                    <a:pt x="3059" y="1321"/>
                    <a:pt x="3061" y="1318"/>
                    <a:pt x="3076" y="1329"/>
                  </a:cubicBezTo>
                  <a:cubicBezTo>
                    <a:pt x="3092" y="1341"/>
                    <a:pt x="3092" y="1317"/>
                    <a:pt x="3097" y="1307"/>
                  </a:cubicBezTo>
                  <a:cubicBezTo>
                    <a:pt x="3101" y="1296"/>
                    <a:pt x="3098" y="1292"/>
                    <a:pt x="3088" y="1285"/>
                  </a:cubicBezTo>
                  <a:cubicBezTo>
                    <a:pt x="3078" y="1278"/>
                    <a:pt x="3059" y="1279"/>
                    <a:pt x="3048" y="1284"/>
                  </a:cubicBezTo>
                  <a:cubicBezTo>
                    <a:pt x="3036" y="1288"/>
                    <a:pt x="3018" y="1281"/>
                    <a:pt x="3009" y="1269"/>
                  </a:cubicBezTo>
                  <a:cubicBezTo>
                    <a:pt x="3001" y="1258"/>
                    <a:pt x="2978" y="1252"/>
                    <a:pt x="2968" y="1256"/>
                  </a:cubicBezTo>
                  <a:cubicBezTo>
                    <a:pt x="2958" y="1261"/>
                    <a:pt x="2936" y="1279"/>
                    <a:pt x="2925" y="1295"/>
                  </a:cubicBezTo>
                  <a:cubicBezTo>
                    <a:pt x="2913" y="1311"/>
                    <a:pt x="2882" y="1305"/>
                    <a:pt x="2873" y="1298"/>
                  </a:cubicBezTo>
                  <a:cubicBezTo>
                    <a:pt x="2864" y="1291"/>
                    <a:pt x="2870" y="1278"/>
                    <a:pt x="2874" y="1266"/>
                  </a:cubicBezTo>
                  <a:cubicBezTo>
                    <a:pt x="2879" y="1255"/>
                    <a:pt x="2872" y="1251"/>
                    <a:pt x="2866" y="1242"/>
                  </a:cubicBezTo>
                  <a:cubicBezTo>
                    <a:pt x="2860" y="1233"/>
                    <a:pt x="2847" y="1231"/>
                    <a:pt x="2844" y="1242"/>
                  </a:cubicBezTo>
                  <a:cubicBezTo>
                    <a:pt x="2841" y="1253"/>
                    <a:pt x="2824" y="1229"/>
                    <a:pt x="2810" y="1232"/>
                  </a:cubicBezTo>
                  <a:cubicBezTo>
                    <a:pt x="2796" y="1235"/>
                    <a:pt x="2791" y="1223"/>
                    <a:pt x="2778" y="1208"/>
                  </a:cubicBezTo>
                  <a:cubicBezTo>
                    <a:pt x="2765" y="1192"/>
                    <a:pt x="2786" y="1178"/>
                    <a:pt x="2787" y="1163"/>
                  </a:cubicBezTo>
                  <a:cubicBezTo>
                    <a:pt x="2788" y="1149"/>
                    <a:pt x="2837" y="1160"/>
                    <a:pt x="2863" y="1156"/>
                  </a:cubicBezTo>
                  <a:cubicBezTo>
                    <a:pt x="2889" y="1152"/>
                    <a:pt x="2884" y="1136"/>
                    <a:pt x="2893" y="1117"/>
                  </a:cubicBezTo>
                  <a:cubicBezTo>
                    <a:pt x="2902" y="1099"/>
                    <a:pt x="2925" y="1096"/>
                    <a:pt x="2942" y="1089"/>
                  </a:cubicBezTo>
                  <a:cubicBezTo>
                    <a:pt x="2959" y="1082"/>
                    <a:pt x="2959" y="1071"/>
                    <a:pt x="2972" y="1061"/>
                  </a:cubicBezTo>
                  <a:cubicBezTo>
                    <a:pt x="2985" y="1051"/>
                    <a:pt x="2995" y="1043"/>
                    <a:pt x="3006" y="1030"/>
                  </a:cubicBezTo>
                  <a:cubicBezTo>
                    <a:pt x="3018" y="1017"/>
                    <a:pt x="3032" y="1043"/>
                    <a:pt x="3035" y="1031"/>
                  </a:cubicBezTo>
                  <a:cubicBezTo>
                    <a:pt x="3038" y="1020"/>
                    <a:pt x="3046" y="1028"/>
                    <a:pt x="3054" y="1033"/>
                  </a:cubicBezTo>
                  <a:cubicBezTo>
                    <a:pt x="3061" y="1037"/>
                    <a:pt x="3071" y="1044"/>
                    <a:pt x="3069" y="1060"/>
                  </a:cubicBezTo>
                  <a:cubicBezTo>
                    <a:pt x="3068" y="1076"/>
                    <a:pt x="3055" y="1092"/>
                    <a:pt x="3032" y="1104"/>
                  </a:cubicBezTo>
                  <a:cubicBezTo>
                    <a:pt x="3009" y="1117"/>
                    <a:pt x="3022" y="1132"/>
                    <a:pt x="3029" y="1132"/>
                  </a:cubicBezTo>
                  <a:cubicBezTo>
                    <a:pt x="3036" y="1132"/>
                    <a:pt x="3041" y="1140"/>
                    <a:pt x="3032" y="1155"/>
                  </a:cubicBezTo>
                  <a:cubicBezTo>
                    <a:pt x="3023" y="1169"/>
                    <a:pt x="3006" y="1163"/>
                    <a:pt x="2999" y="1176"/>
                  </a:cubicBezTo>
                  <a:cubicBezTo>
                    <a:pt x="2992" y="1189"/>
                    <a:pt x="3008" y="1193"/>
                    <a:pt x="3023" y="1180"/>
                  </a:cubicBezTo>
                  <a:cubicBezTo>
                    <a:pt x="3039" y="1167"/>
                    <a:pt x="3058" y="1163"/>
                    <a:pt x="3065" y="1155"/>
                  </a:cubicBezTo>
                  <a:cubicBezTo>
                    <a:pt x="3072" y="1146"/>
                    <a:pt x="3098" y="1139"/>
                    <a:pt x="3117" y="1124"/>
                  </a:cubicBezTo>
                  <a:cubicBezTo>
                    <a:pt x="3135" y="1110"/>
                    <a:pt x="3154" y="1104"/>
                    <a:pt x="3168" y="1103"/>
                  </a:cubicBezTo>
                  <a:cubicBezTo>
                    <a:pt x="3176" y="1102"/>
                    <a:pt x="3185" y="1102"/>
                    <a:pt x="3198" y="1105"/>
                  </a:cubicBezTo>
                  <a:cubicBezTo>
                    <a:pt x="3201" y="1093"/>
                    <a:pt x="3206" y="1085"/>
                    <a:pt x="3214" y="1078"/>
                  </a:cubicBezTo>
                  <a:cubicBezTo>
                    <a:pt x="3224" y="1070"/>
                    <a:pt x="3251" y="1060"/>
                    <a:pt x="3259" y="1053"/>
                  </a:cubicBezTo>
                  <a:cubicBezTo>
                    <a:pt x="3267" y="1046"/>
                    <a:pt x="3280" y="1048"/>
                    <a:pt x="3286" y="1042"/>
                  </a:cubicBezTo>
                  <a:cubicBezTo>
                    <a:pt x="3293" y="1036"/>
                    <a:pt x="3295" y="1029"/>
                    <a:pt x="3304" y="1027"/>
                  </a:cubicBezTo>
                  <a:cubicBezTo>
                    <a:pt x="3312" y="1025"/>
                    <a:pt x="3322" y="1018"/>
                    <a:pt x="3332" y="1009"/>
                  </a:cubicBezTo>
                  <a:cubicBezTo>
                    <a:pt x="3342" y="1000"/>
                    <a:pt x="3350" y="986"/>
                    <a:pt x="3352" y="975"/>
                  </a:cubicBezTo>
                  <a:cubicBezTo>
                    <a:pt x="3354" y="964"/>
                    <a:pt x="3356" y="958"/>
                    <a:pt x="3370" y="958"/>
                  </a:cubicBezTo>
                  <a:cubicBezTo>
                    <a:pt x="3385" y="958"/>
                    <a:pt x="3380" y="974"/>
                    <a:pt x="3384" y="974"/>
                  </a:cubicBezTo>
                  <a:cubicBezTo>
                    <a:pt x="3388" y="974"/>
                    <a:pt x="3402" y="982"/>
                    <a:pt x="3407" y="988"/>
                  </a:cubicBezTo>
                  <a:cubicBezTo>
                    <a:pt x="3412" y="995"/>
                    <a:pt x="3430" y="996"/>
                    <a:pt x="3434" y="990"/>
                  </a:cubicBezTo>
                  <a:cubicBezTo>
                    <a:pt x="3438" y="985"/>
                    <a:pt x="3447" y="988"/>
                    <a:pt x="3453" y="986"/>
                  </a:cubicBezTo>
                  <a:cubicBezTo>
                    <a:pt x="3459" y="985"/>
                    <a:pt x="3457" y="976"/>
                    <a:pt x="3452" y="973"/>
                  </a:cubicBezTo>
                  <a:cubicBezTo>
                    <a:pt x="3448" y="970"/>
                    <a:pt x="3454" y="960"/>
                    <a:pt x="3446" y="953"/>
                  </a:cubicBezTo>
                  <a:cubicBezTo>
                    <a:pt x="3439" y="946"/>
                    <a:pt x="3447" y="940"/>
                    <a:pt x="3465" y="941"/>
                  </a:cubicBezTo>
                  <a:cubicBezTo>
                    <a:pt x="3483" y="942"/>
                    <a:pt x="3510" y="938"/>
                    <a:pt x="3514" y="930"/>
                  </a:cubicBezTo>
                  <a:cubicBezTo>
                    <a:pt x="3518" y="922"/>
                    <a:pt x="3522" y="912"/>
                    <a:pt x="3530" y="912"/>
                  </a:cubicBezTo>
                  <a:cubicBezTo>
                    <a:pt x="3538" y="912"/>
                    <a:pt x="3549" y="906"/>
                    <a:pt x="3549" y="897"/>
                  </a:cubicBezTo>
                  <a:cubicBezTo>
                    <a:pt x="3549" y="888"/>
                    <a:pt x="3550" y="886"/>
                    <a:pt x="3558" y="882"/>
                  </a:cubicBezTo>
                  <a:cubicBezTo>
                    <a:pt x="3566" y="878"/>
                    <a:pt x="3554" y="868"/>
                    <a:pt x="3564" y="866"/>
                  </a:cubicBezTo>
                  <a:cubicBezTo>
                    <a:pt x="3573" y="863"/>
                    <a:pt x="3584" y="872"/>
                    <a:pt x="3585" y="878"/>
                  </a:cubicBezTo>
                  <a:cubicBezTo>
                    <a:pt x="3586" y="883"/>
                    <a:pt x="3585" y="891"/>
                    <a:pt x="3591" y="894"/>
                  </a:cubicBezTo>
                  <a:cubicBezTo>
                    <a:pt x="3592" y="895"/>
                    <a:pt x="3593" y="895"/>
                    <a:pt x="3593" y="895"/>
                  </a:cubicBezTo>
                  <a:cubicBezTo>
                    <a:pt x="3594" y="895"/>
                    <a:pt x="3594" y="895"/>
                    <a:pt x="3595" y="895"/>
                  </a:cubicBezTo>
                  <a:cubicBezTo>
                    <a:pt x="3595" y="895"/>
                    <a:pt x="3595" y="895"/>
                    <a:pt x="3596" y="895"/>
                  </a:cubicBezTo>
                  <a:cubicBezTo>
                    <a:pt x="3597" y="895"/>
                    <a:pt x="3599" y="895"/>
                    <a:pt x="3600" y="894"/>
                  </a:cubicBezTo>
                  <a:cubicBezTo>
                    <a:pt x="3600" y="894"/>
                    <a:pt x="3600" y="894"/>
                    <a:pt x="3600" y="894"/>
                  </a:cubicBezTo>
                  <a:cubicBezTo>
                    <a:pt x="3602" y="893"/>
                    <a:pt x="3603" y="892"/>
                    <a:pt x="3604" y="890"/>
                  </a:cubicBezTo>
                  <a:cubicBezTo>
                    <a:pt x="3604" y="890"/>
                    <a:pt x="3604" y="890"/>
                    <a:pt x="3604" y="890"/>
                  </a:cubicBezTo>
                  <a:cubicBezTo>
                    <a:pt x="3605" y="889"/>
                    <a:pt x="3605" y="889"/>
                    <a:pt x="3606" y="888"/>
                  </a:cubicBezTo>
                  <a:cubicBezTo>
                    <a:pt x="3606" y="888"/>
                    <a:pt x="3606" y="888"/>
                    <a:pt x="3606" y="887"/>
                  </a:cubicBezTo>
                  <a:cubicBezTo>
                    <a:pt x="3606" y="886"/>
                    <a:pt x="3607" y="885"/>
                    <a:pt x="3607" y="884"/>
                  </a:cubicBezTo>
                  <a:cubicBezTo>
                    <a:pt x="3609" y="876"/>
                    <a:pt x="3610" y="880"/>
                    <a:pt x="3620" y="879"/>
                  </a:cubicBezTo>
                  <a:cubicBezTo>
                    <a:pt x="3631" y="878"/>
                    <a:pt x="3634" y="874"/>
                    <a:pt x="3640" y="864"/>
                  </a:cubicBezTo>
                  <a:cubicBezTo>
                    <a:pt x="3645" y="854"/>
                    <a:pt x="3649" y="858"/>
                    <a:pt x="3650" y="848"/>
                  </a:cubicBezTo>
                  <a:cubicBezTo>
                    <a:pt x="3652" y="839"/>
                    <a:pt x="3654" y="828"/>
                    <a:pt x="3650" y="820"/>
                  </a:cubicBezTo>
                  <a:cubicBezTo>
                    <a:pt x="3647" y="812"/>
                    <a:pt x="3650" y="792"/>
                    <a:pt x="3650" y="782"/>
                  </a:cubicBezTo>
                  <a:cubicBezTo>
                    <a:pt x="3651" y="772"/>
                    <a:pt x="3650" y="762"/>
                    <a:pt x="3644" y="757"/>
                  </a:cubicBezTo>
                  <a:cubicBezTo>
                    <a:pt x="3639" y="752"/>
                    <a:pt x="3644" y="746"/>
                    <a:pt x="3639" y="742"/>
                  </a:cubicBezTo>
                  <a:cubicBezTo>
                    <a:pt x="3634" y="737"/>
                    <a:pt x="3629" y="729"/>
                    <a:pt x="3630" y="721"/>
                  </a:cubicBezTo>
                  <a:cubicBezTo>
                    <a:pt x="3632" y="713"/>
                    <a:pt x="3648" y="713"/>
                    <a:pt x="3659" y="711"/>
                  </a:cubicBezTo>
                  <a:cubicBezTo>
                    <a:pt x="3670" y="709"/>
                    <a:pt x="3674" y="701"/>
                    <a:pt x="3680" y="692"/>
                  </a:cubicBezTo>
                  <a:cubicBezTo>
                    <a:pt x="3686" y="682"/>
                    <a:pt x="3696" y="687"/>
                    <a:pt x="3706" y="692"/>
                  </a:cubicBezTo>
                  <a:cubicBezTo>
                    <a:pt x="3716" y="698"/>
                    <a:pt x="3732" y="704"/>
                    <a:pt x="3748" y="707"/>
                  </a:cubicBezTo>
                  <a:cubicBezTo>
                    <a:pt x="3764" y="710"/>
                    <a:pt x="3767" y="703"/>
                    <a:pt x="3768" y="689"/>
                  </a:cubicBezTo>
                  <a:cubicBezTo>
                    <a:pt x="3768" y="675"/>
                    <a:pt x="3771" y="672"/>
                    <a:pt x="3781" y="669"/>
                  </a:cubicBezTo>
                  <a:cubicBezTo>
                    <a:pt x="3791" y="666"/>
                    <a:pt x="3793" y="652"/>
                    <a:pt x="3797" y="638"/>
                  </a:cubicBezTo>
                  <a:cubicBezTo>
                    <a:pt x="3801" y="625"/>
                    <a:pt x="3806" y="624"/>
                    <a:pt x="3814" y="616"/>
                  </a:cubicBezTo>
                  <a:cubicBezTo>
                    <a:pt x="3822" y="609"/>
                    <a:pt x="3821" y="592"/>
                    <a:pt x="3820" y="579"/>
                  </a:cubicBezTo>
                  <a:cubicBezTo>
                    <a:pt x="3820" y="566"/>
                    <a:pt x="3835" y="555"/>
                    <a:pt x="3835" y="541"/>
                  </a:cubicBezTo>
                  <a:cubicBezTo>
                    <a:pt x="3835" y="527"/>
                    <a:pt x="3842" y="517"/>
                    <a:pt x="3850" y="516"/>
                  </a:cubicBezTo>
                  <a:cubicBezTo>
                    <a:pt x="3858" y="516"/>
                    <a:pt x="3864" y="514"/>
                    <a:pt x="3868" y="503"/>
                  </a:cubicBezTo>
                  <a:cubicBezTo>
                    <a:pt x="3873" y="492"/>
                    <a:pt x="3870" y="484"/>
                    <a:pt x="3861" y="477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1812" y="1308"/>
              <a:ext cx="1209" cy="1299"/>
            </a:xfrm>
            <a:custGeom>
              <a:avLst/>
              <a:gdLst>
                <a:gd name="T0" fmla="*/ 1794 w 1850"/>
                <a:gd name="T1" fmla="*/ 620 h 1988"/>
                <a:gd name="T2" fmla="*/ 1749 w 1850"/>
                <a:gd name="T3" fmla="*/ 570 h 1988"/>
                <a:gd name="T4" fmla="*/ 1632 w 1850"/>
                <a:gd name="T5" fmla="*/ 608 h 1988"/>
                <a:gd name="T6" fmla="*/ 1497 w 1850"/>
                <a:gd name="T7" fmla="*/ 684 h 1988"/>
                <a:gd name="T8" fmla="*/ 1524 w 1850"/>
                <a:gd name="T9" fmla="*/ 741 h 1988"/>
                <a:gd name="T10" fmla="*/ 1392 w 1850"/>
                <a:gd name="T11" fmla="*/ 750 h 1988"/>
                <a:gd name="T12" fmla="*/ 1311 w 1850"/>
                <a:gd name="T13" fmla="*/ 698 h 1988"/>
                <a:gd name="T14" fmla="*/ 1301 w 1850"/>
                <a:gd name="T15" fmla="*/ 659 h 1988"/>
                <a:gd name="T16" fmla="*/ 1280 w 1850"/>
                <a:gd name="T17" fmla="*/ 668 h 1988"/>
                <a:gd name="T18" fmla="*/ 1276 w 1850"/>
                <a:gd name="T19" fmla="*/ 668 h 1988"/>
                <a:gd name="T20" fmla="*/ 1264 w 1850"/>
                <a:gd name="T21" fmla="*/ 695 h 1988"/>
                <a:gd name="T22" fmla="*/ 1229 w 1850"/>
                <a:gd name="T23" fmla="*/ 771 h 1988"/>
                <a:gd name="T24" fmla="*/ 1072 w 1850"/>
                <a:gd name="T25" fmla="*/ 741 h 1988"/>
                <a:gd name="T26" fmla="*/ 952 w 1850"/>
                <a:gd name="T27" fmla="*/ 709 h 1988"/>
                <a:gd name="T28" fmla="*/ 838 w 1850"/>
                <a:gd name="T29" fmla="*/ 652 h 1988"/>
                <a:gd name="T30" fmla="*/ 772 w 1850"/>
                <a:gd name="T31" fmla="*/ 565 h 1988"/>
                <a:gd name="T32" fmla="*/ 804 w 1850"/>
                <a:gd name="T33" fmla="*/ 507 h 1988"/>
                <a:gd name="T34" fmla="*/ 677 w 1850"/>
                <a:gd name="T35" fmla="*/ 433 h 1988"/>
                <a:gd name="T36" fmla="*/ 701 w 1850"/>
                <a:gd name="T37" fmla="*/ 353 h 1988"/>
                <a:gd name="T38" fmla="*/ 672 w 1850"/>
                <a:gd name="T39" fmla="*/ 251 h 1988"/>
                <a:gd name="T40" fmla="*/ 768 w 1850"/>
                <a:gd name="T41" fmla="*/ 163 h 1988"/>
                <a:gd name="T42" fmla="*/ 647 w 1850"/>
                <a:gd name="T43" fmla="*/ 117 h 1988"/>
                <a:gd name="T44" fmla="*/ 585 w 1850"/>
                <a:gd name="T45" fmla="*/ 111 h 1988"/>
                <a:gd name="T46" fmla="*/ 482 w 1850"/>
                <a:gd name="T47" fmla="*/ 5 h 1988"/>
                <a:gd name="T48" fmla="*/ 384 w 1850"/>
                <a:gd name="T49" fmla="*/ 34 h 1988"/>
                <a:gd name="T50" fmla="*/ 361 w 1850"/>
                <a:gd name="T51" fmla="*/ 220 h 1988"/>
                <a:gd name="T52" fmla="*/ 443 w 1850"/>
                <a:gd name="T53" fmla="*/ 357 h 1988"/>
                <a:gd name="T54" fmla="*/ 404 w 1850"/>
                <a:gd name="T55" fmla="*/ 456 h 1988"/>
                <a:gd name="T56" fmla="*/ 275 w 1850"/>
                <a:gd name="T57" fmla="*/ 602 h 1988"/>
                <a:gd name="T58" fmla="*/ 159 w 1850"/>
                <a:gd name="T59" fmla="*/ 675 h 1988"/>
                <a:gd name="T60" fmla="*/ 127 w 1850"/>
                <a:gd name="T61" fmla="*/ 773 h 1988"/>
                <a:gd name="T62" fmla="*/ 181 w 1850"/>
                <a:gd name="T63" fmla="*/ 903 h 1988"/>
                <a:gd name="T64" fmla="*/ 84 w 1850"/>
                <a:gd name="T65" fmla="*/ 920 h 1988"/>
                <a:gd name="T66" fmla="*/ 73 w 1850"/>
                <a:gd name="T67" fmla="*/ 1014 h 1988"/>
                <a:gd name="T68" fmla="*/ 151 w 1850"/>
                <a:gd name="T69" fmla="*/ 1152 h 1988"/>
                <a:gd name="T70" fmla="*/ 284 w 1850"/>
                <a:gd name="T71" fmla="*/ 1100 h 1988"/>
                <a:gd name="T72" fmla="*/ 403 w 1850"/>
                <a:gd name="T73" fmla="*/ 1598 h 1988"/>
                <a:gd name="T74" fmla="*/ 615 w 1850"/>
                <a:gd name="T75" fmla="*/ 1975 h 1988"/>
                <a:gd name="T76" fmla="*/ 741 w 1850"/>
                <a:gd name="T77" fmla="*/ 1777 h 1988"/>
                <a:gd name="T78" fmla="*/ 763 w 1850"/>
                <a:gd name="T79" fmla="*/ 1549 h 1988"/>
                <a:gd name="T80" fmla="*/ 958 w 1850"/>
                <a:gd name="T81" fmla="*/ 1363 h 1988"/>
                <a:gd name="T82" fmla="*/ 1196 w 1850"/>
                <a:gd name="T83" fmla="*/ 1133 h 1988"/>
                <a:gd name="T84" fmla="*/ 1324 w 1850"/>
                <a:gd name="T85" fmla="*/ 1104 h 1988"/>
                <a:gd name="T86" fmla="*/ 1301 w 1850"/>
                <a:gd name="T87" fmla="*/ 935 h 1988"/>
                <a:gd name="T88" fmla="*/ 1314 w 1850"/>
                <a:gd name="T89" fmla="*/ 854 h 1988"/>
                <a:gd name="T90" fmla="*/ 1270 w 1850"/>
                <a:gd name="T91" fmla="*/ 794 h 1988"/>
                <a:gd name="T92" fmla="*/ 1293 w 1850"/>
                <a:gd name="T93" fmla="*/ 772 h 1988"/>
                <a:gd name="T94" fmla="*/ 1297 w 1850"/>
                <a:gd name="T95" fmla="*/ 774 h 1988"/>
                <a:gd name="T96" fmla="*/ 1302 w 1850"/>
                <a:gd name="T97" fmla="*/ 775 h 1988"/>
                <a:gd name="T98" fmla="*/ 1371 w 1850"/>
                <a:gd name="T99" fmla="*/ 822 h 1988"/>
                <a:gd name="T100" fmla="*/ 1524 w 1850"/>
                <a:gd name="T101" fmla="*/ 860 h 1988"/>
                <a:gd name="T102" fmla="*/ 1482 w 1850"/>
                <a:gd name="T103" fmla="*/ 930 h 1988"/>
                <a:gd name="T104" fmla="*/ 1502 w 1850"/>
                <a:gd name="T105" fmla="*/ 975 h 1988"/>
                <a:gd name="T106" fmla="*/ 1549 w 1850"/>
                <a:gd name="T107" fmla="*/ 1063 h 1988"/>
                <a:gd name="T108" fmla="*/ 1580 w 1850"/>
                <a:gd name="T109" fmla="*/ 1067 h 1988"/>
                <a:gd name="T110" fmla="*/ 1602 w 1850"/>
                <a:gd name="T111" fmla="*/ 958 h 1988"/>
                <a:gd name="T112" fmla="*/ 1659 w 1850"/>
                <a:gd name="T113" fmla="*/ 916 h 1988"/>
                <a:gd name="T114" fmla="*/ 1691 w 1850"/>
                <a:gd name="T115" fmla="*/ 834 h 1988"/>
                <a:gd name="T116" fmla="*/ 1792 w 1850"/>
                <a:gd name="T117" fmla="*/ 713 h 1988"/>
                <a:gd name="T118" fmla="*/ 1850 w 1850"/>
                <a:gd name="T119" fmla="*/ 643 h 19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50" h="1988">
                  <a:moveTo>
                    <a:pt x="1848" y="643"/>
                  </a:moveTo>
                  <a:cubicBezTo>
                    <a:pt x="1848" y="643"/>
                    <a:pt x="1847" y="643"/>
                    <a:pt x="1847" y="643"/>
                  </a:cubicBezTo>
                  <a:cubicBezTo>
                    <a:pt x="1841" y="640"/>
                    <a:pt x="1835" y="643"/>
                    <a:pt x="1830" y="644"/>
                  </a:cubicBezTo>
                  <a:cubicBezTo>
                    <a:pt x="1825" y="646"/>
                    <a:pt x="1824" y="642"/>
                    <a:pt x="1819" y="637"/>
                  </a:cubicBezTo>
                  <a:cubicBezTo>
                    <a:pt x="1815" y="631"/>
                    <a:pt x="1802" y="638"/>
                    <a:pt x="1790" y="637"/>
                  </a:cubicBezTo>
                  <a:cubicBezTo>
                    <a:pt x="1777" y="635"/>
                    <a:pt x="1788" y="623"/>
                    <a:pt x="1794" y="620"/>
                  </a:cubicBezTo>
                  <a:cubicBezTo>
                    <a:pt x="1799" y="616"/>
                    <a:pt x="1799" y="611"/>
                    <a:pt x="1798" y="606"/>
                  </a:cubicBezTo>
                  <a:cubicBezTo>
                    <a:pt x="1798" y="601"/>
                    <a:pt x="1794" y="597"/>
                    <a:pt x="1787" y="593"/>
                  </a:cubicBezTo>
                  <a:cubicBezTo>
                    <a:pt x="1780" y="590"/>
                    <a:pt x="1785" y="581"/>
                    <a:pt x="1785" y="577"/>
                  </a:cubicBezTo>
                  <a:cubicBezTo>
                    <a:pt x="1784" y="573"/>
                    <a:pt x="1779" y="569"/>
                    <a:pt x="1774" y="568"/>
                  </a:cubicBezTo>
                  <a:cubicBezTo>
                    <a:pt x="1769" y="567"/>
                    <a:pt x="1769" y="559"/>
                    <a:pt x="1763" y="559"/>
                  </a:cubicBezTo>
                  <a:cubicBezTo>
                    <a:pt x="1757" y="560"/>
                    <a:pt x="1756" y="570"/>
                    <a:pt x="1749" y="570"/>
                  </a:cubicBezTo>
                  <a:cubicBezTo>
                    <a:pt x="1743" y="570"/>
                    <a:pt x="1734" y="586"/>
                    <a:pt x="1731" y="590"/>
                  </a:cubicBezTo>
                  <a:cubicBezTo>
                    <a:pt x="1727" y="595"/>
                    <a:pt x="1721" y="593"/>
                    <a:pt x="1716" y="589"/>
                  </a:cubicBezTo>
                  <a:cubicBezTo>
                    <a:pt x="1711" y="585"/>
                    <a:pt x="1709" y="588"/>
                    <a:pt x="1699" y="588"/>
                  </a:cubicBezTo>
                  <a:cubicBezTo>
                    <a:pt x="1690" y="588"/>
                    <a:pt x="1689" y="579"/>
                    <a:pt x="1682" y="571"/>
                  </a:cubicBezTo>
                  <a:cubicBezTo>
                    <a:pt x="1675" y="564"/>
                    <a:pt x="1665" y="578"/>
                    <a:pt x="1654" y="584"/>
                  </a:cubicBezTo>
                  <a:cubicBezTo>
                    <a:pt x="1642" y="591"/>
                    <a:pt x="1640" y="597"/>
                    <a:pt x="1632" y="608"/>
                  </a:cubicBezTo>
                  <a:cubicBezTo>
                    <a:pt x="1624" y="619"/>
                    <a:pt x="1611" y="619"/>
                    <a:pt x="1600" y="619"/>
                  </a:cubicBezTo>
                  <a:cubicBezTo>
                    <a:pt x="1589" y="618"/>
                    <a:pt x="1588" y="624"/>
                    <a:pt x="1585" y="632"/>
                  </a:cubicBezTo>
                  <a:cubicBezTo>
                    <a:pt x="1581" y="641"/>
                    <a:pt x="1574" y="647"/>
                    <a:pt x="1563" y="649"/>
                  </a:cubicBezTo>
                  <a:cubicBezTo>
                    <a:pt x="1552" y="651"/>
                    <a:pt x="1554" y="663"/>
                    <a:pt x="1551" y="673"/>
                  </a:cubicBezTo>
                  <a:cubicBezTo>
                    <a:pt x="1548" y="683"/>
                    <a:pt x="1528" y="680"/>
                    <a:pt x="1519" y="678"/>
                  </a:cubicBezTo>
                  <a:cubicBezTo>
                    <a:pt x="1511" y="677"/>
                    <a:pt x="1504" y="682"/>
                    <a:pt x="1497" y="684"/>
                  </a:cubicBezTo>
                  <a:cubicBezTo>
                    <a:pt x="1496" y="684"/>
                    <a:pt x="1496" y="684"/>
                    <a:pt x="1495" y="684"/>
                  </a:cubicBezTo>
                  <a:cubicBezTo>
                    <a:pt x="1492" y="686"/>
                    <a:pt x="1488" y="684"/>
                    <a:pt x="1486" y="685"/>
                  </a:cubicBezTo>
                  <a:cubicBezTo>
                    <a:pt x="1482" y="687"/>
                    <a:pt x="1482" y="692"/>
                    <a:pt x="1484" y="695"/>
                  </a:cubicBezTo>
                  <a:cubicBezTo>
                    <a:pt x="1485" y="697"/>
                    <a:pt x="1493" y="703"/>
                    <a:pt x="1503" y="704"/>
                  </a:cubicBezTo>
                  <a:cubicBezTo>
                    <a:pt x="1512" y="706"/>
                    <a:pt x="1510" y="723"/>
                    <a:pt x="1511" y="727"/>
                  </a:cubicBezTo>
                  <a:cubicBezTo>
                    <a:pt x="1512" y="731"/>
                    <a:pt x="1518" y="735"/>
                    <a:pt x="1524" y="741"/>
                  </a:cubicBezTo>
                  <a:cubicBezTo>
                    <a:pt x="1530" y="747"/>
                    <a:pt x="1506" y="744"/>
                    <a:pt x="1494" y="744"/>
                  </a:cubicBezTo>
                  <a:cubicBezTo>
                    <a:pt x="1482" y="744"/>
                    <a:pt x="1472" y="744"/>
                    <a:pt x="1463" y="744"/>
                  </a:cubicBezTo>
                  <a:cubicBezTo>
                    <a:pt x="1453" y="744"/>
                    <a:pt x="1436" y="744"/>
                    <a:pt x="1433" y="750"/>
                  </a:cubicBezTo>
                  <a:cubicBezTo>
                    <a:pt x="1429" y="757"/>
                    <a:pt x="1417" y="754"/>
                    <a:pt x="1416" y="748"/>
                  </a:cubicBezTo>
                  <a:cubicBezTo>
                    <a:pt x="1416" y="743"/>
                    <a:pt x="1411" y="741"/>
                    <a:pt x="1404" y="741"/>
                  </a:cubicBezTo>
                  <a:cubicBezTo>
                    <a:pt x="1396" y="741"/>
                    <a:pt x="1395" y="742"/>
                    <a:pt x="1392" y="750"/>
                  </a:cubicBezTo>
                  <a:cubicBezTo>
                    <a:pt x="1389" y="758"/>
                    <a:pt x="1378" y="756"/>
                    <a:pt x="1371" y="757"/>
                  </a:cubicBezTo>
                  <a:cubicBezTo>
                    <a:pt x="1364" y="757"/>
                    <a:pt x="1352" y="755"/>
                    <a:pt x="1350" y="751"/>
                  </a:cubicBezTo>
                  <a:cubicBezTo>
                    <a:pt x="1348" y="748"/>
                    <a:pt x="1334" y="745"/>
                    <a:pt x="1324" y="745"/>
                  </a:cubicBezTo>
                  <a:cubicBezTo>
                    <a:pt x="1315" y="745"/>
                    <a:pt x="1317" y="732"/>
                    <a:pt x="1310" y="729"/>
                  </a:cubicBezTo>
                  <a:cubicBezTo>
                    <a:pt x="1304" y="727"/>
                    <a:pt x="1309" y="720"/>
                    <a:pt x="1308" y="710"/>
                  </a:cubicBezTo>
                  <a:cubicBezTo>
                    <a:pt x="1308" y="706"/>
                    <a:pt x="1309" y="702"/>
                    <a:pt x="1311" y="698"/>
                  </a:cubicBezTo>
                  <a:cubicBezTo>
                    <a:pt x="1311" y="698"/>
                    <a:pt x="1311" y="698"/>
                    <a:pt x="1311" y="698"/>
                  </a:cubicBezTo>
                  <a:cubicBezTo>
                    <a:pt x="1310" y="697"/>
                    <a:pt x="1310" y="697"/>
                    <a:pt x="1310" y="697"/>
                  </a:cubicBezTo>
                  <a:cubicBezTo>
                    <a:pt x="1310" y="697"/>
                    <a:pt x="1310" y="697"/>
                    <a:pt x="1310" y="697"/>
                  </a:cubicBezTo>
                  <a:cubicBezTo>
                    <a:pt x="1309" y="696"/>
                    <a:pt x="1309" y="696"/>
                    <a:pt x="1309" y="696"/>
                  </a:cubicBezTo>
                  <a:cubicBezTo>
                    <a:pt x="1307" y="691"/>
                    <a:pt x="1310" y="676"/>
                    <a:pt x="1310" y="670"/>
                  </a:cubicBezTo>
                  <a:cubicBezTo>
                    <a:pt x="1310" y="665"/>
                    <a:pt x="1309" y="660"/>
                    <a:pt x="1301" y="659"/>
                  </a:cubicBezTo>
                  <a:cubicBezTo>
                    <a:pt x="1294" y="659"/>
                    <a:pt x="1288" y="662"/>
                    <a:pt x="1284" y="666"/>
                  </a:cubicBezTo>
                  <a:cubicBezTo>
                    <a:pt x="1283" y="666"/>
                    <a:pt x="1283" y="667"/>
                    <a:pt x="1282" y="667"/>
                  </a:cubicBezTo>
                  <a:cubicBezTo>
                    <a:pt x="1282" y="667"/>
                    <a:pt x="1282" y="667"/>
                    <a:pt x="1282" y="667"/>
                  </a:cubicBezTo>
                  <a:cubicBezTo>
                    <a:pt x="1282" y="667"/>
                    <a:pt x="1281" y="667"/>
                    <a:pt x="1281" y="667"/>
                  </a:cubicBezTo>
                  <a:cubicBezTo>
                    <a:pt x="1281" y="668"/>
                    <a:pt x="1281" y="668"/>
                    <a:pt x="1281" y="668"/>
                  </a:cubicBezTo>
                  <a:cubicBezTo>
                    <a:pt x="1280" y="668"/>
                    <a:pt x="1280" y="668"/>
                    <a:pt x="1280" y="668"/>
                  </a:cubicBezTo>
                  <a:cubicBezTo>
                    <a:pt x="1280" y="668"/>
                    <a:pt x="1280" y="668"/>
                    <a:pt x="1279" y="668"/>
                  </a:cubicBezTo>
                  <a:cubicBezTo>
                    <a:pt x="1279" y="668"/>
                    <a:pt x="1279" y="668"/>
                    <a:pt x="1279" y="668"/>
                  </a:cubicBezTo>
                  <a:cubicBezTo>
                    <a:pt x="1278" y="668"/>
                    <a:pt x="1278" y="668"/>
                    <a:pt x="1278" y="668"/>
                  </a:cubicBezTo>
                  <a:cubicBezTo>
                    <a:pt x="1278" y="668"/>
                    <a:pt x="1277" y="668"/>
                    <a:pt x="1277" y="668"/>
                  </a:cubicBezTo>
                  <a:cubicBezTo>
                    <a:pt x="1277" y="668"/>
                    <a:pt x="1277" y="668"/>
                    <a:pt x="1277" y="668"/>
                  </a:cubicBezTo>
                  <a:cubicBezTo>
                    <a:pt x="1276" y="668"/>
                    <a:pt x="1276" y="668"/>
                    <a:pt x="1276" y="668"/>
                  </a:cubicBezTo>
                  <a:cubicBezTo>
                    <a:pt x="1275" y="668"/>
                    <a:pt x="1275" y="668"/>
                    <a:pt x="1275" y="668"/>
                  </a:cubicBezTo>
                  <a:cubicBezTo>
                    <a:pt x="1274" y="668"/>
                    <a:pt x="1274" y="668"/>
                    <a:pt x="1273" y="668"/>
                  </a:cubicBezTo>
                  <a:cubicBezTo>
                    <a:pt x="1273" y="668"/>
                    <a:pt x="1273" y="668"/>
                    <a:pt x="1273" y="668"/>
                  </a:cubicBezTo>
                  <a:cubicBezTo>
                    <a:pt x="1271" y="668"/>
                    <a:pt x="1269" y="668"/>
                    <a:pt x="1268" y="668"/>
                  </a:cubicBezTo>
                  <a:cubicBezTo>
                    <a:pt x="1268" y="673"/>
                    <a:pt x="1268" y="679"/>
                    <a:pt x="1268" y="681"/>
                  </a:cubicBezTo>
                  <a:cubicBezTo>
                    <a:pt x="1268" y="687"/>
                    <a:pt x="1270" y="694"/>
                    <a:pt x="1264" y="695"/>
                  </a:cubicBezTo>
                  <a:cubicBezTo>
                    <a:pt x="1259" y="695"/>
                    <a:pt x="1257" y="700"/>
                    <a:pt x="1258" y="705"/>
                  </a:cubicBezTo>
                  <a:cubicBezTo>
                    <a:pt x="1259" y="710"/>
                    <a:pt x="1257" y="732"/>
                    <a:pt x="1262" y="734"/>
                  </a:cubicBezTo>
                  <a:cubicBezTo>
                    <a:pt x="1266" y="736"/>
                    <a:pt x="1267" y="740"/>
                    <a:pt x="1267" y="746"/>
                  </a:cubicBezTo>
                  <a:cubicBezTo>
                    <a:pt x="1267" y="750"/>
                    <a:pt x="1271" y="752"/>
                    <a:pt x="1273" y="758"/>
                  </a:cubicBezTo>
                  <a:cubicBezTo>
                    <a:pt x="1266" y="758"/>
                    <a:pt x="1260" y="765"/>
                    <a:pt x="1256" y="771"/>
                  </a:cubicBezTo>
                  <a:cubicBezTo>
                    <a:pt x="1250" y="778"/>
                    <a:pt x="1240" y="770"/>
                    <a:pt x="1229" y="771"/>
                  </a:cubicBezTo>
                  <a:cubicBezTo>
                    <a:pt x="1218" y="773"/>
                    <a:pt x="1216" y="773"/>
                    <a:pt x="1204" y="767"/>
                  </a:cubicBezTo>
                  <a:cubicBezTo>
                    <a:pt x="1192" y="761"/>
                    <a:pt x="1191" y="769"/>
                    <a:pt x="1180" y="769"/>
                  </a:cubicBezTo>
                  <a:cubicBezTo>
                    <a:pt x="1170" y="769"/>
                    <a:pt x="1156" y="762"/>
                    <a:pt x="1140" y="761"/>
                  </a:cubicBezTo>
                  <a:cubicBezTo>
                    <a:pt x="1123" y="759"/>
                    <a:pt x="1122" y="758"/>
                    <a:pt x="1118" y="751"/>
                  </a:cubicBezTo>
                  <a:cubicBezTo>
                    <a:pt x="1114" y="745"/>
                    <a:pt x="1112" y="747"/>
                    <a:pt x="1096" y="749"/>
                  </a:cubicBezTo>
                  <a:cubicBezTo>
                    <a:pt x="1080" y="751"/>
                    <a:pt x="1082" y="743"/>
                    <a:pt x="1072" y="741"/>
                  </a:cubicBezTo>
                  <a:cubicBezTo>
                    <a:pt x="1061" y="739"/>
                    <a:pt x="1054" y="736"/>
                    <a:pt x="1052" y="728"/>
                  </a:cubicBezTo>
                  <a:cubicBezTo>
                    <a:pt x="1050" y="720"/>
                    <a:pt x="1044" y="719"/>
                    <a:pt x="1038" y="709"/>
                  </a:cubicBezTo>
                  <a:cubicBezTo>
                    <a:pt x="1033" y="699"/>
                    <a:pt x="1026" y="701"/>
                    <a:pt x="1017" y="701"/>
                  </a:cubicBezTo>
                  <a:cubicBezTo>
                    <a:pt x="1008" y="700"/>
                    <a:pt x="1007" y="704"/>
                    <a:pt x="1000" y="709"/>
                  </a:cubicBezTo>
                  <a:cubicBezTo>
                    <a:pt x="994" y="713"/>
                    <a:pt x="984" y="707"/>
                    <a:pt x="976" y="704"/>
                  </a:cubicBezTo>
                  <a:cubicBezTo>
                    <a:pt x="968" y="701"/>
                    <a:pt x="962" y="706"/>
                    <a:pt x="952" y="709"/>
                  </a:cubicBezTo>
                  <a:cubicBezTo>
                    <a:pt x="943" y="711"/>
                    <a:pt x="940" y="705"/>
                    <a:pt x="936" y="697"/>
                  </a:cubicBezTo>
                  <a:cubicBezTo>
                    <a:pt x="932" y="688"/>
                    <a:pt x="924" y="687"/>
                    <a:pt x="914" y="688"/>
                  </a:cubicBezTo>
                  <a:cubicBezTo>
                    <a:pt x="905" y="689"/>
                    <a:pt x="895" y="684"/>
                    <a:pt x="890" y="675"/>
                  </a:cubicBezTo>
                  <a:cubicBezTo>
                    <a:pt x="884" y="665"/>
                    <a:pt x="880" y="671"/>
                    <a:pt x="876" y="675"/>
                  </a:cubicBezTo>
                  <a:cubicBezTo>
                    <a:pt x="872" y="678"/>
                    <a:pt x="866" y="679"/>
                    <a:pt x="860" y="673"/>
                  </a:cubicBezTo>
                  <a:cubicBezTo>
                    <a:pt x="854" y="666"/>
                    <a:pt x="844" y="663"/>
                    <a:pt x="838" y="652"/>
                  </a:cubicBezTo>
                  <a:cubicBezTo>
                    <a:pt x="833" y="641"/>
                    <a:pt x="824" y="640"/>
                    <a:pt x="816" y="639"/>
                  </a:cubicBezTo>
                  <a:cubicBezTo>
                    <a:pt x="808" y="637"/>
                    <a:pt x="801" y="636"/>
                    <a:pt x="797" y="629"/>
                  </a:cubicBezTo>
                  <a:cubicBezTo>
                    <a:pt x="793" y="623"/>
                    <a:pt x="782" y="624"/>
                    <a:pt x="771" y="622"/>
                  </a:cubicBezTo>
                  <a:cubicBezTo>
                    <a:pt x="760" y="620"/>
                    <a:pt x="761" y="612"/>
                    <a:pt x="758" y="599"/>
                  </a:cubicBezTo>
                  <a:cubicBezTo>
                    <a:pt x="754" y="585"/>
                    <a:pt x="762" y="585"/>
                    <a:pt x="767" y="581"/>
                  </a:cubicBezTo>
                  <a:cubicBezTo>
                    <a:pt x="772" y="576"/>
                    <a:pt x="773" y="573"/>
                    <a:pt x="772" y="565"/>
                  </a:cubicBezTo>
                  <a:cubicBezTo>
                    <a:pt x="772" y="556"/>
                    <a:pt x="776" y="553"/>
                    <a:pt x="779" y="543"/>
                  </a:cubicBezTo>
                  <a:cubicBezTo>
                    <a:pt x="782" y="534"/>
                    <a:pt x="786" y="533"/>
                    <a:pt x="797" y="527"/>
                  </a:cubicBezTo>
                  <a:cubicBezTo>
                    <a:pt x="806" y="521"/>
                    <a:pt x="808" y="517"/>
                    <a:pt x="806" y="511"/>
                  </a:cubicBezTo>
                  <a:cubicBezTo>
                    <a:pt x="806" y="510"/>
                    <a:pt x="806" y="510"/>
                    <a:pt x="805" y="509"/>
                  </a:cubicBezTo>
                  <a:cubicBezTo>
                    <a:pt x="805" y="509"/>
                    <a:pt x="805" y="509"/>
                    <a:pt x="805" y="509"/>
                  </a:cubicBezTo>
                  <a:cubicBezTo>
                    <a:pt x="805" y="508"/>
                    <a:pt x="805" y="507"/>
                    <a:pt x="804" y="507"/>
                  </a:cubicBezTo>
                  <a:cubicBezTo>
                    <a:pt x="800" y="498"/>
                    <a:pt x="796" y="502"/>
                    <a:pt x="790" y="497"/>
                  </a:cubicBezTo>
                  <a:cubicBezTo>
                    <a:pt x="783" y="491"/>
                    <a:pt x="778" y="491"/>
                    <a:pt x="765" y="486"/>
                  </a:cubicBezTo>
                  <a:cubicBezTo>
                    <a:pt x="752" y="481"/>
                    <a:pt x="754" y="476"/>
                    <a:pt x="746" y="464"/>
                  </a:cubicBezTo>
                  <a:cubicBezTo>
                    <a:pt x="739" y="452"/>
                    <a:pt x="735" y="459"/>
                    <a:pt x="723" y="459"/>
                  </a:cubicBezTo>
                  <a:cubicBezTo>
                    <a:pt x="711" y="459"/>
                    <a:pt x="709" y="451"/>
                    <a:pt x="703" y="438"/>
                  </a:cubicBezTo>
                  <a:cubicBezTo>
                    <a:pt x="697" y="425"/>
                    <a:pt x="688" y="433"/>
                    <a:pt x="677" y="433"/>
                  </a:cubicBezTo>
                  <a:cubicBezTo>
                    <a:pt x="666" y="433"/>
                    <a:pt x="669" y="396"/>
                    <a:pt x="666" y="384"/>
                  </a:cubicBezTo>
                  <a:cubicBezTo>
                    <a:pt x="662" y="372"/>
                    <a:pt x="660" y="375"/>
                    <a:pt x="654" y="365"/>
                  </a:cubicBezTo>
                  <a:cubicBezTo>
                    <a:pt x="648" y="356"/>
                    <a:pt x="651" y="348"/>
                    <a:pt x="657" y="348"/>
                  </a:cubicBezTo>
                  <a:cubicBezTo>
                    <a:pt x="663" y="348"/>
                    <a:pt x="670" y="343"/>
                    <a:pt x="673" y="345"/>
                  </a:cubicBezTo>
                  <a:cubicBezTo>
                    <a:pt x="676" y="347"/>
                    <a:pt x="678" y="358"/>
                    <a:pt x="681" y="364"/>
                  </a:cubicBezTo>
                  <a:cubicBezTo>
                    <a:pt x="684" y="370"/>
                    <a:pt x="696" y="360"/>
                    <a:pt x="701" y="353"/>
                  </a:cubicBezTo>
                  <a:cubicBezTo>
                    <a:pt x="706" y="347"/>
                    <a:pt x="714" y="347"/>
                    <a:pt x="720" y="341"/>
                  </a:cubicBezTo>
                  <a:cubicBezTo>
                    <a:pt x="726" y="335"/>
                    <a:pt x="720" y="329"/>
                    <a:pt x="715" y="323"/>
                  </a:cubicBezTo>
                  <a:cubicBezTo>
                    <a:pt x="710" y="318"/>
                    <a:pt x="710" y="315"/>
                    <a:pt x="710" y="311"/>
                  </a:cubicBezTo>
                  <a:cubicBezTo>
                    <a:pt x="709" y="307"/>
                    <a:pt x="702" y="300"/>
                    <a:pt x="694" y="297"/>
                  </a:cubicBezTo>
                  <a:cubicBezTo>
                    <a:pt x="685" y="293"/>
                    <a:pt x="677" y="279"/>
                    <a:pt x="680" y="270"/>
                  </a:cubicBezTo>
                  <a:cubicBezTo>
                    <a:pt x="684" y="261"/>
                    <a:pt x="680" y="259"/>
                    <a:pt x="672" y="251"/>
                  </a:cubicBezTo>
                  <a:cubicBezTo>
                    <a:pt x="664" y="242"/>
                    <a:pt x="670" y="235"/>
                    <a:pt x="678" y="231"/>
                  </a:cubicBezTo>
                  <a:cubicBezTo>
                    <a:pt x="685" y="226"/>
                    <a:pt x="692" y="232"/>
                    <a:pt x="696" y="239"/>
                  </a:cubicBezTo>
                  <a:cubicBezTo>
                    <a:pt x="701" y="245"/>
                    <a:pt x="708" y="239"/>
                    <a:pt x="720" y="235"/>
                  </a:cubicBezTo>
                  <a:cubicBezTo>
                    <a:pt x="733" y="232"/>
                    <a:pt x="739" y="212"/>
                    <a:pt x="744" y="204"/>
                  </a:cubicBezTo>
                  <a:cubicBezTo>
                    <a:pt x="750" y="196"/>
                    <a:pt x="754" y="193"/>
                    <a:pt x="762" y="191"/>
                  </a:cubicBezTo>
                  <a:cubicBezTo>
                    <a:pt x="770" y="189"/>
                    <a:pt x="770" y="173"/>
                    <a:pt x="768" y="163"/>
                  </a:cubicBezTo>
                  <a:cubicBezTo>
                    <a:pt x="767" y="154"/>
                    <a:pt x="773" y="153"/>
                    <a:pt x="776" y="143"/>
                  </a:cubicBezTo>
                  <a:cubicBezTo>
                    <a:pt x="780" y="134"/>
                    <a:pt x="767" y="133"/>
                    <a:pt x="755" y="131"/>
                  </a:cubicBezTo>
                  <a:cubicBezTo>
                    <a:pt x="743" y="128"/>
                    <a:pt x="737" y="120"/>
                    <a:pt x="728" y="109"/>
                  </a:cubicBezTo>
                  <a:cubicBezTo>
                    <a:pt x="720" y="97"/>
                    <a:pt x="706" y="99"/>
                    <a:pt x="693" y="99"/>
                  </a:cubicBezTo>
                  <a:cubicBezTo>
                    <a:pt x="680" y="99"/>
                    <a:pt x="679" y="102"/>
                    <a:pt x="668" y="105"/>
                  </a:cubicBezTo>
                  <a:cubicBezTo>
                    <a:pt x="658" y="109"/>
                    <a:pt x="658" y="117"/>
                    <a:pt x="647" y="117"/>
                  </a:cubicBezTo>
                  <a:cubicBezTo>
                    <a:pt x="636" y="118"/>
                    <a:pt x="637" y="121"/>
                    <a:pt x="634" y="126"/>
                  </a:cubicBezTo>
                  <a:cubicBezTo>
                    <a:pt x="634" y="126"/>
                    <a:pt x="631" y="131"/>
                    <a:pt x="629" y="132"/>
                  </a:cubicBezTo>
                  <a:cubicBezTo>
                    <a:pt x="624" y="135"/>
                    <a:pt x="622" y="134"/>
                    <a:pt x="620" y="132"/>
                  </a:cubicBezTo>
                  <a:cubicBezTo>
                    <a:pt x="617" y="130"/>
                    <a:pt x="615" y="129"/>
                    <a:pt x="614" y="129"/>
                  </a:cubicBezTo>
                  <a:cubicBezTo>
                    <a:pt x="606" y="127"/>
                    <a:pt x="603" y="121"/>
                    <a:pt x="599" y="119"/>
                  </a:cubicBezTo>
                  <a:cubicBezTo>
                    <a:pt x="590" y="114"/>
                    <a:pt x="589" y="116"/>
                    <a:pt x="585" y="111"/>
                  </a:cubicBezTo>
                  <a:cubicBezTo>
                    <a:pt x="577" y="100"/>
                    <a:pt x="573" y="98"/>
                    <a:pt x="563" y="98"/>
                  </a:cubicBezTo>
                  <a:cubicBezTo>
                    <a:pt x="553" y="98"/>
                    <a:pt x="551" y="87"/>
                    <a:pt x="543" y="81"/>
                  </a:cubicBezTo>
                  <a:cubicBezTo>
                    <a:pt x="536" y="75"/>
                    <a:pt x="527" y="74"/>
                    <a:pt x="527" y="66"/>
                  </a:cubicBezTo>
                  <a:cubicBezTo>
                    <a:pt x="527" y="57"/>
                    <a:pt x="521" y="48"/>
                    <a:pt x="515" y="45"/>
                  </a:cubicBezTo>
                  <a:cubicBezTo>
                    <a:pt x="509" y="43"/>
                    <a:pt x="510" y="37"/>
                    <a:pt x="499" y="34"/>
                  </a:cubicBezTo>
                  <a:cubicBezTo>
                    <a:pt x="488" y="32"/>
                    <a:pt x="486" y="10"/>
                    <a:pt x="482" y="5"/>
                  </a:cubicBezTo>
                  <a:cubicBezTo>
                    <a:pt x="478" y="0"/>
                    <a:pt x="478" y="7"/>
                    <a:pt x="464" y="7"/>
                  </a:cubicBezTo>
                  <a:cubicBezTo>
                    <a:pt x="455" y="7"/>
                    <a:pt x="454" y="9"/>
                    <a:pt x="446" y="12"/>
                  </a:cubicBezTo>
                  <a:cubicBezTo>
                    <a:pt x="446" y="12"/>
                    <a:pt x="434" y="17"/>
                    <a:pt x="434" y="17"/>
                  </a:cubicBezTo>
                  <a:cubicBezTo>
                    <a:pt x="428" y="19"/>
                    <a:pt x="419" y="22"/>
                    <a:pt x="417" y="18"/>
                  </a:cubicBezTo>
                  <a:cubicBezTo>
                    <a:pt x="416" y="19"/>
                    <a:pt x="414" y="19"/>
                    <a:pt x="414" y="19"/>
                  </a:cubicBezTo>
                  <a:cubicBezTo>
                    <a:pt x="402" y="19"/>
                    <a:pt x="393" y="29"/>
                    <a:pt x="384" y="34"/>
                  </a:cubicBezTo>
                  <a:cubicBezTo>
                    <a:pt x="373" y="40"/>
                    <a:pt x="358" y="44"/>
                    <a:pt x="338" y="45"/>
                  </a:cubicBezTo>
                  <a:cubicBezTo>
                    <a:pt x="318" y="46"/>
                    <a:pt x="315" y="80"/>
                    <a:pt x="297" y="84"/>
                  </a:cubicBezTo>
                  <a:cubicBezTo>
                    <a:pt x="279" y="88"/>
                    <a:pt x="337" y="123"/>
                    <a:pt x="333" y="119"/>
                  </a:cubicBezTo>
                  <a:cubicBezTo>
                    <a:pt x="329" y="115"/>
                    <a:pt x="383" y="146"/>
                    <a:pt x="390" y="157"/>
                  </a:cubicBezTo>
                  <a:cubicBezTo>
                    <a:pt x="410" y="187"/>
                    <a:pt x="387" y="185"/>
                    <a:pt x="374" y="185"/>
                  </a:cubicBezTo>
                  <a:cubicBezTo>
                    <a:pt x="361" y="185"/>
                    <a:pt x="361" y="210"/>
                    <a:pt x="361" y="220"/>
                  </a:cubicBezTo>
                  <a:cubicBezTo>
                    <a:pt x="361" y="230"/>
                    <a:pt x="362" y="232"/>
                    <a:pt x="373" y="238"/>
                  </a:cubicBezTo>
                  <a:cubicBezTo>
                    <a:pt x="384" y="244"/>
                    <a:pt x="386" y="249"/>
                    <a:pt x="374" y="257"/>
                  </a:cubicBezTo>
                  <a:cubicBezTo>
                    <a:pt x="362" y="265"/>
                    <a:pt x="379" y="280"/>
                    <a:pt x="377" y="293"/>
                  </a:cubicBezTo>
                  <a:cubicBezTo>
                    <a:pt x="375" y="306"/>
                    <a:pt x="389" y="316"/>
                    <a:pt x="389" y="323"/>
                  </a:cubicBezTo>
                  <a:cubicBezTo>
                    <a:pt x="389" y="330"/>
                    <a:pt x="406" y="334"/>
                    <a:pt x="407" y="344"/>
                  </a:cubicBezTo>
                  <a:cubicBezTo>
                    <a:pt x="408" y="354"/>
                    <a:pt x="428" y="355"/>
                    <a:pt x="443" y="357"/>
                  </a:cubicBezTo>
                  <a:cubicBezTo>
                    <a:pt x="458" y="359"/>
                    <a:pt x="455" y="365"/>
                    <a:pt x="454" y="371"/>
                  </a:cubicBezTo>
                  <a:cubicBezTo>
                    <a:pt x="453" y="377"/>
                    <a:pt x="428" y="382"/>
                    <a:pt x="415" y="385"/>
                  </a:cubicBezTo>
                  <a:cubicBezTo>
                    <a:pt x="402" y="388"/>
                    <a:pt x="401" y="401"/>
                    <a:pt x="406" y="408"/>
                  </a:cubicBezTo>
                  <a:cubicBezTo>
                    <a:pt x="411" y="415"/>
                    <a:pt x="402" y="423"/>
                    <a:pt x="402" y="430"/>
                  </a:cubicBezTo>
                  <a:cubicBezTo>
                    <a:pt x="402" y="437"/>
                    <a:pt x="405" y="444"/>
                    <a:pt x="413" y="446"/>
                  </a:cubicBezTo>
                  <a:cubicBezTo>
                    <a:pt x="421" y="448"/>
                    <a:pt x="413" y="456"/>
                    <a:pt x="404" y="456"/>
                  </a:cubicBezTo>
                  <a:cubicBezTo>
                    <a:pt x="395" y="456"/>
                    <a:pt x="391" y="466"/>
                    <a:pt x="380" y="473"/>
                  </a:cubicBezTo>
                  <a:cubicBezTo>
                    <a:pt x="369" y="480"/>
                    <a:pt x="370" y="488"/>
                    <a:pt x="366" y="508"/>
                  </a:cubicBezTo>
                  <a:cubicBezTo>
                    <a:pt x="362" y="528"/>
                    <a:pt x="353" y="521"/>
                    <a:pt x="341" y="522"/>
                  </a:cubicBezTo>
                  <a:cubicBezTo>
                    <a:pt x="329" y="523"/>
                    <a:pt x="328" y="540"/>
                    <a:pt x="326" y="554"/>
                  </a:cubicBezTo>
                  <a:cubicBezTo>
                    <a:pt x="324" y="568"/>
                    <a:pt x="316" y="567"/>
                    <a:pt x="305" y="584"/>
                  </a:cubicBezTo>
                  <a:cubicBezTo>
                    <a:pt x="294" y="601"/>
                    <a:pt x="291" y="600"/>
                    <a:pt x="275" y="602"/>
                  </a:cubicBezTo>
                  <a:cubicBezTo>
                    <a:pt x="259" y="604"/>
                    <a:pt x="259" y="633"/>
                    <a:pt x="250" y="638"/>
                  </a:cubicBezTo>
                  <a:cubicBezTo>
                    <a:pt x="241" y="643"/>
                    <a:pt x="237" y="647"/>
                    <a:pt x="236" y="660"/>
                  </a:cubicBezTo>
                  <a:cubicBezTo>
                    <a:pt x="235" y="673"/>
                    <a:pt x="206" y="672"/>
                    <a:pt x="198" y="672"/>
                  </a:cubicBezTo>
                  <a:cubicBezTo>
                    <a:pt x="190" y="672"/>
                    <a:pt x="185" y="670"/>
                    <a:pt x="183" y="680"/>
                  </a:cubicBezTo>
                  <a:cubicBezTo>
                    <a:pt x="181" y="690"/>
                    <a:pt x="171" y="687"/>
                    <a:pt x="168" y="687"/>
                  </a:cubicBezTo>
                  <a:cubicBezTo>
                    <a:pt x="165" y="687"/>
                    <a:pt x="161" y="683"/>
                    <a:pt x="159" y="675"/>
                  </a:cubicBezTo>
                  <a:cubicBezTo>
                    <a:pt x="157" y="667"/>
                    <a:pt x="151" y="662"/>
                    <a:pt x="141" y="662"/>
                  </a:cubicBezTo>
                  <a:cubicBezTo>
                    <a:pt x="131" y="662"/>
                    <a:pt x="124" y="676"/>
                    <a:pt x="113" y="695"/>
                  </a:cubicBezTo>
                  <a:cubicBezTo>
                    <a:pt x="102" y="714"/>
                    <a:pt x="102" y="715"/>
                    <a:pt x="89" y="720"/>
                  </a:cubicBezTo>
                  <a:cubicBezTo>
                    <a:pt x="76" y="725"/>
                    <a:pt x="80" y="741"/>
                    <a:pt x="81" y="747"/>
                  </a:cubicBezTo>
                  <a:cubicBezTo>
                    <a:pt x="82" y="753"/>
                    <a:pt x="103" y="760"/>
                    <a:pt x="112" y="761"/>
                  </a:cubicBezTo>
                  <a:cubicBezTo>
                    <a:pt x="121" y="762"/>
                    <a:pt x="121" y="761"/>
                    <a:pt x="127" y="773"/>
                  </a:cubicBezTo>
                  <a:cubicBezTo>
                    <a:pt x="133" y="785"/>
                    <a:pt x="128" y="792"/>
                    <a:pt x="122" y="795"/>
                  </a:cubicBezTo>
                  <a:cubicBezTo>
                    <a:pt x="116" y="798"/>
                    <a:pt x="122" y="808"/>
                    <a:pt x="125" y="814"/>
                  </a:cubicBezTo>
                  <a:cubicBezTo>
                    <a:pt x="128" y="820"/>
                    <a:pt x="136" y="825"/>
                    <a:pt x="149" y="827"/>
                  </a:cubicBezTo>
                  <a:cubicBezTo>
                    <a:pt x="162" y="829"/>
                    <a:pt x="155" y="849"/>
                    <a:pt x="166" y="851"/>
                  </a:cubicBezTo>
                  <a:cubicBezTo>
                    <a:pt x="177" y="853"/>
                    <a:pt x="169" y="870"/>
                    <a:pt x="178" y="882"/>
                  </a:cubicBezTo>
                  <a:cubicBezTo>
                    <a:pt x="187" y="894"/>
                    <a:pt x="177" y="893"/>
                    <a:pt x="181" y="903"/>
                  </a:cubicBezTo>
                  <a:cubicBezTo>
                    <a:pt x="185" y="913"/>
                    <a:pt x="179" y="910"/>
                    <a:pt x="171" y="919"/>
                  </a:cubicBezTo>
                  <a:cubicBezTo>
                    <a:pt x="163" y="928"/>
                    <a:pt x="161" y="925"/>
                    <a:pt x="159" y="918"/>
                  </a:cubicBezTo>
                  <a:cubicBezTo>
                    <a:pt x="157" y="911"/>
                    <a:pt x="152" y="907"/>
                    <a:pt x="142" y="906"/>
                  </a:cubicBezTo>
                  <a:cubicBezTo>
                    <a:pt x="132" y="905"/>
                    <a:pt x="136" y="918"/>
                    <a:pt x="126" y="918"/>
                  </a:cubicBezTo>
                  <a:cubicBezTo>
                    <a:pt x="116" y="918"/>
                    <a:pt x="114" y="928"/>
                    <a:pt x="103" y="928"/>
                  </a:cubicBezTo>
                  <a:cubicBezTo>
                    <a:pt x="92" y="928"/>
                    <a:pt x="88" y="928"/>
                    <a:pt x="84" y="920"/>
                  </a:cubicBezTo>
                  <a:cubicBezTo>
                    <a:pt x="80" y="912"/>
                    <a:pt x="60" y="917"/>
                    <a:pt x="48" y="917"/>
                  </a:cubicBezTo>
                  <a:cubicBezTo>
                    <a:pt x="36" y="917"/>
                    <a:pt x="33" y="927"/>
                    <a:pt x="33" y="935"/>
                  </a:cubicBezTo>
                  <a:cubicBezTo>
                    <a:pt x="33" y="943"/>
                    <a:pt x="23" y="942"/>
                    <a:pt x="13" y="942"/>
                  </a:cubicBezTo>
                  <a:cubicBezTo>
                    <a:pt x="8" y="942"/>
                    <a:pt x="3" y="950"/>
                    <a:pt x="0" y="957"/>
                  </a:cubicBezTo>
                  <a:cubicBezTo>
                    <a:pt x="11" y="965"/>
                    <a:pt x="13" y="973"/>
                    <a:pt x="19" y="984"/>
                  </a:cubicBezTo>
                  <a:cubicBezTo>
                    <a:pt x="26" y="999"/>
                    <a:pt x="58" y="1001"/>
                    <a:pt x="73" y="1014"/>
                  </a:cubicBezTo>
                  <a:cubicBezTo>
                    <a:pt x="89" y="1027"/>
                    <a:pt x="115" y="1001"/>
                    <a:pt x="134" y="1014"/>
                  </a:cubicBezTo>
                  <a:cubicBezTo>
                    <a:pt x="152" y="1027"/>
                    <a:pt x="132" y="1032"/>
                    <a:pt x="113" y="1034"/>
                  </a:cubicBezTo>
                  <a:cubicBezTo>
                    <a:pt x="95" y="1037"/>
                    <a:pt x="96" y="1046"/>
                    <a:pt x="82" y="1044"/>
                  </a:cubicBezTo>
                  <a:cubicBezTo>
                    <a:pt x="68" y="1043"/>
                    <a:pt x="55" y="1040"/>
                    <a:pt x="55" y="1050"/>
                  </a:cubicBezTo>
                  <a:cubicBezTo>
                    <a:pt x="55" y="1060"/>
                    <a:pt x="88" y="1090"/>
                    <a:pt x="99" y="1107"/>
                  </a:cubicBezTo>
                  <a:cubicBezTo>
                    <a:pt x="111" y="1125"/>
                    <a:pt x="128" y="1139"/>
                    <a:pt x="151" y="1152"/>
                  </a:cubicBezTo>
                  <a:cubicBezTo>
                    <a:pt x="174" y="1165"/>
                    <a:pt x="179" y="1169"/>
                    <a:pt x="192" y="1153"/>
                  </a:cubicBezTo>
                  <a:cubicBezTo>
                    <a:pt x="205" y="1138"/>
                    <a:pt x="225" y="1139"/>
                    <a:pt x="241" y="1129"/>
                  </a:cubicBezTo>
                  <a:cubicBezTo>
                    <a:pt x="257" y="1119"/>
                    <a:pt x="264" y="1109"/>
                    <a:pt x="258" y="1099"/>
                  </a:cubicBezTo>
                  <a:cubicBezTo>
                    <a:pt x="253" y="1089"/>
                    <a:pt x="260" y="1063"/>
                    <a:pt x="260" y="1052"/>
                  </a:cubicBezTo>
                  <a:cubicBezTo>
                    <a:pt x="260" y="1040"/>
                    <a:pt x="277" y="1056"/>
                    <a:pt x="281" y="1070"/>
                  </a:cubicBezTo>
                  <a:cubicBezTo>
                    <a:pt x="285" y="1085"/>
                    <a:pt x="287" y="1085"/>
                    <a:pt x="284" y="1100"/>
                  </a:cubicBezTo>
                  <a:cubicBezTo>
                    <a:pt x="281" y="1116"/>
                    <a:pt x="300" y="1140"/>
                    <a:pt x="303" y="1153"/>
                  </a:cubicBezTo>
                  <a:cubicBezTo>
                    <a:pt x="306" y="1166"/>
                    <a:pt x="304" y="1172"/>
                    <a:pt x="285" y="1195"/>
                  </a:cubicBezTo>
                  <a:cubicBezTo>
                    <a:pt x="267" y="1218"/>
                    <a:pt x="285" y="1242"/>
                    <a:pt x="287" y="1261"/>
                  </a:cubicBezTo>
                  <a:cubicBezTo>
                    <a:pt x="288" y="1279"/>
                    <a:pt x="320" y="1367"/>
                    <a:pt x="324" y="1400"/>
                  </a:cubicBezTo>
                  <a:cubicBezTo>
                    <a:pt x="328" y="1433"/>
                    <a:pt x="338" y="1473"/>
                    <a:pt x="354" y="1500"/>
                  </a:cubicBezTo>
                  <a:cubicBezTo>
                    <a:pt x="370" y="1527"/>
                    <a:pt x="389" y="1563"/>
                    <a:pt x="403" y="1598"/>
                  </a:cubicBezTo>
                  <a:cubicBezTo>
                    <a:pt x="417" y="1632"/>
                    <a:pt x="422" y="1649"/>
                    <a:pt x="424" y="1672"/>
                  </a:cubicBezTo>
                  <a:cubicBezTo>
                    <a:pt x="427" y="1695"/>
                    <a:pt x="445" y="1718"/>
                    <a:pt x="465" y="1748"/>
                  </a:cubicBezTo>
                  <a:cubicBezTo>
                    <a:pt x="485" y="1778"/>
                    <a:pt x="500" y="1804"/>
                    <a:pt x="510" y="1834"/>
                  </a:cubicBezTo>
                  <a:cubicBezTo>
                    <a:pt x="521" y="1864"/>
                    <a:pt x="521" y="1881"/>
                    <a:pt x="525" y="1906"/>
                  </a:cubicBezTo>
                  <a:cubicBezTo>
                    <a:pt x="529" y="1930"/>
                    <a:pt x="559" y="1953"/>
                    <a:pt x="566" y="1970"/>
                  </a:cubicBezTo>
                  <a:cubicBezTo>
                    <a:pt x="574" y="1988"/>
                    <a:pt x="607" y="1986"/>
                    <a:pt x="615" y="1975"/>
                  </a:cubicBezTo>
                  <a:cubicBezTo>
                    <a:pt x="624" y="1963"/>
                    <a:pt x="647" y="1947"/>
                    <a:pt x="648" y="1932"/>
                  </a:cubicBezTo>
                  <a:cubicBezTo>
                    <a:pt x="650" y="1916"/>
                    <a:pt x="660" y="1919"/>
                    <a:pt x="681" y="1913"/>
                  </a:cubicBezTo>
                  <a:cubicBezTo>
                    <a:pt x="703" y="1907"/>
                    <a:pt x="695" y="1893"/>
                    <a:pt x="694" y="1884"/>
                  </a:cubicBezTo>
                  <a:cubicBezTo>
                    <a:pt x="693" y="1876"/>
                    <a:pt x="711" y="1849"/>
                    <a:pt x="721" y="1840"/>
                  </a:cubicBezTo>
                  <a:cubicBezTo>
                    <a:pt x="731" y="1831"/>
                    <a:pt x="747" y="1833"/>
                    <a:pt x="748" y="1824"/>
                  </a:cubicBezTo>
                  <a:cubicBezTo>
                    <a:pt x="750" y="1816"/>
                    <a:pt x="744" y="1788"/>
                    <a:pt x="741" y="1777"/>
                  </a:cubicBezTo>
                  <a:cubicBezTo>
                    <a:pt x="738" y="1765"/>
                    <a:pt x="746" y="1751"/>
                    <a:pt x="750" y="1737"/>
                  </a:cubicBezTo>
                  <a:cubicBezTo>
                    <a:pt x="754" y="1722"/>
                    <a:pt x="761" y="1707"/>
                    <a:pt x="770" y="1695"/>
                  </a:cubicBezTo>
                  <a:cubicBezTo>
                    <a:pt x="779" y="1684"/>
                    <a:pt x="779" y="1671"/>
                    <a:pt x="777" y="1658"/>
                  </a:cubicBezTo>
                  <a:cubicBezTo>
                    <a:pt x="776" y="1645"/>
                    <a:pt x="776" y="1631"/>
                    <a:pt x="776" y="1615"/>
                  </a:cubicBezTo>
                  <a:cubicBezTo>
                    <a:pt x="776" y="1599"/>
                    <a:pt x="764" y="1598"/>
                    <a:pt x="768" y="1586"/>
                  </a:cubicBezTo>
                  <a:cubicBezTo>
                    <a:pt x="773" y="1575"/>
                    <a:pt x="767" y="1559"/>
                    <a:pt x="763" y="1549"/>
                  </a:cubicBezTo>
                  <a:cubicBezTo>
                    <a:pt x="758" y="1539"/>
                    <a:pt x="764" y="1522"/>
                    <a:pt x="770" y="1502"/>
                  </a:cubicBezTo>
                  <a:cubicBezTo>
                    <a:pt x="776" y="1482"/>
                    <a:pt x="776" y="1486"/>
                    <a:pt x="797" y="1486"/>
                  </a:cubicBezTo>
                  <a:cubicBezTo>
                    <a:pt x="819" y="1486"/>
                    <a:pt x="830" y="1474"/>
                    <a:pt x="842" y="1456"/>
                  </a:cubicBezTo>
                  <a:cubicBezTo>
                    <a:pt x="853" y="1437"/>
                    <a:pt x="872" y="1449"/>
                    <a:pt x="890" y="1437"/>
                  </a:cubicBezTo>
                  <a:cubicBezTo>
                    <a:pt x="909" y="1426"/>
                    <a:pt x="909" y="1396"/>
                    <a:pt x="918" y="1387"/>
                  </a:cubicBezTo>
                  <a:cubicBezTo>
                    <a:pt x="926" y="1378"/>
                    <a:pt x="949" y="1374"/>
                    <a:pt x="958" y="1363"/>
                  </a:cubicBezTo>
                  <a:cubicBezTo>
                    <a:pt x="966" y="1351"/>
                    <a:pt x="992" y="1330"/>
                    <a:pt x="1002" y="1322"/>
                  </a:cubicBezTo>
                  <a:cubicBezTo>
                    <a:pt x="1012" y="1315"/>
                    <a:pt x="1032" y="1304"/>
                    <a:pt x="1052" y="1279"/>
                  </a:cubicBezTo>
                  <a:cubicBezTo>
                    <a:pt x="1072" y="1255"/>
                    <a:pt x="1082" y="1235"/>
                    <a:pt x="1100" y="1231"/>
                  </a:cubicBezTo>
                  <a:cubicBezTo>
                    <a:pt x="1117" y="1226"/>
                    <a:pt x="1130" y="1222"/>
                    <a:pt x="1145" y="1216"/>
                  </a:cubicBezTo>
                  <a:cubicBezTo>
                    <a:pt x="1161" y="1211"/>
                    <a:pt x="1177" y="1185"/>
                    <a:pt x="1190" y="1173"/>
                  </a:cubicBezTo>
                  <a:cubicBezTo>
                    <a:pt x="1203" y="1162"/>
                    <a:pt x="1194" y="1148"/>
                    <a:pt x="1196" y="1133"/>
                  </a:cubicBezTo>
                  <a:cubicBezTo>
                    <a:pt x="1197" y="1119"/>
                    <a:pt x="1200" y="1103"/>
                    <a:pt x="1213" y="1103"/>
                  </a:cubicBezTo>
                  <a:cubicBezTo>
                    <a:pt x="1226" y="1103"/>
                    <a:pt x="1243" y="1100"/>
                    <a:pt x="1247" y="1092"/>
                  </a:cubicBezTo>
                  <a:cubicBezTo>
                    <a:pt x="1252" y="1083"/>
                    <a:pt x="1262" y="1077"/>
                    <a:pt x="1266" y="1092"/>
                  </a:cubicBezTo>
                  <a:cubicBezTo>
                    <a:pt x="1270" y="1106"/>
                    <a:pt x="1287" y="1102"/>
                    <a:pt x="1287" y="1102"/>
                  </a:cubicBezTo>
                  <a:cubicBezTo>
                    <a:pt x="1287" y="1102"/>
                    <a:pt x="1313" y="1095"/>
                    <a:pt x="1322" y="1102"/>
                  </a:cubicBezTo>
                  <a:cubicBezTo>
                    <a:pt x="1323" y="1102"/>
                    <a:pt x="1323" y="1103"/>
                    <a:pt x="1324" y="1104"/>
                  </a:cubicBezTo>
                  <a:cubicBezTo>
                    <a:pt x="1325" y="1091"/>
                    <a:pt x="1323" y="1067"/>
                    <a:pt x="1323" y="1062"/>
                  </a:cubicBezTo>
                  <a:cubicBezTo>
                    <a:pt x="1323" y="1056"/>
                    <a:pt x="1318" y="1055"/>
                    <a:pt x="1316" y="1048"/>
                  </a:cubicBezTo>
                  <a:cubicBezTo>
                    <a:pt x="1314" y="1040"/>
                    <a:pt x="1317" y="1020"/>
                    <a:pt x="1317" y="1013"/>
                  </a:cubicBezTo>
                  <a:cubicBezTo>
                    <a:pt x="1317" y="1005"/>
                    <a:pt x="1318" y="998"/>
                    <a:pt x="1312" y="994"/>
                  </a:cubicBezTo>
                  <a:cubicBezTo>
                    <a:pt x="1307" y="989"/>
                    <a:pt x="1305" y="986"/>
                    <a:pt x="1301" y="976"/>
                  </a:cubicBezTo>
                  <a:cubicBezTo>
                    <a:pt x="1298" y="967"/>
                    <a:pt x="1298" y="945"/>
                    <a:pt x="1301" y="935"/>
                  </a:cubicBezTo>
                  <a:cubicBezTo>
                    <a:pt x="1305" y="925"/>
                    <a:pt x="1293" y="913"/>
                    <a:pt x="1287" y="910"/>
                  </a:cubicBezTo>
                  <a:cubicBezTo>
                    <a:pt x="1282" y="907"/>
                    <a:pt x="1279" y="902"/>
                    <a:pt x="1273" y="896"/>
                  </a:cubicBezTo>
                  <a:cubicBezTo>
                    <a:pt x="1268" y="891"/>
                    <a:pt x="1269" y="884"/>
                    <a:pt x="1270" y="879"/>
                  </a:cubicBezTo>
                  <a:cubicBezTo>
                    <a:pt x="1271" y="873"/>
                    <a:pt x="1283" y="872"/>
                    <a:pt x="1283" y="869"/>
                  </a:cubicBezTo>
                  <a:cubicBezTo>
                    <a:pt x="1283" y="866"/>
                    <a:pt x="1286" y="860"/>
                    <a:pt x="1296" y="860"/>
                  </a:cubicBezTo>
                  <a:cubicBezTo>
                    <a:pt x="1305" y="860"/>
                    <a:pt x="1311" y="860"/>
                    <a:pt x="1314" y="854"/>
                  </a:cubicBezTo>
                  <a:cubicBezTo>
                    <a:pt x="1317" y="847"/>
                    <a:pt x="1319" y="840"/>
                    <a:pt x="1318" y="839"/>
                  </a:cubicBezTo>
                  <a:cubicBezTo>
                    <a:pt x="1317" y="837"/>
                    <a:pt x="1298" y="835"/>
                    <a:pt x="1293" y="834"/>
                  </a:cubicBezTo>
                  <a:cubicBezTo>
                    <a:pt x="1287" y="833"/>
                    <a:pt x="1282" y="824"/>
                    <a:pt x="1280" y="819"/>
                  </a:cubicBezTo>
                  <a:cubicBezTo>
                    <a:pt x="1278" y="814"/>
                    <a:pt x="1274" y="813"/>
                    <a:pt x="1271" y="811"/>
                  </a:cubicBezTo>
                  <a:cubicBezTo>
                    <a:pt x="1267" y="810"/>
                    <a:pt x="1263" y="810"/>
                    <a:pt x="1263" y="806"/>
                  </a:cubicBezTo>
                  <a:cubicBezTo>
                    <a:pt x="1263" y="801"/>
                    <a:pt x="1264" y="795"/>
                    <a:pt x="1270" y="794"/>
                  </a:cubicBezTo>
                  <a:cubicBezTo>
                    <a:pt x="1276" y="793"/>
                    <a:pt x="1272" y="786"/>
                    <a:pt x="1280" y="784"/>
                  </a:cubicBezTo>
                  <a:cubicBezTo>
                    <a:pt x="1289" y="783"/>
                    <a:pt x="1285" y="774"/>
                    <a:pt x="1284" y="770"/>
                  </a:cubicBezTo>
                  <a:cubicBezTo>
                    <a:pt x="1283" y="768"/>
                    <a:pt x="1283" y="766"/>
                    <a:pt x="1283" y="763"/>
                  </a:cubicBezTo>
                  <a:cubicBezTo>
                    <a:pt x="1283" y="763"/>
                    <a:pt x="1283" y="763"/>
                    <a:pt x="1284" y="763"/>
                  </a:cubicBezTo>
                  <a:cubicBezTo>
                    <a:pt x="1288" y="767"/>
                    <a:pt x="1290" y="770"/>
                    <a:pt x="1293" y="772"/>
                  </a:cubicBezTo>
                  <a:cubicBezTo>
                    <a:pt x="1293" y="772"/>
                    <a:pt x="1293" y="772"/>
                    <a:pt x="1293" y="772"/>
                  </a:cubicBezTo>
                  <a:cubicBezTo>
                    <a:pt x="1293" y="772"/>
                    <a:pt x="1293" y="772"/>
                    <a:pt x="1294" y="773"/>
                  </a:cubicBezTo>
                  <a:cubicBezTo>
                    <a:pt x="1294" y="773"/>
                    <a:pt x="1294" y="773"/>
                    <a:pt x="1294" y="773"/>
                  </a:cubicBezTo>
                  <a:cubicBezTo>
                    <a:pt x="1294" y="773"/>
                    <a:pt x="1294" y="773"/>
                    <a:pt x="1295" y="773"/>
                  </a:cubicBezTo>
                  <a:cubicBezTo>
                    <a:pt x="1295" y="774"/>
                    <a:pt x="1295" y="774"/>
                    <a:pt x="1295" y="774"/>
                  </a:cubicBezTo>
                  <a:cubicBezTo>
                    <a:pt x="1295" y="774"/>
                    <a:pt x="1296" y="774"/>
                    <a:pt x="1296" y="774"/>
                  </a:cubicBezTo>
                  <a:cubicBezTo>
                    <a:pt x="1296" y="774"/>
                    <a:pt x="1296" y="774"/>
                    <a:pt x="1297" y="774"/>
                  </a:cubicBezTo>
                  <a:cubicBezTo>
                    <a:pt x="1297" y="774"/>
                    <a:pt x="1297" y="774"/>
                    <a:pt x="1297" y="775"/>
                  </a:cubicBezTo>
                  <a:cubicBezTo>
                    <a:pt x="1298" y="775"/>
                    <a:pt x="1298" y="775"/>
                    <a:pt x="1298" y="775"/>
                  </a:cubicBezTo>
                  <a:cubicBezTo>
                    <a:pt x="1298" y="775"/>
                    <a:pt x="1299" y="775"/>
                    <a:pt x="1299" y="775"/>
                  </a:cubicBezTo>
                  <a:cubicBezTo>
                    <a:pt x="1299" y="775"/>
                    <a:pt x="1299" y="775"/>
                    <a:pt x="1300" y="775"/>
                  </a:cubicBezTo>
                  <a:cubicBezTo>
                    <a:pt x="1300" y="775"/>
                    <a:pt x="1300" y="775"/>
                    <a:pt x="1301" y="775"/>
                  </a:cubicBezTo>
                  <a:cubicBezTo>
                    <a:pt x="1301" y="775"/>
                    <a:pt x="1301" y="775"/>
                    <a:pt x="1302" y="775"/>
                  </a:cubicBezTo>
                  <a:cubicBezTo>
                    <a:pt x="1302" y="775"/>
                    <a:pt x="1303" y="775"/>
                    <a:pt x="1304" y="775"/>
                  </a:cubicBezTo>
                  <a:cubicBezTo>
                    <a:pt x="1316" y="775"/>
                    <a:pt x="1319" y="774"/>
                    <a:pt x="1323" y="783"/>
                  </a:cubicBezTo>
                  <a:cubicBezTo>
                    <a:pt x="1327" y="791"/>
                    <a:pt x="1330" y="797"/>
                    <a:pt x="1342" y="799"/>
                  </a:cubicBezTo>
                  <a:cubicBezTo>
                    <a:pt x="1353" y="801"/>
                    <a:pt x="1358" y="791"/>
                    <a:pt x="1366" y="789"/>
                  </a:cubicBezTo>
                  <a:cubicBezTo>
                    <a:pt x="1375" y="787"/>
                    <a:pt x="1375" y="791"/>
                    <a:pt x="1375" y="799"/>
                  </a:cubicBezTo>
                  <a:cubicBezTo>
                    <a:pt x="1375" y="807"/>
                    <a:pt x="1365" y="816"/>
                    <a:pt x="1371" y="822"/>
                  </a:cubicBezTo>
                  <a:cubicBezTo>
                    <a:pt x="1377" y="828"/>
                    <a:pt x="1364" y="841"/>
                    <a:pt x="1371" y="845"/>
                  </a:cubicBezTo>
                  <a:cubicBezTo>
                    <a:pt x="1378" y="849"/>
                    <a:pt x="1384" y="849"/>
                    <a:pt x="1390" y="854"/>
                  </a:cubicBezTo>
                  <a:cubicBezTo>
                    <a:pt x="1395" y="859"/>
                    <a:pt x="1408" y="860"/>
                    <a:pt x="1417" y="861"/>
                  </a:cubicBezTo>
                  <a:cubicBezTo>
                    <a:pt x="1426" y="861"/>
                    <a:pt x="1454" y="857"/>
                    <a:pt x="1467" y="859"/>
                  </a:cubicBezTo>
                  <a:cubicBezTo>
                    <a:pt x="1480" y="860"/>
                    <a:pt x="1473" y="868"/>
                    <a:pt x="1492" y="863"/>
                  </a:cubicBezTo>
                  <a:cubicBezTo>
                    <a:pt x="1510" y="857"/>
                    <a:pt x="1516" y="859"/>
                    <a:pt x="1524" y="860"/>
                  </a:cubicBezTo>
                  <a:cubicBezTo>
                    <a:pt x="1532" y="861"/>
                    <a:pt x="1532" y="868"/>
                    <a:pt x="1535" y="871"/>
                  </a:cubicBezTo>
                  <a:cubicBezTo>
                    <a:pt x="1538" y="875"/>
                    <a:pt x="1543" y="883"/>
                    <a:pt x="1534" y="885"/>
                  </a:cubicBezTo>
                  <a:cubicBezTo>
                    <a:pt x="1524" y="888"/>
                    <a:pt x="1523" y="891"/>
                    <a:pt x="1523" y="897"/>
                  </a:cubicBezTo>
                  <a:cubicBezTo>
                    <a:pt x="1523" y="903"/>
                    <a:pt x="1513" y="907"/>
                    <a:pt x="1511" y="914"/>
                  </a:cubicBezTo>
                  <a:cubicBezTo>
                    <a:pt x="1509" y="921"/>
                    <a:pt x="1501" y="925"/>
                    <a:pt x="1496" y="926"/>
                  </a:cubicBezTo>
                  <a:cubicBezTo>
                    <a:pt x="1490" y="927"/>
                    <a:pt x="1482" y="926"/>
                    <a:pt x="1482" y="930"/>
                  </a:cubicBezTo>
                  <a:cubicBezTo>
                    <a:pt x="1481" y="934"/>
                    <a:pt x="1465" y="935"/>
                    <a:pt x="1465" y="941"/>
                  </a:cubicBezTo>
                  <a:cubicBezTo>
                    <a:pt x="1465" y="946"/>
                    <a:pt x="1454" y="948"/>
                    <a:pt x="1456" y="955"/>
                  </a:cubicBezTo>
                  <a:cubicBezTo>
                    <a:pt x="1458" y="961"/>
                    <a:pt x="1464" y="977"/>
                    <a:pt x="1464" y="986"/>
                  </a:cubicBezTo>
                  <a:cubicBezTo>
                    <a:pt x="1464" y="995"/>
                    <a:pt x="1466" y="999"/>
                    <a:pt x="1473" y="999"/>
                  </a:cubicBezTo>
                  <a:cubicBezTo>
                    <a:pt x="1480" y="999"/>
                    <a:pt x="1491" y="1015"/>
                    <a:pt x="1496" y="1002"/>
                  </a:cubicBezTo>
                  <a:cubicBezTo>
                    <a:pt x="1500" y="989"/>
                    <a:pt x="1498" y="976"/>
                    <a:pt x="1502" y="975"/>
                  </a:cubicBezTo>
                  <a:cubicBezTo>
                    <a:pt x="1507" y="973"/>
                    <a:pt x="1499" y="963"/>
                    <a:pt x="1510" y="961"/>
                  </a:cubicBezTo>
                  <a:cubicBezTo>
                    <a:pt x="1522" y="958"/>
                    <a:pt x="1532" y="955"/>
                    <a:pt x="1532" y="964"/>
                  </a:cubicBezTo>
                  <a:cubicBezTo>
                    <a:pt x="1532" y="973"/>
                    <a:pt x="1528" y="994"/>
                    <a:pt x="1532" y="997"/>
                  </a:cubicBezTo>
                  <a:cubicBezTo>
                    <a:pt x="1535" y="1001"/>
                    <a:pt x="1538" y="1007"/>
                    <a:pt x="1538" y="1013"/>
                  </a:cubicBezTo>
                  <a:cubicBezTo>
                    <a:pt x="1539" y="1019"/>
                    <a:pt x="1549" y="1021"/>
                    <a:pt x="1548" y="1035"/>
                  </a:cubicBezTo>
                  <a:cubicBezTo>
                    <a:pt x="1548" y="1048"/>
                    <a:pt x="1544" y="1059"/>
                    <a:pt x="1549" y="1063"/>
                  </a:cubicBezTo>
                  <a:cubicBezTo>
                    <a:pt x="1549" y="1064"/>
                    <a:pt x="1550" y="1064"/>
                    <a:pt x="1550" y="1065"/>
                  </a:cubicBezTo>
                  <a:cubicBezTo>
                    <a:pt x="1550" y="1065"/>
                    <a:pt x="1550" y="1065"/>
                    <a:pt x="1550" y="1065"/>
                  </a:cubicBezTo>
                  <a:cubicBezTo>
                    <a:pt x="1550" y="1066"/>
                    <a:pt x="1550" y="1066"/>
                    <a:pt x="1551" y="1067"/>
                  </a:cubicBezTo>
                  <a:cubicBezTo>
                    <a:pt x="1551" y="1067"/>
                    <a:pt x="1551" y="1067"/>
                    <a:pt x="1551" y="1067"/>
                  </a:cubicBezTo>
                  <a:cubicBezTo>
                    <a:pt x="1554" y="1067"/>
                    <a:pt x="1558" y="1067"/>
                    <a:pt x="1562" y="1069"/>
                  </a:cubicBezTo>
                  <a:cubicBezTo>
                    <a:pt x="1571" y="1073"/>
                    <a:pt x="1579" y="1075"/>
                    <a:pt x="1580" y="1067"/>
                  </a:cubicBezTo>
                  <a:cubicBezTo>
                    <a:pt x="1580" y="1059"/>
                    <a:pt x="1592" y="1061"/>
                    <a:pt x="1592" y="1054"/>
                  </a:cubicBezTo>
                  <a:cubicBezTo>
                    <a:pt x="1592" y="1048"/>
                    <a:pt x="1590" y="1040"/>
                    <a:pt x="1585" y="1040"/>
                  </a:cubicBezTo>
                  <a:cubicBezTo>
                    <a:pt x="1581" y="1040"/>
                    <a:pt x="1579" y="1040"/>
                    <a:pt x="1579" y="1032"/>
                  </a:cubicBezTo>
                  <a:cubicBezTo>
                    <a:pt x="1579" y="1023"/>
                    <a:pt x="1578" y="1011"/>
                    <a:pt x="1585" y="1007"/>
                  </a:cubicBezTo>
                  <a:cubicBezTo>
                    <a:pt x="1593" y="1004"/>
                    <a:pt x="1598" y="1000"/>
                    <a:pt x="1598" y="990"/>
                  </a:cubicBezTo>
                  <a:cubicBezTo>
                    <a:pt x="1598" y="979"/>
                    <a:pt x="1597" y="961"/>
                    <a:pt x="1602" y="958"/>
                  </a:cubicBezTo>
                  <a:cubicBezTo>
                    <a:pt x="1608" y="955"/>
                    <a:pt x="1607" y="949"/>
                    <a:pt x="1601" y="945"/>
                  </a:cubicBezTo>
                  <a:cubicBezTo>
                    <a:pt x="1596" y="941"/>
                    <a:pt x="1593" y="933"/>
                    <a:pt x="1604" y="933"/>
                  </a:cubicBezTo>
                  <a:cubicBezTo>
                    <a:pt x="1614" y="933"/>
                    <a:pt x="1613" y="940"/>
                    <a:pt x="1625" y="940"/>
                  </a:cubicBezTo>
                  <a:cubicBezTo>
                    <a:pt x="1637" y="939"/>
                    <a:pt x="1641" y="947"/>
                    <a:pt x="1642" y="951"/>
                  </a:cubicBezTo>
                  <a:cubicBezTo>
                    <a:pt x="1643" y="956"/>
                    <a:pt x="1651" y="951"/>
                    <a:pt x="1650" y="942"/>
                  </a:cubicBezTo>
                  <a:cubicBezTo>
                    <a:pt x="1650" y="933"/>
                    <a:pt x="1645" y="917"/>
                    <a:pt x="1659" y="916"/>
                  </a:cubicBezTo>
                  <a:cubicBezTo>
                    <a:pt x="1673" y="916"/>
                    <a:pt x="1659" y="900"/>
                    <a:pt x="1671" y="899"/>
                  </a:cubicBezTo>
                  <a:cubicBezTo>
                    <a:pt x="1684" y="897"/>
                    <a:pt x="1680" y="887"/>
                    <a:pt x="1680" y="880"/>
                  </a:cubicBezTo>
                  <a:cubicBezTo>
                    <a:pt x="1681" y="873"/>
                    <a:pt x="1689" y="869"/>
                    <a:pt x="1684" y="864"/>
                  </a:cubicBezTo>
                  <a:cubicBezTo>
                    <a:pt x="1678" y="860"/>
                    <a:pt x="1673" y="859"/>
                    <a:pt x="1674" y="855"/>
                  </a:cubicBezTo>
                  <a:cubicBezTo>
                    <a:pt x="1674" y="850"/>
                    <a:pt x="1679" y="853"/>
                    <a:pt x="1679" y="844"/>
                  </a:cubicBezTo>
                  <a:cubicBezTo>
                    <a:pt x="1680" y="836"/>
                    <a:pt x="1686" y="835"/>
                    <a:pt x="1691" y="834"/>
                  </a:cubicBezTo>
                  <a:cubicBezTo>
                    <a:pt x="1695" y="833"/>
                    <a:pt x="1706" y="826"/>
                    <a:pt x="1707" y="817"/>
                  </a:cubicBezTo>
                  <a:cubicBezTo>
                    <a:pt x="1707" y="808"/>
                    <a:pt x="1718" y="805"/>
                    <a:pt x="1712" y="798"/>
                  </a:cubicBezTo>
                  <a:cubicBezTo>
                    <a:pt x="1706" y="791"/>
                    <a:pt x="1705" y="794"/>
                    <a:pt x="1707" y="781"/>
                  </a:cubicBezTo>
                  <a:cubicBezTo>
                    <a:pt x="1710" y="769"/>
                    <a:pt x="1713" y="755"/>
                    <a:pt x="1728" y="754"/>
                  </a:cubicBezTo>
                  <a:cubicBezTo>
                    <a:pt x="1742" y="753"/>
                    <a:pt x="1752" y="740"/>
                    <a:pt x="1758" y="728"/>
                  </a:cubicBezTo>
                  <a:cubicBezTo>
                    <a:pt x="1765" y="715"/>
                    <a:pt x="1784" y="713"/>
                    <a:pt x="1792" y="713"/>
                  </a:cubicBezTo>
                  <a:cubicBezTo>
                    <a:pt x="1800" y="713"/>
                    <a:pt x="1812" y="709"/>
                    <a:pt x="1818" y="719"/>
                  </a:cubicBezTo>
                  <a:cubicBezTo>
                    <a:pt x="1825" y="730"/>
                    <a:pt x="1833" y="724"/>
                    <a:pt x="1832" y="716"/>
                  </a:cubicBezTo>
                  <a:cubicBezTo>
                    <a:pt x="1832" y="708"/>
                    <a:pt x="1819" y="708"/>
                    <a:pt x="1821" y="697"/>
                  </a:cubicBezTo>
                  <a:cubicBezTo>
                    <a:pt x="1823" y="685"/>
                    <a:pt x="1824" y="677"/>
                    <a:pt x="1836" y="674"/>
                  </a:cubicBezTo>
                  <a:cubicBezTo>
                    <a:pt x="1847" y="671"/>
                    <a:pt x="1850" y="667"/>
                    <a:pt x="1850" y="658"/>
                  </a:cubicBezTo>
                  <a:cubicBezTo>
                    <a:pt x="1850" y="652"/>
                    <a:pt x="1850" y="648"/>
                    <a:pt x="1850" y="643"/>
                  </a:cubicBezTo>
                  <a:cubicBezTo>
                    <a:pt x="1849" y="643"/>
                    <a:pt x="1849" y="643"/>
                    <a:pt x="1848" y="64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604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32</Words>
  <Application>Microsoft Office PowerPoint</Application>
  <PresentationFormat>On-screen Show (16:9)</PresentationFormat>
  <Paragraphs>27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OUK-Template_Beta_220616</vt:lpstr>
      <vt:lpstr>Asia with  country names</vt:lpstr>
      <vt:lpstr>Asia without country names</vt:lpstr>
    </vt:vector>
  </TitlesOfParts>
  <Company>Article10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Orange</cp:lastModifiedBy>
  <cp:revision>27</cp:revision>
  <dcterms:created xsi:type="dcterms:W3CDTF">2016-08-11T14:02:28Z</dcterms:created>
  <dcterms:modified xsi:type="dcterms:W3CDTF">2016-09-20T09:00:43Z</dcterms:modified>
</cp:coreProperties>
</file>