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"/>
  </p:notesMasterIdLst>
  <p:sldIdLst>
    <p:sldId id="274" r:id="rId2"/>
    <p:sldId id="275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9130" autoAdjust="0"/>
  </p:normalViewPr>
  <p:slideViewPr>
    <p:cSldViewPr showGuides="1">
      <p:cViewPr varScale="1">
        <p:scale>
          <a:sx n="101" d="100"/>
          <a:sy n="101" d="100"/>
        </p:scale>
        <p:origin x="-204" y="-84"/>
      </p:cViewPr>
      <p:guideLst>
        <p:guide orient="horz" pos="169"/>
        <p:guide orient="horz" pos="636"/>
        <p:guide orient="horz" pos="744"/>
        <p:guide orient="horz" pos="1621"/>
        <p:guide orient="horz" pos="2867"/>
        <p:guide pos="2880"/>
        <p:guide pos="198"/>
        <p:guide pos="5562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20/09/2016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0" y="1183484"/>
            <a:ext cx="8520500" cy="3369466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858" y="267618"/>
            <a:ext cx="4829966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5" y="266701"/>
            <a:ext cx="3033713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687" y="2704144"/>
            <a:ext cx="4831185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 and date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7038"/>
            <a:ext cx="612775" cy="612775"/>
            <a:chOff x="313535" y="4237038"/>
            <a:chExt cx="612775" cy="612775"/>
          </a:xfrm>
        </p:grpSpPr>
        <p:sp>
          <p:nvSpPr>
            <p:cNvPr id="19" name="Rectangle 5"/>
            <p:cNvSpPr>
              <a:spLocks noChangeArrowheads="1"/>
            </p:cNvSpPr>
            <p:nvPr userDrawn="1"/>
          </p:nvSpPr>
          <p:spPr bwMode="auto">
            <a:xfrm>
              <a:off x="313535" y="4237038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6"/>
            <p:cNvSpPr>
              <a:spLocks noEditPoints="1"/>
            </p:cNvSpPr>
            <p:nvPr userDrawn="1"/>
          </p:nvSpPr>
          <p:spPr bwMode="auto">
            <a:xfrm>
              <a:off x="500860" y="4711701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7"/>
            <p:cNvSpPr>
              <a:spLocks/>
            </p:cNvSpPr>
            <p:nvPr userDrawn="1"/>
          </p:nvSpPr>
          <p:spPr bwMode="auto">
            <a:xfrm>
              <a:off x="592935" y="4711701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778673" y="4711701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346873" y="4711701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0"/>
            <p:cNvSpPr>
              <a:spLocks/>
            </p:cNvSpPr>
            <p:nvPr userDrawn="1"/>
          </p:nvSpPr>
          <p:spPr bwMode="auto">
            <a:xfrm>
              <a:off x="446885" y="4711701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1"/>
            <p:cNvSpPr>
              <a:spLocks noEditPoints="1"/>
            </p:cNvSpPr>
            <p:nvPr userDrawn="1"/>
          </p:nvSpPr>
          <p:spPr bwMode="auto">
            <a:xfrm>
              <a:off x="685010" y="4711701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12"/>
            <p:cNvSpPr>
              <a:spLocks noEditPoints="1"/>
            </p:cNvSpPr>
            <p:nvPr userDrawn="1"/>
          </p:nvSpPr>
          <p:spPr bwMode="auto">
            <a:xfrm>
              <a:off x="843760" y="4681538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9" y="268292"/>
            <a:ext cx="8519642" cy="4284658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4662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3698"/>
            <a:ext cx="3968055" cy="336925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3698"/>
            <a:ext cx="3968055" cy="336441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200" y="268288"/>
            <a:ext cx="8519650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3484"/>
            <a:ext cx="8516475" cy="3369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Australasia with </a:t>
            </a:r>
            <a:br>
              <a:rPr lang="en-GB" dirty="0"/>
            </a:br>
            <a:r>
              <a:rPr lang="en-GB" dirty="0"/>
              <a:t>country names</a:t>
            </a:r>
          </a:p>
        </p:txBody>
      </p:sp>
      <p:grpSp>
        <p:nvGrpSpPr>
          <p:cNvPr id="116" name="Group 115"/>
          <p:cNvGrpSpPr>
            <a:grpSpLocks noChangeAspect="1"/>
          </p:cNvGrpSpPr>
          <p:nvPr/>
        </p:nvGrpSpPr>
        <p:grpSpPr bwMode="auto">
          <a:xfrm>
            <a:off x="1647104" y="868803"/>
            <a:ext cx="5848206" cy="3874928"/>
            <a:chOff x="430" y="-8"/>
            <a:chExt cx="4899" cy="3246"/>
          </a:xfrm>
          <a:solidFill>
            <a:schemeClr val="bg1"/>
          </a:solidFill>
        </p:grpSpPr>
        <p:sp>
          <p:nvSpPr>
            <p:cNvPr id="117" name="Freeform 5"/>
            <p:cNvSpPr>
              <a:spLocks/>
            </p:cNvSpPr>
            <p:nvPr/>
          </p:nvSpPr>
          <p:spPr bwMode="auto">
            <a:xfrm>
              <a:off x="4925" y="1402"/>
              <a:ext cx="15" cy="30"/>
            </a:xfrm>
            <a:custGeom>
              <a:avLst/>
              <a:gdLst>
                <a:gd name="T0" fmla="*/ 8 w 18"/>
                <a:gd name="T1" fmla="*/ 9 h 36"/>
                <a:gd name="T2" fmla="*/ 4 w 18"/>
                <a:gd name="T3" fmla="*/ 21 h 36"/>
                <a:gd name="T4" fmla="*/ 18 w 18"/>
                <a:gd name="T5" fmla="*/ 27 h 36"/>
                <a:gd name="T6" fmla="*/ 8 w 18"/>
                <a:gd name="T7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6">
                  <a:moveTo>
                    <a:pt x="8" y="9"/>
                  </a:moveTo>
                  <a:cubicBezTo>
                    <a:pt x="8" y="9"/>
                    <a:pt x="0" y="12"/>
                    <a:pt x="4" y="21"/>
                  </a:cubicBezTo>
                  <a:cubicBezTo>
                    <a:pt x="9" y="29"/>
                    <a:pt x="18" y="36"/>
                    <a:pt x="18" y="27"/>
                  </a:cubicBezTo>
                  <a:cubicBezTo>
                    <a:pt x="18" y="18"/>
                    <a:pt x="15" y="0"/>
                    <a:pt x="8" y="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8" name="Freeform 6"/>
            <p:cNvSpPr>
              <a:spLocks/>
            </p:cNvSpPr>
            <p:nvPr/>
          </p:nvSpPr>
          <p:spPr bwMode="auto">
            <a:xfrm>
              <a:off x="4922" y="1571"/>
              <a:ext cx="17" cy="16"/>
            </a:xfrm>
            <a:custGeom>
              <a:avLst/>
              <a:gdLst>
                <a:gd name="T0" fmla="*/ 13 w 21"/>
                <a:gd name="T1" fmla="*/ 1 h 20"/>
                <a:gd name="T2" fmla="*/ 0 w 21"/>
                <a:gd name="T3" fmla="*/ 10 h 20"/>
                <a:gd name="T4" fmla="*/ 10 w 21"/>
                <a:gd name="T5" fmla="*/ 19 h 20"/>
                <a:gd name="T6" fmla="*/ 21 w 21"/>
                <a:gd name="T7" fmla="*/ 9 h 20"/>
                <a:gd name="T8" fmla="*/ 13 w 21"/>
                <a:gd name="T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13" y="1"/>
                  </a:moveTo>
                  <a:cubicBezTo>
                    <a:pt x="13" y="1"/>
                    <a:pt x="0" y="0"/>
                    <a:pt x="0" y="10"/>
                  </a:cubicBezTo>
                  <a:cubicBezTo>
                    <a:pt x="0" y="19"/>
                    <a:pt x="1" y="20"/>
                    <a:pt x="10" y="19"/>
                  </a:cubicBezTo>
                  <a:cubicBezTo>
                    <a:pt x="19" y="18"/>
                    <a:pt x="21" y="15"/>
                    <a:pt x="21" y="9"/>
                  </a:cubicBezTo>
                  <a:cubicBezTo>
                    <a:pt x="21" y="3"/>
                    <a:pt x="19" y="2"/>
                    <a:pt x="13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9" name="Freeform 7"/>
            <p:cNvSpPr>
              <a:spLocks/>
            </p:cNvSpPr>
            <p:nvPr/>
          </p:nvSpPr>
          <p:spPr bwMode="auto">
            <a:xfrm>
              <a:off x="5063" y="1488"/>
              <a:ext cx="23" cy="19"/>
            </a:xfrm>
            <a:custGeom>
              <a:avLst/>
              <a:gdLst>
                <a:gd name="T0" fmla="*/ 20 w 28"/>
                <a:gd name="T1" fmla="*/ 1 h 22"/>
                <a:gd name="T2" fmla="*/ 12 w 28"/>
                <a:gd name="T3" fmla="*/ 6 h 22"/>
                <a:gd name="T4" fmla="*/ 5 w 28"/>
                <a:gd name="T5" fmla="*/ 15 h 22"/>
                <a:gd name="T6" fmla="*/ 14 w 28"/>
                <a:gd name="T7" fmla="*/ 19 h 22"/>
                <a:gd name="T8" fmla="*/ 26 w 28"/>
                <a:gd name="T9" fmla="*/ 15 h 22"/>
                <a:gd name="T10" fmla="*/ 20 w 28"/>
                <a:gd name="T11" fmla="*/ 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22">
                  <a:moveTo>
                    <a:pt x="20" y="1"/>
                  </a:moveTo>
                  <a:cubicBezTo>
                    <a:pt x="20" y="1"/>
                    <a:pt x="16" y="0"/>
                    <a:pt x="12" y="6"/>
                  </a:cubicBezTo>
                  <a:cubicBezTo>
                    <a:pt x="9" y="11"/>
                    <a:pt x="0" y="11"/>
                    <a:pt x="5" y="15"/>
                  </a:cubicBezTo>
                  <a:cubicBezTo>
                    <a:pt x="9" y="19"/>
                    <a:pt x="12" y="17"/>
                    <a:pt x="14" y="19"/>
                  </a:cubicBezTo>
                  <a:cubicBezTo>
                    <a:pt x="17" y="22"/>
                    <a:pt x="24" y="21"/>
                    <a:pt x="26" y="15"/>
                  </a:cubicBezTo>
                  <a:cubicBezTo>
                    <a:pt x="28" y="10"/>
                    <a:pt x="28" y="2"/>
                    <a:pt x="20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0" name="Freeform 8"/>
            <p:cNvSpPr>
              <a:spLocks/>
            </p:cNvSpPr>
            <p:nvPr/>
          </p:nvSpPr>
          <p:spPr bwMode="auto">
            <a:xfrm>
              <a:off x="5123" y="1388"/>
              <a:ext cx="6" cy="14"/>
            </a:xfrm>
            <a:custGeom>
              <a:avLst/>
              <a:gdLst>
                <a:gd name="T0" fmla="*/ 4 w 8"/>
                <a:gd name="T1" fmla="*/ 0 h 17"/>
                <a:gd name="T2" fmla="*/ 1 w 8"/>
                <a:gd name="T3" fmla="*/ 8 h 17"/>
                <a:gd name="T4" fmla="*/ 8 w 8"/>
                <a:gd name="T5" fmla="*/ 11 h 17"/>
                <a:gd name="T6" fmla="*/ 4 w 8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7">
                  <a:moveTo>
                    <a:pt x="4" y="0"/>
                  </a:moveTo>
                  <a:cubicBezTo>
                    <a:pt x="4" y="0"/>
                    <a:pt x="0" y="2"/>
                    <a:pt x="1" y="8"/>
                  </a:cubicBezTo>
                  <a:cubicBezTo>
                    <a:pt x="2" y="15"/>
                    <a:pt x="8" y="17"/>
                    <a:pt x="8" y="11"/>
                  </a:cubicBezTo>
                  <a:cubicBezTo>
                    <a:pt x="8" y="5"/>
                    <a:pt x="8" y="0"/>
                    <a:pt x="4" y="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1" name="Freeform 9"/>
            <p:cNvSpPr>
              <a:spLocks/>
            </p:cNvSpPr>
            <p:nvPr/>
          </p:nvSpPr>
          <p:spPr bwMode="auto">
            <a:xfrm>
              <a:off x="5167" y="1244"/>
              <a:ext cx="15" cy="30"/>
            </a:xfrm>
            <a:custGeom>
              <a:avLst/>
              <a:gdLst>
                <a:gd name="T0" fmla="*/ 14 w 18"/>
                <a:gd name="T1" fmla="*/ 6 h 36"/>
                <a:gd name="T2" fmla="*/ 10 w 18"/>
                <a:gd name="T3" fmla="*/ 16 h 36"/>
                <a:gd name="T4" fmla="*/ 0 w 18"/>
                <a:gd name="T5" fmla="*/ 24 h 36"/>
                <a:gd name="T6" fmla="*/ 6 w 18"/>
                <a:gd name="T7" fmla="*/ 30 h 36"/>
                <a:gd name="T8" fmla="*/ 16 w 18"/>
                <a:gd name="T9" fmla="*/ 19 h 36"/>
                <a:gd name="T10" fmla="*/ 14 w 18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36">
                  <a:moveTo>
                    <a:pt x="14" y="6"/>
                  </a:moveTo>
                  <a:cubicBezTo>
                    <a:pt x="14" y="6"/>
                    <a:pt x="13" y="11"/>
                    <a:pt x="10" y="16"/>
                  </a:cubicBezTo>
                  <a:cubicBezTo>
                    <a:pt x="7" y="21"/>
                    <a:pt x="0" y="19"/>
                    <a:pt x="0" y="24"/>
                  </a:cubicBezTo>
                  <a:cubicBezTo>
                    <a:pt x="0" y="30"/>
                    <a:pt x="4" y="36"/>
                    <a:pt x="6" y="30"/>
                  </a:cubicBezTo>
                  <a:cubicBezTo>
                    <a:pt x="8" y="23"/>
                    <a:pt x="14" y="27"/>
                    <a:pt x="16" y="19"/>
                  </a:cubicBezTo>
                  <a:cubicBezTo>
                    <a:pt x="18" y="12"/>
                    <a:pt x="17" y="0"/>
                    <a:pt x="14" y="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2" name="Freeform 10"/>
            <p:cNvSpPr>
              <a:spLocks/>
            </p:cNvSpPr>
            <p:nvPr/>
          </p:nvSpPr>
          <p:spPr bwMode="auto">
            <a:xfrm>
              <a:off x="5197" y="1137"/>
              <a:ext cx="16" cy="12"/>
            </a:xfrm>
            <a:custGeom>
              <a:avLst/>
              <a:gdLst>
                <a:gd name="T0" fmla="*/ 9 w 19"/>
                <a:gd name="T1" fmla="*/ 1 h 15"/>
                <a:gd name="T2" fmla="*/ 1 w 19"/>
                <a:gd name="T3" fmla="*/ 6 h 15"/>
                <a:gd name="T4" fmla="*/ 12 w 19"/>
                <a:gd name="T5" fmla="*/ 14 h 15"/>
                <a:gd name="T6" fmla="*/ 19 w 19"/>
                <a:gd name="T7" fmla="*/ 7 h 15"/>
                <a:gd name="T8" fmla="*/ 9 w 19"/>
                <a:gd name="T9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5">
                  <a:moveTo>
                    <a:pt x="9" y="1"/>
                  </a:moveTo>
                  <a:cubicBezTo>
                    <a:pt x="9" y="1"/>
                    <a:pt x="3" y="0"/>
                    <a:pt x="1" y="6"/>
                  </a:cubicBezTo>
                  <a:cubicBezTo>
                    <a:pt x="0" y="12"/>
                    <a:pt x="7" y="15"/>
                    <a:pt x="12" y="14"/>
                  </a:cubicBezTo>
                  <a:cubicBezTo>
                    <a:pt x="18" y="13"/>
                    <a:pt x="19" y="11"/>
                    <a:pt x="19" y="7"/>
                  </a:cubicBezTo>
                  <a:cubicBezTo>
                    <a:pt x="18" y="2"/>
                    <a:pt x="16" y="1"/>
                    <a:pt x="9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3" name="Freeform 11"/>
            <p:cNvSpPr>
              <a:spLocks noEditPoints="1"/>
            </p:cNvSpPr>
            <p:nvPr/>
          </p:nvSpPr>
          <p:spPr bwMode="auto">
            <a:xfrm>
              <a:off x="4726" y="1050"/>
              <a:ext cx="265" cy="272"/>
            </a:xfrm>
            <a:custGeom>
              <a:avLst/>
              <a:gdLst>
                <a:gd name="T0" fmla="*/ 82 w 322"/>
                <a:gd name="T1" fmla="*/ 226 h 331"/>
                <a:gd name="T2" fmla="*/ 91 w 322"/>
                <a:gd name="T3" fmla="*/ 246 h 331"/>
                <a:gd name="T4" fmla="*/ 80 w 322"/>
                <a:gd name="T5" fmla="*/ 261 h 331"/>
                <a:gd name="T6" fmla="*/ 52 w 322"/>
                <a:gd name="T7" fmla="*/ 270 h 331"/>
                <a:gd name="T8" fmla="*/ 29 w 322"/>
                <a:gd name="T9" fmla="*/ 267 h 331"/>
                <a:gd name="T10" fmla="*/ 4 w 322"/>
                <a:gd name="T11" fmla="*/ 255 h 331"/>
                <a:gd name="T12" fmla="*/ 15 w 322"/>
                <a:gd name="T13" fmla="*/ 236 h 331"/>
                <a:gd name="T14" fmla="*/ 28 w 322"/>
                <a:gd name="T15" fmla="*/ 215 h 331"/>
                <a:gd name="T16" fmla="*/ 56 w 322"/>
                <a:gd name="T17" fmla="*/ 208 h 331"/>
                <a:gd name="T18" fmla="*/ 82 w 322"/>
                <a:gd name="T19" fmla="*/ 226 h 331"/>
                <a:gd name="T20" fmla="*/ 141 w 322"/>
                <a:gd name="T21" fmla="*/ 143 h 331"/>
                <a:gd name="T22" fmla="*/ 113 w 322"/>
                <a:gd name="T23" fmla="*/ 153 h 331"/>
                <a:gd name="T24" fmla="*/ 98 w 322"/>
                <a:gd name="T25" fmla="*/ 175 h 331"/>
                <a:gd name="T26" fmla="*/ 124 w 322"/>
                <a:gd name="T27" fmla="*/ 179 h 331"/>
                <a:gd name="T28" fmla="*/ 158 w 322"/>
                <a:gd name="T29" fmla="*/ 169 h 331"/>
                <a:gd name="T30" fmla="*/ 179 w 322"/>
                <a:gd name="T31" fmla="*/ 155 h 331"/>
                <a:gd name="T32" fmla="*/ 141 w 322"/>
                <a:gd name="T33" fmla="*/ 143 h 331"/>
                <a:gd name="T34" fmla="*/ 73 w 322"/>
                <a:gd name="T35" fmla="*/ 304 h 331"/>
                <a:gd name="T36" fmla="*/ 64 w 322"/>
                <a:gd name="T37" fmla="*/ 314 h 331"/>
                <a:gd name="T38" fmla="*/ 58 w 322"/>
                <a:gd name="T39" fmla="*/ 325 h 331"/>
                <a:gd name="T40" fmla="*/ 69 w 322"/>
                <a:gd name="T41" fmla="*/ 325 h 331"/>
                <a:gd name="T42" fmla="*/ 82 w 322"/>
                <a:gd name="T43" fmla="*/ 317 h 331"/>
                <a:gd name="T44" fmla="*/ 73 w 322"/>
                <a:gd name="T45" fmla="*/ 304 h 331"/>
                <a:gd name="T46" fmla="*/ 241 w 322"/>
                <a:gd name="T47" fmla="*/ 114 h 331"/>
                <a:gd name="T48" fmla="*/ 236 w 322"/>
                <a:gd name="T49" fmla="*/ 125 h 331"/>
                <a:gd name="T50" fmla="*/ 247 w 322"/>
                <a:gd name="T51" fmla="*/ 125 h 331"/>
                <a:gd name="T52" fmla="*/ 241 w 322"/>
                <a:gd name="T53" fmla="*/ 114 h 331"/>
                <a:gd name="T54" fmla="*/ 299 w 322"/>
                <a:gd name="T55" fmla="*/ 2 h 331"/>
                <a:gd name="T56" fmla="*/ 295 w 322"/>
                <a:gd name="T57" fmla="*/ 8 h 331"/>
                <a:gd name="T58" fmla="*/ 308 w 322"/>
                <a:gd name="T59" fmla="*/ 11 h 331"/>
                <a:gd name="T60" fmla="*/ 314 w 322"/>
                <a:gd name="T61" fmla="*/ 1 h 331"/>
                <a:gd name="T62" fmla="*/ 299 w 322"/>
                <a:gd name="T63" fmla="*/ 2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2" h="331">
                  <a:moveTo>
                    <a:pt x="82" y="226"/>
                  </a:moveTo>
                  <a:cubicBezTo>
                    <a:pt x="95" y="235"/>
                    <a:pt x="90" y="239"/>
                    <a:pt x="91" y="246"/>
                  </a:cubicBezTo>
                  <a:cubicBezTo>
                    <a:pt x="91" y="253"/>
                    <a:pt x="87" y="261"/>
                    <a:pt x="80" y="261"/>
                  </a:cubicBezTo>
                  <a:cubicBezTo>
                    <a:pt x="72" y="261"/>
                    <a:pt x="64" y="269"/>
                    <a:pt x="52" y="270"/>
                  </a:cubicBezTo>
                  <a:cubicBezTo>
                    <a:pt x="40" y="270"/>
                    <a:pt x="32" y="270"/>
                    <a:pt x="29" y="267"/>
                  </a:cubicBezTo>
                  <a:cubicBezTo>
                    <a:pt x="25" y="265"/>
                    <a:pt x="8" y="261"/>
                    <a:pt x="4" y="255"/>
                  </a:cubicBezTo>
                  <a:cubicBezTo>
                    <a:pt x="0" y="249"/>
                    <a:pt x="6" y="238"/>
                    <a:pt x="15" y="236"/>
                  </a:cubicBezTo>
                  <a:cubicBezTo>
                    <a:pt x="23" y="234"/>
                    <a:pt x="23" y="220"/>
                    <a:pt x="28" y="215"/>
                  </a:cubicBezTo>
                  <a:cubicBezTo>
                    <a:pt x="33" y="209"/>
                    <a:pt x="56" y="208"/>
                    <a:pt x="56" y="208"/>
                  </a:cubicBezTo>
                  <a:cubicBezTo>
                    <a:pt x="70" y="211"/>
                    <a:pt x="70" y="217"/>
                    <a:pt x="82" y="226"/>
                  </a:cubicBezTo>
                  <a:close/>
                  <a:moveTo>
                    <a:pt x="141" y="143"/>
                  </a:moveTo>
                  <a:cubicBezTo>
                    <a:pt x="141" y="143"/>
                    <a:pt x="122" y="149"/>
                    <a:pt x="113" y="153"/>
                  </a:cubicBezTo>
                  <a:cubicBezTo>
                    <a:pt x="104" y="157"/>
                    <a:pt x="94" y="165"/>
                    <a:pt x="98" y="175"/>
                  </a:cubicBezTo>
                  <a:cubicBezTo>
                    <a:pt x="101" y="185"/>
                    <a:pt x="113" y="183"/>
                    <a:pt x="124" y="179"/>
                  </a:cubicBezTo>
                  <a:cubicBezTo>
                    <a:pt x="136" y="174"/>
                    <a:pt x="145" y="171"/>
                    <a:pt x="158" y="169"/>
                  </a:cubicBezTo>
                  <a:cubicBezTo>
                    <a:pt x="171" y="167"/>
                    <a:pt x="179" y="164"/>
                    <a:pt x="179" y="155"/>
                  </a:cubicBezTo>
                  <a:cubicBezTo>
                    <a:pt x="180" y="146"/>
                    <a:pt x="167" y="133"/>
                    <a:pt x="141" y="143"/>
                  </a:cubicBezTo>
                  <a:close/>
                  <a:moveTo>
                    <a:pt x="73" y="304"/>
                  </a:moveTo>
                  <a:cubicBezTo>
                    <a:pt x="73" y="304"/>
                    <a:pt x="73" y="312"/>
                    <a:pt x="64" y="314"/>
                  </a:cubicBezTo>
                  <a:cubicBezTo>
                    <a:pt x="56" y="317"/>
                    <a:pt x="54" y="320"/>
                    <a:pt x="58" y="325"/>
                  </a:cubicBezTo>
                  <a:cubicBezTo>
                    <a:pt x="61" y="331"/>
                    <a:pt x="68" y="331"/>
                    <a:pt x="69" y="325"/>
                  </a:cubicBezTo>
                  <a:cubicBezTo>
                    <a:pt x="71" y="318"/>
                    <a:pt x="79" y="325"/>
                    <a:pt x="82" y="317"/>
                  </a:cubicBezTo>
                  <a:cubicBezTo>
                    <a:pt x="86" y="309"/>
                    <a:pt x="79" y="297"/>
                    <a:pt x="73" y="304"/>
                  </a:cubicBezTo>
                  <a:close/>
                  <a:moveTo>
                    <a:pt x="241" y="114"/>
                  </a:moveTo>
                  <a:cubicBezTo>
                    <a:pt x="241" y="114"/>
                    <a:pt x="232" y="116"/>
                    <a:pt x="236" y="125"/>
                  </a:cubicBezTo>
                  <a:cubicBezTo>
                    <a:pt x="239" y="134"/>
                    <a:pt x="246" y="129"/>
                    <a:pt x="247" y="125"/>
                  </a:cubicBezTo>
                  <a:cubicBezTo>
                    <a:pt x="248" y="122"/>
                    <a:pt x="252" y="111"/>
                    <a:pt x="241" y="114"/>
                  </a:cubicBezTo>
                  <a:close/>
                  <a:moveTo>
                    <a:pt x="299" y="2"/>
                  </a:moveTo>
                  <a:cubicBezTo>
                    <a:pt x="299" y="2"/>
                    <a:pt x="292" y="4"/>
                    <a:pt x="295" y="8"/>
                  </a:cubicBezTo>
                  <a:cubicBezTo>
                    <a:pt x="297" y="13"/>
                    <a:pt x="305" y="12"/>
                    <a:pt x="308" y="11"/>
                  </a:cubicBezTo>
                  <a:cubicBezTo>
                    <a:pt x="311" y="9"/>
                    <a:pt x="322" y="3"/>
                    <a:pt x="314" y="1"/>
                  </a:cubicBezTo>
                  <a:cubicBezTo>
                    <a:pt x="306" y="0"/>
                    <a:pt x="305" y="0"/>
                    <a:pt x="299" y="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4" name="Freeform 12"/>
            <p:cNvSpPr>
              <a:spLocks/>
            </p:cNvSpPr>
            <p:nvPr/>
          </p:nvSpPr>
          <p:spPr bwMode="auto">
            <a:xfrm>
              <a:off x="5252" y="1007"/>
              <a:ext cx="32" cy="26"/>
            </a:xfrm>
            <a:custGeom>
              <a:avLst/>
              <a:gdLst>
                <a:gd name="T0" fmla="*/ 33 w 39"/>
                <a:gd name="T1" fmla="*/ 11 h 32"/>
                <a:gd name="T2" fmla="*/ 31 w 39"/>
                <a:gd name="T3" fmla="*/ 9 h 32"/>
                <a:gd name="T4" fmla="*/ 23 w 39"/>
                <a:gd name="T5" fmla="*/ 4 h 32"/>
                <a:gd name="T6" fmla="*/ 3 w 39"/>
                <a:gd name="T7" fmla="*/ 6 h 32"/>
                <a:gd name="T8" fmla="*/ 9 w 39"/>
                <a:gd name="T9" fmla="*/ 21 h 32"/>
                <a:gd name="T10" fmla="*/ 25 w 39"/>
                <a:gd name="T11" fmla="*/ 29 h 32"/>
                <a:gd name="T12" fmla="*/ 39 w 39"/>
                <a:gd name="T13" fmla="*/ 25 h 32"/>
                <a:gd name="T14" fmla="*/ 38 w 39"/>
                <a:gd name="T15" fmla="*/ 17 h 32"/>
                <a:gd name="T16" fmla="*/ 33 w 39"/>
                <a:gd name="T17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2">
                  <a:moveTo>
                    <a:pt x="33" y="11"/>
                  </a:moveTo>
                  <a:cubicBezTo>
                    <a:pt x="32" y="10"/>
                    <a:pt x="32" y="10"/>
                    <a:pt x="31" y="9"/>
                  </a:cubicBezTo>
                  <a:cubicBezTo>
                    <a:pt x="29" y="6"/>
                    <a:pt x="27" y="4"/>
                    <a:pt x="23" y="4"/>
                  </a:cubicBezTo>
                  <a:cubicBezTo>
                    <a:pt x="15" y="3"/>
                    <a:pt x="5" y="0"/>
                    <a:pt x="3" y="6"/>
                  </a:cubicBezTo>
                  <a:cubicBezTo>
                    <a:pt x="0" y="11"/>
                    <a:pt x="1" y="19"/>
                    <a:pt x="9" y="21"/>
                  </a:cubicBezTo>
                  <a:cubicBezTo>
                    <a:pt x="16" y="23"/>
                    <a:pt x="19" y="25"/>
                    <a:pt x="25" y="29"/>
                  </a:cubicBezTo>
                  <a:cubicBezTo>
                    <a:pt x="30" y="32"/>
                    <a:pt x="39" y="32"/>
                    <a:pt x="39" y="25"/>
                  </a:cubicBezTo>
                  <a:cubicBezTo>
                    <a:pt x="39" y="22"/>
                    <a:pt x="39" y="19"/>
                    <a:pt x="38" y="17"/>
                  </a:cubicBezTo>
                  <a:cubicBezTo>
                    <a:pt x="36" y="14"/>
                    <a:pt x="34" y="13"/>
                    <a:pt x="33" y="1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5" name="Freeform 13"/>
            <p:cNvSpPr>
              <a:spLocks/>
            </p:cNvSpPr>
            <p:nvPr/>
          </p:nvSpPr>
          <p:spPr bwMode="auto">
            <a:xfrm>
              <a:off x="5289" y="1028"/>
              <a:ext cx="40" cy="20"/>
            </a:xfrm>
            <a:custGeom>
              <a:avLst/>
              <a:gdLst>
                <a:gd name="T0" fmla="*/ 21 w 48"/>
                <a:gd name="T1" fmla="*/ 2 h 24"/>
                <a:gd name="T2" fmla="*/ 9 w 48"/>
                <a:gd name="T3" fmla="*/ 4 h 24"/>
                <a:gd name="T4" fmla="*/ 8 w 48"/>
                <a:gd name="T5" fmla="*/ 18 h 24"/>
                <a:gd name="T6" fmla="*/ 22 w 48"/>
                <a:gd name="T7" fmla="*/ 21 h 24"/>
                <a:gd name="T8" fmla="*/ 38 w 48"/>
                <a:gd name="T9" fmla="*/ 22 h 24"/>
                <a:gd name="T10" fmla="*/ 40 w 48"/>
                <a:gd name="T11" fmla="*/ 11 h 24"/>
                <a:gd name="T12" fmla="*/ 21 w 48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4">
                  <a:moveTo>
                    <a:pt x="21" y="2"/>
                  </a:moveTo>
                  <a:cubicBezTo>
                    <a:pt x="21" y="2"/>
                    <a:pt x="13" y="0"/>
                    <a:pt x="9" y="4"/>
                  </a:cubicBezTo>
                  <a:cubicBezTo>
                    <a:pt x="5" y="7"/>
                    <a:pt x="0" y="18"/>
                    <a:pt x="8" y="18"/>
                  </a:cubicBezTo>
                  <a:cubicBezTo>
                    <a:pt x="16" y="17"/>
                    <a:pt x="19" y="19"/>
                    <a:pt x="22" y="21"/>
                  </a:cubicBezTo>
                  <a:cubicBezTo>
                    <a:pt x="26" y="24"/>
                    <a:pt x="32" y="23"/>
                    <a:pt x="38" y="22"/>
                  </a:cubicBezTo>
                  <a:cubicBezTo>
                    <a:pt x="43" y="21"/>
                    <a:pt x="48" y="13"/>
                    <a:pt x="40" y="11"/>
                  </a:cubicBezTo>
                  <a:cubicBezTo>
                    <a:pt x="31" y="10"/>
                    <a:pt x="30" y="4"/>
                    <a:pt x="21" y="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6" name="Freeform 14"/>
            <p:cNvSpPr>
              <a:spLocks/>
            </p:cNvSpPr>
            <p:nvPr/>
          </p:nvSpPr>
          <p:spPr bwMode="auto">
            <a:xfrm>
              <a:off x="4164" y="1078"/>
              <a:ext cx="46" cy="55"/>
            </a:xfrm>
            <a:custGeom>
              <a:avLst/>
              <a:gdLst>
                <a:gd name="T0" fmla="*/ 51 w 55"/>
                <a:gd name="T1" fmla="*/ 42 h 68"/>
                <a:gd name="T2" fmla="*/ 44 w 55"/>
                <a:gd name="T3" fmla="*/ 30 h 68"/>
                <a:gd name="T4" fmla="*/ 35 w 55"/>
                <a:gd name="T5" fmla="*/ 19 h 68"/>
                <a:gd name="T6" fmla="*/ 21 w 55"/>
                <a:gd name="T7" fmla="*/ 11 h 68"/>
                <a:gd name="T8" fmla="*/ 9 w 55"/>
                <a:gd name="T9" fmla="*/ 0 h 68"/>
                <a:gd name="T10" fmla="*/ 6 w 55"/>
                <a:gd name="T11" fmla="*/ 21 h 68"/>
                <a:gd name="T12" fmla="*/ 10 w 55"/>
                <a:gd name="T13" fmla="*/ 38 h 68"/>
                <a:gd name="T14" fmla="*/ 16 w 55"/>
                <a:gd name="T15" fmla="*/ 56 h 68"/>
                <a:gd name="T16" fmla="*/ 28 w 55"/>
                <a:gd name="T17" fmla="*/ 65 h 68"/>
                <a:gd name="T18" fmla="*/ 48 w 55"/>
                <a:gd name="T19" fmla="*/ 62 h 68"/>
                <a:gd name="T20" fmla="*/ 51 w 55"/>
                <a:gd name="T21" fmla="*/ 4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68">
                  <a:moveTo>
                    <a:pt x="51" y="42"/>
                  </a:moveTo>
                  <a:cubicBezTo>
                    <a:pt x="51" y="42"/>
                    <a:pt x="47" y="39"/>
                    <a:pt x="44" y="30"/>
                  </a:cubicBezTo>
                  <a:cubicBezTo>
                    <a:pt x="41" y="21"/>
                    <a:pt x="43" y="21"/>
                    <a:pt x="35" y="19"/>
                  </a:cubicBezTo>
                  <a:cubicBezTo>
                    <a:pt x="27" y="17"/>
                    <a:pt x="25" y="15"/>
                    <a:pt x="21" y="11"/>
                  </a:cubicBezTo>
                  <a:cubicBezTo>
                    <a:pt x="17" y="6"/>
                    <a:pt x="13" y="0"/>
                    <a:pt x="9" y="0"/>
                  </a:cubicBezTo>
                  <a:cubicBezTo>
                    <a:pt x="5" y="0"/>
                    <a:pt x="0" y="15"/>
                    <a:pt x="6" y="21"/>
                  </a:cubicBezTo>
                  <a:cubicBezTo>
                    <a:pt x="13" y="26"/>
                    <a:pt x="10" y="31"/>
                    <a:pt x="10" y="38"/>
                  </a:cubicBezTo>
                  <a:cubicBezTo>
                    <a:pt x="10" y="45"/>
                    <a:pt x="11" y="54"/>
                    <a:pt x="16" y="56"/>
                  </a:cubicBezTo>
                  <a:cubicBezTo>
                    <a:pt x="22" y="58"/>
                    <a:pt x="21" y="65"/>
                    <a:pt x="28" y="65"/>
                  </a:cubicBezTo>
                  <a:cubicBezTo>
                    <a:pt x="34" y="66"/>
                    <a:pt x="47" y="68"/>
                    <a:pt x="48" y="62"/>
                  </a:cubicBezTo>
                  <a:cubicBezTo>
                    <a:pt x="50" y="55"/>
                    <a:pt x="55" y="48"/>
                    <a:pt x="51" y="4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7" name="Freeform 15"/>
            <p:cNvSpPr>
              <a:spLocks/>
            </p:cNvSpPr>
            <p:nvPr/>
          </p:nvSpPr>
          <p:spPr bwMode="auto">
            <a:xfrm>
              <a:off x="4198" y="1143"/>
              <a:ext cx="37" cy="40"/>
            </a:xfrm>
            <a:custGeom>
              <a:avLst/>
              <a:gdLst>
                <a:gd name="T0" fmla="*/ 18 w 45"/>
                <a:gd name="T1" fmla="*/ 5 h 48"/>
                <a:gd name="T2" fmla="*/ 2 w 45"/>
                <a:gd name="T3" fmla="*/ 7 h 48"/>
                <a:gd name="T4" fmla="*/ 10 w 45"/>
                <a:gd name="T5" fmla="*/ 21 h 48"/>
                <a:gd name="T6" fmla="*/ 19 w 45"/>
                <a:gd name="T7" fmla="*/ 34 h 48"/>
                <a:gd name="T8" fmla="*/ 26 w 45"/>
                <a:gd name="T9" fmla="*/ 48 h 48"/>
                <a:gd name="T10" fmla="*/ 41 w 45"/>
                <a:gd name="T11" fmla="*/ 38 h 48"/>
                <a:gd name="T12" fmla="*/ 36 w 45"/>
                <a:gd name="T13" fmla="*/ 19 h 48"/>
                <a:gd name="T14" fmla="*/ 18 w 45"/>
                <a:gd name="T15" fmla="*/ 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48">
                  <a:moveTo>
                    <a:pt x="18" y="5"/>
                  </a:moveTo>
                  <a:cubicBezTo>
                    <a:pt x="18" y="5"/>
                    <a:pt x="4" y="0"/>
                    <a:pt x="2" y="7"/>
                  </a:cubicBezTo>
                  <a:cubicBezTo>
                    <a:pt x="0" y="14"/>
                    <a:pt x="3" y="17"/>
                    <a:pt x="10" y="21"/>
                  </a:cubicBezTo>
                  <a:cubicBezTo>
                    <a:pt x="16" y="25"/>
                    <a:pt x="19" y="26"/>
                    <a:pt x="19" y="34"/>
                  </a:cubicBezTo>
                  <a:cubicBezTo>
                    <a:pt x="19" y="42"/>
                    <a:pt x="21" y="47"/>
                    <a:pt x="26" y="48"/>
                  </a:cubicBezTo>
                  <a:cubicBezTo>
                    <a:pt x="32" y="48"/>
                    <a:pt x="41" y="46"/>
                    <a:pt x="41" y="38"/>
                  </a:cubicBezTo>
                  <a:cubicBezTo>
                    <a:pt x="41" y="31"/>
                    <a:pt x="45" y="22"/>
                    <a:pt x="36" y="19"/>
                  </a:cubicBezTo>
                  <a:cubicBezTo>
                    <a:pt x="27" y="16"/>
                    <a:pt x="26" y="8"/>
                    <a:pt x="18" y="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8" name="Freeform 16"/>
            <p:cNvSpPr>
              <a:spLocks/>
            </p:cNvSpPr>
            <p:nvPr/>
          </p:nvSpPr>
          <p:spPr bwMode="auto">
            <a:xfrm>
              <a:off x="4244" y="1087"/>
              <a:ext cx="18" cy="39"/>
            </a:xfrm>
            <a:custGeom>
              <a:avLst/>
              <a:gdLst>
                <a:gd name="T0" fmla="*/ 7 w 22"/>
                <a:gd name="T1" fmla="*/ 5 h 47"/>
                <a:gd name="T2" fmla="*/ 4 w 22"/>
                <a:gd name="T3" fmla="*/ 18 h 47"/>
                <a:gd name="T4" fmla="*/ 2 w 22"/>
                <a:gd name="T5" fmla="*/ 35 h 47"/>
                <a:gd name="T6" fmla="*/ 10 w 22"/>
                <a:gd name="T7" fmla="*/ 44 h 47"/>
                <a:gd name="T8" fmla="*/ 16 w 22"/>
                <a:gd name="T9" fmla="*/ 31 h 47"/>
                <a:gd name="T10" fmla="*/ 21 w 22"/>
                <a:gd name="T11" fmla="*/ 18 h 47"/>
                <a:gd name="T12" fmla="*/ 7 w 22"/>
                <a:gd name="T13" fmla="*/ 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47">
                  <a:moveTo>
                    <a:pt x="7" y="5"/>
                  </a:moveTo>
                  <a:cubicBezTo>
                    <a:pt x="7" y="5"/>
                    <a:pt x="2" y="11"/>
                    <a:pt x="4" y="18"/>
                  </a:cubicBezTo>
                  <a:cubicBezTo>
                    <a:pt x="6" y="25"/>
                    <a:pt x="4" y="32"/>
                    <a:pt x="2" y="35"/>
                  </a:cubicBezTo>
                  <a:cubicBezTo>
                    <a:pt x="0" y="39"/>
                    <a:pt x="5" y="47"/>
                    <a:pt x="10" y="44"/>
                  </a:cubicBezTo>
                  <a:cubicBezTo>
                    <a:pt x="15" y="42"/>
                    <a:pt x="13" y="35"/>
                    <a:pt x="16" y="31"/>
                  </a:cubicBezTo>
                  <a:cubicBezTo>
                    <a:pt x="20" y="27"/>
                    <a:pt x="22" y="24"/>
                    <a:pt x="21" y="18"/>
                  </a:cubicBezTo>
                  <a:cubicBezTo>
                    <a:pt x="19" y="11"/>
                    <a:pt x="11" y="0"/>
                    <a:pt x="7" y="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9" name="Freeform 17"/>
            <p:cNvSpPr>
              <a:spLocks/>
            </p:cNvSpPr>
            <p:nvPr/>
          </p:nvSpPr>
          <p:spPr bwMode="auto">
            <a:xfrm>
              <a:off x="4231" y="1106"/>
              <a:ext cx="10" cy="19"/>
            </a:xfrm>
            <a:custGeom>
              <a:avLst/>
              <a:gdLst>
                <a:gd name="T0" fmla="*/ 3 w 12"/>
                <a:gd name="T1" fmla="*/ 6 h 23"/>
                <a:gd name="T2" fmla="*/ 2 w 12"/>
                <a:gd name="T3" fmla="*/ 16 h 23"/>
                <a:gd name="T4" fmla="*/ 11 w 12"/>
                <a:gd name="T5" fmla="*/ 16 h 23"/>
                <a:gd name="T6" fmla="*/ 3 w 12"/>
                <a:gd name="T7" fmla="*/ 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23">
                  <a:moveTo>
                    <a:pt x="3" y="6"/>
                  </a:moveTo>
                  <a:cubicBezTo>
                    <a:pt x="3" y="6"/>
                    <a:pt x="0" y="8"/>
                    <a:pt x="2" y="16"/>
                  </a:cubicBezTo>
                  <a:cubicBezTo>
                    <a:pt x="4" y="23"/>
                    <a:pt x="10" y="21"/>
                    <a:pt x="11" y="16"/>
                  </a:cubicBezTo>
                  <a:cubicBezTo>
                    <a:pt x="12" y="11"/>
                    <a:pt x="5" y="0"/>
                    <a:pt x="3" y="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0" name="Freeform 18"/>
            <p:cNvSpPr>
              <a:spLocks/>
            </p:cNvSpPr>
            <p:nvPr/>
          </p:nvSpPr>
          <p:spPr bwMode="auto">
            <a:xfrm>
              <a:off x="4253" y="1125"/>
              <a:ext cx="8" cy="26"/>
            </a:xfrm>
            <a:custGeom>
              <a:avLst/>
              <a:gdLst>
                <a:gd name="T0" fmla="*/ 1 w 10"/>
                <a:gd name="T1" fmla="*/ 8 h 32"/>
                <a:gd name="T2" fmla="*/ 0 w 10"/>
                <a:gd name="T3" fmla="*/ 21 h 32"/>
                <a:gd name="T4" fmla="*/ 9 w 10"/>
                <a:gd name="T5" fmla="*/ 25 h 32"/>
                <a:gd name="T6" fmla="*/ 1 w 10"/>
                <a:gd name="T7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32">
                  <a:moveTo>
                    <a:pt x="1" y="8"/>
                  </a:moveTo>
                  <a:cubicBezTo>
                    <a:pt x="1" y="8"/>
                    <a:pt x="0" y="16"/>
                    <a:pt x="0" y="21"/>
                  </a:cubicBezTo>
                  <a:cubicBezTo>
                    <a:pt x="1" y="26"/>
                    <a:pt x="9" y="32"/>
                    <a:pt x="9" y="25"/>
                  </a:cubicBezTo>
                  <a:cubicBezTo>
                    <a:pt x="10" y="19"/>
                    <a:pt x="8" y="0"/>
                    <a:pt x="1" y="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1" name="Freeform 19"/>
            <p:cNvSpPr>
              <a:spLocks/>
            </p:cNvSpPr>
            <p:nvPr/>
          </p:nvSpPr>
          <p:spPr bwMode="auto">
            <a:xfrm>
              <a:off x="4246" y="1158"/>
              <a:ext cx="16" cy="8"/>
            </a:xfrm>
            <a:custGeom>
              <a:avLst/>
              <a:gdLst>
                <a:gd name="T0" fmla="*/ 8 w 20"/>
                <a:gd name="T1" fmla="*/ 1 h 10"/>
                <a:gd name="T2" fmla="*/ 1 w 20"/>
                <a:gd name="T3" fmla="*/ 5 h 10"/>
                <a:gd name="T4" fmla="*/ 12 w 20"/>
                <a:gd name="T5" fmla="*/ 9 h 10"/>
                <a:gd name="T6" fmla="*/ 19 w 20"/>
                <a:gd name="T7" fmla="*/ 6 h 10"/>
                <a:gd name="T8" fmla="*/ 8 w 20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0">
                  <a:moveTo>
                    <a:pt x="8" y="1"/>
                  </a:moveTo>
                  <a:cubicBezTo>
                    <a:pt x="8" y="1"/>
                    <a:pt x="1" y="0"/>
                    <a:pt x="1" y="5"/>
                  </a:cubicBezTo>
                  <a:cubicBezTo>
                    <a:pt x="0" y="9"/>
                    <a:pt x="8" y="9"/>
                    <a:pt x="12" y="9"/>
                  </a:cubicBezTo>
                  <a:cubicBezTo>
                    <a:pt x="16" y="9"/>
                    <a:pt x="20" y="10"/>
                    <a:pt x="19" y="6"/>
                  </a:cubicBezTo>
                  <a:cubicBezTo>
                    <a:pt x="17" y="2"/>
                    <a:pt x="16" y="1"/>
                    <a:pt x="8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2" name="Freeform 20"/>
            <p:cNvSpPr>
              <a:spLocks/>
            </p:cNvSpPr>
            <p:nvPr/>
          </p:nvSpPr>
          <p:spPr bwMode="auto">
            <a:xfrm>
              <a:off x="4251" y="1179"/>
              <a:ext cx="22" cy="19"/>
            </a:xfrm>
            <a:custGeom>
              <a:avLst/>
              <a:gdLst>
                <a:gd name="T0" fmla="*/ 12 w 27"/>
                <a:gd name="T1" fmla="*/ 6 h 22"/>
                <a:gd name="T2" fmla="*/ 12 w 27"/>
                <a:gd name="T3" fmla="*/ 5 h 22"/>
                <a:gd name="T4" fmla="*/ 5 w 27"/>
                <a:gd name="T5" fmla="*/ 0 h 22"/>
                <a:gd name="T6" fmla="*/ 7 w 27"/>
                <a:gd name="T7" fmla="*/ 11 h 22"/>
                <a:gd name="T8" fmla="*/ 16 w 27"/>
                <a:gd name="T9" fmla="*/ 20 h 22"/>
                <a:gd name="T10" fmla="*/ 25 w 27"/>
                <a:gd name="T11" fmla="*/ 17 h 22"/>
                <a:gd name="T12" fmla="*/ 20 w 27"/>
                <a:gd name="T13" fmla="*/ 11 h 22"/>
                <a:gd name="T14" fmla="*/ 12 w 27"/>
                <a:gd name="T15" fmla="*/ 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2">
                  <a:moveTo>
                    <a:pt x="12" y="6"/>
                  </a:moveTo>
                  <a:cubicBezTo>
                    <a:pt x="12" y="6"/>
                    <a:pt x="12" y="5"/>
                    <a:pt x="12" y="5"/>
                  </a:cubicBezTo>
                  <a:cubicBezTo>
                    <a:pt x="10" y="3"/>
                    <a:pt x="8" y="0"/>
                    <a:pt x="5" y="0"/>
                  </a:cubicBezTo>
                  <a:cubicBezTo>
                    <a:pt x="0" y="0"/>
                    <a:pt x="3" y="5"/>
                    <a:pt x="7" y="11"/>
                  </a:cubicBezTo>
                  <a:cubicBezTo>
                    <a:pt x="11" y="17"/>
                    <a:pt x="11" y="18"/>
                    <a:pt x="16" y="20"/>
                  </a:cubicBezTo>
                  <a:cubicBezTo>
                    <a:pt x="21" y="22"/>
                    <a:pt x="27" y="21"/>
                    <a:pt x="25" y="17"/>
                  </a:cubicBezTo>
                  <a:cubicBezTo>
                    <a:pt x="24" y="15"/>
                    <a:pt x="22" y="12"/>
                    <a:pt x="20" y="11"/>
                  </a:cubicBezTo>
                  <a:cubicBezTo>
                    <a:pt x="18" y="9"/>
                    <a:pt x="15" y="8"/>
                    <a:pt x="12" y="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3" name="Freeform 21"/>
            <p:cNvSpPr>
              <a:spLocks/>
            </p:cNvSpPr>
            <p:nvPr/>
          </p:nvSpPr>
          <p:spPr bwMode="auto">
            <a:xfrm>
              <a:off x="4257" y="1232"/>
              <a:ext cx="21" cy="16"/>
            </a:xfrm>
            <a:custGeom>
              <a:avLst/>
              <a:gdLst>
                <a:gd name="T0" fmla="*/ 10 w 25"/>
                <a:gd name="T1" fmla="*/ 2 h 19"/>
                <a:gd name="T2" fmla="*/ 0 w 25"/>
                <a:gd name="T3" fmla="*/ 7 h 19"/>
                <a:gd name="T4" fmla="*/ 7 w 25"/>
                <a:gd name="T5" fmla="*/ 19 h 19"/>
                <a:gd name="T6" fmla="*/ 24 w 25"/>
                <a:gd name="T7" fmla="*/ 11 h 19"/>
                <a:gd name="T8" fmla="*/ 10 w 25"/>
                <a:gd name="T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9">
                  <a:moveTo>
                    <a:pt x="10" y="2"/>
                  </a:moveTo>
                  <a:cubicBezTo>
                    <a:pt x="10" y="2"/>
                    <a:pt x="0" y="2"/>
                    <a:pt x="0" y="7"/>
                  </a:cubicBezTo>
                  <a:cubicBezTo>
                    <a:pt x="0" y="12"/>
                    <a:pt x="0" y="19"/>
                    <a:pt x="7" y="19"/>
                  </a:cubicBezTo>
                  <a:cubicBezTo>
                    <a:pt x="14" y="19"/>
                    <a:pt x="25" y="18"/>
                    <a:pt x="24" y="11"/>
                  </a:cubicBezTo>
                  <a:cubicBezTo>
                    <a:pt x="24" y="3"/>
                    <a:pt x="14" y="0"/>
                    <a:pt x="10" y="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4" name="Freeform 22"/>
            <p:cNvSpPr>
              <a:spLocks/>
            </p:cNvSpPr>
            <p:nvPr/>
          </p:nvSpPr>
          <p:spPr bwMode="auto">
            <a:xfrm>
              <a:off x="4293" y="1290"/>
              <a:ext cx="26" cy="18"/>
            </a:xfrm>
            <a:custGeom>
              <a:avLst/>
              <a:gdLst>
                <a:gd name="T0" fmla="*/ 11 w 31"/>
                <a:gd name="T1" fmla="*/ 1 h 22"/>
                <a:gd name="T2" fmla="*/ 4 w 31"/>
                <a:gd name="T3" fmla="*/ 6 h 22"/>
                <a:gd name="T4" fmla="*/ 5 w 31"/>
                <a:gd name="T5" fmla="*/ 19 h 22"/>
                <a:gd name="T6" fmla="*/ 19 w 31"/>
                <a:gd name="T7" fmla="*/ 22 h 22"/>
                <a:gd name="T8" fmla="*/ 28 w 31"/>
                <a:gd name="T9" fmla="*/ 12 h 22"/>
                <a:gd name="T10" fmla="*/ 11 w 31"/>
                <a:gd name="T11" fmla="*/ 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22">
                  <a:moveTo>
                    <a:pt x="11" y="1"/>
                  </a:moveTo>
                  <a:cubicBezTo>
                    <a:pt x="11" y="1"/>
                    <a:pt x="5" y="0"/>
                    <a:pt x="4" y="6"/>
                  </a:cubicBezTo>
                  <a:cubicBezTo>
                    <a:pt x="3" y="11"/>
                    <a:pt x="0" y="18"/>
                    <a:pt x="5" y="19"/>
                  </a:cubicBezTo>
                  <a:cubicBezTo>
                    <a:pt x="11" y="21"/>
                    <a:pt x="14" y="22"/>
                    <a:pt x="19" y="22"/>
                  </a:cubicBezTo>
                  <a:cubicBezTo>
                    <a:pt x="25" y="21"/>
                    <a:pt x="31" y="17"/>
                    <a:pt x="28" y="12"/>
                  </a:cubicBezTo>
                  <a:cubicBezTo>
                    <a:pt x="25" y="6"/>
                    <a:pt x="22" y="0"/>
                    <a:pt x="11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5" name="Freeform 23"/>
            <p:cNvSpPr>
              <a:spLocks/>
            </p:cNvSpPr>
            <p:nvPr/>
          </p:nvSpPr>
          <p:spPr bwMode="auto">
            <a:xfrm>
              <a:off x="4315" y="1336"/>
              <a:ext cx="14" cy="15"/>
            </a:xfrm>
            <a:custGeom>
              <a:avLst/>
              <a:gdLst>
                <a:gd name="T0" fmla="*/ 7 w 17"/>
                <a:gd name="T1" fmla="*/ 0 h 18"/>
                <a:gd name="T2" fmla="*/ 2 w 17"/>
                <a:gd name="T3" fmla="*/ 11 h 18"/>
                <a:gd name="T4" fmla="*/ 7 w 17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8">
                  <a:moveTo>
                    <a:pt x="7" y="0"/>
                  </a:moveTo>
                  <a:cubicBezTo>
                    <a:pt x="7" y="0"/>
                    <a:pt x="0" y="5"/>
                    <a:pt x="2" y="11"/>
                  </a:cubicBezTo>
                  <a:cubicBezTo>
                    <a:pt x="4" y="18"/>
                    <a:pt x="17" y="15"/>
                    <a:pt x="7" y="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6" name="Freeform 24"/>
            <p:cNvSpPr>
              <a:spLocks/>
            </p:cNvSpPr>
            <p:nvPr/>
          </p:nvSpPr>
          <p:spPr bwMode="auto">
            <a:xfrm>
              <a:off x="4210" y="1027"/>
              <a:ext cx="12" cy="17"/>
            </a:xfrm>
            <a:custGeom>
              <a:avLst/>
              <a:gdLst>
                <a:gd name="T0" fmla="*/ 6 w 14"/>
                <a:gd name="T1" fmla="*/ 1 h 20"/>
                <a:gd name="T2" fmla="*/ 2 w 14"/>
                <a:gd name="T3" fmla="*/ 10 h 20"/>
                <a:gd name="T4" fmla="*/ 8 w 14"/>
                <a:gd name="T5" fmla="*/ 18 h 20"/>
                <a:gd name="T6" fmla="*/ 13 w 14"/>
                <a:gd name="T7" fmla="*/ 8 h 20"/>
                <a:gd name="T8" fmla="*/ 6 w 14"/>
                <a:gd name="T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0">
                  <a:moveTo>
                    <a:pt x="6" y="1"/>
                  </a:moveTo>
                  <a:cubicBezTo>
                    <a:pt x="6" y="1"/>
                    <a:pt x="0" y="5"/>
                    <a:pt x="2" y="10"/>
                  </a:cubicBezTo>
                  <a:cubicBezTo>
                    <a:pt x="5" y="15"/>
                    <a:pt x="4" y="20"/>
                    <a:pt x="8" y="18"/>
                  </a:cubicBezTo>
                  <a:cubicBezTo>
                    <a:pt x="13" y="17"/>
                    <a:pt x="14" y="11"/>
                    <a:pt x="13" y="8"/>
                  </a:cubicBezTo>
                  <a:cubicBezTo>
                    <a:pt x="12" y="4"/>
                    <a:pt x="11" y="0"/>
                    <a:pt x="6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7" name="Freeform 25"/>
            <p:cNvSpPr>
              <a:spLocks/>
            </p:cNvSpPr>
            <p:nvPr/>
          </p:nvSpPr>
          <p:spPr bwMode="auto">
            <a:xfrm>
              <a:off x="4129" y="857"/>
              <a:ext cx="18" cy="22"/>
            </a:xfrm>
            <a:custGeom>
              <a:avLst/>
              <a:gdLst>
                <a:gd name="T0" fmla="*/ 13 w 22"/>
                <a:gd name="T1" fmla="*/ 3 h 27"/>
                <a:gd name="T2" fmla="*/ 4 w 22"/>
                <a:gd name="T3" fmla="*/ 11 h 27"/>
                <a:gd name="T4" fmla="*/ 4 w 22"/>
                <a:gd name="T5" fmla="*/ 26 h 27"/>
                <a:gd name="T6" fmla="*/ 11 w 22"/>
                <a:gd name="T7" fmla="*/ 22 h 27"/>
                <a:gd name="T8" fmla="*/ 20 w 22"/>
                <a:gd name="T9" fmla="*/ 12 h 27"/>
                <a:gd name="T10" fmla="*/ 13 w 22"/>
                <a:gd name="T11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27">
                  <a:moveTo>
                    <a:pt x="13" y="3"/>
                  </a:moveTo>
                  <a:cubicBezTo>
                    <a:pt x="13" y="3"/>
                    <a:pt x="4" y="0"/>
                    <a:pt x="4" y="11"/>
                  </a:cubicBezTo>
                  <a:cubicBezTo>
                    <a:pt x="3" y="23"/>
                    <a:pt x="0" y="25"/>
                    <a:pt x="4" y="26"/>
                  </a:cubicBezTo>
                  <a:cubicBezTo>
                    <a:pt x="9" y="27"/>
                    <a:pt x="9" y="27"/>
                    <a:pt x="11" y="22"/>
                  </a:cubicBezTo>
                  <a:cubicBezTo>
                    <a:pt x="12" y="17"/>
                    <a:pt x="18" y="15"/>
                    <a:pt x="20" y="12"/>
                  </a:cubicBezTo>
                  <a:cubicBezTo>
                    <a:pt x="22" y="9"/>
                    <a:pt x="20" y="3"/>
                    <a:pt x="13" y="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8" name="Freeform 26"/>
            <p:cNvSpPr>
              <a:spLocks noEditPoints="1"/>
            </p:cNvSpPr>
            <p:nvPr/>
          </p:nvSpPr>
          <p:spPr bwMode="auto">
            <a:xfrm>
              <a:off x="1356" y="859"/>
              <a:ext cx="2142" cy="1894"/>
            </a:xfrm>
            <a:custGeom>
              <a:avLst/>
              <a:gdLst>
                <a:gd name="T0" fmla="*/ 607 w 2607"/>
                <a:gd name="T1" fmla="*/ 422 h 2304"/>
                <a:gd name="T2" fmla="*/ 694 w 2607"/>
                <a:gd name="T3" fmla="*/ 428 h 2304"/>
                <a:gd name="T4" fmla="*/ 722 w 2607"/>
                <a:gd name="T5" fmla="*/ 365 h 2304"/>
                <a:gd name="T6" fmla="*/ 773 w 2607"/>
                <a:gd name="T7" fmla="*/ 291 h 2304"/>
                <a:gd name="T8" fmla="*/ 845 w 2607"/>
                <a:gd name="T9" fmla="*/ 227 h 2304"/>
                <a:gd name="T10" fmla="*/ 977 w 2607"/>
                <a:gd name="T11" fmla="*/ 260 h 2304"/>
                <a:gd name="T12" fmla="*/ 1058 w 2607"/>
                <a:gd name="T13" fmla="*/ 257 h 2304"/>
                <a:gd name="T14" fmla="*/ 1175 w 2607"/>
                <a:gd name="T15" fmla="*/ 110 h 2304"/>
                <a:gd name="T16" fmla="*/ 1384 w 2607"/>
                <a:gd name="T17" fmla="*/ 89 h 2304"/>
                <a:gd name="T18" fmla="*/ 1501 w 2607"/>
                <a:gd name="T19" fmla="*/ 89 h 2304"/>
                <a:gd name="T20" fmla="*/ 1475 w 2607"/>
                <a:gd name="T21" fmla="*/ 190 h 2304"/>
                <a:gd name="T22" fmla="*/ 1537 w 2607"/>
                <a:gd name="T23" fmla="*/ 333 h 2304"/>
                <a:gd name="T24" fmla="*/ 1776 w 2607"/>
                <a:gd name="T25" fmla="*/ 455 h 2304"/>
                <a:gd name="T26" fmla="*/ 1834 w 2607"/>
                <a:gd name="T27" fmla="*/ 243 h 2304"/>
                <a:gd name="T28" fmla="*/ 1854 w 2607"/>
                <a:gd name="T29" fmla="*/ 92 h 2304"/>
                <a:gd name="T30" fmla="*/ 1934 w 2607"/>
                <a:gd name="T31" fmla="*/ 106 h 2304"/>
                <a:gd name="T32" fmla="*/ 2028 w 2607"/>
                <a:gd name="T33" fmla="*/ 247 h 2304"/>
                <a:gd name="T34" fmla="*/ 2119 w 2607"/>
                <a:gd name="T35" fmla="*/ 473 h 2304"/>
                <a:gd name="T36" fmla="*/ 2302 w 2607"/>
                <a:gd name="T37" fmla="*/ 638 h 2304"/>
                <a:gd name="T38" fmla="*/ 2381 w 2607"/>
                <a:gd name="T39" fmla="*/ 770 h 2304"/>
                <a:gd name="T40" fmla="*/ 2504 w 2607"/>
                <a:gd name="T41" fmla="*/ 912 h 2304"/>
                <a:gd name="T42" fmla="*/ 2579 w 2607"/>
                <a:gd name="T43" fmla="*/ 1012 h 2304"/>
                <a:gd name="T44" fmla="*/ 2588 w 2607"/>
                <a:gd name="T45" fmla="*/ 1261 h 2304"/>
                <a:gd name="T46" fmla="*/ 2464 w 2607"/>
                <a:gd name="T47" fmla="*/ 1561 h 2304"/>
                <a:gd name="T48" fmla="*/ 2355 w 2607"/>
                <a:gd name="T49" fmla="*/ 1852 h 2304"/>
                <a:gd name="T50" fmla="*/ 2118 w 2607"/>
                <a:gd name="T51" fmla="*/ 1938 h 2304"/>
                <a:gd name="T52" fmla="*/ 2038 w 2607"/>
                <a:gd name="T53" fmla="*/ 1874 h 2304"/>
                <a:gd name="T54" fmla="*/ 1838 w 2607"/>
                <a:gd name="T55" fmla="*/ 1898 h 2304"/>
                <a:gd name="T56" fmla="*/ 1711 w 2607"/>
                <a:gd name="T57" fmla="*/ 1748 h 2304"/>
                <a:gd name="T58" fmla="*/ 1623 w 2607"/>
                <a:gd name="T59" fmla="*/ 1620 h 2304"/>
                <a:gd name="T60" fmla="*/ 1537 w 2607"/>
                <a:gd name="T61" fmla="*/ 1653 h 2304"/>
                <a:gd name="T62" fmla="*/ 1569 w 2607"/>
                <a:gd name="T63" fmla="*/ 1543 h 2304"/>
                <a:gd name="T64" fmla="*/ 1404 w 2607"/>
                <a:gd name="T65" fmla="*/ 1546 h 2304"/>
                <a:gd name="T66" fmla="*/ 1245 w 2607"/>
                <a:gd name="T67" fmla="*/ 1443 h 2304"/>
                <a:gd name="T68" fmla="*/ 858 w 2607"/>
                <a:gd name="T69" fmla="*/ 1460 h 2304"/>
                <a:gd name="T70" fmla="*/ 633 w 2607"/>
                <a:gd name="T71" fmla="*/ 1576 h 2304"/>
                <a:gd name="T72" fmla="*/ 432 w 2607"/>
                <a:gd name="T73" fmla="*/ 1605 h 2304"/>
                <a:gd name="T74" fmla="*/ 137 w 2607"/>
                <a:gd name="T75" fmla="*/ 1578 h 2304"/>
                <a:gd name="T76" fmla="*/ 175 w 2607"/>
                <a:gd name="T77" fmla="*/ 1398 h 2304"/>
                <a:gd name="T78" fmla="*/ 45 w 2607"/>
                <a:gd name="T79" fmla="*/ 1070 h 2304"/>
                <a:gd name="T80" fmla="*/ 69 w 2607"/>
                <a:gd name="T81" fmla="*/ 1023 h 2304"/>
                <a:gd name="T82" fmla="*/ 61 w 2607"/>
                <a:gd name="T83" fmla="*/ 819 h 2304"/>
                <a:gd name="T84" fmla="*/ 209 w 2607"/>
                <a:gd name="T85" fmla="*/ 681 h 2304"/>
                <a:gd name="T86" fmla="*/ 1984 w 2607"/>
                <a:gd name="T87" fmla="*/ 1992 h 2304"/>
                <a:gd name="T88" fmla="*/ 1997 w 2607"/>
                <a:gd name="T89" fmla="*/ 2001 h 2304"/>
                <a:gd name="T90" fmla="*/ 2069 w 2607"/>
                <a:gd name="T91" fmla="*/ 2192 h 2304"/>
                <a:gd name="T92" fmla="*/ 2200 w 2607"/>
                <a:gd name="T93" fmla="*/ 2286 h 2304"/>
                <a:gd name="T94" fmla="*/ 2250 w 2607"/>
                <a:gd name="T95" fmla="*/ 2242 h 2304"/>
                <a:gd name="T96" fmla="*/ 2248 w 2607"/>
                <a:gd name="T97" fmla="*/ 2078 h 2304"/>
                <a:gd name="T98" fmla="*/ 2120 w 2607"/>
                <a:gd name="T99" fmla="*/ 2100 h 2304"/>
                <a:gd name="T100" fmla="*/ 2243 w 2607"/>
                <a:gd name="T101" fmla="*/ 2033 h 2304"/>
                <a:gd name="T102" fmla="*/ 1546 w 2607"/>
                <a:gd name="T103" fmla="*/ 1701 h 2304"/>
                <a:gd name="T104" fmla="*/ 1586 w 2607"/>
                <a:gd name="T105" fmla="*/ 1725 h 2304"/>
                <a:gd name="T106" fmla="*/ 1110 w 2607"/>
                <a:gd name="T107" fmla="*/ 54 h 2304"/>
                <a:gd name="T108" fmla="*/ 1190 w 2607"/>
                <a:gd name="T109" fmla="*/ 73 h 2304"/>
                <a:gd name="T110" fmla="*/ 1207 w 2607"/>
                <a:gd name="T111" fmla="*/ 46 h 2304"/>
                <a:gd name="T112" fmla="*/ 1517 w 2607"/>
                <a:gd name="T113" fmla="*/ 35 h 2304"/>
                <a:gd name="T114" fmla="*/ 1517 w 2607"/>
                <a:gd name="T115" fmla="*/ 35 h 2304"/>
                <a:gd name="T116" fmla="*/ 1529 w 2607"/>
                <a:gd name="T117" fmla="*/ 223 h 2304"/>
                <a:gd name="T118" fmla="*/ 1710 w 2607"/>
                <a:gd name="T119" fmla="*/ 390 h 2304"/>
                <a:gd name="T120" fmla="*/ 25 w 2607"/>
                <a:gd name="T121" fmla="*/ 968 h 2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607" h="2304">
                  <a:moveTo>
                    <a:pt x="531" y="574"/>
                  </a:moveTo>
                  <a:cubicBezTo>
                    <a:pt x="539" y="566"/>
                    <a:pt x="554" y="559"/>
                    <a:pt x="554" y="548"/>
                  </a:cubicBezTo>
                  <a:cubicBezTo>
                    <a:pt x="554" y="537"/>
                    <a:pt x="558" y="534"/>
                    <a:pt x="564" y="526"/>
                  </a:cubicBezTo>
                  <a:cubicBezTo>
                    <a:pt x="570" y="518"/>
                    <a:pt x="582" y="507"/>
                    <a:pt x="593" y="503"/>
                  </a:cubicBezTo>
                  <a:cubicBezTo>
                    <a:pt x="604" y="499"/>
                    <a:pt x="603" y="487"/>
                    <a:pt x="594" y="482"/>
                  </a:cubicBezTo>
                  <a:cubicBezTo>
                    <a:pt x="585" y="477"/>
                    <a:pt x="593" y="454"/>
                    <a:pt x="593" y="439"/>
                  </a:cubicBezTo>
                  <a:cubicBezTo>
                    <a:pt x="593" y="424"/>
                    <a:pt x="605" y="433"/>
                    <a:pt x="607" y="422"/>
                  </a:cubicBezTo>
                  <a:cubicBezTo>
                    <a:pt x="609" y="411"/>
                    <a:pt x="613" y="409"/>
                    <a:pt x="623" y="404"/>
                  </a:cubicBezTo>
                  <a:cubicBezTo>
                    <a:pt x="633" y="399"/>
                    <a:pt x="637" y="398"/>
                    <a:pt x="638" y="388"/>
                  </a:cubicBezTo>
                  <a:cubicBezTo>
                    <a:pt x="639" y="378"/>
                    <a:pt x="642" y="374"/>
                    <a:pt x="649" y="381"/>
                  </a:cubicBezTo>
                  <a:cubicBezTo>
                    <a:pt x="656" y="388"/>
                    <a:pt x="650" y="392"/>
                    <a:pt x="657" y="397"/>
                  </a:cubicBezTo>
                  <a:cubicBezTo>
                    <a:pt x="664" y="402"/>
                    <a:pt x="657" y="411"/>
                    <a:pt x="663" y="414"/>
                  </a:cubicBezTo>
                  <a:cubicBezTo>
                    <a:pt x="669" y="417"/>
                    <a:pt x="664" y="418"/>
                    <a:pt x="673" y="429"/>
                  </a:cubicBezTo>
                  <a:cubicBezTo>
                    <a:pt x="682" y="440"/>
                    <a:pt x="682" y="429"/>
                    <a:pt x="694" y="428"/>
                  </a:cubicBezTo>
                  <a:cubicBezTo>
                    <a:pt x="706" y="427"/>
                    <a:pt x="696" y="420"/>
                    <a:pt x="695" y="411"/>
                  </a:cubicBezTo>
                  <a:cubicBezTo>
                    <a:pt x="694" y="402"/>
                    <a:pt x="689" y="401"/>
                    <a:pt x="681" y="396"/>
                  </a:cubicBezTo>
                  <a:cubicBezTo>
                    <a:pt x="673" y="391"/>
                    <a:pt x="679" y="383"/>
                    <a:pt x="688" y="383"/>
                  </a:cubicBezTo>
                  <a:cubicBezTo>
                    <a:pt x="697" y="383"/>
                    <a:pt x="689" y="374"/>
                    <a:pt x="684" y="373"/>
                  </a:cubicBezTo>
                  <a:cubicBezTo>
                    <a:pt x="679" y="372"/>
                    <a:pt x="680" y="365"/>
                    <a:pt x="690" y="364"/>
                  </a:cubicBezTo>
                  <a:cubicBezTo>
                    <a:pt x="700" y="363"/>
                    <a:pt x="698" y="358"/>
                    <a:pt x="704" y="367"/>
                  </a:cubicBezTo>
                  <a:cubicBezTo>
                    <a:pt x="710" y="376"/>
                    <a:pt x="711" y="365"/>
                    <a:pt x="722" y="365"/>
                  </a:cubicBezTo>
                  <a:cubicBezTo>
                    <a:pt x="733" y="365"/>
                    <a:pt x="729" y="377"/>
                    <a:pt x="736" y="374"/>
                  </a:cubicBezTo>
                  <a:cubicBezTo>
                    <a:pt x="743" y="371"/>
                    <a:pt x="741" y="354"/>
                    <a:pt x="737" y="350"/>
                  </a:cubicBezTo>
                  <a:cubicBezTo>
                    <a:pt x="733" y="346"/>
                    <a:pt x="736" y="345"/>
                    <a:pt x="736" y="333"/>
                  </a:cubicBezTo>
                  <a:cubicBezTo>
                    <a:pt x="736" y="321"/>
                    <a:pt x="743" y="332"/>
                    <a:pt x="743" y="326"/>
                  </a:cubicBezTo>
                  <a:cubicBezTo>
                    <a:pt x="743" y="320"/>
                    <a:pt x="746" y="309"/>
                    <a:pt x="753" y="309"/>
                  </a:cubicBezTo>
                  <a:cubicBezTo>
                    <a:pt x="760" y="309"/>
                    <a:pt x="767" y="307"/>
                    <a:pt x="764" y="300"/>
                  </a:cubicBezTo>
                  <a:cubicBezTo>
                    <a:pt x="761" y="293"/>
                    <a:pt x="765" y="294"/>
                    <a:pt x="773" y="291"/>
                  </a:cubicBezTo>
                  <a:cubicBezTo>
                    <a:pt x="781" y="288"/>
                    <a:pt x="783" y="277"/>
                    <a:pt x="782" y="271"/>
                  </a:cubicBezTo>
                  <a:cubicBezTo>
                    <a:pt x="781" y="265"/>
                    <a:pt x="785" y="257"/>
                    <a:pt x="798" y="256"/>
                  </a:cubicBezTo>
                  <a:cubicBezTo>
                    <a:pt x="811" y="255"/>
                    <a:pt x="807" y="239"/>
                    <a:pt x="810" y="238"/>
                  </a:cubicBezTo>
                  <a:cubicBezTo>
                    <a:pt x="813" y="237"/>
                    <a:pt x="817" y="241"/>
                    <a:pt x="817" y="249"/>
                  </a:cubicBezTo>
                  <a:cubicBezTo>
                    <a:pt x="817" y="257"/>
                    <a:pt x="816" y="258"/>
                    <a:pt x="829" y="258"/>
                  </a:cubicBezTo>
                  <a:cubicBezTo>
                    <a:pt x="842" y="258"/>
                    <a:pt x="836" y="255"/>
                    <a:pt x="837" y="247"/>
                  </a:cubicBezTo>
                  <a:cubicBezTo>
                    <a:pt x="838" y="239"/>
                    <a:pt x="844" y="242"/>
                    <a:pt x="845" y="227"/>
                  </a:cubicBezTo>
                  <a:cubicBezTo>
                    <a:pt x="846" y="212"/>
                    <a:pt x="853" y="218"/>
                    <a:pt x="862" y="218"/>
                  </a:cubicBezTo>
                  <a:cubicBezTo>
                    <a:pt x="871" y="218"/>
                    <a:pt x="872" y="226"/>
                    <a:pt x="882" y="227"/>
                  </a:cubicBezTo>
                  <a:cubicBezTo>
                    <a:pt x="892" y="228"/>
                    <a:pt x="891" y="224"/>
                    <a:pt x="893" y="215"/>
                  </a:cubicBezTo>
                  <a:cubicBezTo>
                    <a:pt x="895" y="206"/>
                    <a:pt x="895" y="202"/>
                    <a:pt x="900" y="202"/>
                  </a:cubicBezTo>
                  <a:cubicBezTo>
                    <a:pt x="905" y="202"/>
                    <a:pt x="910" y="204"/>
                    <a:pt x="913" y="213"/>
                  </a:cubicBezTo>
                  <a:cubicBezTo>
                    <a:pt x="916" y="222"/>
                    <a:pt x="918" y="222"/>
                    <a:pt x="933" y="226"/>
                  </a:cubicBezTo>
                  <a:cubicBezTo>
                    <a:pt x="948" y="230"/>
                    <a:pt x="963" y="254"/>
                    <a:pt x="977" y="260"/>
                  </a:cubicBezTo>
                  <a:cubicBezTo>
                    <a:pt x="991" y="266"/>
                    <a:pt x="978" y="273"/>
                    <a:pt x="979" y="283"/>
                  </a:cubicBezTo>
                  <a:cubicBezTo>
                    <a:pt x="980" y="293"/>
                    <a:pt x="994" y="289"/>
                    <a:pt x="996" y="281"/>
                  </a:cubicBezTo>
                  <a:cubicBezTo>
                    <a:pt x="998" y="273"/>
                    <a:pt x="998" y="272"/>
                    <a:pt x="1012" y="272"/>
                  </a:cubicBezTo>
                  <a:cubicBezTo>
                    <a:pt x="1026" y="272"/>
                    <a:pt x="1021" y="279"/>
                    <a:pt x="1028" y="280"/>
                  </a:cubicBezTo>
                  <a:cubicBezTo>
                    <a:pt x="1035" y="281"/>
                    <a:pt x="1051" y="280"/>
                    <a:pt x="1057" y="288"/>
                  </a:cubicBezTo>
                  <a:cubicBezTo>
                    <a:pt x="1063" y="296"/>
                    <a:pt x="1073" y="291"/>
                    <a:pt x="1072" y="279"/>
                  </a:cubicBezTo>
                  <a:cubicBezTo>
                    <a:pt x="1071" y="267"/>
                    <a:pt x="1066" y="268"/>
                    <a:pt x="1058" y="257"/>
                  </a:cubicBezTo>
                  <a:cubicBezTo>
                    <a:pt x="1050" y="246"/>
                    <a:pt x="1056" y="234"/>
                    <a:pt x="1069" y="229"/>
                  </a:cubicBezTo>
                  <a:cubicBezTo>
                    <a:pt x="1082" y="224"/>
                    <a:pt x="1081" y="226"/>
                    <a:pt x="1079" y="212"/>
                  </a:cubicBezTo>
                  <a:cubicBezTo>
                    <a:pt x="1077" y="198"/>
                    <a:pt x="1088" y="199"/>
                    <a:pt x="1097" y="190"/>
                  </a:cubicBezTo>
                  <a:cubicBezTo>
                    <a:pt x="1106" y="181"/>
                    <a:pt x="1106" y="175"/>
                    <a:pt x="1104" y="164"/>
                  </a:cubicBezTo>
                  <a:cubicBezTo>
                    <a:pt x="1102" y="153"/>
                    <a:pt x="1115" y="145"/>
                    <a:pt x="1124" y="137"/>
                  </a:cubicBezTo>
                  <a:cubicBezTo>
                    <a:pt x="1133" y="129"/>
                    <a:pt x="1132" y="125"/>
                    <a:pt x="1148" y="121"/>
                  </a:cubicBezTo>
                  <a:cubicBezTo>
                    <a:pt x="1164" y="117"/>
                    <a:pt x="1170" y="118"/>
                    <a:pt x="1175" y="110"/>
                  </a:cubicBezTo>
                  <a:cubicBezTo>
                    <a:pt x="1180" y="102"/>
                    <a:pt x="1189" y="100"/>
                    <a:pt x="1194" y="106"/>
                  </a:cubicBezTo>
                  <a:cubicBezTo>
                    <a:pt x="1199" y="112"/>
                    <a:pt x="1204" y="112"/>
                    <a:pt x="1228" y="109"/>
                  </a:cubicBezTo>
                  <a:cubicBezTo>
                    <a:pt x="1252" y="106"/>
                    <a:pt x="1254" y="93"/>
                    <a:pt x="1257" y="85"/>
                  </a:cubicBezTo>
                  <a:cubicBezTo>
                    <a:pt x="1260" y="77"/>
                    <a:pt x="1271" y="66"/>
                    <a:pt x="1278" y="56"/>
                  </a:cubicBezTo>
                  <a:cubicBezTo>
                    <a:pt x="1285" y="46"/>
                    <a:pt x="1291" y="52"/>
                    <a:pt x="1308" y="63"/>
                  </a:cubicBezTo>
                  <a:cubicBezTo>
                    <a:pt x="1325" y="74"/>
                    <a:pt x="1322" y="66"/>
                    <a:pt x="1340" y="74"/>
                  </a:cubicBezTo>
                  <a:cubicBezTo>
                    <a:pt x="1358" y="82"/>
                    <a:pt x="1374" y="85"/>
                    <a:pt x="1384" y="89"/>
                  </a:cubicBezTo>
                  <a:cubicBezTo>
                    <a:pt x="1394" y="93"/>
                    <a:pt x="1416" y="97"/>
                    <a:pt x="1432" y="96"/>
                  </a:cubicBezTo>
                  <a:cubicBezTo>
                    <a:pt x="1448" y="95"/>
                    <a:pt x="1459" y="86"/>
                    <a:pt x="1462" y="80"/>
                  </a:cubicBezTo>
                  <a:cubicBezTo>
                    <a:pt x="1465" y="74"/>
                    <a:pt x="1473" y="82"/>
                    <a:pt x="1469" y="90"/>
                  </a:cubicBezTo>
                  <a:cubicBezTo>
                    <a:pt x="1465" y="98"/>
                    <a:pt x="1472" y="102"/>
                    <a:pt x="1472" y="102"/>
                  </a:cubicBezTo>
                  <a:cubicBezTo>
                    <a:pt x="1472" y="102"/>
                    <a:pt x="1479" y="106"/>
                    <a:pt x="1480" y="115"/>
                  </a:cubicBezTo>
                  <a:cubicBezTo>
                    <a:pt x="1481" y="124"/>
                    <a:pt x="1496" y="119"/>
                    <a:pt x="1496" y="109"/>
                  </a:cubicBezTo>
                  <a:cubicBezTo>
                    <a:pt x="1496" y="99"/>
                    <a:pt x="1500" y="98"/>
                    <a:pt x="1501" y="89"/>
                  </a:cubicBezTo>
                  <a:cubicBezTo>
                    <a:pt x="1502" y="80"/>
                    <a:pt x="1517" y="88"/>
                    <a:pt x="1519" y="95"/>
                  </a:cubicBezTo>
                  <a:cubicBezTo>
                    <a:pt x="1521" y="102"/>
                    <a:pt x="1533" y="96"/>
                    <a:pt x="1536" y="105"/>
                  </a:cubicBezTo>
                  <a:cubicBezTo>
                    <a:pt x="1539" y="114"/>
                    <a:pt x="1548" y="125"/>
                    <a:pt x="1533" y="131"/>
                  </a:cubicBezTo>
                  <a:cubicBezTo>
                    <a:pt x="1518" y="137"/>
                    <a:pt x="1525" y="138"/>
                    <a:pt x="1521" y="158"/>
                  </a:cubicBezTo>
                  <a:cubicBezTo>
                    <a:pt x="1517" y="178"/>
                    <a:pt x="1520" y="170"/>
                    <a:pt x="1507" y="178"/>
                  </a:cubicBezTo>
                  <a:cubicBezTo>
                    <a:pt x="1494" y="186"/>
                    <a:pt x="1496" y="166"/>
                    <a:pt x="1488" y="172"/>
                  </a:cubicBezTo>
                  <a:cubicBezTo>
                    <a:pt x="1480" y="178"/>
                    <a:pt x="1481" y="175"/>
                    <a:pt x="1475" y="190"/>
                  </a:cubicBezTo>
                  <a:cubicBezTo>
                    <a:pt x="1469" y="205"/>
                    <a:pt x="1492" y="195"/>
                    <a:pt x="1495" y="207"/>
                  </a:cubicBezTo>
                  <a:cubicBezTo>
                    <a:pt x="1498" y="219"/>
                    <a:pt x="1485" y="216"/>
                    <a:pt x="1480" y="223"/>
                  </a:cubicBezTo>
                  <a:cubicBezTo>
                    <a:pt x="1475" y="230"/>
                    <a:pt x="1472" y="227"/>
                    <a:pt x="1468" y="241"/>
                  </a:cubicBezTo>
                  <a:cubicBezTo>
                    <a:pt x="1464" y="255"/>
                    <a:pt x="1462" y="258"/>
                    <a:pt x="1451" y="266"/>
                  </a:cubicBezTo>
                  <a:cubicBezTo>
                    <a:pt x="1440" y="274"/>
                    <a:pt x="1461" y="291"/>
                    <a:pt x="1483" y="300"/>
                  </a:cubicBezTo>
                  <a:cubicBezTo>
                    <a:pt x="1505" y="309"/>
                    <a:pt x="1505" y="320"/>
                    <a:pt x="1519" y="335"/>
                  </a:cubicBezTo>
                  <a:cubicBezTo>
                    <a:pt x="1533" y="350"/>
                    <a:pt x="1532" y="347"/>
                    <a:pt x="1537" y="333"/>
                  </a:cubicBezTo>
                  <a:cubicBezTo>
                    <a:pt x="1542" y="319"/>
                    <a:pt x="1547" y="320"/>
                    <a:pt x="1553" y="333"/>
                  </a:cubicBezTo>
                  <a:cubicBezTo>
                    <a:pt x="1559" y="346"/>
                    <a:pt x="1550" y="350"/>
                    <a:pt x="1574" y="356"/>
                  </a:cubicBezTo>
                  <a:cubicBezTo>
                    <a:pt x="1598" y="362"/>
                    <a:pt x="1598" y="362"/>
                    <a:pt x="1609" y="384"/>
                  </a:cubicBezTo>
                  <a:cubicBezTo>
                    <a:pt x="1620" y="406"/>
                    <a:pt x="1639" y="403"/>
                    <a:pt x="1655" y="404"/>
                  </a:cubicBezTo>
                  <a:cubicBezTo>
                    <a:pt x="1671" y="405"/>
                    <a:pt x="1674" y="411"/>
                    <a:pt x="1678" y="426"/>
                  </a:cubicBezTo>
                  <a:cubicBezTo>
                    <a:pt x="1682" y="441"/>
                    <a:pt x="1705" y="449"/>
                    <a:pt x="1720" y="461"/>
                  </a:cubicBezTo>
                  <a:cubicBezTo>
                    <a:pt x="1735" y="473"/>
                    <a:pt x="1749" y="464"/>
                    <a:pt x="1776" y="455"/>
                  </a:cubicBezTo>
                  <a:cubicBezTo>
                    <a:pt x="1803" y="446"/>
                    <a:pt x="1792" y="437"/>
                    <a:pt x="1792" y="420"/>
                  </a:cubicBezTo>
                  <a:cubicBezTo>
                    <a:pt x="1792" y="403"/>
                    <a:pt x="1805" y="403"/>
                    <a:pt x="1810" y="383"/>
                  </a:cubicBezTo>
                  <a:cubicBezTo>
                    <a:pt x="1815" y="363"/>
                    <a:pt x="1817" y="362"/>
                    <a:pt x="1818" y="344"/>
                  </a:cubicBezTo>
                  <a:cubicBezTo>
                    <a:pt x="1819" y="326"/>
                    <a:pt x="1825" y="335"/>
                    <a:pt x="1825" y="318"/>
                  </a:cubicBezTo>
                  <a:cubicBezTo>
                    <a:pt x="1825" y="301"/>
                    <a:pt x="1828" y="300"/>
                    <a:pt x="1834" y="295"/>
                  </a:cubicBezTo>
                  <a:cubicBezTo>
                    <a:pt x="1840" y="290"/>
                    <a:pt x="1835" y="282"/>
                    <a:pt x="1830" y="273"/>
                  </a:cubicBezTo>
                  <a:cubicBezTo>
                    <a:pt x="1825" y="264"/>
                    <a:pt x="1829" y="255"/>
                    <a:pt x="1834" y="243"/>
                  </a:cubicBezTo>
                  <a:cubicBezTo>
                    <a:pt x="1839" y="231"/>
                    <a:pt x="1832" y="227"/>
                    <a:pt x="1826" y="219"/>
                  </a:cubicBezTo>
                  <a:cubicBezTo>
                    <a:pt x="1820" y="211"/>
                    <a:pt x="1825" y="199"/>
                    <a:pt x="1829" y="195"/>
                  </a:cubicBezTo>
                  <a:cubicBezTo>
                    <a:pt x="1833" y="191"/>
                    <a:pt x="1835" y="178"/>
                    <a:pt x="1832" y="169"/>
                  </a:cubicBezTo>
                  <a:cubicBezTo>
                    <a:pt x="1829" y="160"/>
                    <a:pt x="1837" y="158"/>
                    <a:pt x="1842" y="152"/>
                  </a:cubicBezTo>
                  <a:cubicBezTo>
                    <a:pt x="1847" y="146"/>
                    <a:pt x="1845" y="137"/>
                    <a:pt x="1840" y="136"/>
                  </a:cubicBezTo>
                  <a:cubicBezTo>
                    <a:pt x="1835" y="135"/>
                    <a:pt x="1837" y="125"/>
                    <a:pt x="1838" y="117"/>
                  </a:cubicBezTo>
                  <a:cubicBezTo>
                    <a:pt x="1839" y="109"/>
                    <a:pt x="1841" y="97"/>
                    <a:pt x="1854" y="92"/>
                  </a:cubicBezTo>
                  <a:cubicBezTo>
                    <a:pt x="1867" y="87"/>
                    <a:pt x="1851" y="70"/>
                    <a:pt x="1861" y="61"/>
                  </a:cubicBezTo>
                  <a:cubicBezTo>
                    <a:pt x="1871" y="52"/>
                    <a:pt x="1868" y="50"/>
                    <a:pt x="1868" y="37"/>
                  </a:cubicBezTo>
                  <a:cubicBezTo>
                    <a:pt x="1868" y="24"/>
                    <a:pt x="1882" y="22"/>
                    <a:pt x="1888" y="11"/>
                  </a:cubicBezTo>
                  <a:cubicBezTo>
                    <a:pt x="1894" y="0"/>
                    <a:pt x="1901" y="20"/>
                    <a:pt x="1911" y="31"/>
                  </a:cubicBezTo>
                  <a:cubicBezTo>
                    <a:pt x="1921" y="42"/>
                    <a:pt x="1918" y="42"/>
                    <a:pt x="1918" y="61"/>
                  </a:cubicBezTo>
                  <a:cubicBezTo>
                    <a:pt x="1918" y="80"/>
                    <a:pt x="1921" y="77"/>
                    <a:pt x="1928" y="80"/>
                  </a:cubicBezTo>
                  <a:cubicBezTo>
                    <a:pt x="1935" y="83"/>
                    <a:pt x="1937" y="94"/>
                    <a:pt x="1934" y="106"/>
                  </a:cubicBezTo>
                  <a:cubicBezTo>
                    <a:pt x="1931" y="118"/>
                    <a:pt x="1937" y="122"/>
                    <a:pt x="1951" y="140"/>
                  </a:cubicBezTo>
                  <a:cubicBezTo>
                    <a:pt x="1965" y="158"/>
                    <a:pt x="1957" y="156"/>
                    <a:pt x="1960" y="176"/>
                  </a:cubicBezTo>
                  <a:cubicBezTo>
                    <a:pt x="1963" y="196"/>
                    <a:pt x="1953" y="208"/>
                    <a:pt x="1959" y="213"/>
                  </a:cubicBezTo>
                  <a:cubicBezTo>
                    <a:pt x="1965" y="218"/>
                    <a:pt x="1969" y="233"/>
                    <a:pt x="1972" y="245"/>
                  </a:cubicBezTo>
                  <a:cubicBezTo>
                    <a:pt x="1975" y="257"/>
                    <a:pt x="1982" y="251"/>
                    <a:pt x="1994" y="248"/>
                  </a:cubicBezTo>
                  <a:cubicBezTo>
                    <a:pt x="2006" y="245"/>
                    <a:pt x="2007" y="246"/>
                    <a:pt x="2008" y="240"/>
                  </a:cubicBezTo>
                  <a:cubicBezTo>
                    <a:pt x="2009" y="234"/>
                    <a:pt x="2025" y="234"/>
                    <a:pt x="2028" y="247"/>
                  </a:cubicBezTo>
                  <a:cubicBezTo>
                    <a:pt x="2031" y="260"/>
                    <a:pt x="2054" y="271"/>
                    <a:pt x="2063" y="282"/>
                  </a:cubicBezTo>
                  <a:cubicBezTo>
                    <a:pt x="2072" y="293"/>
                    <a:pt x="2077" y="297"/>
                    <a:pt x="2075" y="318"/>
                  </a:cubicBezTo>
                  <a:cubicBezTo>
                    <a:pt x="2073" y="339"/>
                    <a:pt x="2080" y="352"/>
                    <a:pt x="2080" y="374"/>
                  </a:cubicBezTo>
                  <a:cubicBezTo>
                    <a:pt x="2080" y="396"/>
                    <a:pt x="2090" y="397"/>
                    <a:pt x="2100" y="407"/>
                  </a:cubicBezTo>
                  <a:cubicBezTo>
                    <a:pt x="2110" y="417"/>
                    <a:pt x="2106" y="418"/>
                    <a:pt x="2117" y="431"/>
                  </a:cubicBezTo>
                  <a:cubicBezTo>
                    <a:pt x="2128" y="444"/>
                    <a:pt x="2124" y="432"/>
                    <a:pt x="2132" y="454"/>
                  </a:cubicBezTo>
                  <a:cubicBezTo>
                    <a:pt x="2140" y="476"/>
                    <a:pt x="2124" y="455"/>
                    <a:pt x="2119" y="473"/>
                  </a:cubicBezTo>
                  <a:cubicBezTo>
                    <a:pt x="2114" y="491"/>
                    <a:pt x="2122" y="501"/>
                    <a:pt x="2132" y="505"/>
                  </a:cubicBezTo>
                  <a:cubicBezTo>
                    <a:pt x="2142" y="509"/>
                    <a:pt x="2138" y="514"/>
                    <a:pt x="2141" y="538"/>
                  </a:cubicBezTo>
                  <a:cubicBezTo>
                    <a:pt x="2144" y="562"/>
                    <a:pt x="2146" y="556"/>
                    <a:pt x="2163" y="560"/>
                  </a:cubicBezTo>
                  <a:cubicBezTo>
                    <a:pt x="2180" y="564"/>
                    <a:pt x="2184" y="579"/>
                    <a:pt x="2197" y="578"/>
                  </a:cubicBezTo>
                  <a:cubicBezTo>
                    <a:pt x="2210" y="577"/>
                    <a:pt x="2217" y="585"/>
                    <a:pt x="2227" y="596"/>
                  </a:cubicBezTo>
                  <a:cubicBezTo>
                    <a:pt x="2237" y="607"/>
                    <a:pt x="2250" y="621"/>
                    <a:pt x="2271" y="625"/>
                  </a:cubicBezTo>
                  <a:cubicBezTo>
                    <a:pt x="2292" y="629"/>
                    <a:pt x="2294" y="628"/>
                    <a:pt x="2302" y="638"/>
                  </a:cubicBezTo>
                  <a:cubicBezTo>
                    <a:pt x="2310" y="648"/>
                    <a:pt x="2302" y="652"/>
                    <a:pt x="2295" y="659"/>
                  </a:cubicBezTo>
                  <a:cubicBezTo>
                    <a:pt x="2288" y="666"/>
                    <a:pt x="2297" y="672"/>
                    <a:pt x="2307" y="676"/>
                  </a:cubicBezTo>
                  <a:cubicBezTo>
                    <a:pt x="2317" y="680"/>
                    <a:pt x="2315" y="686"/>
                    <a:pt x="2324" y="696"/>
                  </a:cubicBezTo>
                  <a:cubicBezTo>
                    <a:pt x="2333" y="706"/>
                    <a:pt x="2334" y="716"/>
                    <a:pt x="2338" y="734"/>
                  </a:cubicBezTo>
                  <a:cubicBezTo>
                    <a:pt x="2342" y="752"/>
                    <a:pt x="2336" y="769"/>
                    <a:pt x="2349" y="778"/>
                  </a:cubicBezTo>
                  <a:cubicBezTo>
                    <a:pt x="2362" y="787"/>
                    <a:pt x="2366" y="784"/>
                    <a:pt x="2366" y="775"/>
                  </a:cubicBezTo>
                  <a:cubicBezTo>
                    <a:pt x="2366" y="766"/>
                    <a:pt x="2374" y="763"/>
                    <a:pt x="2381" y="770"/>
                  </a:cubicBezTo>
                  <a:cubicBezTo>
                    <a:pt x="2388" y="777"/>
                    <a:pt x="2388" y="781"/>
                    <a:pt x="2401" y="779"/>
                  </a:cubicBezTo>
                  <a:cubicBezTo>
                    <a:pt x="2414" y="777"/>
                    <a:pt x="2425" y="784"/>
                    <a:pt x="2429" y="793"/>
                  </a:cubicBezTo>
                  <a:cubicBezTo>
                    <a:pt x="2433" y="802"/>
                    <a:pt x="2423" y="814"/>
                    <a:pt x="2422" y="825"/>
                  </a:cubicBezTo>
                  <a:cubicBezTo>
                    <a:pt x="2421" y="836"/>
                    <a:pt x="2422" y="848"/>
                    <a:pt x="2435" y="854"/>
                  </a:cubicBezTo>
                  <a:cubicBezTo>
                    <a:pt x="2448" y="860"/>
                    <a:pt x="2454" y="857"/>
                    <a:pt x="2454" y="869"/>
                  </a:cubicBezTo>
                  <a:cubicBezTo>
                    <a:pt x="2454" y="881"/>
                    <a:pt x="2461" y="887"/>
                    <a:pt x="2476" y="886"/>
                  </a:cubicBezTo>
                  <a:cubicBezTo>
                    <a:pt x="2491" y="885"/>
                    <a:pt x="2501" y="894"/>
                    <a:pt x="2504" y="912"/>
                  </a:cubicBezTo>
                  <a:cubicBezTo>
                    <a:pt x="2507" y="930"/>
                    <a:pt x="2508" y="932"/>
                    <a:pt x="2525" y="933"/>
                  </a:cubicBezTo>
                  <a:cubicBezTo>
                    <a:pt x="2542" y="934"/>
                    <a:pt x="2539" y="962"/>
                    <a:pt x="2553" y="977"/>
                  </a:cubicBezTo>
                  <a:cubicBezTo>
                    <a:pt x="2567" y="992"/>
                    <a:pt x="2561" y="969"/>
                    <a:pt x="2567" y="965"/>
                  </a:cubicBezTo>
                  <a:cubicBezTo>
                    <a:pt x="2573" y="961"/>
                    <a:pt x="2576" y="959"/>
                    <a:pt x="2576" y="946"/>
                  </a:cubicBezTo>
                  <a:cubicBezTo>
                    <a:pt x="2576" y="933"/>
                    <a:pt x="2589" y="937"/>
                    <a:pt x="2589" y="950"/>
                  </a:cubicBezTo>
                  <a:cubicBezTo>
                    <a:pt x="2589" y="963"/>
                    <a:pt x="2593" y="967"/>
                    <a:pt x="2584" y="980"/>
                  </a:cubicBezTo>
                  <a:cubicBezTo>
                    <a:pt x="2575" y="993"/>
                    <a:pt x="2576" y="998"/>
                    <a:pt x="2579" y="1012"/>
                  </a:cubicBezTo>
                  <a:cubicBezTo>
                    <a:pt x="2582" y="1026"/>
                    <a:pt x="2578" y="1019"/>
                    <a:pt x="2571" y="1031"/>
                  </a:cubicBezTo>
                  <a:cubicBezTo>
                    <a:pt x="2564" y="1043"/>
                    <a:pt x="2578" y="1056"/>
                    <a:pt x="2574" y="1076"/>
                  </a:cubicBezTo>
                  <a:cubicBezTo>
                    <a:pt x="2570" y="1096"/>
                    <a:pt x="2570" y="1115"/>
                    <a:pt x="2583" y="1127"/>
                  </a:cubicBezTo>
                  <a:cubicBezTo>
                    <a:pt x="2596" y="1139"/>
                    <a:pt x="2585" y="1145"/>
                    <a:pt x="2596" y="1159"/>
                  </a:cubicBezTo>
                  <a:cubicBezTo>
                    <a:pt x="2607" y="1173"/>
                    <a:pt x="2602" y="1174"/>
                    <a:pt x="2603" y="1192"/>
                  </a:cubicBezTo>
                  <a:cubicBezTo>
                    <a:pt x="2604" y="1210"/>
                    <a:pt x="2607" y="1217"/>
                    <a:pt x="2595" y="1228"/>
                  </a:cubicBezTo>
                  <a:cubicBezTo>
                    <a:pt x="2583" y="1239"/>
                    <a:pt x="2588" y="1242"/>
                    <a:pt x="2588" y="1261"/>
                  </a:cubicBezTo>
                  <a:cubicBezTo>
                    <a:pt x="2588" y="1280"/>
                    <a:pt x="2582" y="1290"/>
                    <a:pt x="2573" y="1315"/>
                  </a:cubicBezTo>
                  <a:cubicBezTo>
                    <a:pt x="2564" y="1340"/>
                    <a:pt x="2572" y="1342"/>
                    <a:pt x="2571" y="1371"/>
                  </a:cubicBezTo>
                  <a:cubicBezTo>
                    <a:pt x="2570" y="1400"/>
                    <a:pt x="2562" y="1388"/>
                    <a:pt x="2560" y="1409"/>
                  </a:cubicBezTo>
                  <a:cubicBezTo>
                    <a:pt x="2558" y="1430"/>
                    <a:pt x="2558" y="1428"/>
                    <a:pt x="2546" y="1435"/>
                  </a:cubicBezTo>
                  <a:cubicBezTo>
                    <a:pt x="2534" y="1442"/>
                    <a:pt x="2535" y="1453"/>
                    <a:pt x="2535" y="1473"/>
                  </a:cubicBezTo>
                  <a:cubicBezTo>
                    <a:pt x="2535" y="1493"/>
                    <a:pt x="2512" y="1489"/>
                    <a:pt x="2498" y="1494"/>
                  </a:cubicBezTo>
                  <a:cubicBezTo>
                    <a:pt x="2484" y="1499"/>
                    <a:pt x="2472" y="1540"/>
                    <a:pt x="2464" y="1561"/>
                  </a:cubicBezTo>
                  <a:cubicBezTo>
                    <a:pt x="2456" y="1582"/>
                    <a:pt x="2452" y="1578"/>
                    <a:pt x="2440" y="1599"/>
                  </a:cubicBezTo>
                  <a:cubicBezTo>
                    <a:pt x="2428" y="1620"/>
                    <a:pt x="2429" y="1629"/>
                    <a:pt x="2428" y="1656"/>
                  </a:cubicBezTo>
                  <a:cubicBezTo>
                    <a:pt x="2427" y="1683"/>
                    <a:pt x="2408" y="1675"/>
                    <a:pt x="2400" y="1690"/>
                  </a:cubicBezTo>
                  <a:cubicBezTo>
                    <a:pt x="2392" y="1705"/>
                    <a:pt x="2392" y="1713"/>
                    <a:pt x="2391" y="1727"/>
                  </a:cubicBezTo>
                  <a:cubicBezTo>
                    <a:pt x="2390" y="1741"/>
                    <a:pt x="2389" y="1738"/>
                    <a:pt x="2380" y="1754"/>
                  </a:cubicBezTo>
                  <a:cubicBezTo>
                    <a:pt x="2371" y="1770"/>
                    <a:pt x="2375" y="1803"/>
                    <a:pt x="2375" y="1830"/>
                  </a:cubicBezTo>
                  <a:cubicBezTo>
                    <a:pt x="2375" y="1857"/>
                    <a:pt x="2359" y="1846"/>
                    <a:pt x="2355" y="1852"/>
                  </a:cubicBezTo>
                  <a:cubicBezTo>
                    <a:pt x="2351" y="1858"/>
                    <a:pt x="2325" y="1860"/>
                    <a:pt x="2297" y="1857"/>
                  </a:cubicBezTo>
                  <a:cubicBezTo>
                    <a:pt x="2269" y="1854"/>
                    <a:pt x="2233" y="1874"/>
                    <a:pt x="2220" y="1881"/>
                  </a:cubicBezTo>
                  <a:cubicBezTo>
                    <a:pt x="2207" y="1888"/>
                    <a:pt x="2202" y="1893"/>
                    <a:pt x="2194" y="1911"/>
                  </a:cubicBezTo>
                  <a:cubicBezTo>
                    <a:pt x="2186" y="1929"/>
                    <a:pt x="2172" y="1927"/>
                    <a:pt x="2157" y="1926"/>
                  </a:cubicBezTo>
                  <a:cubicBezTo>
                    <a:pt x="2142" y="1925"/>
                    <a:pt x="2150" y="1936"/>
                    <a:pt x="2149" y="1950"/>
                  </a:cubicBezTo>
                  <a:cubicBezTo>
                    <a:pt x="2148" y="1964"/>
                    <a:pt x="2141" y="1969"/>
                    <a:pt x="2136" y="1955"/>
                  </a:cubicBezTo>
                  <a:cubicBezTo>
                    <a:pt x="2131" y="1941"/>
                    <a:pt x="2127" y="1945"/>
                    <a:pt x="2118" y="1938"/>
                  </a:cubicBezTo>
                  <a:cubicBezTo>
                    <a:pt x="2109" y="1931"/>
                    <a:pt x="2091" y="1922"/>
                    <a:pt x="2083" y="1916"/>
                  </a:cubicBezTo>
                  <a:cubicBezTo>
                    <a:pt x="2075" y="1910"/>
                    <a:pt x="2085" y="1904"/>
                    <a:pt x="2082" y="1895"/>
                  </a:cubicBezTo>
                  <a:cubicBezTo>
                    <a:pt x="2079" y="1886"/>
                    <a:pt x="2073" y="1890"/>
                    <a:pt x="2070" y="1898"/>
                  </a:cubicBezTo>
                  <a:cubicBezTo>
                    <a:pt x="2067" y="1906"/>
                    <a:pt x="2065" y="1907"/>
                    <a:pt x="2059" y="1910"/>
                  </a:cubicBezTo>
                  <a:cubicBezTo>
                    <a:pt x="2053" y="1913"/>
                    <a:pt x="2051" y="1909"/>
                    <a:pt x="2046" y="1903"/>
                  </a:cubicBezTo>
                  <a:cubicBezTo>
                    <a:pt x="2041" y="1897"/>
                    <a:pt x="2053" y="1892"/>
                    <a:pt x="2055" y="1880"/>
                  </a:cubicBezTo>
                  <a:cubicBezTo>
                    <a:pt x="2057" y="1868"/>
                    <a:pt x="2051" y="1874"/>
                    <a:pt x="2038" y="1874"/>
                  </a:cubicBezTo>
                  <a:cubicBezTo>
                    <a:pt x="2025" y="1874"/>
                    <a:pt x="2027" y="1878"/>
                    <a:pt x="2024" y="1892"/>
                  </a:cubicBezTo>
                  <a:cubicBezTo>
                    <a:pt x="2021" y="1906"/>
                    <a:pt x="2012" y="1907"/>
                    <a:pt x="2006" y="1911"/>
                  </a:cubicBezTo>
                  <a:cubicBezTo>
                    <a:pt x="2000" y="1915"/>
                    <a:pt x="1984" y="1918"/>
                    <a:pt x="1975" y="1933"/>
                  </a:cubicBezTo>
                  <a:cubicBezTo>
                    <a:pt x="1966" y="1948"/>
                    <a:pt x="1954" y="1938"/>
                    <a:pt x="1941" y="1926"/>
                  </a:cubicBezTo>
                  <a:cubicBezTo>
                    <a:pt x="1928" y="1914"/>
                    <a:pt x="1921" y="1907"/>
                    <a:pt x="1907" y="1907"/>
                  </a:cubicBezTo>
                  <a:cubicBezTo>
                    <a:pt x="1893" y="1907"/>
                    <a:pt x="1884" y="1907"/>
                    <a:pt x="1871" y="1902"/>
                  </a:cubicBezTo>
                  <a:cubicBezTo>
                    <a:pt x="1858" y="1897"/>
                    <a:pt x="1848" y="1892"/>
                    <a:pt x="1838" y="1898"/>
                  </a:cubicBezTo>
                  <a:cubicBezTo>
                    <a:pt x="1828" y="1904"/>
                    <a:pt x="1834" y="1908"/>
                    <a:pt x="1824" y="1899"/>
                  </a:cubicBezTo>
                  <a:cubicBezTo>
                    <a:pt x="1814" y="1890"/>
                    <a:pt x="1796" y="1883"/>
                    <a:pt x="1782" y="1878"/>
                  </a:cubicBezTo>
                  <a:cubicBezTo>
                    <a:pt x="1768" y="1873"/>
                    <a:pt x="1757" y="1875"/>
                    <a:pt x="1751" y="1863"/>
                  </a:cubicBezTo>
                  <a:cubicBezTo>
                    <a:pt x="1745" y="1851"/>
                    <a:pt x="1743" y="1848"/>
                    <a:pt x="1730" y="1839"/>
                  </a:cubicBezTo>
                  <a:cubicBezTo>
                    <a:pt x="1717" y="1830"/>
                    <a:pt x="1717" y="1818"/>
                    <a:pt x="1713" y="1798"/>
                  </a:cubicBezTo>
                  <a:cubicBezTo>
                    <a:pt x="1709" y="1778"/>
                    <a:pt x="1722" y="1791"/>
                    <a:pt x="1723" y="1775"/>
                  </a:cubicBezTo>
                  <a:cubicBezTo>
                    <a:pt x="1724" y="1759"/>
                    <a:pt x="1716" y="1761"/>
                    <a:pt x="1711" y="1748"/>
                  </a:cubicBezTo>
                  <a:cubicBezTo>
                    <a:pt x="1706" y="1735"/>
                    <a:pt x="1706" y="1729"/>
                    <a:pt x="1691" y="1725"/>
                  </a:cubicBezTo>
                  <a:cubicBezTo>
                    <a:pt x="1676" y="1721"/>
                    <a:pt x="1681" y="1715"/>
                    <a:pt x="1671" y="1702"/>
                  </a:cubicBezTo>
                  <a:cubicBezTo>
                    <a:pt x="1661" y="1689"/>
                    <a:pt x="1659" y="1699"/>
                    <a:pt x="1639" y="1702"/>
                  </a:cubicBezTo>
                  <a:cubicBezTo>
                    <a:pt x="1619" y="1705"/>
                    <a:pt x="1616" y="1702"/>
                    <a:pt x="1621" y="1694"/>
                  </a:cubicBezTo>
                  <a:cubicBezTo>
                    <a:pt x="1626" y="1686"/>
                    <a:pt x="1629" y="1680"/>
                    <a:pt x="1626" y="1671"/>
                  </a:cubicBezTo>
                  <a:cubicBezTo>
                    <a:pt x="1623" y="1662"/>
                    <a:pt x="1632" y="1663"/>
                    <a:pt x="1634" y="1648"/>
                  </a:cubicBezTo>
                  <a:cubicBezTo>
                    <a:pt x="1636" y="1633"/>
                    <a:pt x="1632" y="1633"/>
                    <a:pt x="1623" y="1620"/>
                  </a:cubicBezTo>
                  <a:cubicBezTo>
                    <a:pt x="1614" y="1607"/>
                    <a:pt x="1625" y="1613"/>
                    <a:pt x="1608" y="1613"/>
                  </a:cubicBezTo>
                  <a:cubicBezTo>
                    <a:pt x="1591" y="1613"/>
                    <a:pt x="1603" y="1624"/>
                    <a:pt x="1603" y="1642"/>
                  </a:cubicBezTo>
                  <a:cubicBezTo>
                    <a:pt x="1603" y="1660"/>
                    <a:pt x="1598" y="1647"/>
                    <a:pt x="1593" y="1665"/>
                  </a:cubicBezTo>
                  <a:cubicBezTo>
                    <a:pt x="1588" y="1683"/>
                    <a:pt x="1557" y="1658"/>
                    <a:pt x="1552" y="1669"/>
                  </a:cubicBezTo>
                  <a:cubicBezTo>
                    <a:pt x="1547" y="1680"/>
                    <a:pt x="1543" y="1679"/>
                    <a:pt x="1533" y="1677"/>
                  </a:cubicBezTo>
                  <a:cubicBezTo>
                    <a:pt x="1523" y="1675"/>
                    <a:pt x="1524" y="1669"/>
                    <a:pt x="1535" y="1667"/>
                  </a:cubicBezTo>
                  <a:cubicBezTo>
                    <a:pt x="1546" y="1665"/>
                    <a:pt x="1535" y="1667"/>
                    <a:pt x="1537" y="1653"/>
                  </a:cubicBezTo>
                  <a:cubicBezTo>
                    <a:pt x="1539" y="1639"/>
                    <a:pt x="1552" y="1645"/>
                    <a:pt x="1566" y="1641"/>
                  </a:cubicBezTo>
                  <a:cubicBezTo>
                    <a:pt x="1580" y="1637"/>
                    <a:pt x="1566" y="1612"/>
                    <a:pt x="1566" y="1600"/>
                  </a:cubicBezTo>
                  <a:cubicBezTo>
                    <a:pt x="1566" y="1588"/>
                    <a:pt x="1577" y="1592"/>
                    <a:pt x="1577" y="1583"/>
                  </a:cubicBezTo>
                  <a:cubicBezTo>
                    <a:pt x="1577" y="1574"/>
                    <a:pt x="1579" y="1571"/>
                    <a:pt x="1590" y="1563"/>
                  </a:cubicBezTo>
                  <a:cubicBezTo>
                    <a:pt x="1601" y="1555"/>
                    <a:pt x="1595" y="1547"/>
                    <a:pt x="1595" y="1527"/>
                  </a:cubicBezTo>
                  <a:cubicBezTo>
                    <a:pt x="1595" y="1507"/>
                    <a:pt x="1589" y="1517"/>
                    <a:pt x="1584" y="1521"/>
                  </a:cubicBezTo>
                  <a:cubicBezTo>
                    <a:pt x="1579" y="1525"/>
                    <a:pt x="1573" y="1525"/>
                    <a:pt x="1569" y="1543"/>
                  </a:cubicBezTo>
                  <a:cubicBezTo>
                    <a:pt x="1565" y="1561"/>
                    <a:pt x="1536" y="1567"/>
                    <a:pt x="1525" y="1583"/>
                  </a:cubicBezTo>
                  <a:cubicBezTo>
                    <a:pt x="1514" y="1599"/>
                    <a:pt x="1494" y="1617"/>
                    <a:pt x="1479" y="1627"/>
                  </a:cubicBezTo>
                  <a:cubicBezTo>
                    <a:pt x="1464" y="1637"/>
                    <a:pt x="1481" y="1640"/>
                    <a:pt x="1482" y="1652"/>
                  </a:cubicBezTo>
                  <a:cubicBezTo>
                    <a:pt x="1483" y="1664"/>
                    <a:pt x="1465" y="1654"/>
                    <a:pt x="1453" y="1653"/>
                  </a:cubicBezTo>
                  <a:cubicBezTo>
                    <a:pt x="1441" y="1652"/>
                    <a:pt x="1441" y="1651"/>
                    <a:pt x="1436" y="1627"/>
                  </a:cubicBezTo>
                  <a:cubicBezTo>
                    <a:pt x="1431" y="1603"/>
                    <a:pt x="1426" y="1607"/>
                    <a:pt x="1420" y="1584"/>
                  </a:cubicBezTo>
                  <a:cubicBezTo>
                    <a:pt x="1414" y="1561"/>
                    <a:pt x="1408" y="1556"/>
                    <a:pt x="1404" y="1546"/>
                  </a:cubicBezTo>
                  <a:cubicBezTo>
                    <a:pt x="1400" y="1536"/>
                    <a:pt x="1380" y="1527"/>
                    <a:pt x="1368" y="1522"/>
                  </a:cubicBezTo>
                  <a:cubicBezTo>
                    <a:pt x="1356" y="1517"/>
                    <a:pt x="1360" y="1503"/>
                    <a:pt x="1360" y="1486"/>
                  </a:cubicBezTo>
                  <a:cubicBezTo>
                    <a:pt x="1360" y="1469"/>
                    <a:pt x="1347" y="1489"/>
                    <a:pt x="1343" y="1480"/>
                  </a:cubicBezTo>
                  <a:cubicBezTo>
                    <a:pt x="1339" y="1471"/>
                    <a:pt x="1338" y="1472"/>
                    <a:pt x="1331" y="1462"/>
                  </a:cubicBezTo>
                  <a:cubicBezTo>
                    <a:pt x="1324" y="1452"/>
                    <a:pt x="1309" y="1462"/>
                    <a:pt x="1294" y="1458"/>
                  </a:cubicBezTo>
                  <a:cubicBezTo>
                    <a:pt x="1279" y="1454"/>
                    <a:pt x="1283" y="1445"/>
                    <a:pt x="1275" y="1441"/>
                  </a:cubicBezTo>
                  <a:cubicBezTo>
                    <a:pt x="1267" y="1437"/>
                    <a:pt x="1252" y="1440"/>
                    <a:pt x="1245" y="1443"/>
                  </a:cubicBezTo>
                  <a:cubicBezTo>
                    <a:pt x="1238" y="1446"/>
                    <a:pt x="1225" y="1452"/>
                    <a:pt x="1225" y="1440"/>
                  </a:cubicBezTo>
                  <a:cubicBezTo>
                    <a:pt x="1225" y="1428"/>
                    <a:pt x="1215" y="1432"/>
                    <a:pt x="1199" y="1416"/>
                  </a:cubicBezTo>
                  <a:cubicBezTo>
                    <a:pt x="1183" y="1400"/>
                    <a:pt x="1168" y="1416"/>
                    <a:pt x="1128" y="1416"/>
                  </a:cubicBezTo>
                  <a:cubicBezTo>
                    <a:pt x="1088" y="1416"/>
                    <a:pt x="1099" y="1421"/>
                    <a:pt x="1069" y="1421"/>
                  </a:cubicBezTo>
                  <a:cubicBezTo>
                    <a:pt x="1039" y="1421"/>
                    <a:pt x="1035" y="1423"/>
                    <a:pt x="1020" y="1427"/>
                  </a:cubicBezTo>
                  <a:cubicBezTo>
                    <a:pt x="1005" y="1431"/>
                    <a:pt x="986" y="1442"/>
                    <a:pt x="972" y="1450"/>
                  </a:cubicBezTo>
                  <a:cubicBezTo>
                    <a:pt x="958" y="1458"/>
                    <a:pt x="885" y="1460"/>
                    <a:pt x="858" y="1460"/>
                  </a:cubicBezTo>
                  <a:cubicBezTo>
                    <a:pt x="831" y="1460"/>
                    <a:pt x="829" y="1463"/>
                    <a:pt x="821" y="1475"/>
                  </a:cubicBezTo>
                  <a:cubicBezTo>
                    <a:pt x="813" y="1487"/>
                    <a:pt x="760" y="1504"/>
                    <a:pt x="746" y="1508"/>
                  </a:cubicBezTo>
                  <a:cubicBezTo>
                    <a:pt x="732" y="1512"/>
                    <a:pt x="720" y="1528"/>
                    <a:pt x="717" y="1545"/>
                  </a:cubicBezTo>
                  <a:cubicBezTo>
                    <a:pt x="714" y="1562"/>
                    <a:pt x="698" y="1576"/>
                    <a:pt x="688" y="1575"/>
                  </a:cubicBezTo>
                  <a:cubicBezTo>
                    <a:pt x="678" y="1574"/>
                    <a:pt x="677" y="1583"/>
                    <a:pt x="670" y="1585"/>
                  </a:cubicBezTo>
                  <a:cubicBezTo>
                    <a:pt x="663" y="1587"/>
                    <a:pt x="651" y="1587"/>
                    <a:pt x="647" y="1581"/>
                  </a:cubicBezTo>
                  <a:cubicBezTo>
                    <a:pt x="643" y="1575"/>
                    <a:pt x="642" y="1576"/>
                    <a:pt x="633" y="1576"/>
                  </a:cubicBezTo>
                  <a:cubicBezTo>
                    <a:pt x="624" y="1576"/>
                    <a:pt x="631" y="1584"/>
                    <a:pt x="621" y="1587"/>
                  </a:cubicBezTo>
                  <a:cubicBezTo>
                    <a:pt x="611" y="1590"/>
                    <a:pt x="597" y="1589"/>
                    <a:pt x="592" y="1584"/>
                  </a:cubicBezTo>
                  <a:cubicBezTo>
                    <a:pt x="587" y="1579"/>
                    <a:pt x="579" y="1577"/>
                    <a:pt x="568" y="1578"/>
                  </a:cubicBezTo>
                  <a:cubicBezTo>
                    <a:pt x="557" y="1579"/>
                    <a:pt x="555" y="1579"/>
                    <a:pt x="547" y="1573"/>
                  </a:cubicBezTo>
                  <a:cubicBezTo>
                    <a:pt x="539" y="1567"/>
                    <a:pt x="537" y="1568"/>
                    <a:pt x="526" y="1575"/>
                  </a:cubicBezTo>
                  <a:cubicBezTo>
                    <a:pt x="515" y="1582"/>
                    <a:pt x="503" y="1578"/>
                    <a:pt x="477" y="1578"/>
                  </a:cubicBezTo>
                  <a:cubicBezTo>
                    <a:pt x="451" y="1578"/>
                    <a:pt x="440" y="1583"/>
                    <a:pt x="432" y="1605"/>
                  </a:cubicBezTo>
                  <a:cubicBezTo>
                    <a:pt x="424" y="1627"/>
                    <a:pt x="403" y="1618"/>
                    <a:pt x="387" y="1618"/>
                  </a:cubicBezTo>
                  <a:cubicBezTo>
                    <a:pt x="371" y="1618"/>
                    <a:pt x="370" y="1638"/>
                    <a:pt x="353" y="1651"/>
                  </a:cubicBezTo>
                  <a:cubicBezTo>
                    <a:pt x="336" y="1664"/>
                    <a:pt x="309" y="1661"/>
                    <a:pt x="293" y="1661"/>
                  </a:cubicBezTo>
                  <a:cubicBezTo>
                    <a:pt x="277" y="1661"/>
                    <a:pt x="257" y="1662"/>
                    <a:pt x="236" y="1658"/>
                  </a:cubicBezTo>
                  <a:cubicBezTo>
                    <a:pt x="215" y="1654"/>
                    <a:pt x="206" y="1647"/>
                    <a:pt x="195" y="1630"/>
                  </a:cubicBezTo>
                  <a:cubicBezTo>
                    <a:pt x="184" y="1613"/>
                    <a:pt x="172" y="1615"/>
                    <a:pt x="154" y="1607"/>
                  </a:cubicBezTo>
                  <a:cubicBezTo>
                    <a:pt x="136" y="1599"/>
                    <a:pt x="141" y="1596"/>
                    <a:pt x="137" y="1578"/>
                  </a:cubicBezTo>
                  <a:cubicBezTo>
                    <a:pt x="133" y="1560"/>
                    <a:pt x="136" y="1558"/>
                    <a:pt x="147" y="1558"/>
                  </a:cubicBezTo>
                  <a:cubicBezTo>
                    <a:pt x="158" y="1558"/>
                    <a:pt x="165" y="1558"/>
                    <a:pt x="167" y="1551"/>
                  </a:cubicBezTo>
                  <a:cubicBezTo>
                    <a:pt x="169" y="1544"/>
                    <a:pt x="174" y="1539"/>
                    <a:pt x="184" y="1530"/>
                  </a:cubicBezTo>
                  <a:cubicBezTo>
                    <a:pt x="194" y="1521"/>
                    <a:pt x="193" y="1521"/>
                    <a:pt x="181" y="1506"/>
                  </a:cubicBezTo>
                  <a:cubicBezTo>
                    <a:pt x="169" y="1491"/>
                    <a:pt x="176" y="1480"/>
                    <a:pt x="180" y="1471"/>
                  </a:cubicBezTo>
                  <a:cubicBezTo>
                    <a:pt x="184" y="1462"/>
                    <a:pt x="187" y="1445"/>
                    <a:pt x="185" y="1436"/>
                  </a:cubicBezTo>
                  <a:cubicBezTo>
                    <a:pt x="183" y="1427"/>
                    <a:pt x="180" y="1409"/>
                    <a:pt x="175" y="1398"/>
                  </a:cubicBezTo>
                  <a:cubicBezTo>
                    <a:pt x="170" y="1387"/>
                    <a:pt x="162" y="1366"/>
                    <a:pt x="152" y="1355"/>
                  </a:cubicBezTo>
                  <a:cubicBezTo>
                    <a:pt x="142" y="1344"/>
                    <a:pt x="141" y="1304"/>
                    <a:pt x="140" y="1281"/>
                  </a:cubicBezTo>
                  <a:cubicBezTo>
                    <a:pt x="139" y="1258"/>
                    <a:pt x="132" y="1245"/>
                    <a:pt x="125" y="1236"/>
                  </a:cubicBezTo>
                  <a:cubicBezTo>
                    <a:pt x="118" y="1227"/>
                    <a:pt x="106" y="1202"/>
                    <a:pt x="100" y="1188"/>
                  </a:cubicBezTo>
                  <a:cubicBezTo>
                    <a:pt x="94" y="1174"/>
                    <a:pt x="83" y="1164"/>
                    <a:pt x="82" y="1150"/>
                  </a:cubicBezTo>
                  <a:cubicBezTo>
                    <a:pt x="81" y="1136"/>
                    <a:pt x="78" y="1142"/>
                    <a:pt x="74" y="1118"/>
                  </a:cubicBezTo>
                  <a:cubicBezTo>
                    <a:pt x="70" y="1094"/>
                    <a:pt x="60" y="1084"/>
                    <a:pt x="45" y="1070"/>
                  </a:cubicBezTo>
                  <a:cubicBezTo>
                    <a:pt x="30" y="1056"/>
                    <a:pt x="24" y="1039"/>
                    <a:pt x="12" y="1009"/>
                  </a:cubicBezTo>
                  <a:cubicBezTo>
                    <a:pt x="0" y="979"/>
                    <a:pt x="7" y="988"/>
                    <a:pt x="11" y="995"/>
                  </a:cubicBezTo>
                  <a:cubicBezTo>
                    <a:pt x="15" y="1002"/>
                    <a:pt x="24" y="1009"/>
                    <a:pt x="43" y="1043"/>
                  </a:cubicBezTo>
                  <a:cubicBezTo>
                    <a:pt x="62" y="1077"/>
                    <a:pt x="60" y="1055"/>
                    <a:pt x="60" y="1048"/>
                  </a:cubicBezTo>
                  <a:cubicBezTo>
                    <a:pt x="60" y="1041"/>
                    <a:pt x="56" y="1028"/>
                    <a:pt x="47" y="1020"/>
                  </a:cubicBezTo>
                  <a:cubicBezTo>
                    <a:pt x="38" y="1012"/>
                    <a:pt x="41" y="1001"/>
                    <a:pt x="49" y="1002"/>
                  </a:cubicBezTo>
                  <a:cubicBezTo>
                    <a:pt x="57" y="1003"/>
                    <a:pt x="61" y="1012"/>
                    <a:pt x="69" y="1023"/>
                  </a:cubicBezTo>
                  <a:cubicBezTo>
                    <a:pt x="77" y="1034"/>
                    <a:pt x="70" y="1043"/>
                    <a:pt x="79" y="1049"/>
                  </a:cubicBezTo>
                  <a:cubicBezTo>
                    <a:pt x="88" y="1055"/>
                    <a:pt x="88" y="1036"/>
                    <a:pt x="87" y="1015"/>
                  </a:cubicBezTo>
                  <a:cubicBezTo>
                    <a:pt x="86" y="994"/>
                    <a:pt x="76" y="998"/>
                    <a:pt x="73" y="989"/>
                  </a:cubicBezTo>
                  <a:cubicBezTo>
                    <a:pt x="70" y="980"/>
                    <a:pt x="59" y="966"/>
                    <a:pt x="54" y="950"/>
                  </a:cubicBezTo>
                  <a:cubicBezTo>
                    <a:pt x="49" y="934"/>
                    <a:pt x="34" y="920"/>
                    <a:pt x="34" y="907"/>
                  </a:cubicBezTo>
                  <a:cubicBezTo>
                    <a:pt x="34" y="894"/>
                    <a:pt x="38" y="883"/>
                    <a:pt x="46" y="870"/>
                  </a:cubicBezTo>
                  <a:cubicBezTo>
                    <a:pt x="54" y="857"/>
                    <a:pt x="63" y="840"/>
                    <a:pt x="61" y="819"/>
                  </a:cubicBezTo>
                  <a:cubicBezTo>
                    <a:pt x="59" y="798"/>
                    <a:pt x="61" y="819"/>
                    <a:pt x="51" y="801"/>
                  </a:cubicBezTo>
                  <a:cubicBezTo>
                    <a:pt x="41" y="783"/>
                    <a:pt x="63" y="783"/>
                    <a:pt x="63" y="763"/>
                  </a:cubicBezTo>
                  <a:cubicBezTo>
                    <a:pt x="63" y="743"/>
                    <a:pt x="67" y="739"/>
                    <a:pt x="83" y="735"/>
                  </a:cubicBezTo>
                  <a:cubicBezTo>
                    <a:pt x="99" y="731"/>
                    <a:pt x="83" y="759"/>
                    <a:pt x="85" y="773"/>
                  </a:cubicBezTo>
                  <a:cubicBezTo>
                    <a:pt x="87" y="787"/>
                    <a:pt x="101" y="779"/>
                    <a:pt x="109" y="761"/>
                  </a:cubicBezTo>
                  <a:cubicBezTo>
                    <a:pt x="117" y="743"/>
                    <a:pt x="145" y="727"/>
                    <a:pt x="169" y="713"/>
                  </a:cubicBezTo>
                  <a:cubicBezTo>
                    <a:pt x="193" y="699"/>
                    <a:pt x="197" y="695"/>
                    <a:pt x="209" y="681"/>
                  </a:cubicBezTo>
                  <a:cubicBezTo>
                    <a:pt x="221" y="667"/>
                    <a:pt x="249" y="665"/>
                    <a:pt x="275" y="669"/>
                  </a:cubicBezTo>
                  <a:cubicBezTo>
                    <a:pt x="301" y="673"/>
                    <a:pt x="313" y="665"/>
                    <a:pt x="323" y="649"/>
                  </a:cubicBezTo>
                  <a:cubicBezTo>
                    <a:pt x="333" y="633"/>
                    <a:pt x="353" y="645"/>
                    <a:pt x="369" y="635"/>
                  </a:cubicBezTo>
                  <a:cubicBezTo>
                    <a:pt x="385" y="625"/>
                    <a:pt x="391" y="621"/>
                    <a:pt x="415" y="621"/>
                  </a:cubicBezTo>
                  <a:cubicBezTo>
                    <a:pt x="439" y="621"/>
                    <a:pt x="463" y="615"/>
                    <a:pt x="463" y="615"/>
                  </a:cubicBezTo>
                  <a:cubicBezTo>
                    <a:pt x="490" y="606"/>
                    <a:pt x="523" y="582"/>
                    <a:pt x="531" y="574"/>
                  </a:cubicBezTo>
                  <a:close/>
                  <a:moveTo>
                    <a:pt x="1984" y="1992"/>
                  </a:moveTo>
                  <a:cubicBezTo>
                    <a:pt x="1984" y="1992"/>
                    <a:pt x="1981" y="1998"/>
                    <a:pt x="1976" y="2000"/>
                  </a:cubicBezTo>
                  <a:cubicBezTo>
                    <a:pt x="1970" y="2001"/>
                    <a:pt x="1976" y="2009"/>
                    <a:pt x="1976" y="2016"/>
                  </a:cubicBezTo>
                  <a:cubicBezTo>
                    <a:pt x="1977" y="2022"/>
                    <a:pt x="1981" y="2026"/>
                    <a:pt x="1982" y="2031"/>
                  </a:cubicBezTo>
                  <a:cubicBezTo>
                    <a:pt x="1982" y="2036"/>
                    <a:pt x="1986" y="2044"/>
                    <a:pt x="1989" y="2036"/>
                  </a:cubicBezTo>
                  <a:cubicBezTo>
                    <a:pt x="1992" y="2029"/>
                    <a:pt x="1996" y="2027"/>
                    <a:pt x="2002" y="2024"/>
                  </a:cubicBezTo>
                  <a:cubicBezTo>
                    <a:pt x="2007" y="2020"/>
                    <a:pt x="2014" y="2021"/>
                    <a:pt x="2008" y="2014"/>
                  </a:cubicBezTo>
                  <a:cubicBezTo>
                    <a:pt x="2001" y="2008"/>
                    <a:pt x="2000" y="2007"/>
                    <a:pt x="1997" y="2001"/>
                  </a:cubicBezTo>
                  <a:cubicBezTo>
                    <a:pt x="1994" y="1995"/>
                    <a:pt x="1984" y="1981"/>
                    <a:pt x="1984" y="1992"/>
                  </a:cubicBezTo>
                  <a:close/>
                  <a:moveTo>
                    <a:pt x="2034" y="2068"/>
                  </a:moveTo>
                  <a:cubicBezTo>
                    <a:pt x="2034" y="2068"/>
                    <a:pt x="2030" y="2068"/>
                    <a:pt x="2030" y="2080"/>
                  </a:cubicBezTo>
                  <a:cubicBezTo>
                    <a:pt x="2030" y="2092"/>
                    <a:pt x="2026" y="2112"/>
                    <a:pt x="2035" y="2121"/>
                  </a:cubicBezTo>
                  <a:cubicBezTo>
                    <a:pt x="2044" y="2130"/>
                    <a:pt x="2033" y="2146"/>
                    <a:pt x="2042" y="2150"/>
                  </a:cubicBezTo>
                  <a:cubicBezTo>
                    <a:pt x="2052" y="2153"/>
                    <a:pt x="2048" y="2158"/>
                    <a:pt x="2057" y="2167"/>
                  </a:cubicBezTo>
                  <a:cubicBezTo>
                    <a:pt x="2066" y="2176"/>
                    <a:pt x="2069" y="2176"/>
                    <a:pt x="2069" y="2192"/>
                  </a:cubicBezTo>
                  <a:cubicBezTo>
                    <a:pt x="2069" y="2208"/>
                    <a:pt x="2069" y="2222"/>
                    <a:pt x="2078" y="2232"/>
                  </a:cubicBezTo>
                  <a:cubicBezTo>
                    <a:pt x="2088" y="2243"/>
                    <a:pt x="2092" y="2251"/>
                    <a:pt x="2106" y="2265"/>
                  </a:cubicBezTo>
                  <a:cubicBezTo>
                    <a:pt x="2121" y="2279"/>
                    <a:pt x="2116" y="2286"/>
                    <a:pt x="2128" y="2289"/>
                  </a:cubicBezTo>
                  <a:cubicBezTo>
                    <a:pt x="2141" y="2292"/>
                    <a:pt x="2147" y="2290"/>
                    <a:pt x="2157" y="2296"/>
                  </a:cubicBezTo>
                  <a:cubicBezTo>
                    <a:pt x="2167" y="2303"/>
                    <a:pt x="2182" y="2304"/>
                    <a:pt x="2180" y="2294"/>
                  </a:cubicBezTo>
                  <a:cubicBezTo>
                    <a:pt x="2178" y="2284"/>
                    <a:pt x="2184" y="2284"/>
                    <a:pt x="2190" y="2282"/>
                  </a:cubicBezTo>
                  <a:cubicBezTo>
                    <a:pt x="2195" y="2280"/>
                    <a:pt x="2192" y="2290"/>
                    <a:pt x="2200" y="2286"/>
                  </a:cubicBezTo>
                  <a:cubicBezTo>
                    <a:pt x="2209" y="2282"/>
                    <a:pt x="2219" y="2278"/>
                    <a:pt x="2210" y="2272"/>
                  </a:cubicBezTo>
                  <a:cubicBezTo>
                    <a:pt x="2200" y="2267"/>
                    <a:pt x="2205" y="2265"/>
                    <a:pt x="2206" y="2259"/>
                  </a:cubicBezTo>
                  <a:cubicBezTo>
                    <a:pt x="2206" y="2253"/>
                    <a:pt x="2204" y="2249"/>
                    <a:pt x="2213" y="2249"/>
                  </a:cubicBezTo>
                  <a:cubicBezTo>
                    <a:pt x="2222" y="2249"/>
                    <a:pt x="2223" y="2261"/>
                    <a:pt x="2229" y="2262"/>
                  </a:cubicBezTo>
                  <a:cubicBezTo>
                    <a:pt x="2235" y="2262"/>
                    <a:pt x="2232" y="2271"/>
                    <a:pt x="2238" y="2271"/>
                  </a:cubicBezTo>
                  <a:cubicBezTo>
                    <a:pt x="2243" y="2271"/>
                    <a:pt x="2250" y="2278"/>
                    <a:pt x="2246" y="2264"/>
                  </a:cubicBezTo>
                  <a:cubicBezTo>
                    <a:pt x="2242" y="2251"/>
                    <a:pt x="2245" y="2247"/>
                    <a:pt x="2250" y="2242"/>
                  </a:cubicBezTo>
                  <a:cubicBezTo>
                    <a:pt x="2254" y="2238"/>
                    <a:pt x="2258" y="2227"/>
                    <a:pt x="2253" y="2222"/>
                  </a:cubicBezTo>
                  <a:cubicBezTo>
                    <a:pt x="2248" y="2218"/>
                    <a:pt x="2246" y="2216"/>
                    <a:pt x="2248" y="2208"/>
                  </a:cubicBezTo>
                  <a:cubicBezTo>
                    <a:pt x="2251" y="2201"/>
                    <a:pt x="2249" y="2196"/>
                    <a:pt x="2259" y="2194"/>
                  </a:cubicBezTo>
                  <a:cubicBezTo>
                    <a:pt x="2269" y="2192"/>
                    <a:pt x="2274" y="2192"/>
                    <a:pt x="2274" y="2178"/>
                  </a:cubicBezTo>
                  <a:cubicBezTo>
                    <a:pt x="2273" y="2164"/>
                    <a:pt x="2272" y="2158"/>
                    <a:pt x="2272" y="2143"/>
                  </a:cubicBezTo>
                  <a:cubicBezTo>
                    <a:pt x="2272" y="2128"/>
                    <a:pt x="2280" y="2096"/>
                    <a:pt x="2270" y="2088"/>
                  </a:cubicBezTo>
                  <a:cubicBezTo>
                    <a:pt x="2260" y="2081"/>
                    <a:pt x="2254" y="2072"/>
                    <a:pt x="2248" y="2078"/>
                  </a:cubicBezTo>
                  <a:cubicBezTo>
                    <a:pt x="2243" y="2084"/>
                    <a:pt x="2248" y="2084"/>
                    <a:pt x="2234" y="2082"/>
                  </a:cubicBezTo>
                  <a:cubicBezTo>
                    <a:pt x="2221" y="2080"/>
                    <a:pt x="2219" y="2084"/>
                    <a:pt x="2218" y="2086"/>
                  </a:cubicBezTo>
                  <a:cubicBezTo>
                    <a:pt x="2218" y="2089"/>
                    <a:pt x="2216" y="2093"/>
                    <a:pt x="2207" y="2091"/>
                  </a:cubicBezTo>
                  <a:cubicBezTo>
                    <a:pt x="2198" y="2089"/>
                    <a:pt x="2180" y="2090"/>
                    <a:pt x="2177" y="2096"/>
                  </a:cubicBezTo>
                  <a:cubicBezTo>
                    <a:pt x="2174" y="2101"/>
                    <a:pt x="2159" y="2096"/>
                    <a:pt x="2158" y="2102"/>
                  </a:cubicBezTo>
                  <a:cubicBezTo>
                    <a:pt x="2156" y="2109"/>
                    <a:pt x="2156" y="2111"/>
                    <a:pt x="2144" y="2109"/>
                  </a:cubicBezTo>
                  <a:cubicBezTo>
                    <a:pt x="2133" y="2107"/>
                    <a:pt x="2130" y="2107"/>
                    <a:pt x="2120" y="2100"/>
                  </a:cubicBezTo>
                  <a:cubicBezTo>
                    <a:pt x="2110" y="2092"/>
                    <a:pt x="2111" y="2100"/>
                    <a:pt x="2104" y="2092"/>
                  </a:cubicBezTo>
                  <a:cubicBezTo>
                    <a:pt x="2098" y="2083"/>
                    <a:pt x="2098" y="2086"/>
                    <a:pt x="2090" y="2082"/>
                  </a:cubicBezTo>
                  <a:cubicBezTo>
                    <a:pt x="2082" y="2078"/>
                    <a:pt x="2065" y="2090"/>
                    <a:pt x="2056" y="2078"/>
                  </a:cubicBezTo>
                  <a:cubicBezTo>
                    <a:pt x="2046" y="2066"/>
                    <a:pt x="2042" y="2056"/>
                    <a:pt x="2034" y="2068"/>
                  </a:cubicBezTo>
                  <a:close/>
                  <a:moveTo>
                    <a:pt x="2245" y="2002"/>
                  </a:moveTo>
                  <a:cubicBezTo>
                    <a:pt x="2245" y="2002"/>
                    <a:pt x="2224" y="2003"/>
                    <a:pt x="2231" y="2012"/>
                  </a:cubicBezTo>
                  <a:cubicBezTo>
                    <a:pt x="2238" y="2022"/>
                    <a:pt x="2240" y="2024"/>
                    <a:pt x="2243" y="2033"/>
                  </a:cubicBezTo>
                  <a:cubicBezTo>
                    <a:pt x="2246" y="2042"/>
                    <a:pt x="2253" y="2040"/>
                    <a:pt x="2256" y="2049"/>
                  </a:cubicBezTo>
                  <a:cubicBezTo>
                    <a:pt x="2260" y="2058"/>
                    <a:pt x="2259" y="2062"/>
                    <a:pt x="2263" y="2064"/>
                  </a:cubicBezTo>
                  <a:cubicBezTo>
                    <a:pt x="2267" y="2065"/>
                    <a:pt x="2269" y="2069"/>
                    <a:pt x="2270" y="2058"/>
                  </a:cubicBezTo>
                  <a:cubicBezTo>
                    <a:pt x="2272" y="2046"/>
                    <a:pt x="2278" y="2032"/>
                    <a:pt x="2270" y="2023"/>
                  </a:cubicBezTo>
                  <a:cubicBezTo>
                    <a:pt x="2261" y="2014"/>
                    <a:pt x="2262" y="2012"/>
                    <a:pt x="2245" y="2002"/>
                  </a:cubicBezTo>
                  <a:close/>
                  <a:moveTo>
                    <a:pt x="1560" y="1696"/>
                  </a:moveTo>
                  <a:cubicBezTo>
                    <a:pt x="1560" y="1696"/>
                    <a:pt x="1548" y="1694"/>
                    <a:pt x="1546" y="1701"/>
                  </a:cubicBezTo>
                  <a:cubicBezTo>
                    <a:pt x="1543" y="1708"/>
                    <a:pt x="1539" y="1708"/>
                    <a:pt x="1531" y="1707"/>
                  </a:cubicBezTo>
                  <a:cubicBezTo>
                    <a:pt x="1523" y="1706"/>
                    <a:pt x="1520" y="1708"/>
                    <a:pt x="1519" y="1712"/>
                  </a:cubicBezTo>
                  <a:cubicBezTo>
                    <a:pt x="1518" y="1716"/>
                    <a:pt x="1510" y="1713"/>
                    <a:pt x="1514" y="1720"/>
                  </a:cubicBezTo>
                  <a:cubicBezTo>
                    <a:pt x="1517" y="1728"/>
                    <a:pt x="1522" y="1726"/>
                    <a:pt x="1524" y="1730"/>
                  </a:cubicBezTo>
                  <a:cubicBezTo>
                    <a:pt x="1526" y="1735"/>
                    <a:pt x="1528" y="1736"/>
                    <a:pt x="1539" y="1736"/>
                  </a:cubicBezTo>
                  <a:cubicBezTo>
                    <a:pt x="1550" y="1736"/>
                    <a:pt x="1555" y="1738"/>
                    <a:pt x="1560" y="1734"/>
                  </a:cubicBezTo>
                  <a:cubicBezTo>
                    <a:pt x="1566" y="1730"/>
                    <a:pt x="1578" y="1726"/>
                    <a:pt x="1586" y="1725"/>
                  </a:cubicBezTo>
                  <a:cubicBezTo>
                    <a:pt x="1594" y="1724"/>
                    <a:pt x="1604" y="1720"/>
                    <a:pt x="1605" y="1717"/>
                  </a:cubicBezTo>
                  <a:cubicBezTo>
                    <a:pt x="1606" y="1714"/>
                    <a:pt x="1595" y="1710"/>
                    <a:pt x="1589" y="1709"/>
                  </a:cubicBezTo>
                  <a:cubicBezTo>
                    <a:pt x="1583" y="1708"/>
                    <a:pt x="1584" y="1696"/>
                    <a:pt x="1560" y="1696"/>
                  </a:cubicBezTo>
                  <a:close/>
                  <a:moveTo>
                    <a:pt x="1143" y="56"/>
                  </a:moveTo>
                  <a:cubicBezTo>
                    <a:pt x="1143" y="56"/>
                    <a:pt x="1137" y="54"/>
                    <a:pt x="1132" y="48"/>
                  </a:cubicBezTo>
                  <a:cubicBezTo>
                    <a:pt x="1128" y="43"/>
                    <a:pt x="1119" y="38"/>
                    <a:pt x="1119" y="46"/>
                  </a:cubicBezTo>
                  <a:cubicBezTo>
                    <a:pt x="1118" y="53"/>
                    <a:pt x="1117" y="54"/>
                    <a:pt x="1110" y="54"/>
                  </a:cubicBezTo>
                  <a:cubicBezTo>
                    <a:pt x="1103" y="54"/>
                    <a:pt x="1101" y="61"/>
                    <a:pt x="1101" y="66"/>
                  </a:cubicBezTo>
                  <a:cubicBezTo>
                    <a:pt x="1102" y="72"/>
                    <a:pt x="1088" y="80"/>
                    <a:pt x="1098" y="82"/>
                  </a:cubicBezTo>
                  <a:cubicBezTo>
                    <a:pt x="1108" y="84"/>
                    <a:pt x="1117" y="79"/>
                    <a:pt x="1124" y="84"/>
                  </a:cubicBezTo>
                  <a:cubicBezTo>
                    <a:pt x="1131" y="90"/>
                    <a:pt x="1139" y="82"/>
                    <a:pt x="1145" y="88"/>
                  </a:cubicBezTo>
                  <a:cubicBezTo>
                    <a:pt x="1152" y="95"/>
                    <a:pt x="1160" y="97"/>
                    <a:pt x="1162" y="92"/>
                  </a:cubicBezTo>
                  <a:cubicBezTo>
                    <a:pt x="1165" y="87"/>
                    <a:pt x="1167" y="85"/>
                    <a:pt x="1175" y="85"/>
                  </a:cubicBezTo>
                  <a:cubicBezTo>
                    <a:pt x="1183" y="85"/>
                    <a:pt x="1183" y="75"/>
                    <a:pt x="1190" y="73"/>
                  </a:cubicBezTo>
                  <a:cubicBezTo>
                    <a:pt x="1197" y="70"/>
                    <a:pt x="1199" y="67"/>
                    <a:pt x="1200" y="59"/>
                  </a:cubicBezTo>
                  <a:cubicBezTo>
                    <a:pt x="1200" y="52"/>
                    <a:pt x="1194" y="58"/>
                    <a:pt x="1191" y="50"/>
                  </a:cubicBezTo>
                  <a:cubicBezTo>
                    <a:pt x="1187" y="42"/>
                    <a:pt x="1178" y="42"/>
                    <a:pt x="1173" y="42"/>
                  </a:cubicBezTo>
                  <a:cubicBezTo>
                    <a:pt x="1168" y="43"/>
                    <a:pt x="1173" y="50"/>
                    <a:pt x="1166" y="50"/>
                  </a:cubicBezTo>
                  <a:cubicBezTo>
                    <a:pt x="1160" y="51"/>
                    <a:pt x="1158" y="59"/>
                    <a:pt x="1143" y="56"/>
                  </a:cubicBezTo>
                  <a:close/>
                  <a:moveTo>
                    <a:pt x="1220" y="35"/>
                  </a:moveTo>
                  <a:cubicBezTo>
                    <a:pt x="1220" y="35"/>
                    <a:pt x="1201" y="39"/>
                    <a:pt x="1207" y="46"/>
                  </a:cubicBezTo>
                  <a:cubicBezTo>
                    <a:pt x="1214" y="52"/>
                    <a:pt x="1218" y="51"/>
                    <a:pt x="1222" y="57"/>
                  </a:cubicBezTo>
                  <a:cubicBezTo>
                    <a:pt x="1227" y="63"/>
                    <a:pt x="1234" y="67"/>
                    <a:pt x="1241" y="67"/>
                  </a:cubicBezTo>
                  <a:cubicBezTo>
                    <a:pt x="1247" y="67"/>
                    <a:pt x="1265" y="71"/>
                    <a:pt x="1263" y="62"/>
                  </a:cubicBezTo>
                  <a:cubicBezTo>
                    <a:pt x="1261" y="53"/>
                    <a:pt x="1268" y="50"/>
                    <a:pt x="1261" y="47"/>
                  </a:cubicBezTo>
                  <a:cubicBezTo>
                    <a:pt x="1253" y="43"/>
                    <a:pt x="1253" y="34"/>
                    <a:pt x="1245" y="34"/>
                  </a:cubicBezTo>
                  <a:cubicBezTo>
                    <a:pt x="1237" y="34"/>
                    <a:pt x="1234" y="33"/>
                    <a:pt x="1220" y="35"/>
                  </a:cubicBezTo>
                  <a:close/>
                  <a:moveTo>
                    <a:pt x="1517" y="35"/>
                  </a:moveTo>
                  <a:cubicBezTo>
                    <a:pt x="1517" y="35"/>
                    <a:pt x="1512" y="49"/>
                    <a:pt x="1506" y="53"/>
                  </a:cubicBezTo>
                  <a:cubicBezTo>
                    <a:pt x="1500" y="58"/>
                    <a:pt x="1499" y="62"/>
                    <a:pt x="1495" y="64"/>
                  </a:cubicBezTo>
                  <a:cubicBezTo>
                    <a:pt x="1491" y="66"/>
                    <a:pt x="1486" y="71"/>
                    <a:pt x="1490" y="74"/>
                  </a:cubicBezTo>
                  <a:cubicBezTo>
                    <a:pt x="1495" y="77"/>
                    <a:pt x="1493" y="74"/>
                    <a:pt x="1499" y="69"/>
                  </a:cubicBezTo>
                  <a:cubicBezTo>
                    <a:pt x="1504" y="65"/>
                    <a:pt x="1515" y="66"/>
                    <a:pt x="1518" y="57"/>
                  </a:cubicBezTo>
                  <a:cubicBezTo>
                    <a:pt x="1521" y="49"/>
                    <a:pt x="1518" y="49"/>
                    <a:pt x="1524" y="44"/>
                  </a:cubicBezTo>
                  <a:cubicBezTo>
                    <a:pt x="1529" y="40"/>
                    <a:pt x="1524" y="25"/>
                    <a:pt x="1517" y="35"/>
                  </a:cubicBezTo>
                  <a:close/>
                  <a:moveTo>
                    <a:pt x="1519" y="208"/>
                  </a:moveTo>
                  <a:cubicBezTo>
                    <a:pt x="1519" y="208"/>
                    <a:pt x="1503" y="204"/>
                    <a:pt x="1505" y="214"/>
                  </a:cubicBezTo>
                  <a:cubicBezTo>
                    <a:pt x="1507" y="224"/>
                    <a:pt x="1495" y="234"/>
                    <a:pt x="1506" y="237"/>
                  </a:cubicBezTo>
                  <a:cubicBezTo>
                    <a:pt x="1518" y="240"/>
                    <a:pt x="1520" y="237"/>
                    <a:pt x="1521" y="242"/>
                  </a:cubicBezTo>
                  <a:cubicBezTo>
                    <a:pt x="1523" y="246"/>
                    <a:pt x="1534" y="248"/>
                    <a:pt x="1536" y="244"/>
                  </a:cubicBezTo>
                  <a:cubicBezTo>
                    <a:pt x="1537" y="241"/>
                    <a:pt x="1541" y="236"/>
                    <a:pt x="1534" y="234"/>
                  </a:cubicBezTo>
                  <a:cubicBezTo>
                    <a:pt x="1528" y="232"/>
                    <a:pt x="1524" y="225"/>
                    <a:pt x="1529" y="223"/>
                  </a:cubicBezTo>
                  <a:cubicBezTo>
                    <a:pt x="1535" y="221"/>
                    <a:pt x="1539" y="221"/>
                    <a:pt x="1536" y="213"/>
                  </a:cubicBezTo>
                  <a:cubicBezTo>
                    <a:pt x="1534" y="206"/>
                    <a:pt x="1528" y="207"/>
                    <a:pt x="1519" y="208"/>
                  </a:cubicBezTo>
                  <a:close/>
                  <a:moveTo>
                    <a:pt x="1698" y="379"/>
                  </a:moveTo>
                  <a:cubicBezTo>
                    <a:pt x="1698" y="379"/>
                    <a:pt x="1687" y="381"/>
                    <a:pt x="1685" y="386"/>
                  </a:cubicBezTo>
                  <a:cubicBezTo>
                    <a:pt x="1683" y="391"/>
                    <a:pt x="1674" y="389"/>
                    <a:pt x="1678" y="398"/>
                  </a:cubicBezTo>
                  <a:cubicBezTo>
                    <a:pt x="1682" y="406"/>
                    <a:pt x="1691" y="411"/>
                    <a:pt x="1693" y="402"/>
                  </a:cubicBezTo>
                  <a:cubicBezTo>
                    <a:pt x="1695" y="394"/>
                    <a:pt x="1704" y="390"/>
                    <a:pt x="1710" y="390"/>
                  </a:cubicBezTo>
                  <a:cubicBezTo>
                    <a:pt x="1715" y="390"/>
                    <a:pt x="1727" y="387"/>
                    <a:pt x="1719" y="383"/>
                  </a:cubicBezTo>
                  <a:cubicBezTo>
                    <a:pt x="1711" y="380"/>
                    <a:pt x="1707" y="379"/>
                    <a:pt x="1698" y="379"/>
                  </a:cubicBezTo>
                  <a:close/>
                  <a:moveTo>
                    <a:pt x="21" y="940"/>
                  </a:moveTo>
                  <a:cubicBezTo>
                    <a:pt x="21" y="940"/>
                    <a:pt x="16" y="947"/>
                    <a:pt x="17" y="952"/>
                  </a:cubicBezTo>
                  <a:cubicBezTo>
                    <a:pt x="18" y="956"/>
                    <a:pt x="20" y="960"/>
                    <a:pt x="14" y="960"/>
                  </a:cubicBezTo>
                  <a:cubicBezTo>
                    <a:pt x="9" y="961"/>
                    <a:pt x="9" y="976"/>
                    <a:pt x="12" y="976"/>
                  </a:cubicBezTo>
                  <a:cubicBezTo>
                    <a:pt x="16" y="976"/>
                    <a:pt x="23" y="978"/>
                    <a:pt x="25" y="968"/>
                  </a:cubicBezTo>
                  <a:cubicBezTo>
                    <a:pt x="27" y="957"/>
                    <a:pt x="27" y="938"/>
                    <a:pt x="21" y="940"/>
                  </a:cubicBezTo>
                  <a:close/>
                  <a:moveTo>
                    <a:pt x="163" y="669"/>
                  </a:moveTo>
                  <a:cubicBezTo>
                    <a:pt x="163" y="669"/>
                    <a:pt x="160" y="670"/>
                    <a:pt x="160" y="673"/>
                  </a:cubicBezTo>
                  <a:cubicBezTo>
                    <a:pt x="160" y="676"/>
                    <a:pt x="163" y="678"/>
                    <a:pt x="165" y="678"/>
                  </a:cubicBezTo>
                  <a:cubicBezTo>
                    <a:pt x="166" y="678"/>
                    <a:pt x="168" y="666"/>
                    <a:pt x="163" y="66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9" name="Freeform 27"/>
            <p:cNvSpPr>
              <a:spLocks noEditPoints="1"/>
            </p:cNvSpPr>
            <p:nvPr/>
          </p:nvSpPr>
          <p:spPr bwMode="auto">
            <a:xfrm>
              <a:off x="4132" y="1876"/>
              <a:ext cx="951" cy="1362"/>
            </a:xfrm>
            <a:custGeom>
              <a:avLst/>
              <a:gdLst>
                <a:gd name="T0" fmla="*/ 1118 w 1157"/>
                <a:gd name="T1" fmla="*/ 1079 h 1657"/>
                <a:gd name="T2" fmla="*/ 1151 w 1157"/>
                <a:gd name="T3" fmla="*/ 1067 h 1657"/>
                <a:gd name="T4" fmla="*/ 267 w 1157"/>
                <a:gd name="T5" fmla="*/ 1041 h 1657"/>
                <a:gd name="T6" fmla="*/ 147 w 1157"/>
                <a:gd name="T7" fmla="*/ 1112 h 1657"/>
                <a:gd name="T8" fmla="*/ 79 w 1157"/>
                <a:gd name="T9" fmla="*/ 1193 h 1657"/>
                <a:gd name="T10" fmla="*/ 55 w 1157"/>
                <a:gd name="T11" fmla="*/ 1256 h 1657"/>
                <a:gd name="T12" fmla="*/ 135 w 1157"/>
                <a:gd name="T13" fmla="*/ 1281 h 1657"/>
                <a:gd name="T14" fmla="*/ 243 w 1157"/>
                <a:gd name="T15" fmla="*/ 1294 h 1657"/>
                <a:gd name="T16" fmla="*/ 347 w 1157"/>
                <a:gd name="T17" fmla="*/ 1154 h 1657"/>
                <a:gd name="T18" fmla="*/ 466 w 1157"/>
                <a:gd name="T19" fmla="*/ 1065 h 1657"/>
                <a:gd name="T20" fmla="*/ 517 w 1157"/>
                <a:gd name="T21" fmla="*/ 953 h 1657"/>
                <a:gd name="T22" fmla="*/ 542 w 1157"/>
                <a:gd name="T23" fmla="*/ 862 h 1657"/>
                <a:gd name="T24" fmla="*/ 505 w 1157"/>
                <a:gd name="T25" fmla="*/ 856 h 1657"/>
                <a:gd name="T26" fmla="*/ 455 w 1157"/>
                <a:gd name="T27" fmla="*/ 821 h 1657"/>
                <a:gd name="T28" fmla="*/ 403 w 1157"/>
                <a:gd name="T29" fmla="*/ 866 h 1657"/>
                <a:gd name="T30" fmla="*/ 315 w 1157"/>
                <a:gd name="T31" fmla="*/ 1000 h 1657"/>
                <a:gd name="T32" fmla="*/ 490 w 1157"/>
                <a:gd name="T33" fmla="*/ 458 h 1657"/>
                <a:gd name="T34" fmla="*/ 541 w 1157"/>
                <a:gd name="T35" fmla="*/ 520 h 1657"/>
                <a:gd name="T36" fmla="*/ 566 w 1157"/>
                <a:gd name="T37" fmla="*/ 654 h 1657"/>
                <a:gd name="T38" fmla="*/ 529 w 1157"/>
                <a:gd name="T39" fmla="*/ 710 h 1657"/>
                <a:gd name="T40" fmla="*/ 524 w 1157"/>
                <a:gd name="T41" fmla="*/ 750 h 1657"/>
                <a:gd name="T42" fmla="*/ 601 w 1157"/>
                <a:gd name="T43" fmla="*/ 797 h 1657"/>
                <a:gd name="T44" fmla="*/ 573 w 1157"/>
                <a:gd name="T45" fmla="*/ 882 h 1657"/>
                <a:gd name="T46" fmla="*/ 660 w 1157"/>
                <a:gd name="T47" fmla="*/ 863 h 1657"/>
                <a:gd name="T48" fmla="*/ 720 w 1157"/>
                <a:gd name="T49" fmla="*/ 764 h 1657"/>
                <a:gd name="T50" fmla="*/ 759 w 1157"/>
                <a:gd name="T51" fmla="*/ 720 h 1657"/>
                <a:gd name="T52" fmla="*/ 776 w 1157"/>
                <a:gd name="T53" fmla="*/ 699 h 1657"/>
                <a:gd name="T54" fmla="*/ 809 w 1157"/>
                <a:gd name="T55" fmla="*/ 654 h 1657"/>
                <a:gd name="T56" fmla="*/ 806 w 1157"/>
                <a:gd name="T57" fmla="*/ 604 h 1657"/>
                <a:gd name="T58" fmla="*/ 746 w 1157"/>
                <a:gd name="T59" fmla="*/ 623 h 1657"/>
                <a:gd name="T60" fmla="*/ 686 w 1157"/>
                <a:gd name="T61" fmla="*/ 612 h 1657"/>
                <a:gd name="T62" fmla="*/ 646 w 1157"/>
                <a:gd name="T63" fmla="*/ 555 h 1657"/>
                <a:gd name="T64" fmla="*/ 604 w 1157"/>
                <a:gd name="T65" fmla="*/ 563 h 1657"/>
                <a:gd name="T66" fmla="*/ 570 w 1157"/>
                <a:gd name="T67" fmla="*/ 498 h 1657"/>
                <a:gd name="T68" fmla="*/ 512 w 1157"/>
                <a:gd name="T69" fmla="*/ 412 h 1657"/>
                <a:gd name="T70" fmla="*/ 438 w 1157"/>
                <a:gd name="T71" fmla="*/ 375 h 1657"/>
                <a:gd name="T72" fmla="*/ 119 w 1157"/>
                <a:gd name="T73" fmla="*/ 1331 h 1657"/>
                <a:gd name="T74" fmla="*/ 157 w 1157"/>
                <a:gd name="T75" fmla="*/ 1332 h 1657"/>
                <a:gd name="T76" fmla="*/ 22 w 1157"/>
                <a:gd name="T77" fmla="*/ 1621 h 1657"/>
                <a:gd name="T78" fmla="*/ 29 w 1157"/>
                <a:gd name="T79" fmla="*/ 1649 h 1657"/>
                <a:gd name="T80" fmla="*/ 1043 w 1157"/>
                <a:gd name="T81" fmla="*/ 0 h 1657"/>
                <a:gd name="T82" fmla="*/ 998 w 1157"/>
                <a:gd name="T83" fmla="*/ 80 h 1657"/>
                <a:gd name="T84" fmla="*/ 998 w 1157"/>
                <a:gd name="T85" fmla="*/ 80 h 1657"/>
                <a:gd name="T86" fmla="*/ 971 w 1157"/>
                <a:gd name="T87" fmla="*/ 160 h 1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57" h="1657">
                  <a:moveTo>
                    <a:pt x="1145" y="1076"/>
                  </a:moveTo>
                  <a:cubicBezTo>
                    <a:pt x="1137" y="1079"/>
                    <a:pt x="1138" y="1082"/>
                    <a:pt x="1131" y="1087"/>
                  </a:cubicBezTo>
                  <a:cubicBezTo>
                    <a:pt x="1124" y="1092"/>
                    <a:pt x="1122" y="1085"/>
                    <a:pt x="1118" y="1079"/>
                  </a:cubicBezTo>
                  <a:cubicBezTo>
                    <a:pt x="1114" y="1073"/>
                    <a:pt x="1110" y="1069"/>
                    <a:pt x="1115" y="1065"/>
                  </a:cubicBezTo>
                  <a:cubicBezTo>
                    <a:pt x="1119" y="1062"/>
                    <a:pt x="1129" y="1060"/>
                    <a:pt x="1129" y="1060"/>
                  </a:cubicBezTo>
                  <a:cubicBezTo>
                    <a:pt x="1135" y="1060"/>
                    <a:pt x="1144" y="1065"/>
                    <a:pt x="1151" y="1067"/>
                  </a:cubicBezTo>
                  <a:cubicBezTo>
                    <a:pt x="1157" y="1069"/>
                    <a:pt x="1153" y="1073"/>
                    <a:pt x="1145" y="1076"/>
                  </a:cubicBezTo>
                  <a:close/>
                  <a:moveTo>
                    <a:pt x="315" y="1000"/>
                  </a:moveTo>
                  <a:cubicBezTo>
                    <a:pt x="315" y="1000"/>
                    <a:pt x="285" y="1030"/>
                    <a:pt x="267" y="1041"/>
                  </a:cubicBezTo>
                  <a:cubicBezTo>
                    <a:pt x="250" y="1052"/>
                    <a:pt x="230" y="1054"/>
                    <a:pt x="218" y="1065"/>
                  </a:cubicBezTo>
                  <a:cubicBezTo>
                    <a:pt x="206" y="1076"/>
                    <a:pt x="205" y="1085"/>
                    <a:pt x="187" y="1085"/>
                  </a:cubicBezTo>
                  <a:cubicBezTo>
                    <a:pt x="170" y="1085"/>
                    <a:pt x="157" y="1092"/>
                    <a:pt x="147" y="1112"/>
                  </a:cubicBezTo>
                  <a:cubicBezTo>
                    <a:pt x="138" y="1132"/>
                    <a:pt x="114" y="1146"/>
                    <a:pt x="111" y="1157"/>
                  </a:cubicBezTo>
                  <a:cubicBezTo>
                    <a:pt x="109" y="1168"/>
                    <a:pt x="97" y="1166"/>
                    <a:pt x="87" y="1170"/>
                  </a:cubicBezTo>
                  <a:cubicBezTo>
                    <a:pt x="78" y="1174"/>
                    <a:pt x="79" y="1180"/>
                    <a:pt x="79" y="1193"/>
                  </a:cubicBezTo>
                  <a:cubicBezTo>
                    <a:pt x="79" y="1206"/>
                    <a:pt x="63" y="1196"/>
                    <a:pt x="62" y="1208"/>
                  </a:cubicBezTo>
                  <a:cubicBezTo>
                    <a:pt x="61" y="1220"/>
                    <a:pt x="41" y="1201"/>
                    <a:pt x="41" y="1228"/>
                  </a:cubicBezTo>
                  <a:cubicBezTo>
                    <a:pt x="41" y="1254"/>
                    <a:pt x="42" y="1250"/>
                    <a:pt x="55" y="1256"/>
                  </a:cubicBezTo>
                  <a:cubicBezTo>
                    <a:pt x="69" y="1261"/>
                    <a:pt x="90" y="1284"/>
                    <a:pt x="94" y="1269"/>
                  </a:cubicBezTo>
                  <a:cubicBezTo>
                    <a:pt x="98" y="1254"/>
                    <a:pt x="107" y="1253"/>
                    <a:pt x="114" y="1264"/>
                  </a:cubicBezTo>
                  <a:cubicBezTo>
                    <a:pt x="121" y="1274"/>
                    <a:pt x="123" y="1281"/>
                    <a:pt x="135" y="1281"/>
                  </a:cubicBezTo>
                  <a:cubicBezTo>
                    <a:pt x="147" y="1281"/>
                    <a:pt x="157" y="1285"/>
                    <a:pt x="159" y="1289"/>
                  </a:cubicBezTo>
                  <a:cubicBezTo>
                    <a:pt x="162" y="1293"/>
                    <a:pt x="171" y="1298"/>
                    <a:pt x="182" y="1298"/>
                  </a:cubicBezTo>
                  <a:cubicBezTo>
                    <a:pt x="193" y="1298"/>
                    <a:pt x="234" y="1309"/>
                    <a:pt x="243" y="1294"/>
                  </a:cubicBezTo>
                  <a:cubicBezTo>
                    <a:pt x="253" y="1280"/>
                    <a:pt x="274" y="1256"/>
                    <a:pt x="290" y="1248"/>
                  </a:cubicBezTo>
                  <a:cubicBezTo>
                    <a:pt x="306" y="1240"/>
                    <a:pt x="315" y="1236"/>
                    <a:pt x="322" y="1213"/>
                  </a:cubicBezTo>
                  <a:cubicBezTo>
                    <a:pt x="329" y="1190"/>
                    <a:pt x="345" y="1180"/>
                    <a:pt x="347" y="1154"/>
                  </a:cubicBezTo>
                  <a:cubicBezTo>
                    <a:pt x="350" y="1129"/>
                    <a:pt x="362" y="1098"/>
                    <a:pt x="387" y="1093"/>
                  </a:cubicBezTo>
                  <a:cubicBezTo>
                    <a:pt x="413" y="1088"/>
                    <a:pt x="426" y="1081"/>
                    <a:pt x="447" y="1081"/>
                  </a:cubicBezTo>
                  <a:cubicBezTo>
                    <a:pt x="469" y="1081"/>
                    <a:pt x="477" y="1076"/>
                    <a:pt x="466" y="1065"/>
                  </a:cubicBezTo>
                  <a:cubicBezTo>
                    <a:pt x="455" y="1054"/>
                    <a:pt x="431" y="1041"/>
                    <a:pt x="446" y="1032"/>
                  </a:cubicBezTo>
                  <a:cubicBezTo>
                    <a:pt x="461" y="1022"/>
                    <a:pt x="478" y="1013"/>
                    <a:pt x="483" y="994"/>
                  </a:cubicBezTo>
                  <a:cubicBezTo>
                    <a:pt x="489" y="976"/>
                    <a:pt x="501" y="961"/>
                    <a:pt x="517" y="953"/>
                  </a:cubicBezTo>
                  <a:cubicBezTo>
                    <a:pt x="533" y="945"/>
                    <a:pt x="542" y="933"/>
                    <a:pt x="542" y="918"/>
                  </a:cubicBezTo>
                  <a:cubicBezTo>
                    <a:pt x="542" y="904"/>
                    <a:pt x="529" y="884"/>
                    <a:pt x="537" y="876"/>
                  </a:cubicBezTo>
                  <a:cubicBezTo>
                    <a:pt x="545" y="868"/>
                    <a:pt x="553" y="864"/>
                    <a:pt x="542" y="862"/>
                  </a:cubicBezTo>
                  <a:cubicBezTo>
                    <a:pt x="531" y="861"/>
                    <a:pt x="529" y="882"/>
                    <a:pt x="522" y="872"/>
                  </a:cubicBezTo>
                  <a:cubicBezTo>
                    <a:pt x="515" y="861"/>
                    <a:pt x="534" y="849"/>
                    <a:pt x="526" y="838"/>
                  </a:cubicBezTo>
                  <a:cubicBezTo>
                    <a:pt x="518" y="828"/>
                    <a:pt x="518" y="852"/>
                    <a:pt x="505" y="856"/>
                  </a:cubicBezTo>
                  <a:cubicBezTo>
                    <a:pt x="491" y="860"/>
                    <a:pt x="471" y="896"/>
                    <a:pt x="466" y="872"/>
                  </a:cubicBezTo>
                  <a:cubicBezTo>
                    <a:pt x="461" y="848"/>
                    <a:pt x="463" y="837"/>
                    <a:pt x="455" y="834"/>
                  </a:cubicBezTo>
                  <a:cubicBezTo>
                    <a:pt x="447" y="832"/>
                    <a:pt x="445" y="828"/>
                    <a:pt x="455" y="821"/>
                  </a:cubicBezTo>
                  <a:cubicBezTo>
                    <a:pt x="466" y="814"/>
                    <a:pt x="450" y="805"/>
                    <a:pt x="439" y="817"/>
                  </a:cubicBezTo>
                  <a:cubicBezTo>
                    <a:pt x="429" y="829"/>
                    <a:pt x="418" y="830"/>
                    <a:pt x="413" y="837"/>
                  </a:cubicBezTo>
                  <a:cubicBezTo>
                    <a:pt x="407" y="844"/>
                    <a:pt x="401" y="844"/>
                    <a:pt x="403" y="866"/>
                  </a:cubicBezTo>
                  <a:cubicBezTo>
                    <a:pt x="406" y="889"/>
                    <a:pt x="409" y="893"/>
                    <a:pt x="389" y="904"/>
                  </a:cubicBezTo>
                  <a:cubicBezTo>
                    <a:pt x="369" y="914"/>
                    <a:pt x="357" y="916"/>
                    <a:pt x="351" y="941"/>
                  </a:cubicBezTo>
                  <a:cubicBezTo>
                    <a:pt x="346" y="966"/>
                    <a:pt x="331" y="986"/>
                    <a:pt x="315" y="1000"/>
                  </a:cubicBezTo>
                  <a:close/>
                  <a:moveTo>
                    <a:pt x="453" y="392"/>
                  </a:moveTo>
                  <a:cubicBezTo>
                    <a:pt x="453" y="392"/>
                    <a:pt x="467" y="402"/>
                    <a:pt x="467" y="425"/>
                  </a:cubicBezTo>
                  <a:cubicBezTo>
                    <a:pt x="467" y="448"/>
                    <a:pt x="481" y="452"/>
                    <a:pt x="490" y="458"/>
                  </a:cubicBezTo>
                  <a:cubicBezTo>
                    <a:pt x="499" y="465"/>
                    <a:pt x="499" y="480"/>
                    <a:pt x="510" y="493"/>
                  </a:cubicBezTo>
                  <a:cubicBezTo>
                    <a:pt x="521" y="506"/>
                    <a:pt x="526" y="512"/>
                    <a:pt x="530" y="504"/>
                  </a:cubicBezTo>
                  <a:cubicBezTo>
                    <a:pt x="534" y="496"/>
                    <a:pt x="541" y="510"/>
                    <a:pt x="541" y="520"/>
                  </a:cubicBezTo>
                  <a:cubicBezTo>
                    <a:pt x="541" y="529"/>
                    <a:pt x="534" y="545"/>
                    <a:pt x="551" y="552"/>
                  </a:cubicBezTo>
                  <a:cubicBezTo>
                    <a:pt x="569" y="558"/>
                    <a:pt x="574" y="553"/>
                    <a:pt x="571" y="578"/>
                  </a:cubicBezTo>
                  <a:cubicBezTo>
                    <a:pt x="569" y="604"/>
                    <a:pt x="579" y="649"/>
                    <a:pt x="566" y="654"/>
                  </a:cubicBezTo>
                  <a:cubicBezTo>
                    <a:pt x="553" y="660"/>
                    <a:pt x="562" y="662"/>
                    <a:pt x="562" y="674"/>
                  </a:cubicBezTo>
                  <a:cubicBezTo>
                    <a:pt x="562" y="686"/>
                    <a:pt x="566" y="701"/>
                    <a:pt x="553" y="704"/>
                  </a:cubicBezTo>
                  <a:cubicBezTo>
                    <a:pt x="539" y="706"/>
                    <a:pt x="531" y="703"/>
                    <a:pt x="529" y="710"/>
                  </a:cubicBezTo>
                  <a:cubicBezTo>
                    <a:pt x="527" y="717"/>
                    <a:pt x="527" y="716"/>
                    <a:pt x="520" y="717"/>
                  </a:cubicBezTo>
                  <a:cubicBezTo>
                    <a:pt x="513" y="717"/>
                    <a:pt x="506" y="718"/>
                    <a:pt x="506" y="728"/>
                  </a:cubicBezTo>
                  <a:cubicBezTo>
                    <a:pt x="505" y="737"/>
                    <a:pt x="513" y="745"/>
                    <a:pt x="524" y="750"/>
                  </a:cubicBezTo>
                  <a:cubicBezTo>
                    <a:pt x="534" y="755"/>
                    <a:pt x="537" y="757"/>
                    <a:pt x="549" y="765"/>
                  </a:cubicBezTo>
                  <a:cubicBezTo>
                    <a:pt x="561" y="772"/>
                    <a:pt x="566" y="776"/>
                    <a:pt x="576" y="778"/>
                  </a:cubicBezTo>
                  <a:cubicBezTo>
                    <a:pt x="586" y="781"/>
                    <a:pt x="597" y="791"/>
                    <a:pt x="601" y="797"/>
                  </a:cubicBezTo>
                  <a:cubicBezTo>
                    <a:pt x="605" y="802"/>
                    <a:pt x="609" y="807"/>
                    <a:pt x="606" y="819"/>
                  </a:cubicBezTo>
                  <a:cubicBezTo>
                    <a:pt x="604" y="830"/>
                    <a:pt x="602" y="834"/>
                    <a:pt x="593" y="846"/>
                  </a:cubicBezTo>
                  <a:cubicBezTo>
                    <a:pt x="585" y="858"/>
                    <a:pt x="562" y="873"/>
                    <a:pt x="573" y="882"/>
                  </a:cubicBezTo>
                  <a:cubicBezTo>
                    <a:pt x="584" y="891"/>
                    <a:pt x="592" y="886"/>
                    <a:pt x="599" y="894"/>
                  </a:cubicBezTo>
                  <a:cubicBezTo>
                    <a:pt x="607" y="902"/>
                    <a:pt x="625" y="908"/>
                    <a:pt x="632" y="899"/>
                  </a:cubicBezTo>
                  <a:cubicBezTo>
                    <a:pt x="638" y="891"/>
                    <a:pt x="659" y="878"/>
                    <a:pt x="660" y="863"/>
                  </a:cubicBezTo>
                  <a:cubicBezTo>
                    <a:pt x="662" y="848"/>
                    <a:pt x="677" y="838"/>
                    <a:pt x="687" y="823"/>
                  </a:cubicBezTo>
                  <a:cubicBezTo>
                    <a:pt x="697" y="808"/>
                    <a:pt x="717" y="790"/>
                    <a:pt x="718" y="782"/>
                  </a:cubicBezTo>
                  <a:cubicBezTo>
                    <a:pt x="720" y="775"/>
                    <a:pt x="726" y="772"/>
                    <a:pt x="720" y="764"/>
                  </a:cubicBezTo>
                  <a:cubicBezTo>
                    <a:pt x="714" y="755"/>
                    <a:pt x="713" y="749"/>
                    <a:pt x="717" y="739"/>
                  </a:cubicBezTo>
                  <a:cubicBezTo>
                    <a:pt x="720" y="730"/>
                    <a:pt x="716" y="719"/>
                    <a:pt x="731" y="719"/>
                  </a:cubicBezTo>
                  <a:cubicBezTo>
                    <a:pt x="747" y="719"/>
                    <a:pt x="745" y="714"/>
                    <a:pt x="759" y="720"/>
                  </a:cubicBezTo>
                  <a:cubicBezTo>
                    <a:pt x="773" y="727"/>
                    <a:pt x="777" y="730"/>
                    <a:pt x="781" y="723"/>
                  </a:cubicBezTo>
                  <a:cubicBezTo>
                    <a:pt x="785" y="717"/>
                    <a:pt x="784" y="718"/>
                    <a:pt x="778" y="716"/>
                  </a:cubicBezTo>
                  <a:cubicBezTo>
                    <a:pt x="772" y="714"/>
                    <a:pt x="774" y="705"/>
                    <a:pt x="776" y="699"/>
                  </a:cubicBezTo>
                  <a:cubicBezTo>
                    <a:pt x="777" y="693"/>
                    <a:pt x="774" y="687"/>
                    <a:pt x="786" y="687"/>
                  </a:cubicBezTo>
                  <a:cubicBezTo>
                    <a:pt x="799" y="687"/>
                    <a:pt x="791" y="688"/>
                    <a:pt x="798" y="676"/>
                  </a:cubicBezTo>
                  <a:cubicBezTo>
                    <a:pt x="804" y="664"/>
                    <a:pt x="810" y="662"/>
                    <a:pt x="809" y="654"/>
                  </a:cubicBezTo>
                  <a:cubicBezTo>
                    <a:pt x="807" y="645"/>
                    <a:pt x="802" y="626"/>
                    <a:pt x="809" y="623"/>
                  </a:cubicBezTo>
                  <a:cubicBezTo>
                    <a:pt x="817" y="619"/>
                    <a:pt x="819" y="616"/>
                    <a:pt x="817" y="610"/>
                  </a:cubicBezTo>
                  <a:cubicBezTo>
                    <a:pt x="815" y="604"/>
                    <a:pt x="813" y="605"/>
                    <a:pt x="806" y="604"/>
                  </a:cubicBezTo>
                  <a:cubicBezTo>
                    <a:pt x="799" y="604"/>
                    <a:pt x="793" y="591"/>
                    <a:pt x="783" y="596"/>
                  </a:cubicBezTo>
                  <a:cubicBezTo>
                    <a:pt x="774" y="602"/>
                    <a:pt x="775" y="605"/>
                    <a:pt x="765" y="606"/>
                  </a:cubicBezTo>
                  <a:cubicBezTo>
                    <a:pt x="754" y="608"/>
                    <a:pt x="756" y="615"/>
                    <a:pt x="746" y="623"/>
                  </a:cubicBezTo>
                  <a:cubicBezTo>
                    <a:pt x="736" y="631"/>
                    <a:pt x="730" y="637"/>
                    <a:pt x="716" y="632"/>
                  </a:cubicBezTo>
                  <a:cubicBezTo>
                    <a:pt x="702" y="627"/>
                    <a:pt x="704" y="622"/>
                    <a:pt x="697" y="620"/>
                  </a:cubicBezTo>
                  <a:cubicBezTo>
                    <a:pt x="689" y="619"/>
                    <a:pt x="703" y="615"/>
                    <a:pt x="686" y="612"/>
                  </a:cubicBezTo>
                  <a:cubicBezTo>
                    <a:pt x="669" y="610"/>
                    <a:pt x="671" y="605"/>
                    <a:pt x="662" y="605"/>
                  </a:cubicBezTo>
                  <a:cubicBezTo>
                    <a:pt x="653" y="604"/>
                    <a:pt x="654" y="604"/>
                    <a:pt x="652" y="591"/>
                  </a:cubicBezTo>
                  <a:cubicBezTo>
                    <a:pt x="650" y="577"/>
                    <a:pt x="659" y="565"/>
                    <a:pt x="646" y="555"/>
                  </a:cubicBezTo>
                  <a:cubicBezTo>
                    <a:pt x="634" y="544"/>
                    <a:pt x="621" y="531"/>
                    <a:pt x="616" y="532"/>
                  </a:cubicBezTo>
                  <a:cubicBezTo>
                    <a:pt x="610" y="533"/>
                    <a:pt x="611" y="542"/>
                    <a:pt x="612" y="551"/>
                  </a:cubicBezTo>
                  <a:cubicBezTo>
                    <a:pt x="614" y="561"/>
                    <a:pt x="612" y="574"/>
                    <a:pt x="604" y="563"/>
                  </a:cubicBezTo>
                  <a:cubicBezTo>
                    <a:pt x="595" y="553"/>
                    <a:pt x="588" y="549"/>
                    <a:pt x="582" y="548"/>
                  </a:cubicBezTo>
                  <a:cubicBezTo>
                    <a:pt x="576" y="547"/>
                    <a:pt x="576" y="538"/>
                    <a:pt x="576" y="529"/>
                  </a:cubicBezTo>
                  <a:cubicBezTo>
                    <a:pt x="576" y="520"/>
                    <a:pt x="579" y="505"/>
                    <a:pt x="570" y="498"/>
                  </a:cubicBezTo>
                  <a:cubicBezTo>
                    <a:pt x="560" y="490"/>
                    <a:pt x="556" y="487"/>
                    <a:pt x="557" y="477"/>
                  </a:cubicBezTo>
                  <a:cubicBezTo>
                    <a:pt x="558" y="466"/>
                    <a:pt x="572" y="458"/>
                    <a:pt x="551" y="444"/>
                  </a:cubicBezTo>
                  <a:cubicBezTo>
                    <a:pt x="529" y="430"/>
                    <a:pt x="525" y="418"/>
                    <a:pt x="512" y="412"/>
                  </a:cubicBezTo>
                  <a:cubicBezTo>
                    <a:pt x="499" y="407"/>
                    <a:pt x="487" y="405"/>
                    <a:pt x="476" y="397"/>
                  </a:cubicBezTo>
                  <a:cubicBezTo>
                    <a:pt x="465" y="388"/>
                    <a:pt x="460" y="371"/>
                    <a:pt x="452" y="368"/>
                  </a:cubicBezTo>
                  <a:cubicBezTo>
                    <a:pt x="444" y="365"/>
                    <a:pt x="440" y="371"/>
                    <a:pt x="438" y="375"/>
                  </a:cubicBezTo>
                  <a:cubicBezTo>
                    <a:pt x="436" y="378"/>
                    <a:pt x="437" y="382"/>
                    <a:pt x="453" y="392"/>
                  </a:cubicBezTo>
                  <a:close/>
                  <a:moveTo>
                    <a:pt x="125" y="1307"/>
                  </a:moveTo>
                  <a:cubicBezTo>
                    <a:pt x="125" y="1307"/>
                    <a:pt x="130" y="1323"/>
                    <a:pt x="119" y="1331"/>
                  </a:cubicBezTo>
                  <a:cubicBezTo>
                    <a:pt x="109" y="1340"/>
                    <a:pt x="110" y="1348"/>
                    <a:pt x="118" y="1348"/>
                  </a:cubicBezTo>
                  <a:cubicBezTo>
                    <a:pt x="127" y="1348"/>
                    <a:pt x="134" y="1336"/>
                    <a:pt x="144" y="1341"/>
                  </a:cubicBezTo>
                  <a:cubicBezTo>
                    <a:pt x="153" y="1345"/>
                    <a:pt x="158" y="1340"/>
                    <a:pt x="157" y="1332"/>
                  </a:cubicBezTo>
                  <a:cubicBezTo>
                    <a:pt x="156" y="1325"/>
                    <a:pt x="150" y="1327"/>
                    <a:pt x="147" y="1315"/>
                  </a:cubicBezTo>
                  <a:cubicBezTo>
                    <a:pt x="145" y="1304"/>
                    <a:pt x="122" y="1288"/>
                    <a:pt x="125" y="1307"/>
                  </a:cubicBezTo>
                  <a:close/>
                  <a:moveTo>
                    <a:pt x="22" y="1621"/>
                  </a:moveTo>
                  <a:cubicBezTo>
                    <a:pt x="22" y="1621"/>
                    <a:pt x="20" y="1628"/>
                    <a:pt x="14" y="1635"/>
                  </a:cubicBezTo>
                  <a:cubicBezTo>
                    <a:pt x="7" y="1643"/>
                    <a:pt x="0" y="1650"/>
                    <a:pt x="13" y="1651"/>
                  </a:cubicBezTo>
                  <a:cubicBezTo>
                    <a:pt x="25" y="1653"/>
                    <a:pt x="29" y="1657"/>
                    <a:pt x="29" y="1649"/>
                  </a:cubicBezTo>
                  <a:cubicBezTo>
                    <a:pt x="29" y="1640"/>
                    <a:pt x="27" y="1635"/>
                    <a:pt x="33" y="1630"/>
                  </a:cubicBezTo>
                  <a:cubicBezTo>
                    <a:pt x="40" y="1624"/>
                    <a:pt x="30" y="1606"/>
                    <a:pt x="22" y="1621"/>
                  </a:cubicBezTo>
                  <a:close/>
                  <a:moveTo>
                    <a:pt x="1043" y="0"/>
                  </a:moveTo>
                  <a:cubicBezTo>
                    <a:pt x="1043" y="0"/>
                    <a:pt x="1028" y="2"/>
                    <a:pt x="1034" y="7"/>
                  </a:cubicBezTo>
                  <a:cubicBezTo>
                    <a:pt x="1040" y="11"/>
                    <a:pt x="1052" y="0"/>
                    <a:pt x="1043" y="0"/>
                  </a:cubicBezTo>
                  <a:close/>
                  <a:moveTo>
                    <a:pt x="998" y="80"/>
                  </a:moveTo>
                  <a:cubicBezTo>
                    <a:pt x="998" y="80"/>
                    <a:pt x="990" y="81"/>
                    <a:pt x="992" y="90"/>
                  </a:cubicBezTo>
                  <a:cubicBezTo>
                    <a:pt x="994" y="98"/>
                    <a:pt x="999" y="101"/>
                    <a:pt x="1000" y="93"/>
                  </a:cubicBezTo>
                  <a:cubicBezTo>
                    <a:pt x="1002" y="85"/>
                    <a:pt x="1005" y="80"/>
                    <a:pt x="998" y="80"/>
                  </a:cubicBezTo>
                  <a:close/>
                  <a:moveTo>
                    <a:pt x="971" y="160"/>
                  </a:moveTo>
                  <a:cubicBezTo>
                    <a:pt x="971" y="160"/>
                    <a:pt x="956" y="172"/>
                    <a:pt x="970" y="171"/>
                  </a:cubicBezTo>
                  <a:cubicBezTo>
                    <a:pt x="983" y="170"/>
                    <a:pt x="978" y="155"/>
                    <a:pt x="971" y="16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0" name="Freeform 28"/>
            <p:cNvSpPr>
              <a:spLocks/>
            </p:cNvSpPr>
            <p:nvPr/>
          </p:nvSpPr>
          <p:spPr bwMode="auto">
            <a:xfrm>
              <a:off x="4039" y="1373"/>
              <a:ext cx="161" cy="129"/>
            </a:xfrm>
            <a:custGeom>
              <a:avLst/>
              <a:gdLst>
                <a:gd name="T0" fmla="*/ 100 w 195"/>
                <a:gd name="T1" fmla="*/ 72 h 157"/>
                <a:gd name="T2" fmla="*/ 80 w 195"/>
                <a:gd name="T3" fmla="*/ 49 h 157"/>
                <a:gd name="T4" fmla="*/ 54 w 195"/>
                <a:gd name="T5" fmla="*/ 31 h 157"/>
                <a:gd name="T6" fmla="*/ 22 w 195"/>
                <a:gd name="T7" fmla="*/ 6 h 157"/>
                <a:gd name="T8" fmla="*/ 7 w 195"/>
                <a:gd name="T9" fmla="*/ 13 h 157"/>
                <a:gd name="T10" fmla="*/ 27 w 195"/>
                <a:gd name="T11" fmla="*/ 46 h 157"/>
                <a:gd name="T12" fmla="*/ 54 w 195"/>
                <a:gd name="T13" fmla="*/ 72 h 157"/>
                <a:gd name="T14" fmla="*/ 78 w 195"/>
                <a:gd name="T15" fmla="*/ 95 h 157"/>
                <a:gd name="T16" fmla="*/ 120 w 195"/>
                <a:gd name="T17" fmla="*/ 122 h 157"/>
                <a:gd name="T18" fmla="*/ 153 w 195"/>
                <a:gd name="T19" fmla="*/ 142 h 157"/>
                <a:gd name="T20" fmla="*/ 182 w 195"/>
                <a:gd name="T21" fmla="*/ 150 h 157"/>
                <a:gd name="T22" fmla="*/ 175 w 195"/>
                <a:gd name="T23" fmla="*/ 125 h 157"/>
                <a:gd name="T24" fmla="*/ 131 w 195"/>
                <a:gd name="T25" fmla="*/ 90 h 157"/>
                <a:gd name="T26" fmla="*/ 100 w 195"/>
                <a:gd name="T27" fmla="*/ 7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5" h="157">
                  <a:moveTo>
                    <a:pt x="100" y="72"/>
                  </a:moveTo>
                  <a:cubicBezTo>
                    <a:pt x="100" y="72"/>
                    <a:pt x="83" y="56"/>
                    <a:pt x="80" y="49"/>
                  </a:cubicBezTo>
                  <a:cubicBezTo>
                    <a:pt x="76" y="42"/>
                    <a:pt x="62" y="36"/>
                    <a:pt x="54" y="31"/>
                  </a:cubicBezTo>
                  <a:cubicBezTo>
                    <a:pt x="46" y="26"/>
                    <a:pt x="33" y="12"/>
                    <a:pt x="22" y="6"/>
                  </a:cubicBezTo>
                  <a:cubicBezTo>
                    <a:pt x="12" y="0"/>
                    <a:pt x="0" y="2"/>
                    <a:pt x="7" y="13"/>
                  </a:cubicBezTo>
                  <a:cubicBezTo>
                    <a:pt x="14" y="24"/>
                    <a:pt x="14" y="38"/>
                    <a:pt x="27" y="46"/>
                  </a:cubicBezTo>
                  <a:cubicBezTo>
                    <a:pt x="40" y="54"/>
                    <a:pt x="48" y="63"/>
                    <a:pt x="54" y="72"/>
                  </a:cubicBezTo>
                  <a:cubicBezTo>
                    <a:pt x="60" y="80"/>
                    <a:pt x="63" y="86"/>
                    <a:pt x="78" y="95"/>
                  </a:cubicBezTo>
                  <a:cubicBezTo>
                    <a:pt x="94" y="104"/>
                    <a:pt x="104" y="113"/>
                    <a:pt x="120" y="122"/>
                  </a:cubicBezTo>
                  <a:cubicBezTo>
                    <a:pt x="135" y="130"/>
                    <a:pt x="143" y="135"/>
                    <a:pt x="153" y="142"/>
                  </a:cubicBezTo>
                  <a:cubicBezTo>
                    <a:pt x="163" y="150"/>
                    <a:pt x="179" y="157"/>
                    <a:pt x="182" y="150"/>
                  </a:cubicBezTo>
                  <a:cubicBezTo>
                    <a:pt x="186" y="142"/>
                    <a:pt x="195" y="139"/>
                    <a:pt x="175" y="125"/>
                  </a:cubicBezTo>
                  <a:cubicBezTo>
                    <a:pt x="155" y="111"/>
                    <a:pt x="143" y="93"/>
                    <a:pt x="131" y="90"/>
                  </a:cubicBezTo>
                  <a:cubicBezTo>
                    <a:pt x="119" y="86"/>
                    <a:pt x="109" y="85"/>
                    <a:pt x="100" y="7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1" name="Freeform 29"/>
            <p:cNvSpPr>
              <a:spLocks/>
            </p:cNvSpPr>
            <p:nvPr/>
          </p:nvSpPr>
          <p:spPr bwMode="auto">
            <a:xfrm>
              <a:off x="4197" y="1395"/>
              <a:ext cx="24" cy="41"/>
            </a:xfrm>
            <a:custGeom>
              <a:avLst/>
              <a:gdLst>
                <a:gd name="T0" fmla="*/ 4 w 29"/>
                <a:gd name="T1" fmla="*/ 7 h 50"/>
                <a:gd name="T2" fmla="*/ 1 w 29"/>
                <a:gd name="T3" fmla="*/ 27 h 50"/>
                <a:gd name="T4" fmla="*/ 10 w 29"/>
                <a:gd name="T5" fmla="*/ 45 h 50"/>
                <a:gd name="T6" fmla="*/ 28 w 29"/>
                <a:gd name="T7" fmla="*/ 41 h 50"/>
                <a:gd name="T8" fmla="*/ 20 w 29"/>
                <a:gd name="T9" fmla="*/ 27 h 50"/>
                <a:gd name="T10" fmla="*/ 4 w 29"/>
                <a:gd name="T11" fmla="*/ 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50">
                  <a:moveTo>
                    <a:pt x="4" y="7"/>
                  </a:moveTo>
                  <a:cubicBezTo>
                    <a:pt x="4" y="7"/>
                    <a:pt x="0" y="16"/>
                    <a:pt x="1" y="27"/>
                  </a:cubicBezTo>
                  <a:cubicBezTo>
                    <a:pt x="2" y="38"/>
                    <a:pt x="3" y="44"/>
                    <a:pt x="10" y="45"/>
                  </a:cubicBezTo>
                  <a:cubicBezTo>
                    <a:pt x="18" y="46"/>
                    <a:pt x="28" y="50"/>
                    <a:pt x="28" y="41"/>
                  </a:cubicBezTo>
                  <a:cubicBezTo>
                    <a:pt x="29" y="32"/>
                    <a:pt x="29" y="32"/>
                    <a:pt x="20" y="27"/>
                  </a:cubicBezTo>
                  <a:cubicBezTo>
                    <a:pt x="12" y="22"/>
                    <a:pt x="15" y="0"/>
                    <a:pt x="4" y="7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2" name="Freeform 30"/>
            <p:cNvSpPr>
              <a:spLocks/>
            </p:cNvSpPr>
            <p:nvPr/>
          </p:nvSpPr>
          <p:spPr bwMode="auto">
            <a:xfrm>
              <a:off x="4240" y="1429"/>
              <a:ext cx="19" cy="35"/>
            </a:xfrm>
            <a:custGeom>
              <a:avLst/>
              <a:gdLst>
                <a:gd name="T0" fmla="*/ 2 w 23"/>
                <a:gd name="T1" fmla="*/ 10 h 42"/>
                <a:gd name="T2" fmla="*/ 0 w 23"/>
                <a:gd name="T3" fmla="*/ 32 h 42"/>
                <a:gd name="T4" fmla="*/ 12 w 23"/>
                <a:gd name="T5" fmla="*/ 36 h 42"/>
                <a:gd name="T6" fmla="*/ 17 w 23"/>
                <a:gd name="T7" fmla="*/ 22 h 42"/>
                <a:gd name="T8" fmla="*/ 2 w 23"/>
                <a:gd name="T9" fmla="*/ 1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42">
                  <a:moveTo>
                    <a:pt x="2" y="10"/>
                  </a:moveTo>
                  <a:cubicBezTo>
                    <a:pt x="2" y="10"/>
                    <a:pt x="0" y="28"/>
                    <a:pt x="0" y="32"/>
                  </a:cubicBezTo>
                  <a:cubicBezTo>
                    <a:pt x="0" y="36"/>
                    <a:pt x="8" y="42"/>
                    <a:pt x="12" y="36"/>
                  </a:cubicBezTo>
                  <a:cubicBezTo>
                    <a:pt x="15" y="30"/>
                    <a:pt x="23" y="31"/>
                    <a:pt x="17" y="22"/>
                  </a:cubicBezTo>
                  <a:cubicBezTo>
                    <a:pt x="11" y="14"/>
                    <a:pt x="2" y="0"/>
                    <a:pt x="2" y="1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3" name="Freeform 31"/>
            <p:cNvSpPr>
              <a:spLocks/>
            </p:cNvSpPr>
            <p:nvPr/>
          </p:nvSpPr>
          <p:spPr bwMode="auto">
            <a:xfrm>
              <a:off x="4846" y="854"/>
              <a:ext cx="17" cy="16"/>
            </a:xfrm>
            <a:custGeom>
              <a:avLst/>
              <a:gdLst>
                <a:gd name="T0" fmla="*/ 9 w 20"/>
                <a:gd name="T1" fmla="*/ 6 h 20"/>
                <a:gd name="T2" fmla="*/ 10 w 20"/>
                <a:gd name="T3" fmla="*/ 19 h 20"/>
                <a:gd name="T4" fmla="*/ 20 w 20"/>
                <a:gd name="T5" fmla="*/ 14 h 20"/>
                <a:gd name="T6" fmla="*/ 9 w 20"/>
                <a:gd name="T7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0">
                  <a:moveTo>
                    <a:pt x="9" y="6"/>
                  </a:moveTo>
                  <a:cubicBezTo>
                    <a:pt x="9" y="6"/>
                    <a:pt x="0" y="19"/>
                    <a:pt x="10" y="19"/>
                  </a:cubicBezTo>
                  <a:cubicBezTo>
                    <a:pt x="19" y="20"/>
                    <a:pt x="20" y="17"/>
                    <a:pt x="20" y="14"/>
                  </a:cubicBezTo>
                  <a:cubicBezTo>
                    <a:pt x="20" y="10"/>
                    <a:pt x="12" y="0"/>
                    <a:pt x="9" y="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4" name="Freeform 32"/>
            <p:cNvSpPr>
              <a:spLocks/>
            </p:cNvSpPr>
            <p:nvPr/>
          </p:nvSpPr>
          <p:spPr bwMode="auto">
            <a:xfrm>
              <a:off x="4860" y="783"/>
              <a:ext cx="15" cy="23"/>
            </a:xfrm>
            <a:custGeom>
              <a:avLst/>
              <a:gdLst>
                <a:gd name="T0" fmla="*/ 7 w 18"/>
                <a:gd name="T1" fmla="*/ 11 h 28"/>
                <a:gd name="T2" fmla="*/ 8 w 18"/>
                <a:gd name="T3" fmla="*/ 26 h 28"/>
                <a:gd name="T4" fmla="*/ 18 w 18"/>
                <a:gd name="T5" fmla="*/ 21 h 28"/>
                <a:gd name="T6" fmla="*/ 7 w 18"/>
                <a:gd name="T7" fmla="*/ 1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8">
                  <a:moveTo>
                    <a:pt x="7" y="11"/>
                  </a:moveTo>
                  <a:cubicBezTo>
                    <a:pt x="7" y="11"/>
                    <a:pt x="0" y="25"/>
                    <a:pt x="8" y="26"/>
                  </a:cubicBezTo>
                  <a:cubicBezTo>
                    <a:pt x="17" y="28"/>
                    <a:pt x="17" y="24"/>
                    <a:pt x="18" y="21"/>
                  </a:cubicBezTo>
                  <a:cubicBezTo>
                    <a:pt x="18" y="19"/>
                    <a:pt x="14" y="0"/>
                    <a:pt x="7" y="1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5" name="Freeform 33"/>
            <p:cNvSpPr>
              <a:spLocks/>
            </p:cNvSpPr>
            <p:nvPr/>
          </p:nvSpPr>
          <p:spPr bwMode="auto">
            <a:xfrm>
              <a:off x="4906" y="866"/>
              <a:ext cx="13" cy="14"/>
            </a:xfrm>
            <a:custGeom>
              <a:avLst/>
              <a:gdLst>
                <a:gd name="T0" fmla="*/ 7 w 15"/>
                <a:gd name="T1" fmla="*/ 1 h 17"/>
                <a:gd name="T2" fmla="*/ 0 w 15"/>
                <a:gd name="T3" fmla="*/ 7 h 17"/>
                <a:gd name="T4" fmla="*/ 8 w 15"/>
                <a:gd name="T5" fmla="*/ 17 h 17"/>
                <a:gd name="T6" fmla="*/ 15 w 15"/>
                <a:gd name="T7" fmla="*/ 9 h 17"/>
                <a:gd name="T8" fmla="*/ 7 w 15"/>
                <a:gd name="T9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7">
                  <a:moveTo>
                    <a:pt x="7" y="1"/>
                  </a:moveTo>
                  <a:cubicBezTo>
                    <a:pt x="7" y="1"/>
                    <a:pt x="0" y="1"/>
                    <a:pt x="0" y="7"/>
                  </a:cubicBezTo>
                  <a:cubicBezTo>
                    <a:pt x="1" y="12"/>
                    <a:pt x="5" y="17"/>
                    <a:pt x="8" y="17"/>
                  </a:cubicBezTo>
                  <a:cubicBezTo>
                    <a:pt x="10" y="17"/>
                    <a:pt x="14" y="14"/>
                    <a:pt x="15" y="9"/>
                  </a:cubicBezTo>
                  <a:cubicBezTo>
                    <a:pt x="15" y="4"/>
                    <a:pt x="12" y="0"/>
                    <a:pt x="7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6" name="Freeform 34"/>
            <p:cNvSpPr>
              <a:spLocks/>
            </p:cNvSpPr>
            <p:nvPr/>
          </p:nvSpPr>
          <p:spPr bwMode="auto">
            <a:xfrm>
              <a:off x="3218" y="515"/>
              <a:ext cx="217" cy="127"/>
            </a:xfrm>
            <a:custGeom>
              <a:avLst/>
              <a:gdLst>
                <a:gd name="T0" fmla="*/ 76 w 264"/>
                <a:gd name="T1" fmla="*/ 98 h 154"/>
                <a:gd name="T2" fmla="*/ 54 w 264"/>
                <a:gd name="T3" fmla="*/ 96 h 154"/>
                <a:gd name="T4" fmla="*/ 36 w 264"/>
                <a:gd name="T5" fmla="*/ 88 h 154"/>
                <a:gd name="T6" fmla="*/ 3 w 264"/>
                <a:gd name="T7" fmla="*/ 93 h 154"/>
                <a:gd name="T8" fmla="*/ 14 w 264"/>
                <a:gd name="T9" fmla="*/ 120 h 154"/>
                <a:gd name="T10" fmla="*/ 55 w 264"/>
                <a:gd name="T11" fmla="*/ 134 h 154"/>
                <a:gd name="T12" fmla="*/ 87 w 264"/>
                <a:gd name="T13" fmla="*/ 148 h 154"/>
                <a:gd name="T14" fmla="*/ 137 w 264"/>
                <a:gd name="T15" fmla="*/ 146 h 154"/>
                <a:gd name="T16" fmla="*/ 164 w 264"/>
                <a:gd name="T17" fmla="*/ 134 h 154"/>
                <a:gd name="T18" fmla="*/ 192 w 264"/>
                <a:gd name="T19" fmla="*/ 116 h 154"/>
                <a:gd name="T20" fmla="*/ 212 w 264"/>
                <a:gd name="T21" fmla="*/ 98 h 154"/>
                <a:gd name="T22" fmla="*/ 241 w 264"/>
                <a:gd name="T23" fmla="*/ 91 h 154"/>
                <a:gd name="T24" fmla="*/ 244 w 264"/>
                <a:gd name="T25" fmla="*/ 66 h 154"/>
                <a:gd name="T26" fmla="*/ 262 w 264"/>
                <a:gd name="T27" fmla="*/ 46 h 154"/>
                <a:gd name="T28" fmla="*/ 257 w 264"/>
                <a:gd name="T29" fmla="*/ 22 h 154"/>
                <a:gd name="T30" fmla="*/ 241 w 264"/>
                <a:gd name="T31" fmla="*/ 9 h 154"/>
                <a:gd name="T32" fmla="*/ 216 w 264"/>
                <a:gd name="T33" fmla="*/ 8 h 154"/>
                <a:gd name="T34" fmla="*/ 196 w 264"/>
                <a:gd name="T35" fmla="*/ 14 h 154"/>
                <a:gd name="T36" fmla="*/ 204 w 264"/>
                <a:gd name="T37" fmla="*/ 27 h 154"/>
                <a:gd name="T38" fmla="*/ 197 w 264"/>
                <a:gd name="T39" fmla="*/ 55 h 154"/>
                <a:gd name="T40" fmla="*/ 172 w 264"/>
                <a:gd name="T41" fmla="*/ 64 h 154"/>
                <a:gd name="T42" fmla="*/ 156 w 264"/>
                <a:gd name="T43" fmla="*/ 90 h 154"/>
                <a:gd name="T44" fmla="*/ 134 w 264"/>
                <a:gd name="T45" fmla="*/ 86 h 154"/>
                <a:gd name="T46" fmla="*/ 76 w 264"/>
                <a:gd name="T47" fmla="*/ 98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4" h="154">
                  <a:moveTo>
                    <a:pt x="76" y="98"/>
                  </a:moveTo>
                  <a:cubicBezTo>
                    <a:pt x="76" y="98"/>
                    <a:pt x="55" y="102"/>
                    <a:pt x="54" y="96"/>
                  </a:cubicBezTo>
                  <a:cubicBezTo>
                    <a:pt x="54" y="89"/>
                    <a:pt x="43" y="88"/>
                    <a:pt x="36" y="88"/>
                  </a:cubicBezTo>
                  <a:cubicBezTo>
                    <a:pt x="28" y="88"/>
                    <a:pt x="6" y="86"/>
                    <a:pt x="3" y="93"/>
                  </a:cubicBezTo>
                  <a:cubicBezTo>
                    <a:pt x="0" y="100"/>
                    <a:pt x="2" y="116"/>
                    <a:pt x="14" y="120"/>
                  </a:cubicBezTo>
                  <a:cubicBezTo>
                    <a:pt x="27" y="125"/>
                    <a:pt x="42" y="128"/>
                    <a:pt x="55" y="134"/>
                  </a:cubicBezTo>
                  <a:cubicBezTo>
                    <a:pt x="68" y="140"/>
                    <a:pt x="79" y="147"/>
                    <a:pt x="87" y="148"/>
                  </a:cubicBezTo>
                  <a:cubicBezTo>
                    <a:pt x="95" y="150"/>
                    <a:pt x="130" y="154"/>
                    <a:pt x="137" y="146"/>
                  </a:cubicBezTo>
                  <a:cubicBezTo>
                    <a:pt x="144" y="137"/>
                    <a:pt x="156" y="141"/>
                    <a:pt x="164" y="134"/>
                  </a:cubicBezTo>
                  <a:cubicBezTo>
                    <a:pt x="173" y="128"/>
                    <a:pt x="184" y="124"/>
                    <a:pt x="192" y="116"/>
                  </a:cubicBezTo>
                  <a:cubicBezTo>
                    <a:pt x="199" y="108"/>
                    <a:pt x="196" y="98"/>
                    <a:pt x="212" y="98"/>
                  </a:cubicBezTo>
                  <a:cubicBezTo>
                    <a:pt x="229" y="98"/>
                    <a:pt x="240" y="96"/>
                    <a:pt x="241" y="91"/>
                  </a:cubicBezTo>
                  <a:cubicBezTo>
                    <a:pt x="242" y="86"/>
                    <a:pt x="236" y="68"/>
                    <a:pt x="244" y="66"/>
                  </a:cubicBezTo>
                  <a:cubicBezTo>
                    <a:pt x="252" y="63"/>
                    <a:pt x="261" y="51"/>
                    <a:pt x="262" y="46"/>
                  </a:cubicBezTo>
                  <a:cubicBezTo>
                    <a:pt x="264" y="40"/>
                    <a:pt x="262" y="29"/>
                    <a:pt x="257" y="22"/>
                  </a:cubicBezTo>
                  <a:cubicBezTo>
                    <a:pt x="252" y="14"/>
                    <a:pt x="249" y="4"/>
                    <a:pt x="241" y="9"/>
                  </a:cubicBezTo>
                  <a:cubicBezTo>
                    <a:pt x="233" y="14"/>
                    <a:pt x="218" y="16"/>
                    <a:pt x="216" y="8"/>
                  </a:cubicBezTo>
                  <a:cubicBezTo>
                    <a:pt x="213" y="0"/>
                    <a:pt x="202" y="10"/>
                    <a:pt x="196" y="14"/>
                  </a:cubicBezTo>
                  <a:cubicBezTo>
                    <a:pt x="190" y="19"/>
                    <a:pt x="204" y="18"/>
                    <a:pt x="204" y="27"/>
                  </a:cubicBezTo>
                  <a:cubicBezTo>
                    <a:pt x="204" y="36"/>
                    <a:pt x="210" y="58"/>
                    <a:pt x="197" y="55"/>
                  </a:cubicBezTo>
                  <a:cubicBezTo>
                    <a:pt x="184" y="52"/>
                    <a:pt x="174" y="58"/>
                    <a:pt x="172" y="64"/>
                  </a:cubicBezTo>
                  <a:cubicBezTo>
                    <a:pt x="170" y="71"/>
                    <a:pt x="160" y="85"/>
                    <a:pt x="156" y="90"/>
                  </a:cubicBezTo>
                  <a:cubicBezTo>
                    <a:pt x="152" y="94"/>
                    <a:pt x="146" y="85"/>
                    <a:pt x="134" y="86"/>
                  </a:cubicBezTo>
                  <a:cubicBezTo>
                    <a:pt x="121" y="88"/>
                    <a:pt x="95" y="94"/>
                    <a:pt x="76" y="9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7" name="Freeform 35"/>
            <p:cNvSpPr>
              <a:spLocks/>
            </p:cNvSpPr>
            <p:nvPr/>
          </p:nvSpPr>
          <p:spPr bwMode="auto">
            <a:xfrm>
              <a:off x="3344" y="438"/>
              <a:ext cx="133" cy="120"/>
            </a:xfrm>
            <a:custGeom>
              <a:avLst/>
              <a:gdLst>
                <a:gd name="T0" fmla="*/ 29 w 162"/>
                <a:gd name="T1" fmla="*/ 14 h 146"/>
                <a:gd name="T2" fmla="*/ 2 w 162"/>
                <a:gd name="T3" fmla="*/ 6 h 146"/>
                <a:gd name="T4" fmla="*/ 14 w 162"/>
                <a:gd name="T5" fmla="*/ 19 h 146"/>
                <a:gd name="T6" fmla="*/ 53 w 162"/>
                <a:gd name="T7" fmla="*/ 45 h 146"/>
                <a:gd name="T8" fmla="*/ 116 w 162"/>
                <a:gd name="T9" fmla="*/ 100 h 146"/>
                <a:gd name="T10" fmla="*/ 125 w 162"/>
                <a:gd name="T11" fmla="*/ 141 h 146"/>
                <a:gd name="T12" fmla="*/ 148 w 162"/>
                <a:gd name="T13" fmla="*/ 130 h 146"/>
                <a:gd name="T14" fmla="*/ 146 w 162"/>
                <a:gd name="T15" fmla="*/ 98 h 146"/>
                <a:gd name="T16" fmla="*/ 29 w 162"/>
                <a:gd name="T17" fmla="*/ 1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" h="146">
                  <a:moveTo>
                    <a:pt x="29" y="14"/>
                  </a:moveTo>
                  <a:cubicBezTo>
                    <a:pt x="29" y="14"/>
                    <a:pt x="5" y="0"/>
                    <a:pt x="2" y="6"/>
                  </a:cubicBezTo>
                  <a:cubicBezTo>
                    <a:pt x="0" y="11"/>
                    <a:pt x="0" y="16"/>
                    <a:pt x="14" y="19"/>
                  </a:cubicBezTo>
                  <a:cubicBezTo>
                    <a:pt x="27" y="22"/>
                    <a:pt x="46" y="41"/>
                    <a:pt x="53" y="45"/>
                  </a:cubicBezTo>
                  <a:cubicBezTo>
                    <a:pt x="60" y="49"/>
                    <a:pt x="111" y="78"/>
                    <a:pt x="116" y="100"/>
                  </a:cubicBezTo>
                  <a:cubicBezTo>
                    <a:pt x="122" y="123"/>
                    <a:pt x="114" y="136"/>
                    <a:pt x="125" y="141"/>
                  </a:cubicBezTo>
                  <a:cubicBezTo>
                    <a:pt x="136" y="146"/>
                    <a:pt x="146" y="140"/>
                    <a:pt x="148" y="130"/>
                  </a:cubicBezTo>
                  <a:cubicBezTo>
                    <a:pt x="150" y="119"/>
                    <a:pt x="162" y="108"/>
                    <a:pt x="146" y="98"/>
                  </a:cubicBezTo>
                  <a:cubicBezTo>
                    <a:pt x="130" y="89"/>
                    <a:pt x="83" y="41"/>
                    <a:pt x="29" y="14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8" name="Freeform 36"/>
            <p:cNvSpPr>
              <a:spLocks/>
            </p:cNvSpPr>
            <p:nvPr/>
          </p:nvSpPr>
          <p:spPr bwMode="auto">
            <a:xfrm>
              <a:off x="3295" y="423"/>
              <a:ext cx="33" cy="23"/>
            </a:xfrm>
            <a:custGeom>
              <a:avLst/>
              <a:gdLst>
                <a:gd name="T0" fmla="*/ 12 w 40"/>
                <a:gd name="T1" fmla="*/ 1 h 28"/>
                <a:gd name="T2" fmla="*/ 10 w 40"/>
                <a:gd name="T3" fmla="*/ 20 h 28"/>
                <a:gd name="T4" fmla="*/ 38 w 40"/>
                <a:gd name="T5" fmla="*/ 20 h 28"/>
                <a:gd name="T6" fmla="*/ 12 w 40"/>
                <a:gd name="T7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8">
                  <a:moveTo>
                    <a:pt x="12" y="1"/>
                  </a:moveTo>
                  <a:cubicBezTo>
                    <a:pt x="12" y="1"/>
                    <a:pt x="0" y="16"/>
                    <a:pt x="10" y="20"/>
                  </a:cubicBezTo>
                  <a:cubicBezTo>
                    <a:pt x="21" y="24"/>
                    <a:pt x="35" y="28"/>
                    <a:pt x="38" y="20"/>
                  </a:cubicBezTo>
                  <a:cubicBezTo>
                    <a:pt x="40" y="12"/>
                    <a:pt x="32" y="0"/>
                    <a:pt x="12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9" name="Freeform 37"/>
            <p:cNvSpPr>
              <a:spLocks/>
            </p:cNvSpPr>
            <p:nvPr/>
          </p:nvSpPr>
          <p:spPr bwMode="auto">
            <a:xfrm>
              <a:off x="3273" y="376"/>
              <a:ext cx="18" cy="16"/>
            </a:xfrm>
            <a:custGeom>
              <a:avLst/>
              <a:gdLst>
                <a:gd name="T0" fmla="*/ 8 w 22"/>
                <a:gd name="T1" fmla="*/ 3 h 20"/>
                <a:gd name="T2" fmla="*/ 8 w 22"/>
                <a:gd name="T3" fmla="*/ 12 h 20"/>
                <a:gd name="T4" fmla="*/ 21 w 22"/>
                <a:gd name="T5" fmla="*/ 10 h 20"/>
                <a:gd name="T6" fmla="*/ 8 w 22"/>
                <a:gd name="T7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20">
                  <a:moveTo>
                    <a:pt x="8" y="3"/>
                  </a:moveTo>
                  <a:cubicBezTo>
                    <a:pt x="8" y="3"/>
                    <a:pt x="0" y="10"/>
                    <a:pt x="8" y="12"/>
                  </a:cubicBezTo>
                  <a:cubicBezTo>
                    <a:pt x="16" y="14"/>
                    <a:pt x="19" y="20"/>
                    <a:pt x="21" y="10"/>
                  </a:cubicBezTo>
                  <a:cubicBezTo>
                    <a:pt x="22" y="0"/>
                    <a:pt x="16" y="2"/>
                    <a:pt x="8" y="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" name="Freeform 38"/>
            <p:cNvSpPr>
              <a:spLocks/>
            </p:cNvSpPr>
            <p:nvPr/>
          </p:nvSpPr>
          <p:spPr bwMode="auto">
            <a:xfrm>
              <a:off x="3117" y="400"/>
              <a:ext cx="51" cy="25"/>
            </a:xfrm>
            <a:custGeom>
              <a:avLst/>
              <a:gdLst>
                <a:gd name="T0" fmla="*/ 31 w 63"/>
                <a:gd name="T1" fmla="*/ 1 h 30"/>
                <a:gd name="T2" fmla="*/ 6 w 63"/>
                <a:gd name="T3" fmla="*/ 10 h 30"/>
                <a:gd name="T4" fmla="*/ 17 w 63"/>
                <a:gd name="T5" fmla="*/ 26 h 30"/>
                <a:gd name="T6" fmla="*/ 41 w 63"/>
                <a:gd name="T7" fmla="*/ 23 h 30"/>
                <a:gd name="T8" fmla="*/ 61 w 63"/>
                <a:gd name="T9" fmla="*/ 18 h 30"/>
                <a:gd name="T10" fmla="*/ 49 w 63"/>
                <a:gd name="T11" fmla="*/ 6 h 30"/>
                <a:gd name="T12" fmla="*/ 31 w 63"/>
                <a:gd name="T13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30">
                  <a:moveTo>
                    <a:pt x="31" y="1"/>
                  </a:moveTo>
                  <a:cubicBezTo>
                    <a:pt x="31" y="1"/>
                    <a:pt x="12" y="4"/>
                    <a:pt x="6" y="10"/>
                  </a:cubicBezTo>
                  <a:cubicBezTo>
                    <a:pt x="0" y="16"/>
                    <a:pt x="6" y="30"/>
                    <a:pt x="17" y="26"/>
                  </a:cubicBezTo>
                  <a:cubicBezTo>
                    <a:pt x="29" y="22"/>
                    <a:pt x="31" y="21"/>
                    <a:pt x="41" y="23"/>
                  </a:cubicBezTo>
                  <a:cubicBezTo>
                    <a:pt x="52" y="25"/>
                    <a:pt x="58" y="23"/>
                    <a:pt x="61" y="18"/>
                  </a:cubicBezTo>
                  <a:cubicBezTo>
                    <a:pt x="63" y="12"/>
                    <a:pt x="60" y="7"/>
                    <a:pt x="49" y="6"/>
                  </a:cubicBezTo>
                  <a:cubicBezTo>
                    <a:pt x="37" y="4"/>
                    <a:pt x="41" y="0"/>
                    <a:pt x="31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" name="Freeform 39"/>
            <p:cNvSpPr>
              <a:spLocks/>
            </p:cNvSpPr>
            <p:nvPr/>
          </p:nvSpPr>
          <p:spPr bwMode="auto">
            <a:xfrm>
              <a:off x="3537" y="556"/>
              <a:ext cx="85" cy="116"/>
            </a:xfrm>
            <a:custGeom>
              <a:avLst/>
              <a:gdLst>
                <a:gd name="T0" fmla="*/ 1 w 103"/>
                <a:gd name="T1" fmla="*/ 15 h 141"/>
                <a:gd name="T2" fmla="*/ 7 w 103"/>
                <a:gd name="T3" fmla="*/ 47 h 141"/>
                <a:gd name="T4" fmla="*/ 16 w 103"/>
                <a:gd name="T5" fmla="*/ 75 h 141"/>
                <a:gd name="T6" fmla="*/ 43 w 103"/>
                <a:gd name="T7" fmla="*/ 115 h 141"/>
                <a:gd name="T8" fmla="*/ 73 w 103"/>
                <a:gd name="T9" fmla="*/ 139 h 141"/>
                <a:gd name="T10" fmla="*/ 99 w 103"/>
                <a:gd name="T11" fmla="*/ 133 h 141"/>
                <a:gd name="T12" fmla="*/ 91 w 103"/>
                <a:gd name="T13" fmla="*/ 102 h 141"/>
                <a:gd name="T14" fmla="*/ 60 w 103"/>
                <a:gd name="T15" fmla="*/ 73 h 141"/>
                <a:gd name="T16" fmla="*/ 43 w 103"/>
                <a:gd name="T17" fmla="*/ 49 h 141"/>
                <a:gd name="T18" fmla="*/ 19 w 103"/>
                <a:gd name="T19" fmla="*/ 29 h 141"/>
                <a:gd name="T20" fmla="*/ 1 w 103"/>
                <a:gd name="T21" fmla="*/ 15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" h="141">
                  <a:moveTo>
                    <a:pt x="1" y="15"/>
                  </a:moveTo>
                  <a:cubicBezTo>
                    <a:pt x="1" y="15"/>
                    <a:pt x="0" y="42"/>
                    <a:pt x="7" y="47"/>
                  </a:cubicBezTo>
                  <a:cubicBezTo>
                    <a:pt x="15" y="51"/>
                    <a:pt x="8" y="71"/>
                    <a:pt x="16" y="75"/>
                  </a:cubicBezTo>
                  <a:cubicBezTo>
                    <a:pt x="24" y="80"/>
                    <a:pt x="39" y="107"/>
                    <a:pt x="43" y="115"/>
                  </a:cubicBezTo>
                  <a:cubicBezTo>
                    <a:pt x="47" y="123"/>
                    <a:pt x="64" y="137"/>
                    <a:pt x="73" y="139"/>
                  </a:cubicBezTo>
                  <a:cubicBezTo>
                    <a:pt x="81" y="141"/>
                    <a:pt x="97" y="140"/>
                    <a:pt x="99" y="133"/>
                  </a:cubicBezTo>
                  <a:cubicBezTo>
                    <a:pt x="101" y="125"/>
                    <a:pt x="103" y="112"/>
                    <a:pt x="91" y="102"/>
                  </a:cubicBezTo>
                  <a:cubicBezTo>
                    <a:pt x="78" y="92"/>
                    <a:pt x="67" y="85"/>
                    <a:pt x="60" y="73"/>
                  </a:cubicBezTo>
                  <a:cubicBezTo>
                    <a:pt x="53" y="60"/>
                    <a:pt x="53" y="51"/>
                    <a:pt x="43" y="49"/>
                  </a:cubicBezTo>
                  <a:cubicBezTo>
                    <a:pt x="33" y="46"/>
                    <a:pt x="23" y="41"/>
                    <a:pt x="19" y="29"/>
                  </a:cubicBezTo>
                  <a:cubicBezTo>
                    <a:pt x="15" y="17"/>
                    <a:pt x="5" y="0"/>
                    <a:pt x="1" y="1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" name="Freeform 40"/>
            <p:cNvSpPr>
              <a:spLocks/>
            </p:cNvSpPr>
            <p:nvPr/>
          </p:nvSpPr>
          <p:spPr bwMode="auto">
            <a:xfrm>
              <a:off x="3640" y="648"/>
              <a:ext cx="59" cy="52"/>
            </a:xfrm>
            <a:custGeom>
              <a:avLst/>
              <a:gdLst>
                <a:gd name="T0" fmla="*/ 30 w 72"/>
                <a:gd name="T1" fmla="*/ 12 h 63"/>
                <a:gd name="T2" fmla="*/ 8 w 72"/>
                <a:gd name="T3" fmla="*/ 1 h 63"/>
                <a:gd name="T4" fmla="*/ 14 w 72"/>
                <a:gd name="T5" fmla="*/ 25 h 63"/>
                <a:gd name="T6" fmla="*/ 38 w 72"/>
                <a:gd name="T7" fmla="*/ 46 h 63"/>
                <a:gd name="T8" fmla="*/ 54 w 72"/>
                <a:gd name="T9" fmla="*/ 58 h 63"/>
                <a:gd name="T10" fmla="*/ 70 w 72"/>
                <a:gd name="T11" fmla="*/ 59 h 63"/>
                <a:gd name="T12" fmla="*/ 62 w 72"/>
                <a:gd name="T13" fmla="*/ 48 h 63"/>
                <a:gd name="T14" fmla="*/ 30 w 72"/>
                <a:gd name="T15" fmla="*/ 1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63">
                  <a:moveTo>
                    <a:pt x="30" y="12"/>
                  </a:moveTo>
                  <a:cubicBezTo>
                    <a:pt x="30" y="12"/>
                    <a:pt x="17" y="0"/>
                    <a:pt x="8" y="1"/>
                  </a:cubicBezTo>
                  <a:cubicBezTo>
                    <a:pt x="0" y="2"/>
                    <a:pt x="7" y="21"/>
                    <a:pt x="14" y="25"/>
                  </a:cubicBezTo>
                  <a:cubicBezTo>
                    <a:pt x="22" y="29"/>
                    <a:pt x="34" y="41"/>
                    <a:pt x="38" y="46"/>
                  </a:cubicBezTo>
                  <a:cubicBezTo>
                    <a:pt x="41" y="52"/>
                    <a:pt x="51" y="54"/>
                    <a:pt x="54" y="58"/>
                  </a:cubicBezTo>
                  <a:cubicBezTo>
                    <a:pt x="58" y="62"/>
                    <a:pt x="67" y="63"/>
                    <a:pt x="70" y="59"/>
                  </a:cubicBezTo>
                  <a:cubicBezTo>
                    <a:pt x="72" y="55"/>
                    <a:pt x="65" y="55"/>
                    <a:pt x="62" y="48"/>
                  </a:cubicBezTo>
                  <a:cubicBezTo>
                    <a:pt x="60" y="40"/>
                    <a:pt x="48" y="25"/>
                    <a:pt x="30" y="1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3" name="Freeform 41"/>
            <p:cNvSpPr>
              <a:spLocks/>
            </p:cNvSpPr>
            <p:nvPr/>
          </p:nvSpPr>
          <p:spPr bwMode="auto">
            <a:xfrm>
              <a:off x="3741" y="696"/>
              <a:ext cx="86" cy="63"/>
            </a:xfrm>
            <a:custGeom>
              <a:avLst/>
              <a:gdLst>
                <a:gd name="T0" fmla="*/ 57 w 105"/>
                <a:gd name="T1" fmla="*/ 25 h 76"/>
                <a:gd name="T2" fmla="*/ 35 w 105"/>
                <a:gd name="T3" fmla="*/ 12 h 76"/>
                <a:gd name="T4" fmla="*/ 15 w 105"/>
                <a:gd name="T5" fmla="*/ 1 h 76"/>
                <a:gd name="T6" fmla="*/ 15 w 105"/>
                <a:gd name="T7" fmla="*/ 26 h 76"/>
                <a:gd name="T8" fmla="*/ 56 w 105"/>
                <a:gd name="T9" fmla="*/ 54 h 76"/>
                <a:gd name="T10" fmla="*/ 86 w 105"/>
                <a:gd name="T11" fmla="*/ 68 h 76"/>
                <a:gd name="T12" fmla="*/ 105 w 105"/>
                <a:gd name="T13" fmla="*/ 68 h 76"/>
                <a:gd name="T14" fmla="*/ 92 w 105"/>
                <a:gd name="T15" fmla="*/ 52 h 76"/>
                <a:gd name="T16" fmla="*/ 57 w 105"/>
                <a:gd name="T17" fmla="*/ 2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" h="76">
                  <a:moveTo>
                    <a:pt x="57" y="25"/>
                  </a:moveTo>
                  <a:cubicBezTo>
                    <a:pt x="57" y="25"/>
                    <a:pt x="43" y="20"/>
                    <a:pt x="35" y="12"/>
                  </a:cubicBezTo>
                  <a:cubicBezTo>
                    <a:pt x="28" y="5"/>
                    <a:pt x="31" y="2"/>
                    <a:pt x="15" y="1"/>
                  </a:cubicBezTo>
                  <a:cubicBezTo>
                    <a:pt x="0" y="0"/>
                    <a:pt x="5" y="19"/>
                    <a:pt x="15" y="26"/>
                  </a:cubicBezTo>
                  <a:cubicBezTo>
                    <a:pt x="26" y="32"/>
                    <a:pt x="49" y="51"/>
                    <a:pt x="56" y="54"/>
                  </a:cubicBezTo>
                  <a:cubicBezTo>
                    <a:pt x="63" y="58"/>
                    <a:pt x="78" y="61"/>
                    <a:pt x="86" y="68"/>
                  </a:cubicBezTo>
                  <a:cubicBezTo>
                    <a:pt x="94" y="76"/>
                    <a:pt x="105" y="75"/>
                    <a:pt x="105" y="68"/>
                  </a:cubicBezTo>
                  <a:cubicBezTo>
                    <a:pt x="105" y="62"/>
                    <a:pt x="103" y="63"/>
                    <a:pt x="92" y="52"/>
                  </a:cubicBezTo>
                  <a:cubicBezTo>
                    <a:pt x="81" y="40"/>
                    <a:pt x="79" y="26"/>
                    <a:pt x="57" y="2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4" name="Freeform 42"/>
            <p:cNvSpPr>
              <a:spLocks/>
            </p:cNvSpPr>
            <p:nvPr/>
          </p:nvSpPr>
          <p:spPr bwMode="auto">
            <a:xfrm>
              <a:off x="3662" y="709"/>
              <a:ext cx="78" cy="64"/>
            </a:xfrm>
            <a:custGeom>
              <a:avLst/>
              <a:gdLst>
                <a:gd name="T0" fmla="*/ 19 w 95"/>
                <a:gd name="T1" fmla="*/ 5 h 78"/>
                <a:gd name="T2" fmla="*/ 8 w 95"/>
                <a:gd name="T3" fmla="*/ 23 h 78"/>
                <a:gd name="T4" fmla="*/ 34 w 95"/>
                <a:gd name="T5" fmla="*/ 38 h 78"/>
                <a:gd name="T6" fmla="*/ 21 w 95"/>
                <a:gd name="T7" fmla="*/ 55 h 78"/>
                <a:gd name="T8" fmla="*/ 35 w 95"/>
                <a:gd name="T9" fmla="*/ 56 h 78"/>
                <a:gd name="T10" fmla="*/ 49 w 95"/>
                <a:gd name="T11" fmla="*/ 52 h 78"/>
                <a:gd name="T12" fmla="*/ 61 w 95"/>
                <a:gd name="T13" fmla="*/ 60 h 78"/>
                <a:gd name="T14" fmla="*/ 79 w 95"/>
                <a:gd name="T15" fmla="*/ 69 h 78"/>
                <a:gd name="T16" fmla="*/ 81 w 95"/>
                <a:gd name="T17" fmla="*/ 49 h 78"/>
                <a:gd name="T18" fmla="*/ 66 w 95"/>
                <a:gd name="T19" fmla="*/ 37 h 78"/>
                <a:gd name="T20" fmla="*/ 52 w 95"/>
                <a:gd name="T21" fmla="*/ 26 h 78"/>
                <a:gd name="T22" fmla="*/ 41 w 95"/>
                <a:gd name="T23" fmla="*/ 15 h 78"/>
                <a:gd name="T24" fmla="*/ 25 w 95"/>
                <a:gd name="T25" fmla="*/ 16 h 78"/>
                <a:gd name="T26" fmla="*/ 19 w 95"/>
                <a:gd name="T27" fmla="*/ 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" h="78">
                  <a:moveTo>
                    <a:pt x="19" y="5"/>
                  </a:moveTo>
                  <a:cubicBezTo>
                    <a:pt x="19" y="5"/>
                    <a:pt x="0" y="19"/>
                    <a:pt x="8" y="23"/>
                  </a:cubicBezTo>
                  <a:cubicBezTo>
                    <a:pt x="16" y="27"/>
                    <a:pt x="35" y="32"/>
                    <a:pt x="34" y="38"/>
                  </a:cubicBezTo>
                  <a:cubicBezTo>
                    <a:pt x="33" y="43"/>
                    <a:pt x="15" y="48"/>
                    <a:pt x="21" y="55"/>
                  </a:cubicBezTo>
                  <a:cubicBezTo>
                    <a:pt x="27" y="62"/>
                    <a:pt x="34" y="67"/>
                    <a:pt x="35" y="56"/>
                  </a:cubicBezTo>
                  <a:cubicBezTo>
                    <a:pt x="37" y="46"/>
                    <a:pt x="43" y="48"/>
                    <a:pt x="49" y="52"/>
                  </a:cubicBezTo>
                  <a:cubicBezTo>
                    <a:pt x="54" y="55"/>
                    <a:pt x="59" y="54"/>
                    <a:pt x="61" y="60"/>
                  </a:cubicBezTo>
                  <a:cubicBezTo>
                    <a:pt x="62" y="66"/>
                    <a:pt x="77" y="78"/>
                    <a:pt x="79" y="69"/>
                  </a:cubicBezTo>
                  <a:cubicBezTo>
                    <a:pt x="80" y="60"/>
                    <a:pt x="95" y="50"/>
                    <a:pt x="81" y="49"/>
                  </a:cubicBezTo>
                  <a:cubicBezTo>
                    <a:pt x="68" y="48"/>
                    <a:pt x="74" y="43"/>
                    <a:pt x="66" y="37"/>
                  </a:cubicBezTo>
                  <a:cubicBezTo>
                    <a:pt x="58" y="31"/>
                    <a:pt x="53" y="34"/>
                    <a:pt x="52" y="26"/>
                  </a:cubicBezTo>
                  <a:cubicBezTo>
                    <a:pt x="51" y="18"/>
                    <a:pt x="47" y="15"/>
                    <a:pt x="41" y="15"/>
                  </a:cubicBezTo>
                  <a:cubicBezTo>
                    <a:pt x="35" y="15"/>
                    <a:pt x="27" y="22"/>
                    <a:pt x="25" y="16"/>
                  </a:cubicBezTo>
                  <a:cubicBezTo>
                    <a:pt x="23" y="9"/>
                    <a:pt x="24" y="0"/>
                    <a:pt x="19" y="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5" name="Freeform 43"/>
            <p:cNvSpPr>
              <a:spLocks/>
            </p:cNvSpPr>
            <p:nvPr/>
          </p:nvSpPr>
          <p:spPr bwMode="auto">
            <a:xfrm>
              <a:off x="3643" y="698"/>
              <a:ext cx="23" cy="28"/>
            </a:xfrm>
            <a:custGeom>
              <a:avLst/>
              <a:gdLst>
                <a:gd name="T0" fmla="*/ 1 w 28"/>
                <a:gd name="T1" fmla="*/ 10 h 34"/>
                <a:gd name="T2" fmla="*/ 7 w 28"/>
                <a:gd name="T3" fmla="*/ 24 h 34"/>
                <a:gd name="T4" fmla="*/ 18 w 28"/>
                <a:gd name="T5" fmla="*/ 26 h 34"/>
                <a:gd name="T6" fmla="*/ 21 w 28"/>
                <a:gd name="T7" fmla="*/ 11 h 34"/>
                <a:gd name="T8" fmla="*/ 1 w 28"/>
                <a:gd name="T9" fmla="*/ 1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4">
                  <a:moveTo>
                    <a:pt x="1" y="10"/>
                  </a:moveTo>
                  <a:cubicBezTo>
                    <a:pt x="1" y="10"/>
                    <a:pt x="3" y="22"/>
                    <a:pt x="7" y="24"/>
                  </a:cubicBezTo>
                  <a:cubicBezTo>
                    <a:pt x="11" y="26"/>
                    <a:pt x="14" y="34"/>
                    <a:pt x="18" y="26"/>
                  </a:cubicBezTo>
                  <a:cubicBezTo>
                    <a:pt x="21" y="18"/>
                    <a:pt x="28" y="11"/>
                    <a:pt x="21" y="11"/>
                  </a:cubicBezTo>
                  <a:cubicBezTo>
                    <a:pt x="14" y="11"/>
                    <a:pt x="0" y="0"/>
                    <a:pt x="1" y="1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6" name="Freeform 44"/>
            <p:cNvSpPr>
              <a:spLocks/>
            </p:cNvSpPr>
            <p:nvPr/>
          </p:nvSpPr>
          <p:spPr bwMode="auto">
            <a:xfrm>
              <a:off x="3298" y="783"/>
              <a:ext cx="74" cy="64"/>
            </a:xfrm>
            <a:custGeom>
              <a:avLst/>
              <a:gdLst>
                <a:gd name="T0" fmla="*/ 48 w 90"/>
                <a:gd name="T1" fmla="*/ 11 h 77"/>
                <a:gd name="T2" fmla="*/ 42 w 90"/>
                <a:gd name="T3" fmla="*/ 12 h 77"/>
                <a:gd name="T4" fmla="*/ 33 w 90"/>
                <a:gd name="T5" fmla="*/ 19 h 77"/>
                <a:gd name="T6" fmla="*/ 31 w 90"/>
                <a:gd name="T7" fmla="*/ 4 h 77"/>
                <a:gd name="T8" fmla="*/ 21 w 90"/>
                <a:gd name="T9" fmla="*/ 9 h 77"/>
                <a:gd name="T10" fmla="*/ 6 w 90"/>
                <a:gd name="T11" fmla="*/ 14 h 77"/>
                <a:gd name="T12" fmla="*/ 22 w 90"/>
                <a:gd name="T13" fmla="*/ 24 h 77"/>
                <a:gd name="T14" fmla="*/ 41 w 90"/>
                <a:gd name="T15" fmla="*/ 36 h 77"/>
                <a:gd name="T16" fmla="*/ 59 w 90"/>
                <a:gd name="T17" fmla="*/ 49 h 77"/>
                <a:gd name="T18" fmla="*/ 68 w 90"/>
                <a:gd name="T19" fmla="*/ 64 h 77"/>
                <a:gd name="T20" fmla="*/ 88 w 90"/>
                <a:gd name="T21" fmla="*/ 66 h 77"/>
                <a:gd name="T22" fmla="*/ 80 w 90"/>
                <a:gd name="T23" fmla="*/ 54 h 77"/>
                <a:gd name="T24" fmla="*/ 69 w 90"/>
                <a:gd name="T25" fmla="*/ 46 h 77"/>
                <a:gd name="T26" fmla="*/ 66 w 90"/>
                <a:gd name="T27" fmla="*/ 36 h 77"/>
                <a:gd name="T28" fmla="*/ 66 w 90"/>
                <a:gd name="T29" fmla="*/ 27 h 77"/>
                <a:gd name="T30" fmla="*/ 57 w 90"/>
                <a:gd name="T31" fmla="*/ 18 h 77"/>
                <a:gd name="T32" fmla="*/ 48 w 90"/>
                <a:gd name="T33" fmla="*/ 1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77">
                  <a:moveTo>
                    <a:pt x="48" y="11"/>
                  </a:moveTo>
                  <a:cubicBezTo>
                    <a:pt x="48" y="11"/>
                    <a:pt x="44" y="6"/>
                    <a:pt x="42" y="12"/>
                  </a:cubicBezTo>
                  <a:cubicBezTo>
                    <a:pt x="40" y="18"/>
                    <a:pt x="36" y="24"/>
                    <a:pt x="33" y="19"/>
                  </a:cubicBezTo>
                  <a:cubicBezTo>
                    <a:pt x="30" y="14"/>
                    <a:pt x="38" y="8"/>
                    <a:pt x="31" y="4"/>
                  </a:cubicBezTo>
                  <a:cubicBezTo>
                    <a:pt x="24" y="0"/>
                    <a:pt x="21" y="4"/>
                    <a:pt x="21" y="9"/>
                  </a:cubicBezTo>
                  <a:cubicBezTo>
                    <a:pt x="21" y="14"/>
                    <a:pt x="0" y="9"/>
                    <a:pt x="6" y="14"/>
                  </a:cubicBezTo>
                  <a:cubicBezTo>
                    <a:pt x="11" y="18"/>
                    <a:pt x="19" y="20"/>
                    <a:pt x="22" y="24"/>
                  </a:cubicBezTo>
                  <a:cubicBezTo>
                    <a:pt x="24" y="29"/>
                    <a:pt x="39" y="28"/>
                    <a:pt x="41" y="36"/>
                  </a:cubicBezTo>
                  <a:cubicBezTo>
                    <a:pt x="43" y="43"/>
                    <a:pt x="57" y="40"/>
                    <a:pt x="59" y="49"/>
                  </a:cubicBezTo>
                  <a:cubicBezTo>
                    <a:pt x="61" y="58"/>
                    <a:pt x="64" y="63"/>
                    <a:pt x="68" y="64"/>
                  </a:cubicBezTo>
                  <a:cubicBezTo>
                    <a:pt x="72" y="66"/>
                    <a:pt x="86" y="77"/>
                    <a:pt x="88" y="66"/>
                  </a:cubicBezTo>
                  <a:cubicBezTo>
                    <a:pt x="90" y="56"/>
                    <a:pt x="90" y="54"/>
                    <a:pt x="80" y="54"/>
                  </a:cubicBezTo>
                  <a:cubicBezTo>
                    <a:pt x="70" y="54"/>
                    <a:pt x="77" y="47"/>
                    <a:pt x="69" y="46"/>
                  </a:cubicBezTo>
                  <a:cubicBezTo>
                    <a:pt x="61" y="44"/>
                    <a:pt x="61" y="36"/>
                    <a:pt x="66" y="36"/>
                  </a:cubicBezTo>
                  <a:cubicBezTo>
                    <a:pt x="70" y="35"/>
                    <a:pt x="69" y="32"/>
                    <a:pt x="66" y="27"/>
                  </a:cubicBezTo>
                  <a:cubicBezTo>
                    <a:pt x="64" y="22"/>
                    <a:pt x="61" y="18"/>
                    <a:pt x="57" y="18"/>
                  </a:cubicBezTo>
                  <a:cubicBezTo>
                    <a:pt x="53" y="19"/>
                    <a:pt x="48" y="20"/>
                    <a:pt x="48" y="1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7" name="Freeform 45"/>
            <p:cNvSpPr>
              <a:spLocks/>
            </p:cNvSpPr>
            <p:nvPr/>
          </p:nvSpPr>
          <p:spPr bwMode="auto">
            <a:xfrm>
              <a:off x="3355" y="747"/>
              <a:ext cx="10" cy="21"/>
            </a:xfrm>
            <a:custGeom>
              <a:avLst/>
              <a:gdLst>
                <a:gd name="T0" fmla="*/ 4 w 12"/>
                <a:gd name="T1" fmla="*/ 6 h 26"/>
                <a:gd name="T2" fmla="*/ 3 w 12"/>
                <a:gd name="T3" fmla="*/ 22 h 26"/>
                <a:gd name="T4" fmla="*/ 12 w 12"/>
                <a:gd name="T5" fmla="*/ 14 h 26"/>
                <a:gd name="T6" fmla="*/ 4 w 12"/>
                <a:gd name="T7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26">
                  <a:moveTo>
                    <a:pt x="4" y="6"/>
                  </a:moveTo>
                  <a:cubicBezTo>
                    <a:pt x="4" y="6"/>
                    <a:pt x="0" y="18"/>
                    <a:pt x="3" y="22"/>
                  </a:cubicBezTo>
                  <a:cubicBezTo>
                    <a:pt x="7" y="26"/>
                    <a:pt x="12" y="22"/>
                    <a:pt x="12" y="14"/>
                  </a:cubicBezTo>
                  <a:cubicBezTo>
                    <a:pt x="12" y="7"/>
                    <a:pt x="5" y="0"/>
                    <a:pt x="4" y="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8" name="Freeform 46"/>
            <p:cNvSpPr>
              <a:spLocks/>
            </p:cNvSpPr>
            <p:nvPr/>
          </p:nvSpPr>
          <p:spPr bwMode="auto">
            <a:xfrm>
              <a:off x="3431" y="768"/>
              <a:ext cx="33" cy="25"/>
            </a:xfrm>
            <a:custGeom>
              <a:avLst/>
              <a:gdLst>
                <a:gd name="T0" fmla="*/ 19 w 40"/>
                <a:gd name="T1" fmla="*/ 7 h 31"/>
                <a:gd name="T2" fmla="*/ 11 w 40"/>
                <a:gd name="T3" fmla="*/ 14 h 31"/>
                <a:gd name="T4" fmla="*/ 14 w 40"/>
                <a:gd name="T5" fmla="*/ 25 h 31"/>
                <a:gd name="T6" fmla="*/ 28 w 40"/>
                <a:gd name="T7" fmla="*/ 28 h 31"/>
                <a:gd name="T8" fmla="*/ 34 w 40"/>
                <a:gd name="T9" fmla="*/ 17 h 31"/>
                <a:gd name="T10" fmla="*/ 19 w 40"/>
                <a:gd name="T11" fmla="*/ 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31">
                  <a:moveTo>
                    <a:pt x="19" y="7"/>
                  </a:moveTo>
                  <a:cubicBezTo>
                    <a:pt x="19" y="7"/>
                    <a:pt x="22" y="14"/>
                    <a:pt x="11" y="14"/>
                  </a:cubicBezTo>
                  <a:cubicBezTo>
                    <a:pt x="0" y="14"/>
                    <a:pt x="10" y="24"/>
                    <a:pt x="14" y="25"/>
                  </a:cubicBezTo>
                  <a:cubicBezTo>
                    <a:pt x="17" y="25"/>
                    <a:pt x="18" y="31"/>
                    <a:pt x="28" y="28"/>
                  </a:cubicBezTo>
                  <a:cubicBezTo>
                    <a:pt x="37" y="25"/>
                    <a:pt x="40" y="21"/>
                    <a:pt x="34" y="17"/>
                  </a:cubicBezTo>
                  <a:cubicBezTo>
                    <a:pt x="29" y="12"/>
                    <a:pt x="19" y="0"/>
                    <a:pt x="19" y="7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9" name="Freeform 47"/>
            <p:cNvSpPr>
              <a:spLocks/>
            </p:cNvSpPr>
            <p:nvPr/>
          </p:nvSpPr>
          <p:spPr bwMode="auto">
            <a:xfrm>
              <a:off x="3423" y="860"/>
              <a:ext cx="31" cy="11"/>
            </a:xfrm>
            <a:custGeom>
              <a:avLst/>
              <a:gdLst>
                <a:gd name="T0" fmla="*/ 25 w 37"/>
                <a:gd name="T1" fmla="*/ 1 h 14"/>
                <a:gd name="T2" fmla="*/ 12 w 37"/>
                <a:gd name="T3" fmla="*/ 9 h 14"/>
                <a:gd name="T4" fmla="*/ 25 w 37"/>
                <a:gd name="T5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14">
                  <a:moveTo>
                    <a:pt x="25" y="1"/>
                  </a:moveTo>
                  <a:cubicBezTo>
                    <a:pt x="25" y="1"/>
                    <a:pt x="0" y="5"/>
                    <a:pt x="12" y="9"/>
                  </a:cubicBezTo>
                  <a:cubicBezTo>
                    <a:pt x="24" y="14"/>
                    <a:pt x="37" y="0"/>
                    <a:pt x="25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0" name="Freeform 48"/>
            <p:cNvSpPr>
              <a:spLocks/>
            </p:cNvSpPr>
            <p:nvPr/>
          </p:nvSpPr>
          <p:spPr bwMode="auto">
            <a:xfrm>
              <a:off x="3467" y="898"/>
              <a:ext cx="37" cy="24"/>
            </a:xfrm>
            <a:custGeom>
              <a:avLst/>
              <a:gdLst>
                <a:gd name="T0" fmla="*/ 21 w 45"/>
                <a:gd name="T1" fmla="*/ 4 h 29"/>
                <a:gd name="T2" fmla="*/ 5 w 45"/>
                <a:gd name="T3" fmla="*/ 8 h 29"/>
                <a:gd name="T4" fmla="*/ 21 w 45"/>
                <a:gd name="T5" fmla="*/ 24 h 29"/>
                <a:gd name="T6" fmla="*/ 42 w 45"/>
                <a:gd name="T7" fmla="*/ 18 h 29"/>
                <a:gd name="T8" fmla="*/ 29 w 45"/>
                <a:gd name="T9" fmla="*/ 8 h 29"/>
                <a:gd name="T10" fmla="*/ 21 w 45"/>
                <a:gd name="T11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29">
                  <a:moveTo>
                    <a:pt x="21" y="4"/>
                  </a:moveTo>
                  <a:cubicBezTo>
                    <a:pt x="21" y="4"/>
                    <a:pt x="0" y="2"/>
                    <a:pt x="5" y="8"/>
                  </a:cubicBezTo>
                  <a:cubicBezTo>
                    <a:pt x="9" y="14"/>
                    <a:pt x="13" y="18"/>
                    <a:pt x="21" y="24"/>
                  </a:cubicBezTo>
                  <a:cubicBezTo>
                    <a:pt x="28" y="29"/>
                    <a:pt x="39" y="25"/>
                    <a:pt x="42" y="18"/>
                  </a:cubicBezTo>
                  <a:cubicBezTo>
                    <a:pt x="45" y="12"/>
                    <a:pt x="30" y="16"/>
                    <a:pt x="29" y="8"/>
                  </a:cubicBezTo>
                  <a:cubicBezTo>
                    <a:pt x="27" y="0"/>
                    <a:pt x="29" y="4"/>
                    <a:pt x="21" y="4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1" name="Freeform 49"/>
            <p:cNvSpPr>
              <a:spLocks/>
            </p:cNvSpPr>
            <p:nvPr/>
          </p:nvSpPr>
          <p:spPr bwMode="auto">
            <a:xfrm>
              <a:off x="3804" y="787"/>
              <a:ext cx="75" cy="41"/>
            </a:xfrm>
            <a:custGeom>
              <a:avLst/>
              <a:gdLst>
                <a:gd name="T0" fmla="*/ 34 w 91"/>
                <a:gd name="T1" fmla="*/ 10 h 50"/>
                <a:gd name="T2" fmla="*/ 20 w 91"/>
                <a:gd name="T3" fmla="*/ 6 h 50"/>
                <a:gd name="T4" fmla="*/ 2 w 91"/>
                <a:gd name="T5" fmla="*/ 8 h 50"/>
                <a:gd name="T6" fmla="*/ 7 w 91"/>
                <a:gd name="T7" fmla="*/ 32 h 50"/>
                <a:gd name="T8" fmla="*/ 22 w 91"/>
                <a:gd name="T9" fmla="*/ 44 h 50"/>
                <a:gd name="T10" fmla="*/ 44 w 91"/>
                <a:gd name="T11" fmla="*/ 45 h 50"/>
                <a:gd name="T12" fmla="*/ 66 w 91"/>
                <a:gd name="T13" fmla="*/ 50 h 50"/>
                <a:gd name="T14" fmla="*/ 82 w 91"/>
                <a:gd name="T15" fmla="*/ 37 h 50"/>
                <a:gd name="T16" fmla="*/ 70 w 91"/>
                <a:gd name="T17" fmla="*/ 28 h 50"/>
                <a:gd name="T18" fmla="*/ 60 w 91"/>
                <a:gd name="T19" fmla="*/ 17 h 50"/>
                <a:gd name="T20" fmla="*/ 34 w 91"/>
                <a:gd name="T21" fmla="*/ 1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1" h="50">
                  <a:moveTo>
                    <a:pt x="34" y="10"/>
                  </a:moveTo>
                  <a:cubicBezTo>
                    <a:pt x="34" y="10"/>
                    <a:pt x="22" y="12"/>
                    <a:pt x="20" y="6"/>
                  </a:cubicBezTo>
                  <a:cubicBezTo>
                    <a:pt x="17" y="0"/>
                    <a:pt x="3" y="0"/>
                    <a:pt x="2" y="8"/>
                  </a:cubicBezTo>
                  <a:cubicBezTo>
                    <a:pt x="0" y="16"/>
                    <a:pt x="2" y="29"/>
                    <a:pt x="7" y="32"/>
                  </a:cubicBezTo>
                  <a:cubicBezTo>
                    <a:pt x="12" y="34"/>
                    <a:pt x="16" y="44"/>
                    <a:pt x="22" y="44"/>
                  </a:cubicBezTo>
                  <a:cubicBezTo>
                    <a:pt x="28" y="44"/>
                    <a:pt x="38" y="40"/>
                    <a:pt x="44" y="45"/>
                  </a:cubicBezTo>
                  <a:cubicBezTo>
                    <a:pt x="50" y="50"/>
                    <a:pt x="58" y="50"/>
                    <a:pt x="66" y="50"/>
                  </a:cubicBezTo>
                  <a:cubicBezTo>
                    <a:pt x="75" y="50"/>
                    <a:pt x="91" y="42"/>
                    <a:pt x="82" y="37"/>
                  </a:cubicBezTo>
                  <a:cubicBezTo>
                    <a:pt x="74" y="32"/>
                    <a:pt x="70" y="34"/>
                    <a:pt x="70" y="28"/>
                  </a:cubicBezTo>
                  <a:cubicBezTo>
                    <a:pt x="70" y="22"/>
                    <a:pt x="66" y="20"/>
                    <a:pt x="60" y="17"/>
                  </a:cubicBezTo>
                  <a:cubicBezTo>
                    <a:pt x="53" y="14"/>
                    <a:pt x="52" y="8"/>
                    <a:pt x="34" y="1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2" name="Freeform 50"/>
            <p:cNvSpPr>
              <a:spLocks/>
            </p:cNvSpPr>
            <p:nvPr/>
          </p:nvSpPr>
          <p:spPr bwMode="auto">
            <a:xfrm>
              <a:off x="3852" y="732"/>
              <a:ext cx="67" cy="91"/>
            </a:xfrm>
            <a:custGeom>
              <a:avLst/>
              <a:gdLst>
                <a:gd name="T0" fmla="*/ 8 w 82"/>
                <a:gd name="T1" fmla="*/ 6 h 110"/>
                <a:gd name="T2" fmla="*/ 3 w 82"/>
                <a:gd name="T3" fmla="*/ 14 h 110"/>
                <a:gd name="T4" fmla="*/ 9 w 82"/>
                <a:gd name="T5" fmla="*/ 32 h 110"/>
                <a:gd name="T6" fmla="*/ 16 w 82"/>
                <a:gd name="T7" fmla="*/ 54 h 110"/>
                <a:gd name="T8" fmla="*/ 31 w 82"/>
                <a:gd name="T9" fmla="*/ 76 h 110"/>
                <a:gd name="T10" fmla="*/ 56 w 82"/>
                <a:gd name="T11" fmla="*/ 99 h 110"/>
                <a:gd name="T12" fmla="*/ 73 w 82"/>
                <a:gd name="T13" fmla="*/ 105 h 110"/>
                <a:gd name="T14" fmla="*/ 73 w 82"/>
                <a:gd name="T15" fmla="*/ 90 h 110"/>
                <a:gd name="T16" fmla="*/ 52 w 82"/>
                <a:gd name="T17" fmla="*/ 62 h 110"/>
                <a:gd name="T18" fmla="*/ 48 w 82"/>
                <a:gd name="T19" fmla="*/ 47 h 110"/>
                <a:gd name="T20" fmla="*/ 36 w 82"/>
                <a:gd name="T21" fmla="*/ 30 h 110"/>
                <a:gd name="T22" fmla="*/ 32 w 82"/>
                <a:gd name="T23" fmla="*/ 15 h 110"/>
                <a:gd name="T24" fmla="*/ 8 w 82"/>
                <a:gd name="T25" fmla="*/ 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2" h="110">
                  <a:moveTo>
                    <a:pt x="8" y="6"/>
                  </a:moveTo>
                  <a:cubicBezTo>
                    <a:pt x="8" y="6"/>
                    <a:pt x="0" y="12"/>
                    <a:pt x="3" y="14"/>
                  </a:cubicBezTo>
                  <a:cubicBezTo>
                    <a:pt x="6" y="16"/>
                    <a:pt x="11" y="18"/>
                    <a:pt x="9" y="32"/>
                  </a:cubicBezTo>
                  <a:cubicBezTo>
                    <a:pt x="7" y="45"/>
                    <a:pt x="16" y="44"/>
                    <a:pt x="16" y="54"/>
                  </a:cubicBezTo>
                  <a:cubicBezTo>
                    <a:pt x="16" y="64"/>
                    <a:pt x="21" y="70"/>
                    <a:pt x="31" y="76"/>
                  </a:cubicBezTo>
                  <a:cubicBezTo>
                    <a:pt x="41" y="81"/>
                    <a:pt x="50" y="90"/>
                    <a:pt x="56" y="99"/>
                  </a:cubicBezTo>
                  <a:cubicBezTo>
                    <a:pt x="61" y="108"/>
                    <a:pt x="68" y="110"/>
                    <a:pt x="73" y="105"/>
                  </a:cubicBezTo>
                  <a:cubicBezTo>
                    <a:pt x="78" y="100"/>
                    <a:pt x="82" y="97"/>
                    <a:pt x="73" y="90"/>
                  </a:cubicBezTo>
                  <a:cubicBezTo>
                    <a:pt x="64" y="84"/>
                    <a:pt x="52" y="71"/>
                    <a:pt x="52" y="62"/>
                  </a:cubicBezTo>
                  <a:cubicBezTo>
                    <a:pt x="51" y="54"/>
                    <a:pt x="56" y="54"/>
                    <a:pt x="48" y="47"/>
                  </a:cubicBezTo>
                  <a:cubicBezTo>
                    <a:pt x="40" y="40"/>
                    <a:pt x="36" y="39"/>
                    <a:pt x="36" y="30"/>
                  </a:cubicBezTo>
                  <a:cubicBezTo>
                    <a:pt x="36" y="22"/>
                    <a:pt x="38" y="18"/>
                    <a:pt x="32" y="15"/>
                  </a:cubicBezTo>
                  <a:cubicBezTo>
                    <a:pt x="26" y="12"/>
                    <a:pt x="27" y="0"/>
                    <a:pt x="8" y="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3" name="Freeform 51"/>
            <p:cNvSpPr>
              <a:spLocks/>
            </p:cNvSpPr>
            <p:nvPr/>
          </p:nvSpPr>
          <p:spPr bwMode="auto">
            <a:xfrm>
              <a:off x="3822" y="904"/>
              <a:ext cx="39" cy="26"/>
            </a:xfrm>
            <a:custGeom>
              <a:avLst/>
              <a:gdLst>
                <a:gd name="T0" fmla="*/ 25 w 48"/>
                <a:gd name="T1" fmla="*/ 9 h 32"/>
                <a:gd name="T2" fmla="*/ 9 w 48"/>
                <a:gd name="T3" fmla="*/ 0 h 32"/>
                <a:gd name="T4" fmla="*/ 11 w 48"/>
                <a:gd name="T5" fmla="*/ 13 h 32"/>
                <a:gd name="T6" fmla="*/ 32 w 48"/>
                <a:gd name="T7" fmla="*/ 29 h 32"/>
                <a:gd name="T8" fmla="*/ 48 w 48"/>
                <a:gd name="T9" fmla="*/ 27 h 32"/>
                <a:gd name="T10" fmla="*/ 25 w 48"/>
                <a:gd name="T11" fmla="*/ 9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" h="32">
                  <a:moveTo>
                    <a:pt x="25" y="9"/>
                  </a:moveTo>
                  <a:cubicBezTo>
                    <a:pt x="25" y="9"/>
                    <a:pt x="17" y="0"/>
                    <a:pt x="9" y="0"/>
                  </a:cubicBezTo>
                  <a:cubicBezTo>
                    <a:pt x="0" y="0"/>
                    <a:pt x="1" y="9"/>
                    <a:pt x="11" y="13"/>
                  </a:cubicBezTo>
                  <a:cubicBezTo>
                    <a:pt x="21" y="17"/>
                    <a:pt x="23" y="27"/>
                    <a:pt x="32" y="29"/>
                  </a:cubicBezTo>
                  <a:cubicBezTo>
                    <a:pt x="41" y="30"/>
                    <a:pt x="48" y="32"/>
                    <a:pt x="48" y="27"/>
                  </a:cubicBezTo>
                  <a:cubicBezTo>
                    <a:pt x="48" y="21"/>
                    <a:pt x="39" y="12"/>
                    <a:pt x="25" y="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4" name="Freeform 52"/>
            <p:cNvSpPr>
              <a:spLocks/>
            </p:cNvSpPr>
            <p:nvPr/>
          </p:nvSpPr>
          <p:spPr bwMode="auto">
            <a:xfrm>
              <a:off x="3896" y="828"/>
              <a:ext cx="54" cy="49"/>
            </a:xfrm>
            <a:custGeom>
              <a:avLst/>
              <a:gdLst>
                <a:gd name="T0" fmla="*/ 4 w 65"/>
                <a:gd name="T1" fmla="*/ 8 h 59"/>
                <a:gd name="T2" fmla="*/ 8 w 65"/>
                <a:gd name="T3" fmla="*/ 32 h 59"/>
                <a:gd name="T4" fmla="*/ 26 w 65"/>
                <a:gd name="T5" fmla="*/ 50 h 59"/>
                <a:gd name="T6" fmla="*/ 48 w 65"/>
                <a:gd name="T7" fmla="*/ 55 h 59"/>
                <a:gd name="T8" fmla="*/ 64 w 65"/>
                <a:gd name="T9" fmla="*/ 51 h 59"/>
                <a:gd name="T10" fmla="*/ 48 w 65"/>
                <a:gd name="T11" fmla="*/ 32 h 59"/>
                <a:gd name="T12" fmla="*/ 30 w 65"/>
                <a:gd name="T13" fmla="*/ 23 h 59"/>
                <a:gd name="T14" fmla="*/ 15 w 65"/>
                <a:gd name="T15" fmla="*/ 13 h 59"/>
                <a:gd name="T16" fmla="*/ 4 w 65"/>
                <a:gd name="T17" fmla="*/ 8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59">
                  <a:moveTo>
                    <a:pt x="4" y="8"/>
                  </a:moveTo>
                  <a:cubicBezTo>
                    <a:pt x="4" y="8"/>
                    <a:pt x="0" y="28"/>
                    <a:pt x="8" y="32"/>
                  </a:cubicBezTo>
                  <a:cubicBezTo>
                    <a:pt x="16" y="36"/>
                    <a:pt x="18" y="45"/>
                    <a:pt x="26" y="50"/>
                  </a:cubicBezTo>
                  <a:cubicBezTo>
                    <a:pt x="34" y="55"/>
                    <a:pt x="42" y="55"/>
                    <a:pt x="48" y="55"/>
                  </a:cubicBezTo>
                  <a:cubicBezTo>
                    <a:pt x="53" y="55"/>
                    <a:pt x="64" y="59"/>
                    <a:pt x="64" y="51"/>
                  </a:cubicBezTo>
                  <a:cubicBezTo>
                    <a:pt x="65" y="44"/>
                    <a:pt x="54" y="34"/>
                    <a:pt x="48" y="32"/>
                  </a:cubicBezTo>
                  <a:cubicBezTo>
                    <a:pt x="43" y="30"/>
                    <a:pt x="38" y="25"/>
                    <a:pt x="30" y="23"/>
                  </a:cubicBezTo>
                  <a:cubicBezTo>
                    <a:pt x="22" y="20"/>
                    <a:pt x="16" y="21"/>
                    <a:pt x="15" y="13"/>
                  </a:cubicBezTo>
                  <a:cubicBezTo>
                    <a:pt x="14" y="5"/>
                    <a:pt x="5" y="0"/>
                    <a:pt x="4" y="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5" name="Freeform 53"/>
            <p:cNvSpPr>
              <a:spLocks/>
            </p:cNvSpPr>
            <p:nvPr/>
          </p:nvSpPr>
          <p:spPr bwMode="auto">
            <a:xfrm>
              <a:off x="2818" y="441"/>
              <a:ext cx="535" cy="433"/>
            </a:xfrm>
            <a:custGeom>
              <a:avLst/>
              <a:gdLst>
                <a:gd name="T0" fmla="*/ 649 w 652"/>
                <a:gd name="T1" fmla="*/ 487 h 526"/>
                <a:gd name="T2" fmla="*/ 631 w 652"/>
                <a:gd name="T3" fmla="*/ 482 h 526"/>
                <a:gd name="T4" fmla="*/ 612 w 652"/>
                <a:gd name="T5" fmla="*/ 477 h 526"/>
                <a:gd name="T6" fmla="*/ 590 w 652"/>
                <a:gd name="T7" fmla="*/ 470 h 526"/>
                <a:gd name="T8" fmla="*/ 589 w 652"/>
                <a:gd name="T9" fmla="*/ 443 h 526"/>
                <a:gd name="T10" fmla="*/ 546 w 652"/>
                <a:gd name="T11" fmla="*/ 440 h 526"/>
                <a:gd name="T12" fmla="*/ 544 w 652"/>
                <a:gd name="T13" fmla="*/ 420 h 526"/>
                <a:gd name="T14" fmla="*/ 541 w 652"/>
                <a:gd name="T15" fmla="*/ 407 h 526"/>
                <a:gd name="T16" fmla="*/ 526 w 652"/>
                <a:gd name="T17" fmla="*/ 405 h 526"/>
                <a:gd name="T18" fmla="*/ 506 w 652"/>
                <a:gd name="T19" fmla="*/ 411 h 526"/>
                <a:gd name="T20" fmla="*/ 488 w 652"/>
                <a:gd name="T21" fmla="*/ 384 h 526"/>
                <a:gd name="T22" fmla="*/ 472 w 652"/>
                <a:gd name="T23" fmla="*/ 344 h 526"/>
                <a:gd name="T24" fmla="*/ 436 w 652"/>
                <a:gd name="T25" fmla="*/ 323 h 526"/>
                <a:gd name="T26" fmla="*/ 407 w 652"/>
                <a:gd name="T27" fmla="*/ 275 h 526"/>
                <a:gd name="T28" fmla="*/ 442 w 652"/>
                <a:gd name="T29" fmla="*/ 260 h 526"/>
                <a:gd name="T30" fmla="*/ 454 w 652"/>
                <a:gd name="T31" fmla="*/ 240 h 526"/>
                <a:gd name="T32" fmla="*/ 423 w 652"/>
                <a:gd name="T33" fmla="*/ 216 h 526"/>
                <a:gd name="T34" fmla="*/ 393 w 652"/>
                <a:gd name="T35" fmla="*/ 203 h 526"/>
                <a:gd name="T36" fmla="*/ 365 w 652"/>
                <a:gd name="T37" fmla="*/ 189 h 526"/>
                <a:gd name="T38" fmla="*/ 336 w 652"/>
                <a:gd name="T39" fmla="*/ 169 h 526"/>
                <a:gd name="T40" fmla="*/ 310 w 652"/>
                <a:gd name="T41" fmla="*/ 126 h 526"/>
                <a:gd name="T42" fmla="*/ 231 w 652"/>
                <a:gd name="T43" fmla="*/ 75 h 526"/>
                <a:gd name="T44" fmla="*/ 199 w 652"/>
                <a:gd name="T45" fmla="*/ 61 h 526"/>
                <a:gd name="T46" fmla="*/ 160 w 652"/>
                <a:gd name="T47" fmla="*/ 46 h 526"/>
                <a:gd name="T48" fmla="*/ 109 w 652"/>
                <a:gd name="T49" fmla="*/ 35 h 526"/>
                <a:gd name="T50" fmla="*/ 35 w 652"/>
                <a:gd name="T51" fmla="*/ 1 h 526"/>
                <a:gd name="T52" fmla="*/ 16 w 652"/>
                <a:gd name="T53" fmla="*/ 3 h 526"/>
                <a:gd name="T54" fmla="*/ 17 w 652"/>
                <a:gd name="T55" fmla="*/ 218 h 526"/>
                <a:gd name="T56" fmla="*/ 12 w 652"/>
                <a:gd name="T57" fmla="*/ 249 h 526"/>
                <a:gd name="T58" fmla="*/ 16 w 652"/>
                <a:gd name="T59" fmla="*/ 273 h 526"/>
                <a:gd name="T60" fmla="*/ 17 w 652"/>
                <a:gd name="T61" fmla="*/ 317 h 526"/>
                <a:gd name="T62" fmla="*/ 18 w 652"/>
                <a:gd name="T63" fmla="*/ 421 h 526"/>
                <a:gd name="T64" fmla="*/ 35 w 652"/>
                <a:gd name="T65" fmla="*/ 423 h 526"/>
                <a:gd name="T66" fmla="*/ 86 w 652"/>
                <a:gd name="T67" fmla="*/ 422 h 526"/>
                <a:gd name="T68" fmla="*/ 128 w 652"/>
                <a:gd name="T69" fmla="*/ 430 h 526"/>
                <a:gd name="T70" fmla="*/ 151 w 652"/>
                <a:gd name="T71" fmla="*/ 416 h 526"/>
                <a:gd name="T72" fmla="*/ 171 w 652"/>
                <a:gd name="T73" fmla="*/ 401 h 526"/>
                <a:gd name="T74" fmla="*/ 181 w 652"/>
                <a:gd name="T75" fmla="*/ 388 h 526"/>
                <a:gd name="T76" fmla="*/ 183 w 652"/>
                <a:gd name="T77" fmla="*/ 379 h 526"/>
                <a:gd name="T78" fmla="*/ 183 w 652"/>
                <a:gd name="T79" fmla="*/ 355 h 526"/>
                <a:gd name="T80" fmla="*/ 204 w 652"/>
                <a:gd name="T81" fmla="*/ 344 h 526"/>
                <a:gd name="T82" fmla="*/ 218 w 652"/>
                <a:gd name="T83" fmla="*/ 327 h 526"/>
                <a:gd name="T84" fmla="*/ 250 w 652"/>
                <a:gd name="T85" fmla="*/ 315 h 526"/>
                <a:gd name="T86" fmla="*/ 275 w 652"/>
                <a:gd name="T87" fmla="*/ 336 h 526"/>
                <a:gd name="T88" fmla="*/ 312 w 652"/>
                <a:gd name="T89" fmla="*/ 348 h 526"/>
                <a:gd name="T90" fmla="*/ 353 w 652"/>
                <a:gd name="T91" fmla="*/ 369 h 526"/>
                <a:gd name="T92" fmla="*/ 380 w 652"/>
                <a:gd name="T93" fmla="*/ 410 h 526"/>
                <a:gd name="T94" fmla="*/ 398 w 652"/>
                <a:gd name="T95" fmla="*/ 431 h 526"/>
                <a:gd name="T96" fmla="*/ 409 w 652"/>
                <a:gd name="T97" fmla="*/ 443 h 526"/>
                <a:gd name="T98" fmla="*/ 435 w 652"/>
                <a:gd name="T99" fmla="*/ 462 h 526"/>
                <a:gd name="T100" fmla="*/ 458 w 652"/>
                <a:gd name="T101" fmla="*/ 486 h 526"/>
                <a:gd name="T102" fmla="*/ 518 w 652"/>
                <a:gd name="T103" fmla="*/ 486 h 526"/>
                <a:gd name="T104" fmla="*/ 554 w 652"/>
                <a:gd name="T105" fmla="*/ 493 h 526"/>
                <a:gd name="T106" fmla="*/ 584 w 652"/>
                <a:gd name="T107" fmla="*/ 495 h 526"/>
                <a:gd name="T108" fmla="*/ 601 w 652"/>
                <a:gd name="T109" fmla="*/ 515 h 526"/>
                <a:gd name="T110" fmla="*/ 627 w 652"/>
                <a:gd name="T111" fmla="*/ 512 h 526"/>
                <a:gd name="T112" fmla="*/ 632 w 652"/>
                <a:gd name="T113" fmla="*/ 492 h 526"/>
                <a:gd name="T114" fmla="*/ 649 w 652"/>
                <a:gd name="T115" fmla="*/ 487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52" h="526">
                  <a:moveTo>
                    <a:pt x="649" y="487"/>
                  </a:moveTo>
                  <a:cubicBezTo>
                    <a:pt x="646" y="483"/>
                    <a:pt x="640" y="482"/>
                    <a:pt x="631" y="482"/>
                  </a:cubicBezTo>
                  <a:cubicBezTo>
                    <a:pt x="622" y="482"/>
                    <a:pt x="626" y="477"/>
                    <a:pt x="612" y="477"/>
                  </a:cubicBezTo>
                  <a:cubicBezTo>
                    <a:pt x="598" y="477"/>
                    <a:pt x="595" y="482"/>
                    <a:pt x="590" y="470"/>
                  </a:cubicBezTo>
                  <a:cubicBezTo>
                    <a:pt x="585" y="458"/>
                    <a:pt x="603" y="447"/>
                    <a:pt x="589" y="443"/>
                  </a:cubicBezTo>
                  <a:cubicBezTo>
                    <a:pt x="575" y="439"/>
                    <a:pt x="551" y="454"/>
                    <a:pt x="546" y="440"/>
                  </a:cubicBezTo>
                  <a:cubicBezTo>
                    <a:pt x="541" y="426"/>
                    <a:pt x="537" y="421"/>
                    <a:pt x="544" y="420"/>
                  </a:cubicBezTo>
                  <a:cubicBezTo>
                    <a:pt x="551" y="419"/>
                    <a:pt x="550" y="414"/>
                    <a:pt x="541" y="407"/>
                  </a:cubicBezTo>
                  <a:cubicBezTo>
                    <a:pt x="532" y="400"/>
                    <a:pt x="527" y="398"/>
                    <a:pt x="526" y="405"/>
                  </a:cubicBezTo>
                  <a:cubicBezTo>
                    <a:pt x="525" y="412"/>
                    <a:pt x="516" y="418"/>
                    <a:pt x="506" y="411"/>
                  </a:cubicBezTo>
                  <a:cubicBezTo>
                    <a:pt x="496" y="404"/>
                    <a:pt x="503" y="397"/>
                    <a:pt x="488" y="384"/>
                  </a:cubicBezTo>
                  <a:cubicBezTo>
                    <a:pt x="473" y="371"/>
                    <a:pt x="488" y="349"/>
                    <a:pt x="472" y="344"/>
                  </a:cubicBezTo>
                  <a:cubicBezTo>
                    <a:pt x="456" y="339"/>
                    <a:pt x="456" y="335"/>
                    <a:pt x="436" y="323"/>
                  </a:cubicBezTo>
                  <a:cubicBezTo>
                    <a:pt x="416" y="311"/>
                    <a:pt x="400" y="294"/>
                    <a:pt x="407" y="275"/>
                  </a:cubicBezTo>
                  <a:cubicBezTo>
                    <a:pt x="414" y="256"/>
                    <a:pt x="426" y="258"/>
                    <a:pt x="442" y="260"/>
                  </a:cubicBezTo>
                  <a:cubicBezTo>
                    <a:pt x="458" y="262"/>
                    <a:pt x="470" y="263"/>
                    <a:pt x="454" y="240"/>
                  </a:cubicBezTo>
                  <a:cubicBezTo>
                    <a:pt x="438" y="217"/>
                    <a:pt x="437" y="215"/>
                    <a:pt x="423" y="216"/>
                  </a:cubicBezTo>
                  <a:cubicBezTo>
                    <a:pt x="409" y="217"/>
                    <a:pt x="410" y="203"/>
                    <a:pt x="393" y="203"/>
                  </a:cubicBezTo>
                  <a:cubicBezTo>
                    <a:pt x="376" y="203"/>
                    <a:pt x="378" y="189"/>
                    <a:pt x="365" y="189"/>
                  </a:cubicBezTo>
                  <a:cubicBezTo>
                    <a:pt x="352" y="189"/>
                    <a:pt x="348" y="188"/>
                    <a:pt x="336" y="169"/>
                  </a:cubicBezTo>
                  <a:cubicBezTo>
                    <a:pt x="324" y="150"/>
                    <a:pt x="332" y="140"/>
                    <a:pt x="310" y="126"/>
                  </a:cubicBezTo>
                  <a:cubicBezTo>
                    <a:pt x="288" y="112"/>
                    <a:pt x="251" y="77"/>
                    <a:pt x="231" y="75"/>
                  </a:cubicBezTo>
                  <a:cubicBezTo>
                    <a:pt x="211" y="73"/>
                    <a:pt x="218" y="73"/>
                    <a:pt x="199" y="61"/>
                  </a:cubicBezTo>
                  <a:cubicBezTo>
                    <a:pt x="180" y="49"/>
                    <a:pt x="176" y="49"/>
                    <a:pt x="160" y="46"/>
                  </a:cubicBezTo>
                  <a:cubicBezTo>
                    <a:pt x="144" y="43"/>
                    <a:pt x="146" y="54"/>
                    <a:pt x="109" y="35"/>
                  </a:cubicBezTo>
                  <a:cubicBezTo>
                    <a:pt x="72" y="16"/>
                    <a:pt x="52" y="3"/>
                    <a:pt x="35" y="1"/>
                  </a:cubicBezTo>
                  <a:cubicBezTo>
                    <a:pt x="28" y="0"/>
                    <a:pt x="21" y="2"/>
                    <a:pt x="16" y="3"/>
                  </a:cubicBezTo>
                  <a:cubicBezTo>
                    <a:pt x="17" y="218"/>
                    <a:pt x="17" y="218"/>
                    <a:pt x="17" y="218"/>
                  </a:cubicBezTo>
                  <a:cubicBezTo>
                    <a:pt x="17" y="218"/>
                    <a:pt x="24" y="242"/>
                    <a:pt x="12" y="249"/>
                  </a:cubicBezTo>
                  <a:cubicBezTo>
                    <a:pt x="0" y="256"/>
                    <a:pt x="7" y="266"/>
                    <a:pt x="16" y="273"/>
                  </a:cubicBezTo>
                  <a:cubicBezTo>
                    <a:pt x="24" y="280"/>
                    <a:pt x="19" y="293"/>
                    <a:pt x="17" y="317"/>
                  </a:cubicBezTo>
                  <a:cubicBezTo>
                    <a:pt x="16" y="334"/>
                    <a:pt x="17" y="389"/>
                    <a:pt x="18" y="421"/>
                  </a:cubicBezTo>
                  <a:cubicBezTo>
                    <a:pt x="22" y="423"/>
                    <a:pt x="27" y="423"/>
                    <a:pt x="35" y="423"/>
                  </a:cubicBezTo>
                  <a:cubicBezTo>
                    <a:pt x="54" y="422"/>
                    <a:pt x="62" y="421"/>
                    <a:pt x="86" y="422"/>
                  </a:cubicBezTo>
                  <a:cubicBezTo>
                    <a:pt x="110" y="423"/>
                    <a:pt x="119" y="437"/>
                    <a:pt x="128" y="430"/>
                  </a:cubicBezTo>
                  <a:cubicBezTo>
                    <a:pt x="137" y="423"/>
                    <a:pt x="139" y="418"/>
                    <a:pt x="151" y="416"/>
                  </a:cubicBezTo>
                  <a:cubicBezTo>
                    <a:pt x="163" y="414"/>
                    <a:pt x="171" y="410"/>
                    <a:pt x="171" y="401"/>
                  </a:cubicBezTo>
                  <a:cubicBezTo>
                    <a:pt x="171" y="392"/>
                    <a:pt x="169" y="387"/>
                    <a:pt x="181" y="388"/>
                  </a:cubicBezTo>
                  <a:cubicBezTo>
                    <a:pt x="193" y="389"/>
                    <a:pt x="189" y="385"/>
                    <a:pt x="183" y="379"/>
                  </a:cubicBezTo>
                  <a:cubicBezTo>
                    <a:pt x="177" y="373"/>
                    <a:pt x="177" y="357"/>
                    <a:pt x="183" y="355"/>
                  </a:cubicBezTo>
                  <a:cubicBezTo>
                    <a:pt x="189" y="353"/>
                    <a:pt x="199" y="357"/>
                    <a:pt x="204" y="344"/>
                  </a:cubicBezTo>
                  <a:cubicBezTo>
                    <a:pt x="209" y="331"/>
                    <a:pt x="208" y="329"/>
                    <a:pt x="218" y="327"/>
                  </a:cubicBezTo>
                  <a:cubicBezTo>
                    <a:pt x="228" y="325"/>
                    <a:pt x="237" y="309"/>
                    <a:pt x="250" y="315"/>
                  </a:cubicBezTo>
                  <a:cubicBezTo>
                    <a:pt x="263" y="321"/>
                    <a:pt x="256" y="337"/>
                    <a:pt x="275" y="336"/>
                  </a:cubicBezTo>
                  <a:cubicBezTo>
                    <a:pt x="294" y="335"/>
                    <a:pt x="298" y="348"/>
                    <a:pt x="312" y="348"/>
                  </a:cubicBezTo>
                  <a:cubicBezTo>
                    <a:pt x="326" y="348"/>
                    <a:pt x="339" y="347"/>
                    <a:pt x="353" y="369"/>
                  </a:cubicBezTo>
                  <a:cubicBezTo>
                    <a:pt x="367" y="391"/>
                    <a:pt x="363" y="409"/>
                    <a:pt x="380" y="410"/>
                  </a:cubicBezTo>
                  <a:cubicBezTo>
                    <a:pt x="397" y="411"/>
                    <a:pt x="398" y="425"/>
                    <a:pt x="398" y="431"/>
                  </a:cubicBezTo>
                  <a:cubicBezTo>
                    <a:pt x="398" y="437"/>
                    <a:pt x="398" y="442"/>
                    <a:pt x="409" y="443"/>
                  </a:cubicBezTo>
                  <a:cubicBezTo>
                    <a:pt x="420" y="444"/>
                    <a:pt x="430" y="449"/>
                    <a:pt x="435" y="462"/>
                  </a:cubicBezTo>
                  <a:cubicBezTo>
                    <a:pt x="440" y="475"/>
                    <a:pt x="444" y="486"/>
                    <a:pt x="458" y="486"/>
                  </a:cubicBezTo>
                  <a:cubicBezTo>
                    <a:pt x="472" y="486"/>
                    <a:pt x="501" y="487"/>
                    <a:pt x="518" y="486"/>
                  </a:cubicBezTo>
                  <a:cubicBezTo>
                    <a:pt x="535" y="485"/>
                    <a:pt x="534" y="495"/>
                    <a:pt x="554" y="493"/>
                  </a:cubicBezTo>
                  <a:cubicBezTo>
                    <a:pt x="574" y="491"/>
                    <a:pt x="580" y="484"/>
                    <a:pt x="584" y="495"/>
                  </a:cubicBezTo>
                  <a:cubicBezTo>
                    <a:pt x="588" y="506"/>
                    <a:pt x="586" y="515"/>
                    <a:pt x="601" y="515"/>
                  </a:cubicBezTo>
                  <a:cubicBezTo>
                    <a:pt x="616" y="515"/>
                    <a:pt x="630" y="526"/>
                    <a:pt x="627" y="512"/>
                  </a:cubicBezTo>
                  <a:cubicBezTo>
                    <a:pt x="624" y="498"/>
                    <a:pt x="619" y="492"/>
                    <a:pt x="632" y="492"/>
                  </a:cubicBezTo>
                  <a:cubicBezTo>
                    <a:pt x="645" y="492"/>
                    <a:pt x="652" y="491"/>
                    <a:pt x="649" y="487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6" name="Freeform 54"/>
            <p:cNvSpPr>
              <a:spLocks noEditPoints="1"/>
            </p:cNvSpPr>
            <p:nvPr/>
          </p:nvSpPr>
          <p:spPr bwMode="auto">
            <a:xfrm>
              <a:off x="430" y="-8"/>
              <a:ext cx="2407" cy="889"/>
            </a:xfrm>
            <a:custGeom>
              <a:avLst/>
              <a:gdLst>
                <a:gd name="T0" fmla="*/ 2371 w 2929"/>
                <a:gd name="T1" fmla="*/ 15 h 1082"/>
                <a:gd name="T2" fmla="*/ 618 w 2929"/>
                <a:gd name="T3" fmla="*/ 522 h 1082"/>
                <a:gd name="T4" fmla="*/ 502 w 2929"/>
                <a:gd name="T5" fmla="*/ 326 h 1082"/>
                <a:gd name="T6" fmla="*/ 327 w 2929"/>
                <a:gd name="T7" fmla="*/ 219 h 1082"/>
                <a:gd name="T8" fmla="*/ 67 w 2929"/>
                <a:gd name="T9" fmla="*/ 121 h 1082"/>
                <a:gd name="T10" fmla="*/ 341 w 2929"/>
                <a:gd name="T11" fmla="*/ 460 h 1082"/>
                <a:gd name="T12" fmla="*/ 644 w 2929"/>
                <a:gd name="T13" fmla="*/ 744 h 1082"/>
                <a:gd name="T14" fmla="*/ 68 w 2929"/>
                <a:gd name="T15" fmla="*/ 223 h 1082"/>
                <a:gd name="T16" fmla="*/ 221 w 2929"/>
                <a:gd name="T17" fmla="*/ 394 h 1082"/>
                <a:gd name="T18" fmla="*/ 299 w 2929"/>
                <a:gd name="T19" fmla="*/ 531 h 1082"/>
                <a:gd name="T20" fmla="*/ 652 w 2929"/>
                <a:gd name="T21" fmla="*/ 497 h 1082"/>
                <a:gd name="T22" fmla="*/ 583 w 2929"/>
                <a:gd name="T23" fmla="*/ 413 h 1082"/>
                <a:gd name="T24" fmla="*/ 1061 w 2929"/>
                <a:gd name="T25" fmla="*/ 811 h 1082"/>
                <a:gd name="T26" fmla="*/ 744 w 2929"/>
                <a:gd name="T27" fmla="*/ 774 h 1082"/>
                <a:gd name="T28" fmla="*/ 940 w 2929"/>
                <a:gd name="T29" fmla="*/ 881 h 1082"/>
                <a:gd name="T30" fmla="*/ 1233 w 2929"/>
                <a:gd name="T31" fmla="*/ 897 h 1082"/>
                <a:gd name="T32" fmla="*/ 1424 w 2929"/>
                <a:gd name="T33" fmla="*/ 359 h 1082"/>
                <a:gd name="T34" fmla="*/ 1437 w 2929"/>
                <a:gd name="T35" fmla="*/ 154 h 1082"/>
                <a:gd name="T36" fmla="*/ 1251 w 2929"/>
                <a:gd name="T37" fmla="*/ 261 h 1082"/>
                <a:gd name="T38" fmla="*/ 965 w 2929"/>
                <a:gd name="T39" fmla="*/ 314 h 1082"/>
                <a:gd name="T40" fmla="*/ 925 w 2929"/>
                <a:gd name="T41" fmla="*/ 458 h 1082"/>
                <a:gd name="T42" fmla="*/ 1085 w 2929"/>
                <a:gd name="T43" fmla="*/ 597 h 1082"/>
                <a:gd name="T44" fmla="*/ 1264 w 2929"/>
                <a:gd name="T45" fmla="*/ 637 h 1082"/>
                <a:gd name="T46" fmla="*/ 1354 w 2929"/>
                <a:gd name="T47" fmla="*/ 507 h 1082"/>
                <a:gd name="T48" fmla="*/ 1762 w 2929"/>
                <a:gd name="T49" fmla="*/ 650 h 1082"/>
                <a:gd name="T50" fmla="*/ 1737 w 2929"/>
                <a:gd name="T51" fmla="*/ 472 h 1082"/>
                <a:gd name="T52" fmla="*/ 1791 w 2929"/>
                <a:gd name="T53" fmla="*/ 414 h 1082"/>
                <a:gd name="T54" fmla="*/ 1598 w 2929"/>
                <a:gd name="T55" fmla="*/ 362 h 1082"/>
                <a:gd name="T56" fmla="*/ 1895 w 2929"/>
                <a:gd name="T57" fmla="*/ 322 h 1082"/>
                <a:gd name="T58" fmla="*/ 1644 w 2929"/>
                <a:gd name="T59" fmla="*/ 288 h 1082"/>
                <a:gd name="T60" fmla="*/ 1509 w 2929"/>
                <a:gd name="T61" fmla="*/ 584 h 1082"/>
                <a:gd name="T62" fmla="*/ 1603 w 2929"/>
                <a:gd name="T63" fmla="*/ 701 h 1082"/>
                <a:gd name="T64" fmla="*/ 1647 w 2929"/>
                <a:gd name="T65" fmla="*/ 615 h 1082"/>
                <a:gd name="T66" fmla="*/ 1360 w 2929"/>
                <a:gd name="T67" fmla="*/ 942 h 1082"/>
                <a:gd name="T68" fmla="*/ 1433 w 2929"/>
                <a:gd name="T69" fmla="*/ 929 h 1082"/>
                <a:gd name="T70" fmla="*/ 1635 w 2929"/>
                <a:gd name="T71" fmla="*/ 1016 h 1082"/>
                <a:gd name="T72" fmla="*/ 1635 w 2929"/>
                <a:gd name="T73" fmla="*/ 1016 h 1082"/>
                <a:gd name="T74" fmla="*/ 1698 w 2929"/>
                <a:gd name="T75" fmla="*/ 950 h 1082"/>
                <a:gd name="T76" fmla="*/ 1748 w 2929"/>
                <a:gd name="T77" fmla="*/ 932 h 1082"/>
                <a:gd name="T78" fmla="*/ 1781 w 2929"/>
                <a:gd name="T79" fmla="*/ 1051 h 1082"/>
                <a:gd name="T80" fmla="*/ 1966 w 2929"/>
                <a:gd name="T81" fmla="*/ 912 h 1082"/>
                <a:gd name="T82" fmla="*/ 2046 w 2929"/>
                <a:gd name="T83" fmla="*/ 924 h 1082"/>
                <a:gd name="T84" fmla="*/ 2065 w 2929"/>
                <a:gd name="T85" fmla="*/ 353 h 1082"/>
                <a:gd name="T86" fmla="*/ 2141 w 2929"/>
                <a:gd name="T87" fmla="*/ 304 h 1082"/>
                <a:gd name="T88" fmla="*/ 2122 w 2929"/>
                <a:gd name="T89" fmla="*/ 210 h 1082"/>
                <a:gd name="T90" fmla="*/ 1973 w 2929"/>
                <a:gd name="T91" fmla="*/ 504 h 1082"/>
                <a:gd name="T92" fmla="*/ 2047 w 2929"/>
                <a:gd name="T93" fmla="*/ 474 h 1082"/>
                <a:gd name="T94" fmla="*/ 2179 w 2929"/>
                <a:gd name="T95" fmla="*/ 552 h 1082"/>
                <a:gd name="T96" fmla="*/ 2159 w 2929"/>
                <a:gd name="T97" fmla="*/ 599 h 1082"/>
                <a:gd name="T98" fmla="*/ 2251 w 2929"/>
                <a:gd name="T99" fmla="*/ 503 h 1082"/>
                <a:gd name="T100" fmla="*/ 2304 w 2929"/>
                <a:gd name="T101" fmla="*/ 392 h 1082"/>
                <a:gd name="T102" fmla="*/ 2588 w 2929"/>
                <a:gd name="T103" fmla="*/ 447 h 1082"/>
                <a:gd name="T104" fmla="*/ 2487 w 2929"/>
                <a:gd name="T105" fmla="*/ 743 h 1082"/>
                <a:gd name="T106" fmla="*/ 2311 w 2929"/>
                <a:gd name="T107" fmla="*/ 884 h 1082"/>
                <a:gd name="T108" fmla="*/ 2764 w 2929"/>
                <a:gd name="T109" fmla="*/ 489 h 1082"/>
                <a:gd name="T110" fmla="*/ 2470 w 2929"/>
                <a:gd name="T111" fmla="*/ 424 h 1082"/>
                <a:gd name="T112" fmla="*/ 2345 w 2929"/>
                <a:gd name="T113" fmla="*/ 494 h 1082"/>
                <a:gd name="T114" fmla="*/ 2392 w 2929"/>
                <a:gd name="T115" fmla="*/ 590 h 1082"/>
                <a:gd name="T116" fmla="*/ 2769 w 2929"/>
                <a:gd name="T117" fmla="*/ 789 h 1082"/>
                <a:gd name="T118" fmla="*/ 2922 w 2929"/>
                <a:gd name="T119" fmla="*/ 864 h 1082"/>
                <a:gd name="T120" fmla="*/ 1288 w 2929"/>
                <a:gd name="T121" fmla="*/ 816 h 1082"/>
                <a:gd name="T122" fmla="*/ 1609 w 2929"/>
                <a:gd name="T123" fmla="*/ 781 h 1082"/>
                <a:gd name="T124" fmla="*/ 2191 w 2929"/>
                <a:gd name="T125" fmla="*/ 887 h 1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29" h="1082">
                  <a:moveTo>
                    <a:pt x="2380" y="197"/>
                  </a:moveTo>
                  <a:cubicBezTo>
                    <a:pt x="2373" y="200"/>
                    <a:pt x="2367" y="198"/>
                    <a:pt x="2366" y="192"/>
                  </a:cubicBezTo>
                  <a:cubicBezTo>
                    <a:pt x="2365" y="185"/>
                    <a:pt x="2381" y="182"/>
                    <a:pt x="2381" y="182"/>
                  </a:cubicBezTo>
                  <a:cubicBezTo>
                    <a:pt x="2394" y="180"/>
                    <a:pt x="2386" y="195"/>
                    <a:pt x="2380" y="197"/>
                  </a:cubicBezTo>
                  <a:close/>
                  <a:moveTo>
                    <a:pt x="2335" y="170"/>
                  </a:moveTo>
                  <a:cubicBezTo>
                    <a:pt x="2335" y="170"/>
                    <a:pt x="2324" y="167"/>
                    <a:pt x="2326" y="176"/>
                  </a:cubicBezTo>
                  <a:cubicBezTo>
                    <a:pt x="2327" y="184"/>
                    <a:pt x="2351" y="181"/>
                    <a:pt x="2335" y="170"/>
                  </a:cubicBezTo>
                  <a:close/>
                  <a:moveTo>
                    <a:pt x="2354" y="83"/>
                  </a:moveTo>
                  <a:cubicBezTo>
                    <a:pt x="2354" y="83"/>
                    <a:pt x="2348" y="98"/>
                    <a:pt x="2353" y="101"/>
                  </a:cubicBezTo>
                  <a:cubicBezTo>
                    <a:pt x="2358" y="105"/>
                    <a:pt x="2361" y="102"/>
                    <a:pt x="2364" y="93"/>
                  </a:cubicBezTo>
                  <a:cubicBezTo>
                    <a:pt x="2368" y="84"/>
                    <a:pt x="2358" y="72"/>
                    <a:pt x="2354" y="83"/>
                  </a:cubicBezTo>
                  <a:close/>
                  <a:moveTo>
                    <a:pt x="2371" y="15"/>
                  </a:moveTo>
                  <a:cubicBezTo>
                    <a:pt x="2371" y="15"/>
                    <a:pt x="2341" y="12"/>
                    <a:pt x="2353" y="20"/>
                  </a:cubicBezTo>
                  <a:cubicBezTo>
                    <a:pt x="2364" y="29"/>
                    <a:pt x="2380" y="35"/>
                    <a:pt x="2371" y="15"/>
                  </a:cubicBezTo>
                  <a:close/>
                  <a:moveTo>
                    <a:pt x="681" y="745"/>
                  </a:moveTo>
                  <a:cubicBezTo>
                    <a:pt x="684" y="734"/>
                    <a:pt x="694" y="733"/>
                    <a:pt x="690" y="711"/>
                  </a:cubicBezTo>
                  <a:cubicBezTo>
                    <a:pt x="686" y="689"/>
                    <a:pt x="685" y="665"/>
                    <a:pt x="685" y="653"/>
                  </a:cubicBezTo>
                  <a:cubicBezTo>
                    <a:pt x="685" y="641"/>
                    <a:pt x="681" y="618"/>
                    <a:pt x="687" y="607"/>
                  </a:cubicBezTo>
                  <a:cubicBezTo>
                    <a:pt x="693" y="596"/>
                    <a:pt x="696" y="589"/>
                    <a:pt x="697" y="581"/>
                  </a:cubicBezTo>
                  <a:cubicBezTo>
                    <a:pt x="698" y="573"/>
                    <a:pt x="697" y="574"/>
                    <a:pt x="685" y="561"/>
                  </a:cubicBezTo>
                  <a:cubicBezTo>
                    <a:pt x="673" y="548"/>
                    <a:pt x="664" y="530"/>
                    <a:pt x="654" y="529"/>
                  </a:cubicBezTo>
                  <a:cubicBezTo>
                    <a:pt x="644" y="528"/>
                    <a:pt x="625" y="524"/>
                    <a:pt x="622" y="536"/>
                  </a:cubicBezTo>
                  <a:cubicBezTo>
                    <a:pt x="619" y="548"/>
                    <a:pt x="596" y="558"/>
                    <a:pt x="602" y="546"/>
                  </a:cubicBezTo>
                  <a:cubicBezTo>
                    <a:pt x="608" y="534"/>
                    <a:pt x="612" y="529"/>
                    <a:pt x="618" y="522"/>
                  </a:cubicBezTo>
                  <a:cubicBezTo>
                    <a:pt x="624" y="515"/>
                    <a:pt x="620" y="505"/>
                    <a:pt x="604" y="505"/>
                  </a:cubicBezTo>
                  <a:cubicBezTo>
                    <a:pt x="588" y="505"/>
                    <a:pt x="597" y="500"/>
                    <a:pt x="595" y="486"/>
                  </a:cubicBezTo>
                  <a:cubicBezTo>
                    <a:pt x="593" y="472"/>
                    <a:pt x="602" y="465"/>
                    <a:pt x="588" y="456"/>
                  </a:cubicBezTo>
                  <a:cubicBezTo>
                    <a:pt x="574" y="447"/>
                    <a:pt x="573" y="445"/>
                    <a:pt x="560" y="445"/>
                  </a:cubicBezTo>
                  <a:cubicBezTo>
                    <a:pt x="547" y="445"/>
                    <a:pt x="538" y="440"/>
                    <a:pt x="536" y="433"/>
                  </a:cubicBezTo>
                  <a:cubicBezTo>
                    <a:pt x="534" y="426"/>
                    <a:pt x="527" y="414"/>
                    <a:pt x="534" y="399"/>
                  </a:cubicBezTo>
                  <a:cubicBezTo>
                    <a:pt x="541" y="384"/>
                    <a:pt x="547" y="379"/>
                    <a:pt x="547" y="371"/>
                  </a:cubicBezTo>
                  <a:cubicBezTo>
                    <a:pt x="547" y="363"/>
                    <a:pt x="545" y="356"/>
                    <a:pt x="530" y="351"/>
                  </a:cubicBezTo>
                  <a:cubicBezTo>
                    <a:pt x="515" y="346"/>
                    <a:pt x="513" y="346"/>
                    <a:pt x="501" y="355"/>
                  </a:cubicBezTo>
                  <a:cubicBezTo>
                    <a:pt x="489" y="364"/>
                    <a:pt x="464" y="385"/>
                    <a:pt x="468" y="371"/>
                  </a:cubicBezTo>
                  <a:cubicBezTo>
                    <a:pt x="472" y="357"/>
                    <a:pt x="496" y="354"/>
                    <a:pt x="498" y="347"/>
                  </a:cubicBezTo>
                  <a:cubicBezTo>
                    <a:pt x="500" y="340"/>
                    <a:pt x="492" y="328"/>
                    <a:pt x="502" y="326"/>
                  </a:cubicBezTo>
                  <a:cubicBezTo>
                    <a:pt x="512" y="324"/>
                    <a:pt x="503" y="312"/>
                    <a:pt x="500" y="311"/>
                  </a:cubicBezTo>
                  <a:cubicBezTo>
                    <a:pt x="497" y="310"/>
                    <a:pt x="488" y="315"/>
                    <a:pt x="481" y="322"/>
                  </a:cubicBezTo>
                  <a:cubicBezTo>
                    <a:pt x="474" y="329"/>
                    <a:pt x="459" y="328"/>
                    <a:pt x="457" y="319"/>
                  </a:cubicBezTo>
                  <a:cubicBezTo>
                    <a:pt x="455" y="310"/>
                    <a:pt x="450" y="299"/>
                    <a:pt x="441" y="292"/>
                  </a:cubicBezTo>
                  <a:cubicBezTo>
                    <a:pt x="432" y="285"/>
                    <a:pt x="430" y="280"/>
                    <a:pt x="423" y="274"/>
                  </a:cubicBezTo>
                  <a:cubicBezTo>
                    <a:pt x="416" y="268"/>
                    <a:pt x="426" y="256"/>
                    <a:pt x="418" y="250"/>
                  </a:cubicBezTo>
                  <a:cubicBezTo>
                    <a:pt x="410" y="244"/>
                    <a:pt x="401" y="250"/>
                    <a:pt x="399" y="257"/>
                  </a:cubicBezTo>
                  <a:cubicBezTo>
                    <a:pt x="397" y="264"/>
                    <a:pt x="393" y="254"/>
                    <a:pt x="385" y="244"/>
                  </a:cubicBezTo>
                  <a:cubicBezTo>
                    <a:pt x="377" y="234"/>
                    <a:pt x="366" y="231"/>
                    <a:pt x="365" y="237"/>
                  </a:cubicBezTo>
                  <a:cubicBezTo>
                    <a:pt x="364" y="243"/>
                    <a:pt x="381" y="260"/>
                    <a:pt x="371" y="261"/>
                  </a:cubicBezTo>
                  <a:cubicBezTo>
                    <a:pt x="361" y="262"/>
                    <a:pt x="371" y="265"/>
                    <a:pt x="357" y="251"/>
                  </a:cubicBezTo>
                  <a:cubicBezTo>
                    <a:pt x="343" y="237"/>
                    <a:pt x="334" y="218"/>
                    <a:pt x="327" y="219"/>
                  </a:cubicBezTo>
                  <a:cubicBezTo>
                    <a:pt x="320" y="220"/>
                    <a:pt x="315" y="219"/>
                    <a:pt x="312" y="205"/>
                  </a:cubicBezTo>
                  <a:cubicBezTo>
                    <a:pt x="309" y="191"/>
                    <a:pt x="298" y="186"/>
                    <a:pt x="287" y="177"/>
                  </a:cubicBezTo>
                  <a:cubicBezTo>
                    <a:pt x="276" y="168"/>
                    <a:pt x="252" y="151"/>
                    <a:pt x="238" y="147"/>
                  </a:cubicBezTo>
                  <a:cubicBezTo>
                    <a:pt x="224" y="143"/>
                    <a:pt x="217" y="136"/>
                    <a:pt x="209" y="118"/>
                  </a:cubicBezTo>
                  <a:cubicBezTo>
                    <a:pt x="201" y="100"/>
                    <a:pt x="190" y="86"/>
                    <a:pt x="183" y="75"/>
                  </a:cubicBezTo>
                  <a:cubicBezTo>
                    <a:pt x="176" y="64"/>
                    <a:pt x="158" y="46"/>
                    <a:pt x="148" y="46"/>
                  </a:cubicBezTo>
                  <a:cubicBezTo>
                    <a:pt x="138" y="46"/>
                    <a:pt x="139" y="60"/>
                    <a:pt x="126" y="51"/>
                  </a:cubicBezTo>
                  <a:cubicBezTo>
                    <a:pt x="113" y="42"/>
                    <a:pt x="87" y="50"/>
                    <a:pt x="79" y="48"/>
                  </a:cubicBezTo>
                  <a:cubicBezTo>
                    <a:pt x="71" y="46"/>
                    <a:pt x="65" y="44"/>
                    <a:pt x="59" y="37"/>
                  </a:cubicBezTo>
                  <a:cubicBezTo>
                    <a:pt x="53" y="30"/>
                    <a:pt x="0" y="0"/>
                    <a:pt x="8" y="42"/>
                  </a:cubicBezTo>
                  <a:cubicBezTo>
                    <a:pt x="8" y="42"/>
                    <a:pt x="14" y="72"/>
                    <a:pt x="28" y="85"/>
                  </a:cubicBezTo>
                  <a:cubicBezTo>
                    <a:pt x="42" y="98"/>
                    <a:pt x="61" y="112"/>
                    <a:pt x="67" y="121"/>
                  </a:cubicBezTo>
                  <a:cubicBezTo>
                    <a:pt x="73" y="130"/>
                    <a:pt x="88" y="140"/>
                    <a:pt x="96" y="141"/>
                  </a:cubicBezTo>
                  <a:cubicBezTo>
                    <a:pt x="104" y="142"/>
                    <a:pt x="116" y="146"/>
                    <a:pt x="121" y="155"/>
                  </a:cubicBezTo>
                  <a:cubicBezTo>
                    <a:pt x="126" y="164"/>
                    <a:pt x="134" y="190"/>
                    <a:pt x="145" y="193"/>
                  </a:cubicBezTo>
                  <a:cubicBezTo>
                    <a:pt x="156" y="196"/>
                    <a:pt x="165" y="206"/>
                    <a:pt x="165" y="214"/>
                  </a:cubicBezTo>
                  <a:cubicBezTo>
                    <a:pt x="165" y="222"/>
                    <a:pt x="169" y="235"/>
                    <a:pt x="185" y="237"/>
                  </a:cubicBezTo>
                  <a:cubicBezTo>
                    <a:pt x="201" y="239"/>
                    <a:pt x="213" y="255"/>
                    <a:pt x="222" y="264"/>
                  </a:cubicBezTo>
                  <a:cubicBezTo>
                    <a:pt x="231" y="273"/>
                    <a:pt x="236" y="284"/>
                    <a:pt x="236" y="294"/>
                  </a:cubicBezTo>
                  <a:cubicBezTo>
                    <a:pt x="236" y="304"/>
                    <a:pt x="250" y="298"/>
                    <a:pt x="248" y="319"/>
                  </a:cubicBezTo>
                  <a:cubicBezTo>
                    <a:pt x="246" y="340"/>
                    <a:pt x="248" y="356"/>
                    <a:pt x="257" y="360"/>
                  </a:cubicBezTo>
                  <a:cubicBezTo>
                    <a:pt x="266" y="364"/>
                    <a:pt x="278" y="362"/>
                    <a:pt x="290" y="379"/>
                  </a:cubicBezTo>
                  <a:cubicBezTo>
                    <a:pt x="302" y="396"/>
                    <a:pt x="313" y="415"/>
                    <a:pt x="323" y="427"/>
                  </a:cubicBezTo>
                  <a:cubicBezTo>
                    <a:pt x="333" y="439"/>
                    <a:pt x="337" y="446"/>
                    <a:pt x="341" y="460"/>
                  </a:cubicBezTo>
                  <a:cubicBezTo>
                    <a:pt x="345" y="474"/>
                    <a:pt x="345" y="484"/>
                    <a:pt x="354" y="491"/>
                  </a:cubicBezTo>
                  <a:cubicBezTo>
                    <a:pt x="363" y="498"/>
                    <a:pt x="365" y="504"/>
                    <a:pt x="367" y="514"/>
                  </a:cubicBezTo>
                  <a:cubicBezTo>
                    <a:pt x="369" y="524"/>
                    <a:pt x="369" y="538"/>
                    <a:pt x="378" y="543"/>
                  </a:cubicBezTo>
                  <a:cubicBezTo>
                    <a:pt x="387" y="548"/>
                    <a:pt x="403" y="558"/>
                    <a:pt x="405" y="571"/>
                  </a:cubicBezTo>
                  <a:cubicBezTo>
                    <a:pt x="407" y="584"/>
                    <a:pt x="418" y="591"/>
                    <a:pt x="428" y="595"/>
                  </a:cubicBezTo>
                  <a:cubicBezTo>
                    <a:pt x="438" y="599"/>
                    <a:pt x="451" y="614"/>
                    <a:pt x="455" y="628"/>
                  </a:cubicBezTo>
                  <a:cubicBezTo>
                    <a:pt x="459" y="642"/>
                    <a:pt x="455" y="641"/>
                    <a:pt x="476" y="651"/>
                  </a:cubicBezTo>
                  <a:cubicBezTo>
                    <a:pt x="497" y="661"/>
                    <a:pt x="508" y="677"/>
                    <a:pt x="524" y="684"/>
                  </a:cubicBezTo>
                  <a:cubicBezTo>
                    <a:pt x="540" y="691"/>
                    <a:pt x="563" y="713"/>
                    <a:pt x="572" y="723"/>
                  </a:cubicBezTo>
                  <a:cubicBezTo>
                    <a:pt x="581" y="733"/>
                    <a:pt x="602" y="763"/>
                    <a:pt x="604" y="755"/>
                  </a:cubicBezTo>
                  <a:cubicBezTo>
                    <a:pt x="606" y="747"/>
                    <a:pt x="605" y="736"/>
                    <a:pt x="619" y="743"/>
                  </a:cubicBezTo>
                  <a:cubicBezTo>
                    <a:pt x="633" y="750"/>
                    <a:pt x="633" y="747"/>
                    <a:pt x="644" y="744"/>
                  </a:cubicBezTo>
                  <a:cubicBezTo>
                    <a:pt x="655" y="741"/>
                    <a:pt x="657" y="736"/>
                    <a:pt x="667" y="745"/>
                  </a:cubicBezTo>
                  <a:cubicBezTo>
                    <a:pt x="677" y="754"/>
                    <a:pt x="678" y="756"/>
                    <a:pt x="681" y="745"/>
                  </a:cubicBezTo>
                  <a:close/>
                  <a:moveTo>
                    <a:pt x="162" y="298"/>
                  </a:moveTo>
                  <a:cubicBezTo>
                    <a:pt x="162" y="298"/>
                    <a:pt x="146" y="280"/>
                    <a:pt x="135" y="286"/>
                  </a:cubicBezTo>
                  <a:cubicBezTo>
                    <a:pt x="124" y="292"/>
                    <a:pt x="130" y="299"/>
                    <a:pt x="138" y="310"/>
                  </a:cubicBezTo>
                  <a:cubicBezTo>
                    <a:pt x="146" y="321"/>
                    <a:pt x="153" y="327"/>
                    <a:pt x="162" y="335"/>
                  </a:cubicBezTo>
                  <a:cubicBezTo>
                    <a:pt x="171" y="343"/>
                    <a:pt x="178" y="341"/>
                    <a:pt x="181" y="331"/>
                  </a:cubicBezTo>
                  <a:cubicBezTo>
                    <a:pt x="184" y="321"/>
                    <a:pt x="186" y="317"/>
                    <a:pt x="162" y="298"/>
                  </a:cubicBezTo>
                  <a:close/>
                  <a:moveTo>
                    <a:pt x="65" y="205"/>
                  </a:moveTo>
                  <a:cubicBezTo>
                    <a:pt x="65" y="205"/>
                    <a:pt x="52" y="195"/>
                    <a:pt x="45" y="197"/>
                  </a:cubicBezTo>
                  <a:cubicBezTo>
                    <a:pt x="38" y="199"/>
                    <a:pt x="31" y="213"/>
                    <a:pt x="43" y="214"/>
                  </a:cubicBezTo>
                  <a:cubicBezTo>
                    <a:pt x="55" y="215"/>
                    <a:pt x="58" y="210"/>
                    <a:pt x="68" y="223"/>
                  </a:cubicBezTo>
                  <a:cubicBezTo>
                    <a:pt x="78" y="236"/>
                    <a:pt x="90" y="235"/>
                    <a:pt x="87" y="226"/>
                  </a:cubicBezTo>
                  <a:cubicBezTo>
                    <a:pt x="84" y="217"/>
                    <a:pt x="79" y="213"/>
                    <a:pt x="65" y="205"/>
                  </a:cubicBezTo>
                  <a:close/>
                  <a:moveTo>
                    <a:pt x="138" y="238"/>
                  </a:moveTo>
                  <a:cubicBezTo>
                    <a:pt x="138" y="238"/>
                    <a:pt x="131" y="234"/>
                    <a:pt x="126" y="233"/>
                  </a:cubicBezTo>
                  <a:cubicBezTo>
                    <a:pt x="121" y="232"/>
                    <a:pt x="118" y="241"/>
                    <a:pt x="129" y="245"/>
                  </a:cubicBezTo>
                  <a:cubicBezTo>
                    <a:pt x="140" y="249"/>
                    <a:pt x="156" y="249"/>
                    <a:pt x="138" y="238"/>
                  </a:cubicBezTo>
                  <a:close/>
                  <a:moveTo>
                    <a:pt x="208" y="379"/>
                  </a:moveTo>
                  <a:cubicBezTo>
                    <a:pt x="208" y="379"/>
                    <a:pt x="201" y="387"/>
                    <a:pt x="206" y="390"/>
                  </a:cubicBezTo>
                  <a:cubicBezTo>
                    <a:pt x="211" y="393"/>
                    <a:pt x="211" y="397"/>
                    <a:pt x="208" y="400"/>
                  </a:cubicBezTo>
                  <a:cubicBezTo>
                    <a:pt x="205" y="403"/>
                    <a:pt x="199" y="412"/>
                    <a:pt x="200" y="415"/>
                  </a:cubicBezTo>
                  <a:cubicBezTo>
                    <a:pt x="201" y="418"/>
                    <a:pt x="211" y="420"/>
                    <a:pt x="214" y="413"/>
                  </a:cubicBezTo>
                  <a:cubicBezTo>
                    <a:pt x="217" y="406"/>
                    <a:pt x="221" y="402"/>
                    <a:pt x="221" y="394"/>
                  </a:cubicBezTo>
                  <a:cubicBezTo>
                    <a:pt x="221" y="386"/>
                    <a:pt x="215" y="377"/>
                    <a:pt x="208" y="379"/>
                  </a:cubicBezTo>
                  <a:close/>
                  <a:moveTo>
                    <a:pt x="247" y="448"/>
                  </a:moveTo>
                  <a:cubicBezTo>
                    <a:pt x="247" y="448"/>
                    <a:pt x="239" y="438"/>
                    <a:pt x="232" y="443"/>
                  </a:cubicBezTo>
                  <a:cubicBezTo>
                    <a:pt x="225" y="448"/>
                    <a:pt x="218" y="455"/>
                    <a:pt x="226" y="465"/>
                  </a:cubicBezTo>
                  <a:cubicBezTo>
                    <a:pt x="234" y="475"/>
                    <a:pt x="239" y="489"/>
                    <a:pt x="246" y="491"/>
                  </a:cubicBezTo>
                  <a:cubicBezTo>
                    <a:pt x="253" y="493"/>
                    <a:pt x="266" y="492"/>
                    <a:pt x="266" y="485"/>
                  </a:cubicBezTo>
                  <a:cubicBezTo>
                    <a:pt x="266" y="478"/>
                    <a:pt x="257" y="471"/>
                    <a:pt x="253" y="463"/>
                  </a:cubicBezTo>
                  <a:cubicBezTo>
                    <a:pt x="249" y="455"/>
                    <a:pt x="253" y="456"/>
                    <a:pt x="247" y="448"/>
                  </a:cubicBezTo>
                  <a:close/>
                  <a:moveTo>
                    <a:pt x="320" y="540"/>
                  </a:moveTo>
                  <a:cubicBezTo>
                    <a:pt x="313" y="534"/>
                    <a:pt x="300" y="520"/>
                    <a:pt x="287" y="509"/>
                  </a:cubicBezTo>
                  <a:cubicBezTo>
                    <a:pt x="287" y="509"/>
                    <a:pt x="275" y="507"/>
                    <a:pt x="279" y="514"/>
                  </a:cubicBezTo>
                  <a:cubicBezTo>
                    <a:pt x="283" y="521"/>
                    <a:pt x="293" y="524"/>
                    <a:pt x="299" y="531"/>
                  </a:cubicBezTo>
                  <a:cubicBezTo>
                    <a:pt x="305" y="538"/>
                    <a:pt x="309" y="543"/>
                    <a:pt x="310" y="552"/>
                  </a:cubicBezTo>
                  <a:cubicBezTo>
                    <a:pt x="311" y="561"/>
                    <a:pt x="319" y="563"/>
                    <a:pt x="319" y="556"/>
                  </a:cubicBezTo>
                  <a:cubicBezTo>
                    <a:pt x="319" y="549"/>
                    <a:pt x="327" y="546"/>
                    <a:pt x="320" y="540"/>
                  </a:cubicBezTo>
                  <a:close/>
                  <a:moveTo>
                    <a:pt x="334" y="561"/>
                  </a:moveTo>
                  <a:cubicBezTo>
                    <a:pt x="334" y="561"/>
                    <a:pt x="327" y="568"/>
                    <a:pt x="328" y="571"/>
                  </a:cubicBezTo>
                  <a:cubicBezTo>
                    <a:pt x="329" y="574"/>
                    <a:pt x="334" y="581"/>
                    <a:pt x="334" y="586"/>
                  </a:cubicBezTo>
                  <a:cubicBezTo>
                    <a:pt x="334" y="591"/>
                    <a:pt x="342" y="597"/>
                    <a:pt x="342" y="585"/>
                  </a:cubicBezTo>
                  <a:cubicBezTo>
                    <a:pt x="342" y="573"/>
                    <a:pt x="342" y="561"/>
                    <a:pt x="334" y="561"/>
                  </a:cubicBezTo>
                  <a:close/>
                  <a:moveTo>
                    <a:pt x="453" y="723"/>
                  </a:moveTo>
                  <a:cubicBezTo>
                    <a:pt x="453" y="731"/>
                    <a:pt x="473" y="732"/>
                    <a:pt x="459" y="718"/>
                  </a:cubicBezTo>
                  <a:cubicBezTo>
                    <a:pt x="459" y="718"/>
                    <a:pt x="453" y="715"/>
                    <a:pt x="453" y="723"/>
                  </a:cubicBezTo>
                  <a:close/>
                  <a:moveTo>
                    <a:pt x="652" y="497"/>
                  </a:moveTo>
                  <a:cubicBezTo>
                    <a:pt x="645" y="499"/>
                    <a:pt x="635" y="509"/>
                    <a:pt x="650" y="512"/>
                  </a:cubicBezTo>
                  <a:cubicBezTo>
                    <a:pt x="665" y="515"/>
                    <a:pt x="677" y="519"/>
                    <a:pt x="680" y="524"/>
                  </a:cubicBezTo>
                  <a:cubicBezTo>
                    <a:pt x="683" y="529"/>
                    <a:pt x="678" y="548"/>
                    <a:pt x="697" y="558"/>
                  </a:cubicBezTo>
                  <a:cubicBezTo>
                    <a:pt x="716" y="568"/>
                    <a:pt x="732" y="590"/>
                    <a:pt x="734" y="573"/>
                  </a:cubicBezTo>
                  <a:cubicBezTo>
                    <a:pt x="736" y="556"/>
                    <a:pt x="750" y="556"/>
                    <a:pt x="730" y="544"/>
                  </a:cubicBezTo>
                  <a:cubicBezTo>
                    <a:pt x="710" y="532"/>
                    <a:pt x="704" y="526"/>
                    <a:pt x="704" y="516"/>
                  </a:cubicBezTo>
                  <a:cubicBezTo>
                    <a:pt x="704" y="506"/>
                    <a:pt x="708" y="497"/>
                    <a:pt x="692" y="485"/>
                  </a:cubicBezTo>
                  <a:cubicBezTo>
                    <a:pt x="692" y="485"/>
                    <a:pt x="689" y="476"/>
                    <a:pt x="685" y="484"/>
                  </a:cubicBezTo>
                  <a:cubicBezTo>
                    <a:pt x="681" y="492"/>
                    <a:pt x="679" y="489"/>
                    <a:pt x="675" y="485"/>
                  </a:cubicBezTo>
                  <a:cubicBezTo>
                    <a:pt x="671" y="481"/>
                    <a:pt x="664" y="483"/>
                    <a:pt x="658" y="483"/>
                  </a:cubicBezTo>
                  <a:cubicBezTo>
                    <a:pt x="652" y="483"/>
                    <a:pt x="659" y="495"/>
                    <a:pt x="652" y="497"/>
                  </a:cubicBezTo>
                  <a:close/>
                  <a:moveTo>
                    <a:pt x="583" y="413"/>
                  </a:moveTo>
                  <a:cubicBezTo>
                    <a:pt x="588" y="416"/>
                    <a:pt x="594" y="420"/>
                    <a:pt x="594" y="409"/>
                  </a:cubicBezTo>
                  <a:cubicBezTo>
                    <a:pt x="594" y="398"/>
                    <a:pt x="600" y="391"/>
                    <a:pt x="604" y="394"/>
                  </a:cubicBezTo>
                  <a:cubicBezTo>
                    <a:pt x="608" y="397"/>
                    <a:pt x="623" y="392"/>
                    <a:pt x="610" y="380"/>
                  </a:cubicBezTo>
                  <a:cubicBezTo>
                    <a:pt x="610" y="380"/>
                    <a:pt x="589" y="377"/>
                    <a:pt x="589" y="385"/>
                  </a:cubicBezTo>
                  <a:cubicBezTo>
                    <a:pt x="589" y="393"/>
                    <a:pt x="593" y="394"/>
                    <a:pt x="589" y="398"/>
                  </a:cubicBezTo>
                  <a:cubicBezTo>
                    <a:pt x="585" y="402"/>
                    <a:pt x="578" y="410"/>
                    <a:pt x="583" y="413"/>
                  </a:cubicBezTo>
                  <a:close/>
                  <a:moveTo>
                    <a:pt x="1234" y="874"/>
                  </a:moveTo>
                  <a:cubicBezTo>
                    <a:pt x="1221" y="876"/>
                    <a:pt x="1232" y="864"/>
                    <a:pt x="1214" y="865"/>
                  </a:cubicBezTo>
                  <a:cubicBezTo>
                    <a:pt x="1196" y="866"/>
                    <a:pt x="1163" y="878"/>
                    <a:pt x="1142" y="874"/>
                  </a:cubicBezTo>
                  <a:cubicBezTo>
                    <a:pt x="1121" y="870"/>
                    <a:pt x="1124" y="855"/>
                    <a:pt x="1123" y="849"/>
                  </a:cubicBezTo>
                  <a:cubicBezTo>
                    <a:pt x="1122" y="843"/>
                    <a:pt x="1121" y="829"/>
                    <a:pt x="1104" y="823"/>
                  </a:cubicBezTo>
                  <a:cubicBezTo>
                    <a:pt x="1087" y="817"/>
                    <a:pt x="1080" y="820"/>
                    <a:pt x="1061" y="811"/>
                  </a:cubicBezTo>
                  <a:cubicBezTo>
                    <a:pt x="1042" y="802"/>
                    <a:pt x="1017" y="810"/>
                    <a:pt x="1016" y="801"/>
                  </a:cubicBezTo>
                  <a:cubicBezTo>
                    <a:pt x="1015" y="792"/>
                    <a:pt x="999" y="784"/>
                    <a:pt x="993" y="797"/>
                  </a:cubicBezTo>
                  <a:cubicBezTo>
                    <a:pt x="987" y="810"/>
                    <a:pt x="995" y="821"/>
                    <a:pt x="968" y="822"/>
                  </a:cubicBezTo>
                  <a:cubicBezTo>
                    <a:pt x="941" y="823"/>
                    <a:pt x="910" y="825"/>
                    <a:pt x="902" y="820"/>
                  </a:cubicBezTo>
                  <a:cubicBezTo>
                    <a:pt x="894" y="815"/>
                    <a:pt x="897" y="812"/>
                    <a:pt x="884" y="812"/>
                  </a:cubicBezTo>
                  <a:cubicBezTo>
                    <a:pt x="871" y="812"/>
                    <a:pt x="862" y="809"/>
                    <a:pt x="858" y="803"/>
                  </a:cubicBezTo>
                  <a:cubicBezTo>
                    <a:pt x="854" y="797"/>
                    <a:pt x="851" y="788"/>
                    <a:pt x="840" y="781"/>
                  </a:cubicBezTo>
                  <a:cubicBezTo>
                    <a:pt x="829" y="774"/>
                    <a:pt x="829" y="789"/>
                    <a:pt x="815" y="779"/>
                  </a:cubicBezTo>
                  <a:cubicBezTo>
                    <a:pt x="801" y="769"/>
                    <a:pt x="793" y="781"/>
                    <a:pt x="791" y="775"/>
                  </a:cubicBezTo>
                  <a:cubicBezTo>
                    <a:pt x="789" y="769"/>
                    <a:pt x="784" y="763"/>
                    <a:pt x="775" y="759"/>
                  </a:cubicBezTo>
                  <a:cubicBezTo>
                    <a:pt x="766" y="755"/>
                    <a:pt x="759" y="753"/>
                    <a:pt x="757" y="762"/>
                  </a:cubicBezTo>
                  <a:cubicBezTo>
                    <a:pt x="755" y="771"/>
                    <a:pt x="754" y="783"/>
                    <a:pt x="744" y="774"/>
                  </a:cubicBezTo>
                  <a:cubicBezTo>
                    <a:pt x="734" y="765"/>
                    <a:pt x="736" y="763"/>
                    <a:pt x="724" y="763"/>
                  </a:cubicBezTo>
                  <a:cubicBezTo>
                    <a:pt x="712" y="763"/>
                    <a:pt x="686" y="751"/>
                    <a:pt x="686" y="774"/>
                  </a:cubicBezTo>
                  <a:cubicBezTo>
                    <a:pt x="686" y="774"/>
                    <a:pt x="689" y="782"/>
                    <a:pt x="677" y="792"/>
                  </a:cubicBezTo>
                  <a:cubicBezTo>
                    <a:pt x="665" y="802"/>
                    <a:pt x="650" y="806"/>
                    <a:pt x="661" y="815"/>
                  </a:cubicBezTo>
                  <a:cubicBezTo>
                    <a:pt x="672" y="824"/>
                    <a:pt x="677" y="827"/>
                    <a:pt x="681" y="822"/>
                  </a:cubicBezTo>
                  <a:cubicBezTo>
                    <a:pt x="685" y="817"/>
                    <a:pt x="690" y="812"/>
                    <a:pt x="698" y="820"/>
                  </a:cubicBezTo>
                  <a:cubicBezTo>
                    <a:pt x="706" y="828"/>
                    <a:pt x="723" y="816"/>
                    <a:pt x="723" y="832"/>
                  </a:cubicBezTo>
                  <a:cubicBezTo>
                    <a:pt x="723" y="848"/>
                    <a:pt x="714" y="856"/>
                    <a:pt x="728" y="856"/>
                  </a:cubicBezTo>
                  <a:cubicBezTo>
                    <a:pt x="742" y="856"/>
                    <a:pt x="777" y="852"/>
                    <a:pt x="791" y="862"/>
                  </a:cubicBezTo>
                  <a:cubicBezTo>
                    <a:pt x="805" y="872"/>
                    <a:pt x="833" y="889"/>
                    <a:pt x="845" y="880"/>
                  </a:cubicBezTo>
                  <a:cubicBezTo>
                    <a:pt x="857" y="871"/>
                    <a:pt x="870" y="868"/>
                    <a:pt x="882" y="870"/>
                  </a:cubicBezTo>
                  <a:cubicBezTo>
                    <a:pt x="894" y="872"/>
                    <a:pt x="929" y="870"/>
                    <a:pt x="940" y="881"/>
                  </a:cubicBezTo>
                  <a:cubicBezTo>
                    <a:pt x="951" y="892"/>
                    <a:pt x="973" y="897"/>
                    <a:pt x="987" y="902"/>
                  </a:cubicBezTo>
                  <a:cubicBezTo>
                    <a:pt x="1001" y="907"/>
                    <a:pt x="1018" y="904"/>
                    <a:pt x="1035" y="906"/>
                  </a:cubicBezTo>
                  <a:cubicBezTo>
                    <a:pt x="1052" y="908"/>
                    <a:pt x="1082" y="918"/>
                    <a:pt x="1093" y="917"/>
                  </a:cubicBezTo>
                  <a:cubicBezTo>
                    <a:pt x="1104" y="916"/>
                    <a:pt x="1104" y="925"/>
                    <a:pt x="1114" y="925"/>
                  </a:cubicBezTo>
                  <a:cubicBezTo>
                    <a:pt x="1124" y="925"/>
                    <a:pt x="1129" y="930"/>
                    <a:pt x="1132" y="924"/>
                  </a:cubicBezTo>
                  <a:cubicBezTo>
                    <a:pt x="1135" y="918"/>
                    <a:pt x="1131" y="914"/>
                    <a:pt x="1145" y="914"/>
                  </a:cubicBezTo>
                  <a:cubicBezTo>
                    <a:pt x="1159" y="914"/>
                    <a:pt x="1167" y="918"/>
                    <a:pt x="1177" y="924"/>
                  </a:cubicBezTo>
                  <a:cubicBezTo>
                    <a:pt x="1187" y="930"/>
                    <a:pt x="1192" y="927"/>
                    <a:pt x="1202" y="932"/>
                  </a:cubicBezTo>
                  <a:cubicBezTo>
                    <a:pt x="1212" y="937"/>
                    <a:pt x="1215" y="933"/>
                    <a:pt x="1226" y="938"/>
                  </a:cubicBezTo>
                  <a:cubicBezTo>
                    <a:pt x="1237" y="943"/>
                    <a:pt x="1233" y="940"/>
                    <a:pt x="1232" y="932"/>
                  </a:cubicBezTo>
                  <a:cubicBezTo>
                    <a:pt x="1231" y="924"/>
                    <a:pt x="1241" y="928"/>
                    <a:pt x="1240" y="916"/>
                  </a:cubicBezTo>
                  <a:cubicBezTo>
                    <a:pt x="1239" y="904"/>
                    <a:pt x="1228" y="904"/>
                    <a:pt x="1233" y="897"/>
                  </a:cubicBezTo>
                  <a:cubicBezTo>
                    <a:pt x="1238" y="890"/>
                    <a:pt x="1245" y="887"/>
                    <a:pt x="1245" y="882"/>
                  </a:cubicBezTo>
                  <a:cubicBezTo>
                    <a:pt x="1245" y="877"/>
                    <a:pt x="1247" y="872"/>
                    <a:pt x="1234" y="874"/>
                  </a:cubicBezTo>
                  <a:close/>
                  <a:moveTo>
                    <a:pt x="796" y="578"/>
                  </a:moveTo>
                  <a:cubicBezTo>
                    <a:pt x="805" y="585"/>
                    <a:pt x="830" y="591"/>
                    <a:pt x="832" y="582"/>
                  </a:cubicBezTo>
                  <a:cubicBezTo>
                    <a:pt x="834" y="573"/>
                    <a:pt x="844" y="579"/>
                    <a:pt x="844" y="564"/>
                  </a:cubicBezTo>
                  <a:cubicBezTo>
                    <a:pt x="844" y="549"/>
                    <a:pt x="843" y="546"/>
                    <a:pt x="830" y="542"/>
                  </a:cubicBezTo>
                  <a:cubicBezTo>
                    <a:pt x="817" y="538"/>
                    <a:pt x="812" y="529"/>
                    <a:pt x="803" y="541"/>
                  </a:cubicBezTo>
                  <a:cubicBezTo>
                    <a:pt x="803" y="541"/>
                    <a:pt x="795" y="550"/>
                    <a:pt x="796" y="556"/>
                  </a:cubicBezTo>
                  <a:cubicBezTo>
                    <a:pt x="797" y="562"/>
                    <a:pt x="787" y="571"/>
                    <a:pt x="796" y="578"/>
                  </a:cubicBezTo>
                  <a:close/>
                  <a:moveTo>
                    <a:pt x="1401" y="447"/>
                  </a:moveTo>
                  <a:cubicBezTo>
                    <a:pt x="1406" y="436"/>
                    <a:pt x="1425" y="431"/>
                    <a:pt x="1425" y="420"/>
                  </a:cubicBezTo>
                  <a:cubicBezTo>
                    <a:pt x="1425" y="409"/>
                    <a:pt x="1415" y="371"/>
                    <a:pt x="1424" y="359"/>
                  </a:cubicBezTo>
                  <a:cubicBezTo>
                    <a:pt x="1433" y="347"/>
                    <a:pt x="1440" y="343"/>
                    <a:pt x="1447" y="334"/>
                  </a:cubicBezTo>
                  <a:cubicBezTo>
                    <a:pt x="1454" y="325"/>
                    <a:pt x="1446" y="315"/>
                    <a:pt x="1460" y="324"/>
                  </a:cubicBezTo>
                  <a:cubicBezTo>
                    <a:pt x="1474" y="333"/>
                    <a:pt x="1477" y="330"/>
                    <a:pt x="1492" y="330"/>
                  </a:cubicBezTo>
                  <a:cubicBezTo>
                    <a:pt x="1507" y="330"/>
                    <a:pt x="1511" y="328"/>
                    <a:pt x="1517" y="321"/>
                  </a:cubicBezTo>
                  <a:cubicBezTo>
                    <a:pt x="1523" y="314"/>
                    <a:pt x="1518" y="310"/>
                    <a:pt x="1504" y="304"/>
                  </a:cubicBezTo>
                  <a:cubicBezTo>
                    <a:pt x="1490" y="298"/>
                    <a:pt x="1472" y="293"/>
                    <a:pt x="1464" y="278"/>
                  </a:cubicBezTo>
                  <a:cubicBezTo>
                    <a:pt x="1456" y="263"/>
                    <a:pt x="1445" y="267"/>
                    <a:pt x="1448" y="254"/>
                  </a:cubicBezTo>
                  <a:cubicBezTo>
                    <a:pt x="1451" y="241"/>
                    <a:pt x="1463" y="237"/>
                    <a:pt x="1455" y="225"/>
                  </a:cubicBezTo>
                  <a:cubicBezTo>
                    <a:pt x="1447" y="213"/>
                    <a:pt x="1437" y="203"/>
                    <a:pt x="1431" y="194"/>
                  </a:cubicBezTo>
                  <a:cubicBezTo>
                    <a:pt x="1425" y="185"/>
                    <a:pt x="1413" y="178"/>
                    <a:pt x="1411" y="168"/>
                  </a:cubicBezTo>
                  <a:cubicBezTo>
                    <a:pt x="1409" y="158"/>
                    <a:pt x="1408" y="153"/>
                    <a:pt x="1418" y="153"/>
                  </a:cubicBezTo>
                  <a:cubicBezTo>
                    <a:pt x="1428" y="153"/>
                    <a:pt x="1432" y="148"/>
                    <a:pt x="1437" y="154"/>
                  </a:cubicBezTo>
                  <a:cubicBezTo>
                    <a:pt x="1442" y="160"/>
                    <a:pt x="1452" y="157"/>
                    <a:pt x="1448" y="151"/>
                  </a:cubicBezTo>
                  <a:cubicBezTo>
                    <a:pt x="1444" y="145"/>
                    <a:pt x="1436" y="138"/>
                    <a:pt x="1431" y="132"/>
                  </a:cubicBezTo>
                  <a:cubicBezTo>
                    <a:pt x="1428" y="129"/>
                    <a:pt x="1429" y="124"/>
                    <a:pt x="1431" y="121"/>
                  </a:cubicBezTo>
                  <a:cubicBezTo>
                    <a:pt x="1424" y="116"/>
                    <a:pt x="1415" y="108"/>
                    <a:pt x="1405" y="105"/>
                  </a:cubicBezTo>
                  <a:cubicBezTo>
                    <a:pt x="1391" y="100"/>
                    <a:pt x="1373" y="107"/>
                    <a:pt x="1358" y="105"/>
                  </a:cubicBezTo>
                  <a:cubicBezTo>
                    <a:pt x="1343" y="103"/>
                    <a:pt x="1328" y="103"/>
                    <a:pt x="1320" y="103"/>
                  </a:cubicBezTo>
                  <a:cubicBezTo>
                    <a:pt x="1312" y="103"/>
                    <a:pt x="1315" y="115"/>
                    <a:pt x="1307" y="126"/>
                  </a:cubicBezTo>
                  <a:cubicBezTo>
                    <a:pt x="1299" y="137"/>
                    <a:pt x="1299" y="146"/>
                    <a:pt x="1299" y="164"/>
                  </a:cubicBezTo>
                  <a:cubicBezTo>
                    <a:pt x="1298" y="183"/>
                    <a:pt x="1291" y="188"/>
                    <a:pt x="1281" y="191"/>
                  </a:cubicBezTo>
                  <a:cubicBezTo>
                    <a:pt x="1272" y="195"/>
                    <a:pt x="1274" y="203"/>
                    <a:pt x="1273" y="212"/>
                  </a:cubicBezTo>
                  <a:cubicBezTo>
                    <a:pt x="1272" y="221"/>
                    <a:pt x="1275" y="226"/>
                    <a:pt x="1264" y="231"/>
                  </a:cubicBezTo>
                  <a:cubicBezTo>
                    <a:pt x="1252" y="236"/>
                    <a:pt x="1255" y="254"/>
                    <a:pt x="1251" y="261"/>
                  </a:cubicBezTo>
                  <a:cubicBezTo>
                    <a:pt x="1246" y="267"/>
                    <a:pt x="1241" y="271"/>
                    <a:pt x="1241" y="279"/>
                  </a:cubicBezTo>
                  <a:cubicBezTo>
                    <a:pt x="1240" y="288"/>
                    <a:pt x="1215" y="287"/>
                    <a:pt x="1202" y="286"/>
                  </a:cubicBezTo>
                  <a:cubicBezTo>
                    <a:pt x="1189" y="285"/>
                    <a:pt x="1186" y="304"/>
                    <a:pt x="1175" y="302"/>
                  </a:cubicBezTo>
                  <a:cubicBezTo>
                    <a:pt x="1165" y="300"/>
                    <a:pt x="1150" y="295"/>
                    <a:pt x="1147" y="289"/>
                  </a:cubicBezTo>
                  <a:cubicBezTo>
                    <a:pt x="1143" y="282"/>
                    <a:pt x="1126" y="282"/>
                    <a:pt x="1113" y="283"/>
                  </a:cubicBezTo>
                  <a:cubicBezTo>
                    <a:pt x="1100" y="284"/>
                    <a:pt x="1095" y="285"/>
                    <a:pt x="1090" y="291"/>
                  </a:cubicBezTo>
                  <a:cubicBezTo>
                    <a:pt x="1086" y="298"/>
                    <a:pt x="1079" y="299"/>
                    <a:pt x="1072" y="311"/>
                  </a:cubicBezTo>
                  <a:cubicBezTo>
                    <a:pt x="1064" y="322"/>
                    <a:pt x="1046" y="322"/>
                    <a:pt x="1037" y="317"/>
                  </a:cubicBezTo>
                  <a:cubicBezTo>
                    <a:pt x="1028" y="313"/>
                    <a:pt x="1022" y="316"/>
                    <a:pt x="1015" y="316"/>
                  </a:cubicBezTo>
                  <a:cubicBezTo>
                    <a:pt x="1008" y="316"/>
                    <a:pt x="996" y="319"/>
                    <a:pt x="996" y="324"/>
                  </a:cubicBezTo>
                  <a:cubicBezTo>
                    <a:pt x="995" y="329"/>
                    <a:pt x="993" y="329"/>
                    <a:pt x="983" y="328"/>
                  </a:cubicBezTo>
                  <a:cubicBezTo>
                    <a:pt x="973" y="326"/>
                    <a:pt x="969" y="321"/>
                    <a:pt x="965" y="314"/>
                  </a:cubicBezTo>
                  <a:cubicBezTo>
                    <a:pt x="961" y="306"/>
                    <a:pt x="945" y="302"/>
                    <a:pt x="940" y="295"/>
                  </a:cubicBezTo>
                  <a:cubicBezTo>
                    <a:pt x="935" y="288"/>
                    <a:pt x="929" y="279"/>
                    <a:pt x="921" y="271"/>
                  </a:cubicBezTo>
                  <a:cubicBezTo>
                    <a:pt x="915" y="265"/>
                    <a:pt x="915" y="253"/>
                    <a:pt x="915" y="245"/>
                  </a:cubicBezTo>
                  <a:cubicBezTo>
                    <a:pt x="912" y="248"/>
                    <a:pt x="910" y="254"/>
                    <a:pt x="905" y="261"/>
                  </a:cubicBezTo>
                  <a:cubicBezTo>
                    <a:pt x="898" y="271"/>
                    <a:pt x="891" y="267"/>
                    <a:pt x="893" y="277"/>
                  </a:cubicBezTo>
                  <a:cubicBezTo>
                    <a:pt x="893" y="277"/>
                    <a:pt x="895" y="300"/>
                    <a:pt x="884" y="306"/>
                  </a:cubicBezTo>
                  <a:cubicBezTo>
                    <a:pt x="873" y="312"/>
                    <a:pt x="869" y="322"/>
                    <a:pt x="872" y="334"/>
                  </a:cubicBezTo>
                  <a:cubicBezTo>
                    <a:pt x="875" y="346"/>
                    <a:pt x="871" y="360"/>
                    <a:pt x="878" y="364"/>
                  </a:cubicBezTo>
                  <a:cubicBezTo>
                    <a:pt x="885" y="368"/>
                    <a:pt x="889" y="364"/>
                    <a:pt x="889" y="378"/>
                  </a:cubicBezTo>
                  <a:cubicBezTo>
                    <a:pt x="889" y="392"/>
                    <a:pt x="890" y="413"/>
                    <a:pt x="896" y="418"/>
                  </a:cubicBezTo>
                  <a:cubicBezTo>
                    <a:pt x="902" y="423"/>
                    <a:pt x="910" y="432"/>
                    <a:pt x="911" y="442"/>
                  </a:cubicBezTo>
                  <a:cubicBezTo>
                    <a:pt x="912" y="452"/>
                    <a:pt x="923" y="464"/>
                    <a:pt x="925" y="458"/>
                  </a:cubicBezTo>
                  <a:cubicBezTo>
                    <a:pt x="927" y="452"/>
                    <a:pt x="946" y="442"/>
                    <a:pt x="946" y="458"/>
                  </a:cubicBezTo>
                  <a:cubicBezTo>
                    <a:pt x="946" y="474"/>
                    <a:pt x="949" y="478"/>
                    <a:pt x="949" y="493"/>
                  </a:cubicBezTo>
                  <a:cubicBezTo>
                    <a:pt x="949" y="508"/>
                    <a:pt x="945" y="510"/>
                    <a:pt x="948" y="517"/>
                  </a:cubicBezTo>
                  <a:cubicBezTo>
                    <a:pt x="951" y="524"/>
                    <a:pt x="962" y="525"/>
                    <a:pt x="959" y="540"/>
                  </a:cubicBezTo>
                  <a:cubicBezTo>
                    <a:pt x="956" y="555"/>
                    <a:pt x="956" y="569"/>
                    <a:pt x="966" y="569"/>
                  </a:cubicBezTo>
                  <a:cubicBezTo>
                    <a:pt x="976" y="569"/>
                    <a:pt x="994" y="563"/>
                    <a:pt x="1000" y="569"/>
                  </a:cubicBezTo>
                  <a:cubicBezTo>
                    <a:pt x="1006" y="575"/>
                    <a:pt x="1015" y="583"/>
                    <a:pt x="1019" y="573"/>
                  </a:cubicBezTo>
                  <a:cubicBezTo>
                    <a:pt x="1023" y="563"/>
                    <a:pt x="1029" y="564"/>
                    <a:pt x="1037" y="564"/>
                  </a:cubicBezTo>
                  <a:cubicBezTo>
                    <a:pt x="1045" y="564"/>
                    <a:pt x="1058" y="559"/>
                    <a:pt x="1060" y="569"/>
                  </a:cubicBezTo>
                  <a:cubicBezTo>
                    <a:pt x="1062" y="579"/>
                    <a:pt x="1066" y="580"/>
                    <a:pt x="1065" y="591"/>
                  </a:cubicBezTo>
                  <a:cubicBezTo>
                    <a:pt x="1064" y="602"/>
                    <a:pt x="1067" y="618"/>
                    <a:pt x="1072" y="609"/>
                  </a:cubicBezTo>
                  <a:cubicBezTo>
                    <a:pt x="1077" y="600"/>
                    <a:pt x="1084" y="603"/>
                    <a:pt x="1085" y="597"/>
                  </a:cubicBezTo>
                  <a:cubicBezTo>
                    <a:pt x="1086" y="591"/>
                    <a:pt x="1093" y="582"/>
                    <a:pt x="1099" y="592"/>
                  </a:cubicBezTo>
                  <a:cubicBezTo>
                    <a:pt x="1105" y="602"/>
                    <a:pt x="1115" y="601"/>
                    <a:pt x="1117" y="595"/>
                  </a:cubicBezTo>
                  <a:cubicBezTo>
                    <a:pt x="1119" y="589"/>
                    <a:pt x="1131" y="596"/>
                    <a:pt x="1132" y="588"/>
                  </a:cubicBezTo>
                  <a:cubicBezTo>
                    <a:pt x="1133" y="580"/>
                    <a:pt x="1134" y="576"/>
                    <a:pt x="1149" y="578"/>
                  </a:cubicBezTo>
                  <a:cubicBezTo>
                    <a:pt x="1164" y="580"/>
                    <a:pt x="1171" y="582"/>
                    <a:pt x="1172" y="590"/>
                  </a:cubicBezTo>
                  <a:cubicBezTo>
                    <a:pt x="1173" y="598"/>
                    <a:pt x="1171" y="601"/>
                    <a:pt x="1185" y="601"/>
                  </a:cubicBezTo>
                  <a:cubicBezTo>
                    <a:pt x="1199" y="601"/>
                    <a:pt x="1202" y="603"/>
                    <a:pt x="1202" y="595"/>
                  </a:cubicBezTo>
                  <a:cubicBezTo>
                    <a:pt x="1202" y="587"/>
                    <a:pt x="1201" y="591"/>
                    <a:pt x="1215" y="591"/>
                  </a:cubicBezTo>
                  <a:cubicBezTo>
                    <a:pt x="1229" y="591"/>
                    <a:pt x="1225" y="595"/>
                    <a:pt x="1228" y="605"/>
                  </a:cubicBezTo>
                  <a:cubicBezTo>
                    <a:pt x="1231" y="615"/>
                    <a:pt x="1236" y="609"/>
                    <a:pt x="1235" y="623"/>
                  </a:cubicBezTo>
                  <a:cubicBezTo>
                    <a:pt x="1234" y="637"/>
                    <a:pt x="1237" y="641"/>
                    <a:pt x="1246" y="641"/>
                  </a:cubicBezTo>
                  <a:cubicBezTo>
                    <a:pt x="1255" y="641"/>
                    <a:pt x="1264" y="647"/>
                    <a:pt x="1264" y="637"/>
                  </a:cubicBezTo>
                  <a:cubicBezTo>
                    <a:pt x="1264" y="627"/>
                    <a:pt x="1286" y="636"/>
                    <a:pt x="1286" y="631"/>
                  </a:cubicBezTo>
                  <a:cubicBezTo>
                    <a:pt x="1286" y="626"/>
                    <a:pt x="1299" y="630"/>
                    <a:pt x="1303" y="621"/>
                  </a:cubicBezTo>
                  <a:cubicBezTo>
                    <a:pt x="1307" y="612"/>
                    <a:pt x="1323" y="617"/>
                    <a:pt x="1326" y="619"/>
                  </a:cubicBezTo>
                  <a:cubicBezTo>
                    <a:pt x="1329" y="621"/>
                    <a:pt x="1329" y="628"/>
                    <a:pt x="1331" y="634"/>
                  </a:cubicBezTo>
                  <a:cubicBezTo>
                    <a:pt x="1333" y="640"/>
                    <a:pt x="1343" y="642"/>
                    <a:pt x="1344" y="633"/>
                  </a:cubicBezTo>
                  <a:cubicBezTo>
                    <a:pt x="1345" y="624"/>
                    <a:pt x="1350" y="619"/>
                    <a:pt x="1353" y="614"/>
                  </a:cubicBezTo>
                  <a:cubicBezTo>
                    <a:pt x="1356" y="609"/>
                    <a:pt x="1362" y="599"/>
                    <a:pt x="1355" y="595"/>
                  </a:cubicBezTo>
                  <a:cubicBezTo>
                    <a:pt x="1348" y="591"/>
                    <a:pt x="1334" y="587"/>
                    <a:pt x="1334" y="581"/>
                  </a:cubicBezTo>
                  <a:cubicBezTo>
                    <a:pt x="1334" y="575"/>
                    <a:pt x="1332" y="567"/>
                    <a:pt x="1347" y="567"/>
                  </a:cubicBezTo>
                  <a:cubicBezTo>
                    <a:pt x="1362" y="567"/>
                    <a:pt x="1355" y="558"/>
                    <a:pt x="1355" y="551"/>
                  </a:cubicBezTo>
                  <a:cubicBezTo>
                    <a:pt x="1355" y="544"/>
                    <a:pt x="1365" y="545"/>
                    <a:pt x="1365" y="533"/>
                  </a:cubicBezTo>
                  <a:cubicBezTo>
                    <a:pt x="1365" y="521"/>
                    <a:pt x="1353" y="515"/>
                    <a:pt x="1354" y="507"/>
                  </a:cubicBezTo>
                  <a:cubicBezTo>
                    <a:pt x="1355" y="499"/>
                    <a:pt x="1338" y="495"/>
                    <a:pt x="1349" y="486"/>
                  </a:cubicBezTo>
                  <a:cubicBezTo>
                    <a:pt x="1360" y="477"/>
                    <a:pt x="1373" y="475"/>
                    <a:pt x="1379" y="464"/>
                  </a:cubicBezTo>
                  <a:cubicBezTo>
                    <a:pt x="1385" y="453"/>
                    <a:pt x="1396" y="458"/>
                    <a:pt x="1401" y="447"/>
                  </a:cubicBezTo>
                  <a:close/>
                  <a:moveTo>
                    <a:pt x="1766" y="734"/>
                  </a:moveTo>
                  <a:cubicBezTo>
                    <a:pt x="1774" y="731"/>
                    <a:pt x="1775" y="731"/>
                    <a:pt x="1776" y="723"/>
                  </a:cubicBezTo>
                  <a:cubicBezTo>
                    <a:pt x="1777" y="715"/>
                    <a:pt x="1792" y="717"/>
                    <a:pt x="1786" y="714"/>
                  </a:cubicBezTo>
                  <a:cubicBezTo>
                    <a:pt x="1780" y="711"/>
                    <a:pt x="1780" y="709"/>
                    <a:pt x="1780" y="699"/>
                  </a:cubicBezTo>
                  <a:cubicBezTo>
                    <a:pt x="1780" y="689"/>
                    <a:pt x="1775" y="685"/>
                    <a:pt x="1783" y="682"/>
                  </a:cubicBezTo>
                  <a:cubicBezTo>
                    <a:pt x="1791" y="679"/>
                    <a:pt x="1786" y="674"/>
                    <a:pt x="1786" y="670"/>
                  </a:cubicBezTo>
                  <a:cubicBezTo>
                    <a:pt x="1786" y="666"/>
                    <a:pt x="1778" y="659"/>
                    <a:pt x="1774" y="666"/>
                  </a:cubicBezTo>
                  <a:cubicBezTo>
                    <a:pt x="1770" y="673"/>
                    <a:pt x="1760" y="668"/>
                    <a:pt x="1760" y="665"/>
                  </a:cubicBezTo>
                  <a:cubicBezTo>
                    <a:pt x="1760" y="662"/>
                    <a:pt x="1757" y="652"/>
                    <a:pt x="1762" y="650"/>
                  </a:cubicBezTo>
                  <a:cubicBezTo>
                    <a:pt x="1767" y="648"/>
                    <a:pt x="1773" y="638"/>
                    <a:pt x="1776" y="645"/>
                  </a:cubicBezTo>
                  <a:cubicBezTo>
                    <a:pt x="1779" y="652"/>
                    <a:pt x="1789" y="658"/>
                    <a:pt x="1788" y="650"/>
                  </a:cubicBezTo>
                  <a:cubicBezTo>
                    <a:pt x="1787" y="642"/>
                    <a:pt x="1803" y="641"/>
                    <a:pt x="1792" y="635"/>
                  </a:cubicBezTo>
                  <a:cubicBezTo>
                    <a:pt x="1781" y="629"/>
                    <a:pt x="1775" y="629"/>
                    <a:pt x="1775" y="633"/>
                  </a:cubicBezTo>
                  <a:cubicBezTo>
                    <a:pt x="1775" y="637"/>
                    <a:pt x="1771" y="641"/>
                    <a:pt x="1758" y="633"/>
                  </a:cubicBezTo>
                  <a:cubicBezTo>
                    <a:pt x="1745" y="625"/>
                    <a:pt x="1735" y="630"/>
                    <a:pt x="1732" y="620"/>
                  </a:cubicBezTo>
                  <a:cubicBezTo>
                    <a:pt x="1729" y="610"/>
                    <a:pt x="1722" y="613"/>
                    <a:pt x="1731" y="604"/>
                  </a:cubicBezTo>
                  <a:cubicBezTo>
                    <a:pt x="1740" y="595"/>
                    <a:pt x="1741" y="593"/>
                    <a:pt x="1736" y="584"/>
                  </a:cubicBezTo>
                  <a:cubicBezTo>
                    <a:pt x="1731" y="575"/>
                    <a:pt x="1733" y="570"/>
                    <a:pt x="1722" y="560"/>
                  </a:cubicBezTo>
                  <a:cubicBezTo>
                    <a:pt x="1711" y="550"/>
                    <a:pt x="1696" y="534"/>
                    <a:pt x="1691" y="523"/>
                  </a:cubicBezTo>
                  <a:cubicBezTo>
                    <a:pt x="1686" y="512"/>
                    <a:pt x="1677" y="501"/>
                    <a:pt x="1690" y="497"/>
                  </a:cubicBezTo>
                  <a:cubicBezTo>
                    <a:pt x="1703" y="493"/>
                    <a:pt x="1731" y="485"/>
                    <a:pt x="1737" y="472"/>
                  </a:cubicBezTo>
                  <a:cubicBezTo>
                    <a:pt x="1743" y="459"/>
                    <a:pt x="1752" y="449"/>
                    <a:pt x="1760" y="446"/>
                  </a:cubicBezTo>
                  <a:cubicBezTo>
                    <a:pt x="1768" y="443"/>
                    <a:pt x="1774" y="444"/>
                    <a:pt x="1774" y="451"/>
                  </a:cubicBezTo>
                  <a:cubicBezTo>
                    <a:pt x="1774" y="458"/>
                    <a:pt x="1764" y="452"/>
                    <a:pt x="1764" y="464"/>
                  </a:cubicBezTo>
                  <a:cubicBezTo>
                    <a:pt x="1764" y="476"/>
                    <a:pt x="1760" y="486"/>
                    <a:pt x="1768" y="484"/>
                  </a:cubicBezTo>
                  <a:cubicBezTo>
                    <a:pt x="1776" y="482"/>
                    <a:pt x="1776" y="472"/>
                    <a:pt x="1780" y="479"/>
                  </a:cubicBezTo>
                  <a:cubicBezTo>
                    <a:pt x="1784" y="486"/>
                    <a:pt x="1786" y="488"/>
                    <a:pt x="1790" y="483"/>
                  </a:cubicBezTo>
                  <a:cubicBezTo>
                    <a:pt x="1794" y="478"/>
                    <a:pt x="1798" y="473"/>
                    <a:pt x="1801" y="480"/>
                  </a:cubicBezTo>
                  <a:cubicBezTo>
                    <a:pt x="1804" y="487"/>
                    <a:pt x="1813" y="491"/>
                    <a:pt x="1813" y="480"/>
                  </a:cubicBezTo>
                  <a:cubicBezTo>
                    <a:pt x="1813" y="469"/>
                    <a:pt x="1812" y="455"/>
                    <a:pt x="1805" y="455"/>
                  </a:cubicBezTo>
                  <a:cubicBezTo>
                    <a:pt x="1798" y="455"/>
                    <a:pt x="1793" y="454"/>
                    <a:pt x="1795" y="447"/>
                  </a:cubicBezTo>
                  <a:cubicBezTo>
                    <a:pt x="1797" y="440"/>
                    <a:pt x="1804" y="448"/>
                    <a:pt x="1804" y="435"/>
                  </a:cubicBezTo>
                  <a:cubicBezTo>
                    <a:pt x="1804" y="422"/>
                    <a:pt x="1805" y="415"/>
                    <a:pt x="1791" y="414"/>
                  </a:cubicBezTo>
                  <a:cubicBezTo>
                    <a:pt x="1777" y="413"/>
                    <a:pt x="1769" y="412"/>
                    <a:pt x="1766" y="419"/>
                  </a:cubicBezTo>
                  <a:cubicBezTo>
                    <a:pt x="1763" y="426"/>
                    <a:pt x="1754" y="425"/>
                    <a:pt x="1740" y="425"/>
                  </a:cubicBezTo>
                  <a:cubicBezTo>
                    <a:pt x="1726" y="425"/>
                    <a:pt x="1718" y="427"/>
                    <a:pt x="1714" y="434"/>
                  </a:cubicBezTo>
                  <a:cubicBezTo>
                    <a:pt x="1710" y="441"/>
                    <a:pt x="1699" y="446"/>
                    <a:pt x="1694" y="438"/>
                  </a:cubicBezTo>
                  <a:cubicBezTo>
                    <a:pt x="1689" y="430"/>
                    <a:pt x="1687" y="426"/>
                    <a:pt x="1682" y="429"/>
                  </a:cubicBezTo>
                  <a:cubicBezTo>
                    <a:pt x="1677" y="432"/>
                    <a:pt x="1674" y="426"/>
                    <a:pt x="1670" y="440"/>
                  </a:cubicBezTo>
                  <a:cubicBezTo>
                    <a:pt x="1666" y="454"/>
                    <a:pt x="1660" y="451"/>
                    <a:pt x="1657" y="458"/>
                  </a:cubicBezTo>
                  <a:cubicBezTo>
                    <a:pt x="1654" y="465"/>
                    <a:pt x="1653" y="465"/>
                    <a:pt x="1641" y="465"/>
                  </a:cubicBezTo>
                  <a:cubicBezTo>
                    <a:pt x="1629" y="465"/>
                    <a:pt x="1622" y="465"/>
                    <a:pt x="1621" y="454"/>
                  </a:cubicBezTo>
                  <a:cubicBezTo>
                    <a:pt x="1620" y="443"/>
                    <a:pt x="1620" y="433"/>
                    <a:pt x="1606" y="429"/>
                  </a:cubicBezTo>
                  <a:cubicBezTo>
                    <a:pt x="1592" y="425"/>
                    <a:pt x="1589" y="427"/>
                    <a:pt x="1589" y="415"/>
                  </a:cubicBezTo>
                  <a:cubicBezTo>
                    <a:pt x="1589" y="403"/>
                    <a:pt x="1582" y="365"/>
                    <a:pt x="1598" y="362"/>
                  </a:cubicBezTo>
                  <a:cubicBezTo>
                    <a:pt x="1614" y="359"/>
                    <a:pt x="1611" y="345"/>
                    <a:pt x="1617" y="345"/>
                  </a:cubicBezTo>
                  <a:cubicBezTo>
                    <a:pt x="1623" y="345"/>
                    <a:pt x="1628" y="346"/>
                    <a:pt x="1632" y="353"/>
                  </a:cubicBezTo>
                  <a:cubicBezTo>
                    <a:pt x="1636" y="360"/>
                    <a:pt x="1644" y="352"/>
                    <a:pt x="1656" y="352"/>
                  </a:cubicBezTo>
                  <a:cubicBezTo>
                    <a:pt x="1668" y="352"/>
                    <a:pt x="1671" y="356"/>
                    <a:pt x="1674" y="351"/>
                  </a:cubicBezTo>
                  <a:cubicBezTo>
                    <a:pt x="1677" y="346"/>
                    <a:pt x="1688" y="342"/>
                    <a:pt x="1694" y="348"/>
                  </a:cubicBezTo>
                  <a:cubicBezTo>
                    <a:pt x="1700" y="354"/>
                    <a:pt x="1706" y="354"/>
                    <a:pt x="1717" y="353"/>
                  </a:cubicBezTo>
                  <a:cubicBezTo>
                    <a:pt x="1728" y="352"/>
                    <a:pt x="1736" y="350"/>
                    <a:pt x="1750" y="351"/>
                  </a:cubicBezTo>
                  <a:cubicBezTo>
                    <a:pt x="1764" y="352"/>
                    <a:pt x="1774" y="349"/>
                    <a:pt x="1784" y="356"/>
                  </a:cubicBezTo>
                  <a:cubicBezTo>
                    <a:pt x="1794" y="363"/>
                    <a:pt x="1798" y="363"/>
                    <a:pt x="1814" y="363"/>
                  </a:cubicBezTo>
                  <a:cubicBezTo>
                    <a:pt x="1830" y="363"/>
                    <a:pt x="1843" y="371"/>
                    <a:pt x="1850" y="363"/>
                  </a:cubicBezTo>
                  <a:cubicBezTo>
                    <a:pt x="1857" y="355"/>
                    <a:pt x="1863" y="366"/>
                    <a:pt x="1870" y="350"/>
                  </a:cubicBezTo>
                  <a:cubicBezTo>
                    <a:pt x="1877" y="334"/>
                    <a:pt x="1882" y="331"/>
                    <a:pt x="1895" y="322"/>
                  </a:cubicBezTo>
                  <a:cubicBezTo>
                    <a:pt x="1908" y="313"/>
                    <a:pt x="1911" y="304"/>
                    <a:pt x="1915" y="293"/>
                  </a:cubicBezTo>
                  <a:cubicBezTo>
                    <a:pt x="1919" y="282"/>
                    <a:pt x="1915" y="282"/>
                    <a:pt x="1909" y="275"/>
                  </a:cubicBezTo>
                  <a:cubicBezTo>
                    <a:pt x="1903" y="268"/>
                    <a:pt x="1892" y="267"/>
                    <a:pt x="1876" y="286"/>
                  </a:cubicBezTo>
                  <a:cubicBezTo>
                    <a:pt x="1860" y="305"/>
                    <a:pt x="1856" y="320"/>
                    <a:pt x="1839" y="321"/>
                  </a:cubicBezTo>
                  <a:cubicBezTo>
                    <a:pt x="1822" y="322"/>
                    <a:pt x="1812" y="324"/>
                    <a:pt x="1808" y="318"/>
                  </a:cubicBezTo>
                  <a:cubicBezTo>
                    <a:pt x="1804" y="312"/>
                    <a:pt x="1786" y="316"/>
                    <a:pt x="1778" y="316"/>
                  </a:cubicBezTo>
                  <a:cubicBezTo>
                    <a:pt x="1770" y="316"/>
                    <a:pt x="1772" y="325"/>
                    <a:pt x="1763" y="322"/>
                  </a:cubicBezTo>
                  <a:cubicBezTo>
                    <a:pt x="1754" y="319"/>
                    <a:pt x="1747" y="314"/>
                    <a:pt x="1741" y="314"/>
                  </a:cubicBezTo>
                  <a:cubicBezTo>
                    <a:pt x="1735" y="314"/>
                    <a:pt x="1736" y="304"/>
                    <a:pt x="1718" y="306"/>
                  </a:cubicBezTo>
                  <a:cubicBezTo>
                    <a:pt x="1700" y="308"/>
                    <a:pt x="1681" y="311"/>
                    <a:pt x="1680" y="303"/>
                  </a:cubicBezTo>
                  <a:cubicBezTo>
                    <a:pt x="1679" y="295"/>
                    <a:pt x="1672" y="300"/>
                    <a:pt x="1664" y="299"/>
                  </a:cubicBezTo>
                  <a:cubicBezTo>
                    <a:pt x="1656" y="298"/>
                    <a:pt x="1654" y="283"/>
                    <a:pt x="1644" y="288"/>
                  </a:cubicBezTo>
                  <a:cubicBezTo>
                    <a:pt x="1634" y="293"/>
                    <a:pt x="1632" y="307"/>
                    <a:pt x="1626" y="315"/>
                  </a:cubicBezTo>
                  <a:cubicBezTo>
                    <a:pt x="1620" y="323"/>
                    <a:pt x="1609" y="324"/>
                    <a:pt x="1598" y="325"/>
                  </a:cubicBezTo>
                  <a:cubicBezTo>
                    <a:pt x="1587" y="326"/>
                    <a:pt x="1583" y="339"/>
                    <a:pt x="1577" y="353"/>
                  </a:cubicBezTo>
                  <a:cubicBezTo>
                    <a:pt x="1571" y="367"/>
                    <a:pt x="1557" y="380"/>
                    <a:pt x="1560" y="387"/>
                  </a:cubicBezTo>
                  <a:cubicBezTo>
                    <a:pt x="1563" y="394"/>
                    <a:pt x="1565" y="388"/>
                    <a:pt x="1565" y="400"/>
                  </a:cubicBezTo>
                  <a:cubicBezTo>
                    <a:pt x="1565" y="412"/>
                    <a:pt x="1567" y="427"/>
                    <a:pt x="1555" y="436"/>
                  </a:cubicBezTo>
                  <a:cubicBezTo>
                    <a:pt x="1555" y="436"/>
                    <a:pt x="1535" y="456"/>
                    <a:pt x="1539" y="467"/>
                  </a:cubicBezTo>
                  <a:cubicBezTo>
                    <a:pt x="1543" y="478"/>
                    <a:pt x="1543" y="487"/>
                    <a:pt x="1537" y="496"/>
                  </a:cubicBezTo>
                  <a:cubicBezTo>
                    <a:pt x="1531" y="505"/>
                    <a:pt x="1528" y="513"/>
                    <a:pt x="1528" y="522"/>
                  </a:cubicBezTo>
                  <a:cubicBezTo>
                    <a:pt x="1528" y="531"/>
                    <a:pt x="1527" y="540"/>
                    <a:pt x="1515" y="544"/>
                  </a:cubicBezTo>
                  <a:cubicBezTo>
                    <a:pt x="1503" y="548"/>
                    <a:pt x="1498" y="557"/>
                    <a:pt x="1506" y="562"/>
                  </a:cubicBezTo>
                  <a:cubicBezTo>
                    <a:pt x="1514" y="567"/>
                    <a:pt x="1515" y="576"/>
                    <a:pt x="1509" y="584"/>
                  </a:cubicBezTo>
                  <a:cubicBezTo>
                    <a:pt x="1503" y="592"/>
                    <a:pt x="1505" y="602"/>
                    <a:pt x="1514" y="605"/>
                  </a:cubicBezTo>
                  <a:cubicBezTo>
                    <a:pt x="1523" y="608"/>
                    <a:pt x="1523" y="597"/>
                    <a:pt x="1537" y="599"/>
                  </a:cubicBezTo>
                  <a:cubicBezTo>
                    <a:pt x="1551" y="601"/>
                    <a:pt x="1554" y="603"/>
                    <a:pt x="1552" y="613"/>
                  </a:cubicBezTo>
                  <a:cubicBezTo>
                    <a:pt x="1550" y="623"/>
                    <a:pt x="1540" y="632"/>
                    <a:pt x="1554" y="639"/>
                  </a:cubicBezTo>
                  <a:cubicBezTo>
                    <a:pt x="1568" y="646"/>
                    <a:pt x="1562" y="652"/>
                    <a:pt x="1561" y="665"/>
                  </a:cubicBezTo>
                  <a:cubicBezTo>
                    <a:pt x="1560" y="678"/>
                    <a:pt x="1558" y="681"/>
                    <a:pt x="1549" y="687"/>
                  </a:cubicBezTo>
                  <a:cubicBezTo>
                    <a:pt x="1540" y="693"/>
                    <a:pt x="1542" y="711"/>
                    <a:pt x="1542" y="721"/>
                  </a:cubicBezTo>
                  <a:cubicBezTo>
                    <a:pt x="1542" y="731"/>
                    <a:pt x="1552" y="735"/>
                    <a:pt x="1563" y="740"/>
                  </a:cubicBezTo>
                  <a:cubicBezTo>
                    <a:pt x="1574" y="745"/>
                    <a:pt x="1586" y="750"/>
                    <a:pt x="1590" y="741"/>
                  </a:cubicBezTo>
                  <a:cubicBezTo>
                    <a:pt x="1594" y="732"/>
                    <a:pt x="1601" y="729"/>
                    <a:pt x="1606" y="729"/>
                  </a:cubicBezTo>
                  <a:cubicBezTo>
                    <a:pt x="1611" y="729"/>
                    <a:pt x="1616" y="721"/>
                    <a:pt x="1610" y="717"/>
                  </a:cubicBezTo>
                  <a:cubicBezTo>
                    <a:pt x="1604" y="713"/>
                    <a:pt x="1602" y="711"/>
                    <a:pt x="1603" y="701"/>
                  </a:cubicBezTo>
                  <a:cubicBezTo>
                    <a:pt x="1604" y="691"/>
                    <a:pt x="1615" y="691"/>
                    <a:pt x="1615" y="677"/>
                  </a:cubicBezTo>
                  <a:cubicBezTo>
                    <a:pt x="1615" y="663"/>
                    <a:pt x="1617" y="659"/>
                    <a:pt x="1609" y="655"/>
                  </a:cubicBezTo>
                  <a:cubicBezTo>
                    <a:pt x="1601" y="651"/>
                    <a:pt x="1602" y="650"/>
                    <a:pt x="1603" y="641"/>
                  </a:cubicBezTo>
                  <a:cubicBezTo>
                    <a:pt x="1604" y="632"/>
                    <a:pt x="1601" y="627"/>
                    <a:pt x="1608" y="627"/>
                  </a:cubicBezTo>
                  <a:cubicBezTo>
                    <a:pt x="1615" y="627"/>
                    <a:pt x="1615" y="620"/>
                    <a:pt x="1615" y="607"/>
                  </a:cubicBezTo>
                  <a:cubicBezTo>
                    <a:pt x="1615" y="594"/>
                    <a:pt x="1615" y="591"/>
                    <a:pt x="1610" y="588"/>
                  </a:cubicBezTo>
                  <a:cubicBezTo>
                    <a:pt x="1605" y="585"/>
                    <a:pt x="1603" y="578"/>
                    <a:pt x="1603" y="572"/>
                  </a:cubicBezTo>
                  <a:cubicBezTo>
                    <a:pt x="1603" y="566"/>
                    <a:pt x="1600" y="559"/>
                    <a:pt x="1611" y="558"/>
                  </a:cubicBezTo>
                  <a:cubicBezTo>
                    <a:pt x="1622" y="557"/>
                    <a:pt x="1618" y="545"/>
                    <a:pt x="1630" y="548"/>
                  </a:cubicBezTo>
                  <a:cubicBezTo>
                    <a:pt x="1642" y="551"/>
                    <a:pt x="1650" y="548"/>
                    <a:pt x="1650" y="563"/>
                  </a:cubicBezTo>
                  <a:cubicBezTo>
                    <a:pt x="1650" y="578"/>
                    <a:pt x="1654" y="580"/>
                    <a:pt x="1645" y="587"/>
                  </a:cubicBezTo>
                  <a:cubicBezTo>
                    <a:pt x="1636" y="594"/>
                    <a:pt x="1633" y="603"/>
                    <a:pt x="1647" y="615"/>
                  </a:cubicBezTo>
                  <a:cubicBezTo>
                    <a:pt x="1661" y="627"/>
                    <a:pt x="1664" y="637"/>
                    <a:pt x="1675" y="638"/>
                  </a:cubicBezTo>
                  <a:cubicBezTo>
                    <a:pt x="1686" y="639"/>
                    <a:pt x="1685" y="646"/>
                    <a:pt x="1685" y="657"/>
                  </a:cubicBezTo>
                  <a:cubicBezTo>
                    <a:pt x="1685" y="668"/>
                    <a:pt x="1679" y="688"/>
                    <a:pt x="1695" y="688"/>
                  </a:cubicBezTo>
                  <a:cubicBezTo>
                    <a:pt x="1711" y="688"/>
                    <a:pt x="1716" y="688"/>
                    <a:pt x="1716" y="677"/>
                  </a:cubicBezTo>
                  <a:cubicBezTo>
                    <a:pt x="1716" y="666"/>
                    <a:pt x="1724" y="663"/>
                    <a:pt x="1731" y="663"/>
                  </a:cubicBezTo>
                  <a:cubicBezTo>
                    <a:pt x="1738" y="663"/>
                    <a:pt x="1740" y="679"/>
                    <a:pt x="1739" y="693"/>
                  </a:cubicBezTo>
                  <a:cubicBezTo>
                    <a:pt x="1738" y="707"/>
                    <a:pt x="1718" y="731"/>
                    <a:pt x="1747" y="740"/>
                  </a:cubicBezTo>
                  <a:cubicBezTo>
                    <a:pt x="1776" y="749"/>
                    <a:pt x="1758" y="737"/>
                    <a:pt x="1766" y="734"/>
                  </a:cubicBezTo>
                  <a:close/>
                  <a:moveTo>
                    <a:pt x="1339" y="913"/>
                  </a:moveTo>
                  <a:cubicBezTo>
                    <a:pt x="1339" y="913"/>
                    <a:pt x="1333" y="918"/>
                    <a:pt x="1330" y="926"/>
                  </a:cubicBezTo>
                  <a:cubicBezTo>
                    <a:pt x="1327" y="934"/>
                    <a:pt x="1324" y="940"/>
                    <a:pt x="1334" y="945"/>
                  </a:cubicBezTo>
                  <a:cubicBezTo>
                    <a:pt x="1344" y="950"/>
                    <a:pt x="1357" y="951"/>
                    <a:pt x="1360" y="942"/>
                  </a:cubicBezTo>
                  <a:cubicBezTo>
                    <a:pt x="1363" y="933"/>
                    <a:pt x="1364" y="929"/>
                    <a:pt x="1368" y="927"/>
                  </a:cubicBezTo>
                  <a:cubicBezTo>
                    <a:pt x="1372" y="925"/>
                    <a:pt x="1374" y="920"/>
                    <a:pt x="1371" y="914"/>
                  </a:cubicBezTo>
                  <a:cubicBezTo>
                    <a:pt x="1368" y="908"/>
                    <a:pt x="1349" y="895"/>
                    <a:pt x="1339" y="913"/>
                  </a:cubicBezTo>
                  <a:close/>
                  <a:moveTo>
                    <a:pt x="1433" y="929"/>
                  </a:moveTo>
                  <a:cubicBezTo>
                    <a:pt x="1427" y="926"/>
                    <a:pt x="1428" y="919"/>
                    <a:pt x="1410" y="920"/>
                  </a:cubicBezTo>
                  <a:cubicBezTo>
                    <a:pt x="1410" y="920"/>
                    <a:pt x="1390" y="921"/>
                    <a:pt x="1386" y="930"/>
                  </a:cubicBezTo>
                  <a:cubicBezTo>
                    <a:pt x="1382" y="939"/>
                    <a:pt x="1376" y="940"/>
                    <a:pt x="1378" y="947"/>
                  </a:cubicBezTo>
                  <a:cubicBezTo>
                    <a:pt x="1380" y="954"/>
                    <a:pt x="1385" y="954"/>
                    <a:pt x="1392" y="957"/>
                  </a:cubicBezTo>
                  <a:cubicBezTo>
                    <a:pt x="1399" y="960"/>
                    <a:pt x="1404" y="964"/>
                    <a:pt x="1414" y="960"/>
                  </a:cubicBezTo>
                  <a:cubicBezTo>
                    <a:pt x="1424" y="956"/>
                    <a:pt x="1427" y="952"/>
                    <a:pt x="1437" y="954"/>
                  </a:cubicBezTo>
                  <a:cubicBezTo>
                    <a:pt x="1447" y="956"/>
                    <a:pt x="1448" y="955"/>
                    <a:pt x="1445" y="944"/>
                  </a:cubicBezTo>
                  <a:cubicBezTo>
                    <a:pt x="1442" y="933"/>
                    <a:pt x="1439" y="932"/>
                    <a:pt x="1433" y="929"/>
                  </a:cubicBezTo>
                  <a:close/>
                  <a:moveTo>
                    <a:pt x="1521" y="941"/>
                  </a:moveTo>
                  <a:cubicBezTo>
                    <a:pt x="1522" y="934"/>
                    <a:pt x="1525" y="935"/>
                    <a:pt x="1524" y="926"/>
                  </a:cubicBezTo>
                  <a:cubicBezTo>
                    <a:pt x="1523" y="917"/>
                    <a:pt x="1519" y="909"/>
                    <a:pt x="1505" y="909"/>
                  </a:cubicBezTo>
                  <a:cubicBezTo>
                    <a:pt x="1491" y="909"/>
                    <a:pt x="1485" y="912"/>
                    <a:pt x="1473" y="904"/>
                  </a:cubicBezTo>
                  <a:cubicBezTo>
                    <a:pt x="1461" y="896"/>
                    <a:pt x="1451" y="884"/>
                    <a:pt x="1440" y="899"/>
                  </a:cubicBezTo>
                  <a:cubicBezTo>
                    <a:pt x="1440" y="899"/>
                    <a:pt x="1433" y="900"/>
                    <a:pt x="1440" y="908"/>
                  </a:cubicBezTo>
                  <a:cubicBezTo>
                    <a:pt x="1447" y="916"/>
                    <a:pt x="1451" y="917"/>
                    <a:pt x="1455" y="926"/>
                  </a:cubicBezTo>
                  <a:cubicBezTo>
                    <a:pt x="1459" y="935"/>
                    <a:pt x="1459" y="945"/>
                    <a:pt x="1466" y="942"/>
                  </a:cubicBezTo>
                  <a:cubicBezTo>
                    <a:pt x="1473" y="939"/>
                    <a:pt x="1484" y="942"/>
                    <a:pt x="1488" y="946"/>
                  </a:cubicBezTo>
                  <a:cubicBezTo>
                    <a:pt x="1492" y="950"/>
                    <a:pt x="1501" y="946"/>
                    <a:pt x="1509" y="946"/>
                  </a:cubicBezTo>
                  <a:cubicBezTo>
                    <a:pt x="1517" y="946"/>
                    <a:pt x="1520" y="948"/>
                    <a:pt x="1521" y="941"/>
                  </a:cubicBezTo>
                  <a:close/>
                  <a:moveTo>
                    <a:pt x="1635" y="1016"/>
                  </a:moveTo>
                  <a:cubicBezTo>
                    <a:pt x="1624" y="1011"/>
                    <a:pt x="1625" y="1004"/>
                    <a:pt x="1611" y="995"/>
                  </a:cubicBezTo>
                  <a:cubicBezTo>
                    <a:pt x="1597" y="986"/>
                    <a:pt x="1593" y="990"/>
                    <a:pt x="1586" y="980"/>
                  </a:cubicBezTo>
                  <a:cubicBezTo>
                    <a:pt x="1579" y="970"/>
                    <a:pt x="1572" y="973"/>
                    <a:pt x="1558" y="977"/>
                  </a:cubicBezTo>
                  <a:cubicBezTo>
                    <a:pt x="1558" y="977"/>
                    <a:pt x="1537" y="970"/>
                    <a:pt x="1530" y="977"/>
                  </a:cubicBezTo>
                  <a:cubicBezTo>
                    <a:pt x="1523" y="984"/>
                    <a:pt x="1516" y="982"/>
                    <a:pt x="1516" y="989"/>
                  </a:cubicBezTo>
                  <a:cubicBezTo>
                    <a:pt x="1516" y="996"/>
                    <a:pt x="1517" y="994"/>
                    <a:pt x="1524" y="999"/>
                  </a:cubicBezTo>
                  <a:cubicBezTo>
                    <a:pt x="1531" y="1004"/>
                    <a:pt x="1528" y="1007"/>
                    <a:pt x="1542" y="1007"/>
                  </a:cubicBezTo>
                  <a:cubicBezTo>
                    <a:pt x="1556" y="1007"/>
                    <a:pt x="1557" y="1008"/>
                    <a:pt x="1562" y="1014"/>
                  </a:cubicBezTo>
                  <a:cubicBezTo>
                    <a:pt x="1567" y="1020"/>
                    <a:pt x="1577" y="1014"/>
                    <a:pt x="1585" y="1022"/>
                  </a:cubicBezTo>
                  <a:cubicBezTo>
                    <a:pt x="1593" y="1030"/>
                    <a:pt x="1601" y="1041"/>
                    <a:pt x="1608" y="1041"/>
                  </a:cubicBezTo>
                  <a:cubicBezTo>
                    <a:pt x="1615" y="1041"/>
                    <a:pt x="1619" y="1035"/>
                    <a:pt x="1625" y="1032"/>
                  </a:cubicBezTo>
                  <a:cubicBezTo>
                    <a:pt x="1631" y="1029"/>
                    <a:pt x="1646" y="1021"/>
                    <a:pt x="1635" y="1016"/>
                  </a:cubicBezTo>
                  <a:close/>
                  <a:moveTo>
                    <a:pt x="1722" y="923"/>
                  </a:moveTo>
                  <a:cubicBezTo>
                    <a:pt x="1715" y="924"/>
                    <a:pt x="1717" y="912"/>
                    <a:pt x="1706" y="913"/>
                  </a:cubicBezTo>
                  <a:cubicBezTo>
                    <a:pt x="1695" y="914"/>
                    <a:pt x="1698" y="927"/>
                    <a:pt x="1686" y="926"/>
                  </a:cubicBezTo>
                  <a:cubicBezTo>
                    <a:pt x="1674" y="925"/>
                    <a:pt x="1660" y="922"/>
                    <a:pt x="1655" y="915"/>
                  </a:cubicBezTo>
                  <a:cubicBezTo>
                    <a:pt x="1650" y="908"/>
                    <a:pt x="1646" y="906"/>
                    <a:pt x="1632" y="906"/>
                  </a:cubicBezTo>
                  <a:cubicBezTo>
                    <a:pt x="1618" y="906"/>
                    <a:pt x="1584" y="903"/>
                    <a:pt x="1580" y="919"/>
                  </a:cubicBezTo>
                  <a:cubicBezTo>
                    <a:pt x="1580" y="919"/>
                    <a:pt x="1576" y="926"/>
                    <a:pt x="1565" y="924"/>
                  </a:cubicBezTo>
                  <a:cubicBezTo>
                    <a:pt x="1554" y="922"/>
                    <a:pt x="1534" y="917"/>
                    <a:pt x="1547" y="929"/>
                  </a:cubicBezTo>
                  <a:cubicBezTo>
                    <a:pt x="1560" y="941"/>
                    <a:pt x="1560" y="938"/>
                    <a:pt x="1578" y="942"/>
                  </a:cubicBezTo>
                  <a:cubicBezTo>
                    <a:pt x="1596" y="946"/>
                    <a:pt x="1595" y="950"/>
                    <a:pt x="1610" y="952"/>
                  </a:cubicBezTo>
                  <a:cubicBezTo>
                    <a:pt x="1625" y="954"/>
                    <a:pt x="1624" y="948"/>
                    <a:pt x="1646" y="952"/>
                  </a:cubicBezTo>
                  <a:cubicBezTo>
                    <a:pt x="1668" y="956"/>
                    <a:pt x="1681" y="953"/>
                    <a:pt x="1698" y="950"/>
                  </a:cubicBezTo>
                  <a:cubicBezTo>
                    <a:pt x="1715" y="947"/>
                    <a:pt x="1700" y="949"/>
                    <a:pt x="1712" y="944"/>
                  </a:cubicBezTo>
                  <a:cubicBezTo>
                    <a:pt x="1724" y="939"/>
                    <a:pt x="1732" y="943"/>
                    <a:pt x="1731" y="937"/>
                  </a:cubicBezTo>
                  <a:cubicBezTo>
                    <a:pt x="1730" y="931"/>
                    <a:pt x="1729" y="922"/>
                    <a:pt x="1722" y="923"/>
                  </a:cubicBezTo>
                  <a:close/>
                  <a:moveTo>
                    <a:pt x="1830" y="915"/>
                  </a:moveTo>
                  <a:cubicBezTo>
                    <a:pt x="1836" y="915"/>
                    <a:pt x="1842" y="925"/>
                    <a:pt x="1847" y="926"/>
                  </a:cubicBezTo>
                  <a:cubicBezTo>
                    <a:pt x="1852" y="927"/>
                    <a:pt x="1852" y="928"/>
                    <a:pt x="1853" y="918"/>
                  </a:cubicBezTo>
                  <a:cubicBezTo>
                    <a:pt x="1854" y="908"/>
                    <a:pt x="1848" y="906"/>
                    <a:pt x="1836" y="906"/>
                  </a:cubicBezTo>
                  <a:cubicBezTo>
                    <a:pt x="1824" y="906"/>
                    <a:pt x="1820" y="900"/>
                    <a:pt x="1810" y="900"/>
                  </a:cubicBezTo>
                  <a:cubicBezTo>
                    <a:pt x="1800" y="900"/>
                    <a:pt x="1792" y="905"/>
                    <a:pt x="1785" y="905"/>
                  </a:cubicBezTo>
                  <a:cubicBezTo>
                    <a:pt x="1778" y="905"/>
                    <a:pt x="1776" y="879"/>
                    <a:pt x="1758" y="895"/>
                  </a:cubicBezTo>
                  <a:cubicBezTo>
                    <a:pt x="1758" y="895"/>
                    <a:pt x="1759" y="906"/>
                    <a:pt x="1750" y="914"/>
                  </a:cubicBezTo>
                  <a:cubicBezTo>
                    <a:pt x="1741" y="922"/>
                    <a:pt x="1735" y="930"/>
                    <a:pt x="1748" y="932"/>
                  </a:cubicBezTo>
                  <a:cubicBezTo>
                    <a:pt x="1761" y="934"/>
                    <a:pt x="1773" y="932"/>
                    <a:pt x="1775" y="925"/>
                  </a:cubicBezTo>
                  <a:cubicBezTo>
                    <a:pt x="1777" y="918"/>
                    <a:pt x="1790" y="910"/>
                    <a:pt x="1796" y="917"/>
                  </a:cubicBezTo>
                  <a:cubicBezTo>
                    <a:pt x="1802" y="924"/>
                    <a:pt x="1804" y="929"/>
                    <a:pt x="1811" y="924"/>
                  </a:cubicBezTo>
                  <a:cubicBezTo>
                    <a:pt x="1818" y="919"/>
                    <a:pt x="1824" y="915"/>
                    <a:pt x="1830" y="915"/>
                  </a:cubicBezTo>
                  <a:close/>
                  <a:moveTo>
                    <a:pt x="1966" y="889"/>
                  </a:moveTo>
                  <a:cubicBezTo>
                    <a:pt x="1972" y="886"/>
                    <a:pt x="1995" y="897"/>
                    <a:pt x="1996" y="888"/>
                  </a:cubicBezTo>
                  <a:cubicBezTo>
                    <a:pt x="1997" y="879"/>
                    <a:pt x="2012" y="887"/>
                    <a:pt x="2013" y="877"/>
                  </a:cubicBezTo>
                  <a:cubicBezTo>
                    <a:pt x="2014" y="867"/>
                    <a:pt x="2006" y="863"/>
                    <a:pt x="1995" y="865"/>
                  </a:cubicBezTo>
                  <a:cubicBezTo>
                    <a:pt x="1984" y="867"/>
                    <a:pt x="1984" y="856"/>
                    <a:pt x="1962" y="869"/>
                  </a:cubicBezTo>
                  <a:cubicBezTo>
                    <a:pt x="1962" y="869"/>
                    <a:pt x="1952" y="877"/>
                    <a:pt x="1952" y="886"/>
                  </a:cubicBezTo>
                  <a:cubicBezTo>
                    <a:pt x="1952" y="895"/>
                    <a:pt x="1960" y="892"/>
                    <a:pt x="1966" y="889"/>
                  </a:cubicBezTo>
                  <a:close/>
                  <a:moveTo>
                    <a:pt x="1781" y="1051"/>
                  </a:moveTo>
                  <a:cubicBezTo>
                    <a:pt x="1781" y="1051"/>
                    <a:pt x="1776" y="1060"/>
                    <a:pt x="1763" y="1064"/>
                  </a:cubicBezTo>
                  <a:cubicBezTo>
                    <a:pt x="1750" y="1068"/>
                    <a:pt x="1761" y="1082"/>
                    <a:pt x="1770" y="1081"/>
                  </a:cubicBezTo>
                  <a:cubicBezTo>
                    <a:pt x="1779" y="1080"/>
                    <a:pt x="1778" y="1071"/>
                    <a:pt x="1789" y="1072"/>
                  </a:cubicBezTo>
                  <a:cubicBezTo>
                    <a:pt x="1800" y="1073"/>
                    <a:pt x="1799" y="1067"/>
                    <a:pt x="1796" y="1058"/>
                  </a:cubicBezTo>
                  <a:cubicBezTo>
                    <a:pt x="1793" y="1049"/>
                    <a:pt x="1787" y="1041"/>
                    <a:pt x="1781" y="1051"/>
                  </a:cubicBezTo>
                  <a:close/>
                  <a:moveTo>
                    <a:pt x="1708" y="1038"/>
                  </a:moveTo>
                  <a:cubicBezTo>
                    <a:pt x="1708" y="1038"/>
                    <a:pt x="1697" y="1042"/>
                    <a:pt x="1692" y="1052"/>
                  </a:cubicBezTo>
                  <a:cubicBezTo>
                    <a:pt x="1687" y="1062"/>
                    <a:pt x="1696" y="1072"/>
                    <a:pt x="1704" y="1061"/>
                  </a:cubicBezTo>
                  <a:cubicBezTo>
                    <a:pt x="1712" y="1050"/>
                    <a:pt x="1724" y="1024"/>
                    <a:pt x="1708" y="1038"/>
                  </a:cubicBezTo>
                  <a:close/>
                  <a:moveTo>
                    <a:pt x="2041" y="903"/>
                  </a:moveTo>
                  <a:cubicBezTo>
                    <a:pt x="2027" y="902"/>
                    <a:pt x="2010" y="895"/>
                    <a:pt x="2000" y="906"/>
                  </a:cubicBezTo>
                  <a:cubicBezTo>
                    <a:pt x="1990" y="917"/>
                    <a:pt x="1987" y="913"/>
                    <a:pt x="1966" y="912"/>
                  </a:cubicBezTo>
                  <a:cubicBezTo>
                    <a:pt x="1945" y="911"/>
                    <a:pt x="1936" y="907"/>
                    <a:pt x="1920" y="923"/>
                  </a:cubicBezTo>
                  <a:cubicBezTo>
                    <a:pt x="1904" y="939"/>
                    <a:pt x="1899" y="949"/>
                    <a:pt x="1885" y="958"/>
                  </a:cubicBezTo>
                  <a:cubicBezTo>
                    <a:pt x="1871" y="967"/>
                    <a:pt x="1868" y="968"/>
                    <a:pt x="1852" y="971"/>
                  </a:cubicBezTo>
                  <a:cubicBezTo>
                    <a:pt x="1852" y="971"/>
                    <a:pt x="1822" y="975"/>
                    <a:pt x="1815" y="990"/>
                  </a:cubicBezTo>
                  <a:cubicBezTo>
                    <a:pt x="1808" y="1005"/>
                    <a:pt x="1811" y="1010"/>
                    <a:pt x="1811" y="1023"/>
                  </a:cubicBezTo>
                  <a:cubicBezTo>
                    <a:pt x="1811" y="1036"/>
                    <a:pt x="1810" y="1053"/>
                    <a:pt x="1826" y="1047"/>
                  </a:cubicBezTo>
                  <a:cubicBezTo>
                    <a:pt x="1842" y="1041"/>
                    <a:pt x="1835" y="1031"/>
                    <a:pt x="1852" y="1029"/>
                  </a:cubicBezTo>
                  <a:cubicBezTo>
                    <a:pt x="1869" y="1027"/>
                    <a:pt x="1884" y="1021"/>
                    <a:pt x="1893" y="1008"/>
                  </a:cubicBezTo>
                  <a:cubicBezTo>
                    <a:pt x="1902" y="995"/>
                    <a:pt x="1918" y="977"/>
                    <a:pt x="1934" y="973"/>
                  </a:cubicBezTo>
                  <a:cubicBezTo>
                    <a:pt x="1950" y="969"/>
                    <a:pt x="1951" y="961"/>
                    <a:pt x="1973" y="959"/>
                  </a:cubicBezTo>
                  <a:cubicBezTo>
                    <a:pt x="1995" y="957"/>
                    <a:pt x="1989" y="947"/>
                    <a:pt x="2009" y="942"/>
                  </a:cubicBezTo>
                  <a:cubicBezTo>
                    <a:pt x="2029" y="937"/>
                    <a:pt x="2039" y="934"/>
                    <a:pt x="2046" y="924"/>
                  </a:cubicBezTo>
                  <a:cubicBezTo>
                    <a:pt x="2053" y="914"/>
                    <a:pt x="2055" y="904"/>
                    <a:pt x="2041" y="903"/>
                  </a:cubicBezTo>
                  <a:close/>
                  <a:moveTo>
                    <a:pt x="2022" y="98"/>
                  </a:moveTo>
                  <a:cubicBezTo>
                    <a:pt x="2012" y="98"/>
                    <a:pt x="2013" y="90"/>
                    <a:pt x="2012" y="98"/>
                  </a:cubicBezTo>
                  <a:cubicBezTo>
                    <a:pt x="2012" y="98"/>
                    <a:pt x="2012" y="103"/>
                    <a:pt x="2012" y="110"/>
                  </a:cubicBezTo>
                  <a:cubicBezTo>
                    <a:pt x="2012" y="117"/>
                    <a:pt x="1998" y="121"/>
                    <a:pt x="2002" y="132"/>
                  </a:cubicBezTo>
                  <a:cubicBezTo>
                    <a:pt x="2006" y="143"/>
                    <a:pt x="2012" y="147"/>
                    <a:pt x="2013" y="135"/>
                  </a:cubicBezTo>
                  <a:cubicBezTo>
                    <a:pt x="2014" y="123"/>
                    <a:pt x="2018" y="126"/>
                    <a:pt x="2022" y="114"/>
                  </a:cubicBezTo>
                  <a:cubicBezTo>
                    <a:pt x="2026" y="102"/>
                    <a:pt x="2032" y="98"/>
                    <a:pt x="2022" y="98"/>
                  </a:cubicBezTo>
                  <a:close/>
                  <a:moveTo>
                    <a:pt x="2057" y="295"/>
                  </a:moveTo>
                  <a:cubicBezTo>
                    <a:pt x="2052" y="299"/>
                    <a:pt x="2053" y="307"/>
                    <a:pt x="2057" y="313"/>
                  </a:cubicBezTo>
                  <a:cubicBezTo>
                    <a:pt x="2061" y="319"/>
                    <a:pt x="2063" y="322"/>
                    <a:pt x="2063" y="332"/>
                  </a:cubicBezTo>
                  <a:cubicBezTo>
                    <a:pt x="2063" y="342"/>
                    <a:pt x="2059" y="347"/>
                    <a:pt x="2065" y="353"/>
                  </a:cubicBezTo>
                  <a:cubicBezTo>
                    <a:pt x="2071" y="359"/>
                    <a:pt x="2074" y="359"/>
                    <a:pt x="2072" y="373"/>
                  </a:cubicBezTo>
                  <a:cubicBezTo>
                    <a:pt x="2070" y="387"/>
                    <a:pt x="2067" y="391"/>
                    <a:pt x="2080" y="400"/>
                  </a:cubicBezTo>
                  <a:cubicBezTo>
                    <a:pt x="2093" y="409"/>
                    <a:pt x="2093" y="424"/>
                    <a:pt x="2101" y="428"/>
                  </a:cubicBezTo>
                  <a:cubicBezTo>
                    <a:pt x="2109" y="432"/>
                    <a:pt x="2113" y="429"/>
                    <a:pt x="2108" y="418"/>
                  </a:cubicBezTo>
                  <a:cubicBezTo>
                    <a:pt x="2103" y="407"/>
                    <a:pt x="2087" y="395"/>
                    <a:pt x="2090" y="377"/>
                  </a:cubicBezTo>
                  <a:cubicBezTo>
                    <a:pt x="2093" y="359"/>
                    <a:pt x="2094" y="351"/>
                    <a:pt x="2109" y="353"/>
                  </a:cubicBezTo>
                  <a:cubicBezTo>
                    <a:pt x="2124" y="355"/>
                    <a:pt x="2122" y="355"/>
                    <a:pt x="2131" y="361"/>
                  </a:cubicBezTo>
                  <a:cubicBezTo>
                    <a:pt x="2140" y="367"/>
                    <a:pt x="2154" y="362"/>
                    <a:pt x="2148" y="352"/>
                  </a:cubicBezTo>
                  <a:cubicBezTo>
                    <a:pt x="2142" y="342"/>
                    <a:pt x="2138" y="338"/>
                    <a:pt x="2129" y="339"/>
                  </a:cubicBezTo>
                  <a:cubicBezTo>
                    <a:pt x="2120" y="340"/>
                    <a:pt x="2115" y="339"/>
                    <a:pt x="2117" y="331"/>
                  </a:cubicBezTo>
                  <a:cubicBezTo>
                    <a:pt x="2119" y="323"/>
                    <a:pt x="2120" y="323"/>
                    <a:pt x="2128" y="320"/>
                  </a:cubicBezTo>
                  <a:cubicBezTo>
                    <a:pt x="2136" y="317"/>
                    <a:pt x="2139" y="317"/>
                    <a:pt x="2141" y="304"/>
                  </a:cubicBezTo>
                  <a:cubicBezTo>
                    <a:pt x="2143" y="291"/>
                    <a:pt x="2142" y="285"/>
                    <a:pt x="2131" y="278"/>
                  </a:cubicBezTo>
                  <a:cubicBezTo>
                    <a:pt x="2120" y="271"/>
                    <a:pt x="2117" y="276"/>
                    <a:pt x="2113" y="286"/>
                  </a:cubicBezTo>
                  <a:cubicBezTo>
                    <a:pt x="2109" y="296"/>
                    <a:pt x="2105" y="305"/>
                    <a:pt x="2097" y="304"/>
                  </a:cubicBezTo>
                  <a:cubicBezTo>
                    <a:pt x="2089" y="303"/>
                    <a:pt x="2092" y="300"/>
                    <a:pt x="2092" y="278"/>
                  </a:cubicBezTo>
                  <a:cubicBezTo>
                    <a:pt x="2092" y="256"/>
                    <a:pt x="2092" y="215"/>
                    <a:pt x="2076" y="252"/>
                  </a:cubicBezTo>
                  <a:cubicBezTo>
                    <a:pt x="2076" y="252"/>
                    <a:pt x="2064" y="264"/>
                    <a:pt x="2064" y="275"/>
                  </a:cubicBezTo>
                  <a:cubicBezTo>
                    <a:pt x="2064" y="286"/>
                    <a:pt x="2062" y="291"/>
                    <a:pt x="2057" y="295"/>
                  </a:cubicBezTo>
                  <a:close/>
                  <a:moveTo>
                    <a:pt x="2122" y="210"/>
                  </a:moveTo>
                  <a:cubicBezTo>
                    <a:pt x="2122" y="210"/>
                    <a:pt x="2107" y="223"/>
                    <a:pt x="2107" y="236"/>
                  </a:cubicBezTo>
                  <a:cubicBezTo>
                    <a:pt x="2107" y="249"/>
                    <a:pt x="2115" y="256"/>
                    <a:pt x="2122" y="248"/>
                  </a:cubicBezTo>
                  <a:cubicBezTo>
                    <a:pt x="2129" y="240"/>
                    <a:pt x="2135" y="235"/>
                    <a:pt x="2136" y="224"/>
                  </a:cubicBezTo>
                  <a:cubicBezTo>
                    <a:pt x="2137" y="213"/>
                    <a:pt x="2132" y="190"/>
                    <a:pt x="2122" y="210"/>
                  </a:cubicBezTo>
                  <a:close/>
                  <a:moveTo>
                    <a:pt x="1973" y="504"/>
                  </a:moveTo>
                  <a:cubicBezTo>
                    <a:pt x="1984" y="499"/>
                    <a:pt x="1977" y="486"/>
                    <a:pt x="1966" y="486"/>
                  </a:cubicBezTo>
                  <a:cubicBezTo>
                    <a:pt x="1955" y="486"/>
                    <a:pt x="1940" y="494"/>
                    <a:pt x="1928" y="492"/>
                  </a:cubicBezTo>
                  <a:cubicBezTo>
                    <a:pt x="1916" y="490"/>
                    <a:pt x="1920" y="476"/>
                    <a:pt x="1884" y="481"/>
                  </a:cubicBezTo>
                  <a:cubicBezTo>
                    <a:pt x="1884" y="481"/>
                    <a:pt x="1854" y="479"/>
                    <a:pt x="1853" y="487"/>
                  </a:cubicBezTo>
                  <a:cubicBezTo>
                    <a:pt x="1852" y="495"/>
                    <a:pt x="1852" y="507"/>
                    <a:pt x="1871" y="508"/>
                  </a:cubicBezTo>
                  <a:cubicBezTo>
                    <a:pt x="1890" y="509"/>
                    <a:pt x="1879" y="501"/>
                    <a:pt x="1896" y="501"/>
                  </a:cubicBezTo>
                  <a:cubicBezTo>
                    <a:pt x="1913" y="501"/>
                    <a:pt x="1945" y="495"/>
                    <a:pt x="1948" y="506"/>
                  </a:cubicBezTo>
                  <a:cubicBezTo>
                    <a:pt x="1951" y="517"/>
                    <a:pt x="1953" y="526"/>
                    <a:pt x="1958" y="527"/>
                  </a:cubicBezTo>
                  <a:cubicBezTo>
                    <a:pt x="1963" y="528"/>
                    <a:pt x="1958" y="542"/>
                    <a:pt x="1963" y="543"/>
                  </a:cubicBezTo>
                  <a:cubicBezTo>
                    <a:pt x="1968" y="544"/>
                    <a:pt x="1972" y="544"/>
                    <a:pt x="1972" y="531"/>
                  </a:cubicBezTo>
                  <a:cubicBezTo>
                    <a:pt x="1972" y="518"/>
                    <a:pt x="1962" y="509"/>
                    <a:pt x="1973" y="504"/>
                  </a:cubicBezTo>
                  <a:close/>
                  <a:moveTo>
                    <a:pt x="1995" y="571"/>
                  </a:moveTo>
                  <a:cubicBezTo>
                    <a:pt x="1995" y="571"/>
                    <a:pt x="1963" y="572"/>
                    <a:pt x="1967" y="585"/>
                  </a:cubicBezTo>
                  <a:cubicBezTo>
                    <a:pt x="1971" y="598"/>
                    <a:pt x="1972" y="595"/>
                    <a:pt x="1981" y="607"/>
                  </a:cubicBezTo>
                  <a:cubicBezTo>
                    <a:pt x="1990" y="619"/>
                    <a:pt x="1997" y="629"/>
                    <a:pt x="2005" y="629"/>
                  </a:cubicBezTo>
                  <a:cubicBezTo>
                    <a:pt x="2013" y="629"/>
                    <a:pt x="2014" y="619"/>
                    <a:pt x="2024" y="616"/>
                  </a:cubicBezTo>
                  <a:cubicBezTo>
                    <a:pt x="2034" y="613"/>
                    <a:pt x="2039" y="612"/>
                    <a:pt x="2040" y="601"/>
                  </a:cubicBezTo>
                  <a:cubicBezTo>
                    <a:pt x="2041" y="590"/>
                    <a:pt x="2038" y="589"/>
                    <a:pt x="2025" y="580"/>
                  </a:cubicBezTo>
                  <a:cubicBezTo>
                    <a:pt x="2012" y="571"/>
                    <a:pt x="2023" y="570"/>
                    <a:pt x="1995" y="571"/>
                  </a:cubicBezTo>
                  <a:close/>
                  <a:moveTo>
                    <a:pt x="2099" y="480"/>
                  </a:moveTo>
                  <a:cubicBezTo>
                    <a:pt x="2099" y="471"/>
                    <a:pt x="2092" y="470"/>
                    <a:pt x="2087" y="470"/>
                  </a:cubicBezTo>
                  <a:cubicBezTo>
                    <a:pt x="2082" y="470"/>
                    <a:pt x="2080" y="455"/>
                    <a:pt x="2066" y="463"/>
                  </a:cubicBezTo>
                  <a:cubicBezTo>
                    <a:pt x="2066" y="463"/>
                    <a:pt x="2047" y="468"/>
                    <a:pt x="2047" y="474"/>
                  </a:cubicBezTo>
                  <a:cubicBezTo>
                    <a:pt x="2047" y="480"/>
                    <a:pt x="2058" y="478"/>
                    <a:pt x="2065" y="486"/>
                  </a:cubicBezTo>
                  <a:cubicBezTo>
                    <a:pt x="2072" y="494"/>
                    <a:pt x="2078" y="491"/>
                    <a:pt x="2083" y="485"/>
                  </a:cubicBezTo>
                  <a:cubicBezTo>
                    <a:pt x="2088" y="479"/>
                    <a:pt x="2099" y="489"/>
                    <a:pt x="2099" y="480"/>
                  </a:cubicBezTo>
                  <a:close/>
                  <a:moveTo>
                    <a:pt x="2038" y="410"/>
                  </a:moveTo>
                  <a:cubicBezTo>
                    <a:pt x="2054" y="423"/>
                    <a:pt x="2048" y="424"/>
                    <a:pt x="2062" y="427"/>
                  </a:cubicBezTo>
                  <a:cubicBezTo>
                    <a:pt x="2076" y="430"/>
                    <a:pt x="2081" y="430"/>
                    <a:pt x="2077" y="419"/>
                  </a:cubicBezTo>
                  <a:cubicBezTo>
                    <a:pt x="2073" y="408"/>
                    <a:pt x="2065" y="397"/>
                    <a:pt x="2048" y="395"/>
                  </a:cubicBezTo>
                  <a:cubicBezTo>
                    <a:pt x="2048" y="395"/>
                    <a:pt x="2022" y="397"/>
                    <a:pt x="2038" y="410"/>
                  </a:cubicBezTo>
                  <a:close/>
                  <a:moveTo>
                    <a:pt x="2272" y="596"/>
                  </a:moveTo>
                  <a:cubicBezTo>
                    <a:pt x="2263" y="589"/>
                    <a:pt x="2267" y="569"/>
                    <a:pt x="2247" y="569"/>
                  </a:cubicBezTo>
                  <a:cubicBezTo>
                    <a:pt x="2227" y="569"/>
                    <a:pt x="2223" y="574"/>
                    <a:pt x="2209" y="562"/>
                  </a:cubicBezTo>
                  <a:cubicBezTo>
                    <a:pt x="2195" y="550"/>
                    <a:pt x="2185" y="549"/>
                    <a:pt x="2179" y="552"/>
                  </a:cubicBezTo>
                  <a:cubicBezTo>
                    <a:pt x="2173" y="555"/>
                    <a:pt x="2164" y="559"/>
                    <a:pt x="2147" y="559"/>
                  </a:cubicBezTo>
                  <a:cubicBezTo>
                    <a:pt x="2130" y="559"/>
                    <a:pt x="2144" y="559"/>
                    <a:pt x="2127" y="559"/>
                  </a:cubicBezTo>
                  <a:cubicBezTo>
                    <a:pt x="2127" y="559"/>
                    <a:pt x="2106" y="558"/>
                    <a:pt x="2098" y="564"/>
                  </a:cubicBezTo>
                  <a:cubicBezTo>
                    <a:pt x="2090" y="570"/>
                    <a:pt x="2079" y="579"/>
                    <a:pt x="2085" y="599"/>
                  </a:cubicBezTo>
                  <a:cubicBezTo>
                    <a:pt x="2091" y="619"/>
                    <a:pt x="2089" y="611"/>
                    <a:pt x="2095" y="616"/>
                  </a:cubicBezTo>
                  <a:cubicBezTo>
                    <a:pt x="2101" y="621"/>
                    <a:pt x="2109" y="626"/>
                    <a:pt x="2109" y="613"/>
                  </a:cubicBezTo>
                  <a:cubicBezTo>
                    <a:pt x="2109" y="600"/>
                    <a:pt x="2098" y="612"/>
                    <a:pt x="2098" y="600"/>
                  </a:cubicBezTo>
                  <a:cubicBezTo>
                    <a:pt x="2098" y="588"/>
                    <a:pt x="2100" y="584"/>
                    <a:pt x="2106" y="585"/>
                  </a:cubicBezTo>
                  <a:cubicBezTo>
                    <a:pt x="2112" y="586"/>
                    <a:pt x="2110" y="597"/>
                    <a:pt x="2116" y="598"/>
                  </a:cubicBezTo>
                  <a:cubicBezTo>
                    <a:pt x="2122" y="599"/>
                    <a:pt x="2135" y="606"/>
                    <a:pt x="2138" y="601"/>
                  </a:cubicBezTo>
                  <a:cubicBezTo>
                    <a:pt x="2141" y="596"/>
                    <a:pt x="2140" y="595"/>
                    <a:pt x="2146" y="595"/>
                  </a:cubicBezTo>
                  <a:cubicBezTo>
                    <a:pt x="2152" y="595"/>
                    <a:pt x="2156" y="594"/>
                    <a:pt x="2159" y="599"/>
                  </a:cubicBezTo>
                  <a:cubicBezTo>
                    <a:pt x="2162" y="604"/>
                    <a:pt x="2170" y="604"/>
                    <a:pt x="2178" y="604"/>
                  </a:cubicBezTo>
                  <a:cubicBezTo>
                    <a:pt x="2186" y="604"/>
                    <a:pt x="2188" y="608"/>
                    <a:pt x="2189" y="600"/>
                  </a:cubicBezTo>
                  <a:cubicBezTo>
                    <a:pt x="2190" y="592"/>
                    <a:pt x="2194" y="593"/>
                    <a:pt x="2205" y="595"/>
                  </a:cubicBezTo>
                  <a:cubicBezTo>
                    <a:pt x="2216" y="597"/>
                    <a:pt x="2208" y="605"/>
                    <a:pt x="2220" y="605"/>
                  </a:cubicBezTo>
                  <a:cubicBezTo>
                    <a:pt x="2232" y="605"/>
                    <a:pt x="2228" y="613"/>
                    <a:pt x="2238" y="613"/>
                  </a:cubicBezTo>
                  <a:cubicBezTo>
                    <a:pt x="2248" y="613"/>
                    <a:pt x="2247" y="609"/>
                    <a:pt x="2252" y="618"/>
                  </a:cubicBezTo>
                  <a:cubicBezTo>
                    <a:pt x="2257" y="627"/>
                    <a:pt x="2260" y="628"/>
                    <a:pt x="2269" y="628"/>
                  </a:cubicBezTo>
                  <a:cubicBezTo>
                    <a:pt x="2278" y="628"/>
                    <a:pt x="2276" y="623"/>
                    <a:pt x="2275" y="613"/>
                  </a:cubicBezTo>
                  <a:cubicBezTo>
                    <a:pt x="2274" y="603"/>
                    <a:pt x="2281" y="603"/>
                    <a:pt x="2272" y="596"/>
                  </a:cubicBezTo>
                  <a:close/>
                  <a:moveTo>
                    <a:pt x="2209" y="509"/>
                  </a:moveTo>
                  <a:cubicBezTo>
                    <a:pt x="2220" y="514"/>
                    <a:pt x="2221" y="512"/>
                    <a:pt x="2231" y="510"/>
                  </a:cubicBezTo>
                  <a:cubicBezTo>
                    <a:pt x="2241" y="508"/>
                    <a:pt x="2245" y="510"/>
                    <a:pt x="2251" y="503"/>
                  </a:cubicBezTo>
                  <a:cubicBezTo>
                    <a:pt x="2257" y="496"/>
                    <a:pt x="2249" y="493"/>
                    <a:pt x="2239" y="490"/>
                  </a:cubicBezTo>
                  <a:cubicBezTo>
                    <a:pt x="2229" y="487"/>
                    <a:pt x="2230" y="481"/>
                    <a:pt x="2221" y="489"/>
                  </a:cubicBezTo>
                  <a:cubicBezTo>
                    <a:pt x="2221" y="489"/>
                    <a:pt x="2198" y="504"/>
                    <a:pt x="2209" y="509"/>
                  </a:cubicBezTo>
                  <a:close/>
                  <a:moveTo>
                    <a:pt x="2304" y="392"/>
                  </a:moveTo>
                  <a:cubicBezTo>
                    <a:pt x="2304" y="386"/>
                    <a:pt x="2305" y="379"/>
                    <a:pt x="2291" y="381"/>
                  </a:cubicBezTo>
                  <a:cubicBezTo>
                    <a:pt x="2277" y="383"/>
                    <a:pt x="2280" y="381"/>
                    <a:pt x="2259" y="379"/>
                  </a:cubicBezTo>
                  <a:cubicBezTo>
                    <a:pt x="2259" y="379"/>
                    <a:pt x="2238" y="373"/>
                    <a:pt x="2239" y="386"/>
                  </a:cubicBezTo>
                  <a:cubicBezTo>
                    <a:pt x="2240" y="399"/>
                    <a:pt x="2240" y="394"/>
                    <a:pt x="2249" y="395"/>
                  </a:cubicBezTo>
                  <a:cubicBezTo>
                    <a:pt x="2258" y="396"/>
                    <a:pt x="2259" y="397"/>
                    <a:pt x="2264" y="402"/>
                  </a:cubicBezTo>
                  <a:cubicBezTo>
                    <a:pt x="2269" y="407"/>
                    <a:pt x="2272" y="414"/>
                    <a:pt x="2275" y="405"/>
                  </a:cubicBezTo>
                  <a:cubicBezTo>
                    <a:pt x="2278" y="396"/>
                    <a:pt x="2284" y="400"/>
                    <a:pt x="2292" y="402"/>
                  </a:cubicBezTo>
                  <a:cubicBezTo>
                    <a:pt x="2300" y="404"/>
                    <a:pt x="2304" y="398"/>
                    <a:pt x="2304" y="392"/>
                  </a:cubicBezTo>
                  <a:close/>
                  <a:moveTo>
                    <a:pt x="2652" y="487"/>
                  </a:moveTo>
                  <a:cubicBezTo>
                    <a:pt x="2637" y="484"/>
                    <a:pt x="2631" y="490"/>
                    <a:pt x="2623" y="484"/>
                  </a:cubicBezTo>
                  <a:cubicBezTo>
                    <a:pt x="2615" y="478"/>
                    <a:pt x="2623" y="477"/>
                    <a:pt x="2601" y="477"/>
                  </a:cubicBezTo>
                  <a:cubicBezTo>
                    <a:pt x="2601" y="477"/>
                    <a:pt x="2585" y="481"/>
                    <a:pt x="2575" y="474"/>
                  </a:cubicBezTo>
                  <a:cubicBezTo>
                    <a:pt x="2565" y="467"/>
                    <a:pt x="2558" y="467"/>
                    <a:pt x="2548" y="468"/>
                  </a:cubicBezTo>
                  <a:cubicBezTo>
                    <a:pt x="2538" y="469"/>
                    <a:pt x="2535" y="479"/>
                    <a:pt x="2547" y="479"/>
                  </a:cubicBezTo>
                  <a:cubicBezTo>
                    <a:pt x="2559" y="479"/>
                    <a:pt x="2556" y="475"/>
                    <a:pt x="2570" y="483"/>
                  </a:cubicBezTo>
                  <a:cubicBezTo>
                    <a:pt x="2584" y="491"/>
                    <a:pt x="2586" y="491"/>
                    <a:pt x="2594" y="495"/>
                  </a:cubicBezTo>
                  <a:cubicBezTo>
                    <a:pt x="2602" y="499"/>
                    <a:pt x="2608" y="501"/>
                    <a:pt x="2621" y="502"/>
                  </a:cubicBezTo>
                  <a:cubicBezTo>
                    <a:pt x="2634" y="503"/>
                    <a:pt x="2650" y="511"/>
                    <a:pt x="2651" y="503"/>
                  </a:cubicBezTo>
                  <a:cubicBezTo>
                    <a:pt x="2652" y="495"/>
                    <a:pt x="2667" y="490"/>
                    <a:pt x="2652" y="487"/>
                  </a:cubicBezTo>
                  <a:close/>
                  <a:moveTo>
                    <a:pt x="2588" y="447"/>
                  </a:moveTo>
                  <a:cubicBezTo>
                    <a:pt x="2593" y="457"/>
                    <a:pt x="2597" y="456"/>
                    <a:pt x="2604" y="458"/>
                  </a:cubicBezTo>
                  <a:cubicBezTo>
                    <a:pt x="2611" y="460"/>
                    <a:pt x="2621" y="460"/>
                    <a:pt x="2618" y="450"/>
                  </a:cubicBezTo>
                  <a:cubicBezTo>
                    <a:pt x="2615" y="440"/>
                    <a:pt x="2614" y="431"/>
                    <a:pt x="2581" y="422"/>
                  </a:cubicBezTo>
                  <a:cubicBezTo>
                    <a:pt x="2581" y="422"/>
                    <a:pt x="2554" y="421"/>
                    <a:pt x="2568" y="431"/>
                  </a:cubicBezTo>
                  <a:cubicBezTo>
                    <a:pt x="2582" y="441"/>
                    <a:pt x="2583" y="437"/>
                    <a:pt x="2588" y="447"/>
                  </a:cubicBezTo>
                  <a:close/>
                  <a:moveTo>
                    <a:pt x="2529" y="435"/>
                  </a:moveTo>
                  <a:cubicBezTo>
                    <a:pt x="2529" y="435"/>
                    <a:pt x="2524" y="435"/>
                    <a:pt x="2530" y="443"/>
                  </a:cubicBezTo>
                  <a:cubicBezTo>
                    <a:pt x="2536" y="451"/>
                    <a:pt x="2540" y="444"/>
                    <a:pt x="2539" y="439"/>
                  </a:cubicBezTo>
                  <a:cubicBezTo>
                    <a:pt x="2538" y="434"/>
                    <a:pt x="2538" y="435"/>
                    <a:pt x="2529" y="435"/>
                  </a:cubicBezTo>
                  <a:close/>
                  <a:moveTo>
                    <a:pt x="2520" y="736"/>
                  </a:moveTo>
                  <a:cubicBezTo>
                    <a:pt x="2512" y="732"/>
                    <a:pt x="2514" y="702"/>
                    <a:pt x="2500" y="725"/>
                  </a:cubicBezTo>
                  <a:cubicBezTo>
                    <a:pt x="2500" y="725"/>
                    <a:pt x="2483" y="733"/>
                    <a:pt x="2487" y="743"/>
                  </a:cubicBezTo>
                  <a:cubicBezTo>
                    <a:pt x="2491" y="753"/>
                    <a:pt x="2495" y="757"/>
                    <a:pt x="2491" y="762"/>
                  </a:cubicBezTo>
                  <a:cubicBezTo>
                    <a:pt x="2487" y="767"/>
                    <a:pt x="2482" y="769"/>
                    <a:pt x="2482" y="782"/>
                  </a:cubicBezTo>
                  <a:cubicBezTo>
                    <a:pt x="2482" y="795"/>
                    <a:pt x="2479" y="826"/>
                    <a:pt x="2485" y="826"/>
                  </a:cubicBezTo>
                  <a:cubicBezTo>
                    <a:pt x="2491" y="826"/>
                    <a:pt x="2495" y="827"/>
                    <a:pt x="2501" y="815"/>
                  </a:cubicBezTo>
                  <a:cubicBezTo>
                    <a:pt x="2507" y="803"/>
                    <a:pt x="2511" y="812"/>
                    <a:pt x="2510" y="796"/>
                  </a:cubicBezTo>
                  <a:cubicBezTo>
                    <a:pt x="2509" y="780"/>
                    <a:pt x="2518" y="800"/>
                    <a:pt x="2521" y="782"/>
                  </a:cubicBezTo>
                  <a:cubicBezTo>
                    <a:pt x="2524" y="764"/>
                    <a:pt x="2528" y="740"/>
                    <a:pt x="2520" y="736"/>
                  </a:cubicBezTo>
                  <a:close/>
                  <a:moveTo>
                    <a:pt x="2352" y="831"/>
                  </a:moveTo>
                  <a:cubicBezTo>
                    <a:pt x="2345" y="831"/>
                    <a:pt x="2325" y="826"/>
                    <a:pt x="2319" y="836"/>
                  </a:cubicBezTo>
                  <a:cubicBezTo>
                    <a:pt x="2319" y="836"/>
                    <a:pt x="2305" y="850"/>
                    <a:pt x="2300" y="857"/>
                  </a:cubicBezTo>
                  <a:cubicBezTo>
                    <a:pt x="2295" y="864"/>
                    <a:pt x="2273" y="877"/>
                    <a:pt x="2287" y="882"/>
                  </a:cubicBezTo>
                  <a:cubicBezTo>
                    <a:pt x="2301" y="887"/>
                    <a:pt x="2306" y="894"/>
                    <a:pt x="2311" y="884"/>
                  </a:cubicBezTo>
                  <a:cubicBezTo>
                    <a:pt x="2316" y="874"/>
                    <a:pt x="2332" y="873"/>
                    <a:pt x="2332" y="861"/>
                  </a:cubicBezTo>
                  <a:cubicBezTo>
                    <a:pt x="2332" y="849"/>
                    <a:pt x="2326" y="842"/>
                    <a:pt x="2340" y="842"/>
                  </a:cubicBezTo>
                  <a:cubicBezTo>
                    <a:pt x="2354" y="842"/>
                    <a:pt x="2359" y="831"/>
                    <a:pt x="2352" y="831"/>
                  </a:cubicBezTo>
                  <a:close/>
                  <a:moveTo>
                    <a:pt x="2922" y="864"/>
                  </a:moveTo>
                  <a:cubicBezTo>
                    <a:pt x="2924" y="840"/>
                    <a:pt x="2929" y="827"/>
                    <a:pt x="2921" y="820"/>
                  </a:cubicBezTo>
                  <a:cubicBezTo>
                    <a:pt x="2912" y="813"/>
                    <a:pt x="2905" y="803"/>
                    <a:pt x="2917" y="796"/>
                  </a:cubicBezTo>
                  <a:cubicBezTo>
                    <a:pt x="2929" y="789"/>
                    <a:pt x="2922" y="765"/>
                    <a:pt x="2922" y="765"/>
                  </a:cubicBezTo>
                  <a:cubicBezTo>
                    <a:pt x="2921" y="550"/>
                    <a:pt x="2921" y="550"/>
                    <a:pt x="2921" y="550"/>
                  </a:cubicBezTo>
                  <a:cubicBezTo>
                    <a:pt x="2912" y="552"/>
                    <a:pt x="2906" y="553"/>
                    <a:pt x="2903" y="545"/>
                  </a:cubicBezTo>
                  <a:cubicBezTo>
                    <a:pt x="2898" y="532"/>
                    <a:pt x="2906" y="527"/>
                    <a:pt x="2883" y="527"/>
                  </a:cubicBezTo>
                  <a:cubicBezTo>
                    <a:pt x="2860" y="527"/>
                    <a:pt x="2842" y="532"/>
                    <a:pt x="2813" y="515"/>
                  </a:cubicBezTo>
                  <a:cubicBezTo>
                    <a:pt x="2784" y="498"/>
                    <a:pt x="2780" y="495"/>
                    <a:pt x="2764" y="489"/>
                  </a:cubicBezTo>
                  <a:cubicBezTo>
                    <a:pt x="2748" y="483"/>
                    <a:pt x="2745" y="470"/>
                    <a:pt x="2728" y="472"/>
                  </a:cubicBezTo>
                  <a:cubicBezTo>
                    <a:pt x="2711" y="474"/>
                    <a:pt x="2695" y="473"/>
                    <a:pt x="2688" y="487"/>
                  </a:cubicBezTo>
                  <a:cubicBezTo>
                    <a:pt x="2681" y="501"/>
                    <a:pt x="2684" y="513"/>
                    <a:pt x="2666" y="513"/>
                  </a:cubicBezTo>
                  <a:cubicBezTo>
                    <a:pt x="2648" y="513"/>
                    <a:pt x="2638" y="510"/>
                    <a:pt x="2630" y="524"/>
                  </a:cubicBezTo>
                  <a:cubicBezTo>
                    <a:pt x="2622" y="538"/>
                    <a:pt x="2591" y="558"/>
                    <a:pt x="2587" y="568"/>
                  </a:cubicBezTo>
                  <a:cubicBezTo>
                    <a:pt x="2583" y="578"/>
                    <a:pt x="2587" y="598"/>
                    <a:pt x="2563" y="597"/>
                  </a:cubicBezTo>
                  <a:cubicBezTo>
                    <a:pt x="2539" y="596"/>
                    <a:pt x="2537" y="589"/>
                    <a:pt x="2525" y="577"/>
                  </a:cubicBezTo>
                  <a:cubicBezTo>
                    <a:pt x="2513" y="565"/>
                    <a:pt x="2530" y="557"/>
                    <a:pt x="2515" y="547"/>
                  </a:cubicBezTo>
                  <a:cubicBezTo>
                    <a:pt x="2500" y="537"/>
                    <a:pt x="2489" y="547"/>
                    <a:pt x="2490" y="523"/>
                  </a:cubicBezTo>
                  <a:cubicBezTo>
                    <a:pt x="2491" y="499"/>
                    <a:pt x="2482" y="492"/>
                    <a:pt x="2490" y="477"/>
                  </a:cubicBezTo>
                  <a:cubicBezTo>
                    <a:pt x="2498" y="462"/>
                    <a:pt x="2500" y="461"/>
                    <a:pt x="2491" y="451"/>
                  </a:cubicBezTo>
                  <a:cubicBezTo>
                    <a:pt x="2482" y="441"/>
                    <a:pt x="2494" y="427"/>
                    <a:pt x="2470" y="424"/>
                  </a:cubicBezTo>
                  <a:cubicBezTo>
                    <a:pt x="2446" y="421"/>
                    <a:pt x="2439" y="427"/>
                    <a:pt x="2424" y="417"/>
                  </a:cubicBezTo>
                  <a:cubicBezTo>
                    <a:pt x="2409" y="407"/>
                    <a:pt x="2378" y="389"/>
                    <a:pt x="2357" y="407"/>
                  </a:cubicBezTo>
                  <a:cubicBezTo>
                    <a:pt x="2357" y="407"/>
                    <a:pt x="2344" y="422"/>
                    <a:pt x="2327" y="422"/>
                  </a:cubicBezTo>
                  <a:cubicBezTo>
                    <a:pt x="2310" y="422"/>
                    <a:pt x="2300" y="425"/>
                    <a:pt x="2304" y="433"/>
                  </a:cubicBezTo>
                  <a:cubicBezTo>
                    <a:pt x="2308" y="441"/>
                    <a:pt x="2308" y="458"/>
                    <a:pt x="2298" y="446"/>
                  </a:cubicBezTo>
                  <a:cubicBezTo>
                    <a:pt x="2288" y="434"/>
                    <a:pt x="2282" y="431"/>
                    <a:pt x="2271" y="428"/>
                  </a:cubicBezTo>
                  <a:cubicBezTo>
                    <a:pt x="2260" y="425"/>
                    <a:pt x="2257" y="421"/>
                    <a:pt x="2245" y="427"/>
                  </a:cubicBezTo>
                  <a:cubicBezTo>
                    <a:pt x="2233" y="433"/>
                    <a:pt x="2244" y="439"/>
                    <a:pt x="2257" y="439"/>
                  </a:cubicBezTo>
                  <a:cubicBezTo>
                    <a:pt x="2270" y="439"/>
                    <a:pt x="2267" y="441"/>
                    <a:pt x="2269" y="449"/>
                  </a:cubicBezTo>
                  <a:cubicBezTo>
                    <a:pt x="2271" y="457"/>
                    <a:pt x="2275" y="463"/>
                    <a:pt x="2283" y="465"/>
                  </a:cubicBezTo>
                  <a:cubicBezTo>
                    <a:pt x="2291" y="467"/>
                    <a:pt x="2276" y="475"/>
                    <a:pt x="2292" y="477"/>
                  </a:cubicBezTo>
                  <a:cubicBezTo>
                    <a:pt x="2308" y="479"/>
                    <a:pt x="2341" y="482"/>
                    <a:pt x="2345" y="494"/>
                  </a:cubicBezTo>
                  <a:cubicBezTo>
                    <a:pt x="2349" y="506"/>
                    <a:pt x="2343" y="518"/>
                    <a:pt x="2358" y="522"/>
                  </a:cubicBezTo>
                  <a:cubicBezTo>
                    <a:pt x="2373" y="526"/>
                    <a:pt x="2374" y="521"/>
                    <a:pt x="2390" y="526"/>
                  </a:cubicBezTo>
                  <a:cubicBezTo>
                    <a:pt x="2406" y="531"/>
                    <a:pt x="2411" y="531"/>
                    <a:pt x="2416" y="526"/>
                  </a:cubicBezTo>
                  <a:cubicBezTo>
                    <a:pt x="2421" y="521"/>
                    <a:pt x="2423" y="521"/>
                    <a:pt x="2436" y="518"/>
                  </a:cubicBezTo>
                  <a:cubicBezTo>
                    <a:pt x="2449" y="515"/>
                    <a:pt x="2465" y="514"/>
                    <a:pt x="2467" y="521"/>
                  </a:cubicBezTo>
                  <a:cubicBezTo>
                    <a:pt x="2469" y="528"/>
                    <a:pt x="2471" y="534"/>
                    <a:pt x="2458" y="536"/>
                  </a:cubicBezTo>
                  <a:cubicBezTo>
                    <a:pt x="2445" y="538"/>
                    <a:pt x="2435" y="537"/>
                    <a:pt x="2424" y="537"/>
                  </a:cubicBezTo>
                  <a:cubicBezTo>
                    <a:pt x="2413" y="537"/>
                    <a:pt x="2408" y="541"/>
                    <a:pt x="2404" y="550"/>
                  </a:cubicBezTo>
                  <a:cubicBezTo>
                    <a:pt x="2400" y="559"/>
                    <a:pt x="2392" y="557"/>
                    <a:pt x="2378" y="553"/>
                  </a:cubicBezTo>
                  <a:cubicBezTo>
                    <a:pt x="2364" y="549"/>
                    <a:pt x="2349" y="544"/>
                    <a:pt x="2351" y="555"/>
                  </a:cubicBezTo>
                  <a:cubicBezTo>
                    <a:pt x="2353" y="566"/>
                    <a:pt x="2354" y="568"/>
                    <a:pt x="2370" y="570"/>
                  </a:cubicBezTo>
                  <a:cubicBezTo>
                    <a:pt x="2386" y="572"/>
                    <a:pt x="2379" y="584"/>
                    <a:pt x="2392" y="590"/>
                  </a:cubicBezTo>
                  <a:cubicBezTo>
                    <a:pt x="2405" y="596"/>
                    <a:pt x="2403" y="601"/>
                    <a:pt x="2403" y="616"/>
                  </a:cubicBezTo>
                  <a:cubicBezTo>
                    <a:pt x="2403" y="631"/>
                    <a:pt x="2398" y="637"/>
                    <a:pt x="2408" y="642"/>
                  </a:cubicBezTo>
                  <a:cubicBezTo>
                    <a:pt x="2418" y="647"/>
                    <a:pt x="2442" y="643"/>
                    <a:pt x="2445" y="623"/>
                  </a:cubicBezTo>
                  <a:cubicBezTo>
                    <a:pt x="2448" y="603"/>
                    <a:pt x="2454" y="597"/>
                    <a:pt x="2464" y="612"/>
                  </a:cubicBezTo>
                  <a:cubicBezTo>
                    <a:pt x="2474" y="627"/>
                    <a:pt x="2479" y="628"/>
                    <a:pt x="2485" y="628"/>
                  </a:cubicBezTo>
                  <a:cubicBezTo>
                    <a:pt x="2491" y="628"/>
                    <a:pt x="2490" y="638"/>
                    <a:pt x="2507" y="639"/>
                  </a:cubicBezTo>
                  <a:cubicBezTo>
                    <a:pt x="2524" y="640"/>
                    <a:pt x="2527" y="644"/>
                    <a:pt x="2537" y="657"/>
                  </a:cubicBezTo>
                  <a:cubicBezTo>
                    <a:pt x="2547" y="670"/>
                    <a:pt x="2555" y="665"/>
                    <a:pt x="2571" y="668"/>
                  </a:cubicBezTo>
                  <a:cubicBezTo>
                    <a:pt x="2587" y="671"/>
                    <a:pt x="2600" y="661"/>
                    <a:pt x="2624" y="679"/>
                  </a:cubicBezTo>
                  <a:cubicBezTo>
                    <a:pt x="2648" y="697"/>
                    <a:pt x="2647" y="695"/>
                    <a:pt x="2673" y="699"/>
                  </a:cubicBezTo>
                  <a:cubicBezTo>
                    <a:pt x="2699" y="703"/>
                    <a:pt x="2708" y="701"/>
                    <a:pt x="2733" y="728"/>
                  </a:cubicBezTo>
                  <a:cubicBezTo>
                    <a:pt x="2758" y="755"/>
                    <a:pt x="2735" y="765"/>
                    <a:pt x="2769" y="789"/>
                  </a:cubicBezTo>
                  <a:cubicBezTo>
                    <a:pt x="2784" y="804"/>
                    <a:pt x="2784" y="810"/>
                    <a:pt x="2784" y="824"/>
                  </a:cubicBezTo>
                  <a:cubicBezTo>
                    <a:pt x="2784" y="838"/>
                    <a:pt x="2788" y="848"/>
                    <a:pt x="2769" y="850"/>
                  </a:cubicBezTo>
                  <a:cubicBezTo>
                    <a:pt x="2750" y="852"/>
                    <a:pt x="2729" y="856"/>
                    <a:pt x="2726" y="870"/>
                  </a:cubicBezTo>
                  <a:cubicBezTo>
                    <a:pt x="2723" y="884"/>
                    <a:pt x="2715" y="895"/>
                    <a:pt x="2711" y="904"/>
                  </a:cubicBezTo>
                  <a:cubicBezTo>
                    <a:pt x="2707" y="913"/>
                    <a:pt x="2707" y="922"/>
                    <a:pt x="2731" y="920"/>
                  </a:cubicBezTo>
                  <a:cubicBezTo>
                    <a:pt x="2755" y="918"/>
                    <a:pt x="2785" y="925"/>
                    <a:pt x="2786" y="915"/>
                  </a:cubicBezTo>
                  <a:cubicBezTo>
                    <a:pt x="2787" y="905"/>
                    <a:pt x="2799" y="897"/>
                    <a:pt x="2808" y="898"/>
                  </a:cubicBezTo>
                  <a:cubicBezTo>
                    <a:pt x="2817" y="899"/>
                    <a:pt x="2819" y="906"/>
                    <a:pt x="2826" y="905"/>
                  </a:cubicBezTo>
                  <a:cubicBezTo>
                    <a:pt x="2833" y="904"/>
                    <a:pt x="2853" y="890"/>
                    <a:pt x="2862" y="906"/>
                  </a:cubicBezTo>
                  <a:cubicBezTo>
                    <a:pt x="2871" y="922"/>
                    <a:pt x="2895" y="931"/>
                    <a:pt x="2907" y="949"/>
                  </a:cubicBezTo>
                  <a:cubicBezTo>
                    <a:pt x="2914" y="960"/>
                    <a:pt x="2918" y="965"/>
                    <a:pt x="2923" y="968"/>
                  </a:cubicBezTo>
                  <a:cubicBezTo>
                    <a:pt x="2922" y="936"/>
                    <a:pt x="2921" y="881"/>
                    <a:pt x="2922" y="864"/>
                  </a:cubicBezTo>
                  <a:close/>
                  <a:moveTo>
                    <a:pt x="1179" y="821"/>
                  </a:moveTo>
                  <a:cubicBezTo>
                    <a:pt x="1179" y="821"/>
                    <a:pt x="1154" y="819"/>
                    <a:pt x="1145" y="819"/>
                  </a:cubicBezTo>
                  <a:cubicBezTo>
                    <a:pt x="1136" y="819"/>
                    <a:pt x="1133" y="824"/>
                    <a:pt x="1133" y="829"/>
                  </a:cubicBezTo>
                  <a:cubicBezTo>
                    <a:pt x="1133" y="834"/>
                    <a:pt x="1134" y="840"/>
                    <a:pt x="1144" y="840"/>
                  </a:cubicBezTo>
                  <a:cubicBezTo>
                    <a:pt x="1154" y="840"/>
                    <a:pt x="1163" y="840"/>
                    <a:pt x="1163" y="846"/>
                  </a:cubicBezTo>
                  <a:cubicBezTo>
                    <a:pt x="1163" y="852"/>
                    <a:pt x="1175" y="853"/>
                    <a:pt x="1176" y="846"/>
                  </a:cubicBezTo>
                  <a:cubicBezTo>
                    <a:pt x="1177" y="839"/>
                    <a:pt x="1182" y="839"/>
                    <a:pt x="1190" y="837"/>
                  </a:cubicBezTo>
                  <a:cubicBezTo>
                    <a:pt x="1198" y="835"/>
                    <a:pt x="1207" y="830"/>
                    <a:pt x="1207" y="826"/>
                  </a:cubicBezTo>
                  <a:cubicBezTo>
                    <a:pt x="1207" y="822"/>
                    <a:pt x="1199" y="821"/>
                    <a:pt x="1179" y="821"/>
                  </a:cubicBezTo>
                  <a:close/>
                  <a:moveTo>
                    <a:pt x="1288" y="816"/>
                  </a:moveTo>
                  <a:cubicBezTo>
                    <a:pt x="1288" y="816"/>
                    <a:pt x="1273" y="819"/>
                    <a:pt x="1282" y="823"/>
                  </a:cubicBezTo>
                  <a:cubicBezTo>
                    <a:pt x="1291" y="827"/>
                    <a:pt x="1311" y="817"/>
                    <a:pt x="1288" y="816"/>
                  </a:cubicBezTo>
                  <a:close/>
                  <a:moveTo>
                    <a:pt x="1289" y="898"/>
                  </a:moveTo>
                  <a:cubicBezTo>
                    <a:pt x="1284" y="892"/>
                    <a:pt x="1277" y="895"/>
                    <a:pt x="1270" y="896"/>
                  </a:cubicBezTo>
                  <a:cubicBezTo>
                    <a:pt x="1263" y="897"/>
                    <a:pt x="1269" y="907"/>
                    <a:pt x="1259" y="907"/>
                  </a:cubicBezTo>
                  <a:cubicBezTo>
                    <a:pt x="1249" y="907"/>
                    <a:pt x="1243" y="908"/>
                    <a:pt x="1248" y="921"/>
                  </a:cubicBezTo>
                  <a:cubicBezTo>
                    <a:pt x="1253" y="934"/>
                    <a:pt x="1262" y="927"/>
                    <a:pt x="1264" y="933"/>
                  </a:cubicBezTo>
                  <a:cubicBezTo>
                    <a:pt x="1266" y="939"/>
                    <a:pt x="1267" y="949"/>
                    <a:pt x="1272" y="949"/>
                  </a:cubicBezTo>
                  <a:cubicBezTo>
                    <a:pt x="1277" y="949"/>
                    <a:pt x="1281" y="945"/>
                    <a:pt x="1281" y="939"/>
                  </a:cubicBezTo>
                  <a:cubicBezTo>
                    <a:pt x="1281" y="933"/>
                    <a:pt x="1285" y="932"/>
                    <a:pt x="1292" y="931"/>
                  </a:cubicBezTo>
                  <a:cubicBezTo>
                    <a:pt x="1299" y="930"/>
                    <a:pt x="1304" y="926"/>
                    <a:pt x="1305" y="921"/>
                  </a:cubicBezTo>
                  <a:cubicBezTo>
                    <a:pt x="1306" y="916"/>
                    <a:pt x="1303" y="914"/>
                    <a:pt x="1289" y="898"/>
                  </a:cubicBezTo>
                  <a:close/>
                  <a:moveTo>
                    <a:pt x="1613" y="749"/>
                  </a:moveTo>
                  <a:cubicBezTo>
                    <a:pt x="1613" y="749"/>
                    <a:pt x="1603" y="772"/>
                    <a:pt x="1609" y="781"/>
                  </a:cubicBezTo>
                  <a:cubicBezTo>
                    <a:pt x="1615" y="790"/>
                    <a:pt x="1623" y="781"/>
                    <a:pt x="1623" y="771"/>
                  </a:cubicBezTo>
                  <a:cubicBezTo>
                    <a:pt x="1623" y="761"/>
                    <a:pt x="1619" y="735"/>
                    <a:pt x="1613" y="749"/>
                  </a:cubicBezTo>
                  <a:close/>
                  <a:moveTo>
                    <a:pt x="1895" y="901"/>
                  </a:moveTo>
                  <a:cubicBezTo>
                    <a:pt x="1895" y="901"/>
                    <a:pt x="1865" y="889"/>
                    <a:pt x="1865" y="904"/>
                  </a:cubicBezTo>
                  <a:cubicBezTo>
                    <a:pt x="1865" y="919"/>
                    <a:pt x="1871" y="928"/>
                    <a:pt x="1885" y="922"/>
                  </a:cubicBezTo>
                  <a:cubicBezTo>
                    <a:pt x="1899" y="916"/>
                    <a:pt x="1896" y="913"/>
                    <a:pt x="1906" y="912"/>
                  </a:cubicBezTo>
                  <a:cubicBezTo>
                    <a:pt x="1916" y="911"/>
                    <a:pt x="1917" y="898"/>
                    <a:pt x="1895" y="901"/>
                  </a:cubicBezTo>
                  <a:close/>
                  <a:moveTo>
                    <a:pt x="2082" y="893"/>
                  </a:moveTo>
                  <a:cubicBezTo>
                    <a:pt x="2082" y="893"/>
                    <a:pt x="2068" y="905"/>
                    <a:pt x="2079" y="909"/>
                  </a:cubicBezTo>
                  <a:cubicBezTo>
                    <a:pt x="2090" y="913"/>
                    <a:pt x="2108" y="901"/>
                    <a:pt x="2082" y="893"/>
                  </a:cubicBezTo>
                  <a:close/>
                  <a:moveTo>
                    <a:pt x="2202" y="874"/>
                  </a:moveTo>
                  <a:cubicBezTo>
                    <a:pt x="2202" y="874"/>
                    <a:pt x="2181" y="879"/>
                    <a:pt x="2191" y="887"/>
                  </a:cubicBezTo>
                  <a:cubicBezTo>
                    <a:pt x="2201" y="895"/>
                    <a:pt x="2206" y="896"/>
                    <a:pt x="2207" y="886"/>
                  </a:cubicBezTo>
                  <a:cubicBezTo>
                    <a:pt x="2208" y="876"/>
                    <a:pt x="2214" y="874"/>
                    <a:pt x="2202" y="874"/>
                  </a:cubicBezTo>
                  <a:close/>
                  <a:moveTo>
                    <a:pt x="2285" y="898"/>
                  </a:moveTo>
                  <a:cubicBezTo>
                    <a:pt x="2285" y="898"/>
                    <a:pt x="2265" y="897"/>
                    <a:pt x="2266" y="906"/>
                  </a:cubicBezTo>
                  <a:cubicBezTo>
                    <a:pt x="2267" y="915"/>
                    <a:pt x="2280" y="921"/>
                    <a:pt x="2281" y="913"/>
                  </a:cubicBezTo>
                  <a:cubicBezTo>
                    <a:pt x="2282" y="905"/>
                    <a:pt x="2312" y="907"/>
                    <a:pt x="2285" y="898"/>
                  </a:cubicBezTo>
                  <a:close/>
                </a:path>
              </a:pathLst>
            </a:custGeom>
            <a:grpFill/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2293473" y="1220993"/>
            <a:ext cx="4591044" cy="2934933"/>
            <a:chOff x="2226765" y="1896498"/>
            <a:chExt cx="5060891" cy="3235292"/>
          </a:xfrm>
        </p:grpSpPr>
        <p:sp>
          <p:nvSpPr>
            <p:cNvPr id="55" name="TextBox 54"/>
            <p:cNvSpPr txBox="1"/>
            <p:nvPr/>
          </p:nvSpPr>
          <p:spPr>
            <a:xfrm>
              <a:off x="6087890" y="4894298"/>
              <a:ext cx="910386" cy="2374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 algn="ctr">
                <a:defRPr sz="300">
                  <a:solidFill>
                    <a:srgbClr val="FF0000"/>
                  </a:solidFill>
                  <a:latin typeface="Helvetica 35 Thin" panose="020B0500000000000000" pitchFamily="34" charset="0"/>
                </a:defRPr>
              </a:lvl1pPr>
            </a:lstStyle>
            <a:p>
              <a:r>
                <a:rPr lang="en-GB" sz="800" dirty="0">
                  <a:solidFill>
                    <a:srgbClr val="000000"/>
                  </a:solidFill>
                  <a:latin typeface="+mn-lt"/>
                  <a:cs typeface="HelveticaNeueLT Std"/>
                </a:rPr>
                <a:t>New </a:t>
              </a:r>
              <a:r>
                <a:rPr lang="en-GB" sz="800" dirty="0" smtClean="0">
                  <a:solidFill>
                    <a:srgbClr val="000000"/>
                  </a:solidFill>
                  <a:latin typeface="+mn-lt"/>
                  <a:cs typeface="HelveticaNeueLT Std"/>
                </a:rPr>
                <a:t>Zealand</a:t>
              </a:r>
              <a:endParaRPr lang="en-GB" sz="800" dirty="0">
                <a:solidFill>
                  <a:srgbClr val="000000"/>
                </a:solidFill>
                <a:latin typeface="+mn-lt"/>
                <a:cs typeface="HelveticaNeueLT Std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861068" y="3479480"/>
              <a:ext cx="1019944" cy="2374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New Caledonia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400273" y="2540505"/>
              <a:ext cx="684205" cy="33248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Solomon</a:t>
              </a:r>
              <a:br>
                <a:rPr lang="en-GB" sz="8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Islands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625836" y="1896498"/>
              <a:ext cx="857375" cy="33248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>
              <a:defPPr>
                <a:defRPr lang="en-US"/>
              </a:defPPr>
              <a:lvl1pPr algn="ctr">
                <a:lnSpc>
                  <a:spcPct val="85000"/>
                </a:lnSpc>
                <a:defRPr sz="300">
                  <a:solidFill>
                    <a:srgbClr val="FF0000"/>
                  </a:solidFill>
                  <a:latin typeface="Helvetica 35 Thin" panose="020B0500000000000000" pitchFamily="34" charset="0"/>
                </a:defRPr>
              </a:lvl1pPr>
            </a:lstStyle>
            <a:p>
              <a:r>
                <a:rPr lang="en-GB" sz="800" dirty="0">
                  <a:solidFill>
                    <a:srgbClr val="000000"/>
                  </a:solidFill>
                  <a:latin typeface="+mn-lt"/>
                  <a:cs typeface="HelveticaNeueLT Std"/>
                </a:rPr>
                <a:t>Papua</a:t>
              </a:r>
              <a:br>
                <a:rPr lang="en-GB" sz="800" dirty="0">
                  <a:solidFill>
                    <a:srgbClr val="000000"/>
                  </a:solidFill>
                  <a:latin typeface="+mn-lt"/>
                  <a:cs typeface="HelveticaNeueLT Std"/>
                </a:rPr>
              </a:br>
              <a:r>
                <a:rPr lang="en-GB" sz="800" dirty="0">
                  <a:solidFill>
                    <a:srgbClr val="000000"/>
                  </a:solidFill>
                  <a:latin typeface="+mn-lt"/>
                  <a:cs typeface="HelveticaNeueLT Std"/>
                </a:rPr>
                <a:t>New Guinea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604812" y="2397261"/>
              <a:ext cx="820266" cy="2374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East Timor 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744323" y="3554403"/>
              <a:ext cx="740750" cy="25445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900" dirty="0" smtClean="0">
                  <a:solidFill>
                    <a:srgbClr val="000000"/>
                  </a:solidFill>
                  <a:cs typeface="HelveticaNeueLT Std"/>
                </a:rPr>
                <a:t>Australia</a:t>
              </a:r>
              <a:endParaRPr lang="en-GB" sz="9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226765" y="2131264"/>
              <a:ext cx="730148" cy="2374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Indonesia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874203" y="2878516"/>
              <a:ext cx="647096" cy="2374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Vanuatu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925056" y="2968458"/>
              <a:ext cx="362600" cy="2374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Fiji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537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Australasia </a:t>
            </a:r>
            <a:r>
              <a:rPr lang="en-GB" dirty="0" smtClean="0"/>
              <a:t>without</a:t>
            </a:r>
            <a:br>
              <a:rPr lang="en-GB" dirty="0" smtClean="0"/>
            </a:br>
            <a:r>
              <a:rPr lang="en-GB" dirty="0" smtClean="0"/>
              <a:t>country </a:t>
            </a:r>
            <a:r>
              <a:rPr lang="en-GB" dirty="0"/>
              <a:t>names</a:t>
            </a:r>
          </a:p>
        </p:txBody>
      </p:sp>
      <p:grpSp>
        <p:nvGrpSpPr>
          <p:cNvPr id="116" name="Group 115"/>
          <p:cNvGrpSpPr>
            <a:grpSpLocks noChangeAspect="1"/>
          </p:cNvGrpSpPr>
          <p:nvPr/>
        </p:nvGrpSpPr>
        <p:grpSpPr bwMode="auto">
          <a:xfrm>
            <a:off x="1647104" y="868803"/>
            <a:ext cx="5848206" cy="3874928"/>
            <a:chOff x="430" y="-8"/>
            <a:chExt cx="4899" cy="3246"/>
          </a:xfrm>
          <a:solidFill>
            <a:schemeClr val="bg1"/>
          </a:solidFill>
        </p:grpSpPr>
        <p:sp>
          <p:nvSpPr>
            <p:cNvPr id="117" name="Freeform 5"/>
            <p:cNvSpPr>
              <a:spLocks/>
            </p:cNvSpPr>
            <p:nvPr/>
          </p:nvSpPr>
          <p:spPr bwMode="auto">
            <a:xfrm>
              <a:off x="4925" y="1402"/>
              <a:ext cx="15" cy="30"/>
            </a:xfrm>
            <a:custGeom>
              <a:avLst/>
              <a:gdLst>
                <a:gd name="T0" fmla="*/ 8 w 18"/>
                <a:gd name="T1" fmla="*/ 9 h 36"/>
                <a:gd name="T2" fmla="*/ 4 w 18"/>
                <a:gd name="T3" fmla="*/ 21 h 36"/>
                <a:gd name="T4" fmla="*/ 18 w 18"/>
                <a:gd name="T5" fmla="*/ 27 h 36"/>
                <a:gd name="T6" fmla="*/ 8 w 18"/>
                <a:gd name="T7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6">
                  <a:moveTo>
                    <a:pt x="8" y="9"/>
                  </a:moveTo>
                  <a:cubicBezTo>
                    <a:pt x="8" y="9"/>
                    <a:pt x="0" y="12"/>
                    <a:pt x="4" y="21"/>
                  </a:cubicBezTo>
                  <a:cubicBezTo>
                    <a:pt x="9" y="29"/>
                    <a:pt x="18" y="36"/>
                    <a:pt x="18" y="27"/>
                  </a:cubicBezTo>
                  <a:cubicBezTo>
                    <a:pt x="18" y="18"/>
                    <a:pt x="15" y="0"/>
                    <a:pt x="8" y="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8" name="Freeform 6"/>
            <p:cNvSpPr>
              <a:spLocks/>
            </p:cNvSpPr>
            <p:nvPr/>
          </p:nvSpPr>
          <p:spPr bwMode="auto">
            <a:xfrm>
              <a:off x="4922" y="1571"/>
              <a:ext cx="17" cy="16"/>
            </a:xfrm>
            <a:custGeom>
              <a:avLst/>
              <a:gdLst>
                <a:gd name="T0" fmla="*/ 13 w 21"/>
                <a:gd name="T1" fmla="*/ 1 h 20"/>
                <a:gd name="T2" fmla="*/ 0 w 21"/>
                <a:gd name="T3" fmla="*/ 10 h 20"/>
                <a:gd name="T4" fmla="*/ 10 w 21"/>
                <a:gd name="T5" fmla="*/ 19 h 20"/>
                <a:gd name="T6" fmla="*/ 21 w 21"/>
                <a:gd name="T7" fmla="*/ 9 h 20"/>
                <a:gd name="T8" fmla="*/ 13 w 21"/>
                <a:gd name="T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13" y="1"/>
                  </a:moveTo>
                  <a:cubicBezTo>
                    <a:pt x="13" y="1"/>
                    <a:pt x="0" y="0"/>
                    <a:pt x="0" y="10"/>
                  </a:cubicBezTo>
                  <a:cubicBezTo>
                    <a:pt x="0" y="19"/>
                    <a:pt x="1" y="20"/>
                    <a:pt x="10" y="19"/>
                  </a:cubicBezTo>
                  <a:cubicBezTo>
                    <a:pt x="19" y="18"/>
                    <a:pt x="21" y="15"/>
                    <a:pt x="21" y="9"/>
                  </a:cubicBezTo>
                  <a:cubicBezTo>
                    <a:pt x="21" y="3"/>
                    <a:pt x="19" y="2"/>
                    <a:pt x="13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9" name="Freeform 7"/>
            <p:cNvSpPr>
              <a:spLocks/>
            </p:cNvSpPr>
            <p:nvPr/>
          </p:nvSpPr>
          <p:spPr bwMode="auto">
            <a:xfrm>
              <a:off x="5063" y="1488"/>
              <a:ext cx="23" cy="19"/>
            </a:xfrm>
            <a:custGeom>
              <a:avLst/>
              <a:gdLst>
                <a:gd name="T0" fmla="*/ 20 w 28"/>
                <a:gd name="T1" fmla="*/ 1 h 22"/>
                <a:gd name="T2" fmla="*/ 12 w 28"/>
                <a:gd name="T3" fmla="*/ 6 h 22"/>
                <a:gd name="T4" fmla="*/ 5 w 28"/>
                <a:gd name="T5" fmla="*/ 15 h 22"/>
                <a:gd name="T6" fmla="*/ 14 w 28"/>
                <a:gd name="T7" fmla="*/ 19 h 22"/>
                <a:gd name="T8" fmla="*/ 26 w 28"/>
                <a:gd name="T9" fmla="*/ 15 h 22"/>
                <a:gd name="T10" fmla="*/ 20 w 28"/>
                <a:gd name="T11" fmla="*/ 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22">
                  <a:moveTo>
                    <a:pt x="20" y="1"/>
                  </a:moveTo>
                  <a:cubicBezTo>
                    <a:pt x="20" y="1"/>
                    <a:pt x="16" y="0"/>
                    <a:pt x="12" y="6"/>
                  </a:cubicBezTo>
                  <a:cubicBezTo>
                    <a:pt x="9" y="11"/>
                    <a:pt x="0" y="11"/>
                    <a:pt x="5" y="15"/>
                  </a:cubicBezTo>
                  <a:cubicBezTo>
                    <a:pt x="9" y="19"/>
                    <a:pt x="12" y="17"/>
                    <a:pt x="14" y="19"/>
                  </a:cubicBezTo>
                  <a:cubicBezTo>
                    <a:pt x="17" y="22"/>
                    <a:pt x="24" y="21"/>
                    <a:pt x="26" y="15"/>
                  </a:cubicBezTo>
                  <a:cubicBezTo>
                    <a:pt x="28" y="10"/>
                    <a:pt x="28" y="2"/>
                    <a:pt x="20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0" name="Freeform 8"/>
            <p:cNvSpPr>
              <a:spLocks/>
            </p:cNvSpPr>
            <p:nvPr/>
          </p:nvSpPr>
          <p:spPr bwMode="auto">
            <a:xfrm>
              <a:off x="5123" y="1388"/>
              <a:ext cx="6" cy="14"/>
            </a:xfrm>
            <a:custGeom>
              <a:avLst/>
              <a:gdLst>
                <a:gd name="T0" fmla="*/ 4 w 8"/>
                <a:gd name="T1" fmla="*/ 0 h 17"/>
                <a:gd name="T2" fmla="*/ 1 w 8"/>
                <a:gd name="T3" fmla="*/ 8 h 17"/>
                <a:gd name="T4" fmla="*/ 8 w 8"/>
                <a:gd name="T5" fmla="*/ 11 h 17"/>
                <a:gd name="T6" fmla="*/ 4 w 8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7">
                  <a:moveTo>
                    <a:pt x="4" y="0"/>
                  </a:moveTo>
                  <a:cubicBezTo>
                    <a:pt x="4" y="0"/>
                    <a:pt x="0" y="2"/>
                    <a:pt x="1" y="8"/>
                  </a:cubicBezTo>
                  <a:cubicBezTo>
                    <a:pt x="2" y="15"/>
                    <a:pt x="8" y="17"/>
                    <a:pt x="8" y="11"/>
                  </a:cubicBezTo>
                  <a:cubicBezTo>
                    <a:pt x="8" y="5"/>
                    <a:pt x="8" y="0"/>
                    <a:pt x="4" y="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1" name="Freeform 9"/>
            <p:cNvSpPr>
              <a:spLocks/>
            </p:cNvSpPr>
            <p:nvPr/>
          </p:nvSpPr>
          <p:spPr bwMode="auto">
            <a:xfrm>
              <a:off x="5167" y="1244"/>
              <a:ext cx="15" cy="30"/>
            </a:xfrm>
            <a:custGeom>
              <a:avLst/>
              <a:gdLst>
                <a:gd name="T0" fmla="*/ 14 w 18"/>
                <a:gd name="T1" fmla="*/ 6 h 36"/>
                <a:gd name="T2" fmla="*/ 10 w 18"/>
                <a:gd name="T3" fmla="*/ 16 h 36"/>
                <a:gd name="T4" fmla="*/ 0 w 18"/>
                <a:gd name="T5" fmla="*/ 24 h 36"/>
                <a:gd name="T6" fmla="*/ 6 w 18"/>
                <a:gd name="T7" fmla="*/ 30 h 36"/>
                <a:gd name="T8" fmla="*/ 16 w 18"/>
                <a:gd name="T9" fmla="*/ 19 h 36"/>
                <a:gd name="T10" fmla="*/ 14 w 18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36">
                  <a:moveTo>
                    <a:pt x="14" y="6"/>
                  </a:moveTo>
                  <a:cubicBezTo>
                    <a:pt x="14" y="6"/>
                    <a:pt x="13" y="11"/>
                    <a:pt x="10" y="16"/>
                  </a:cubicBezTo>
                  <a:cubicBezTo>
                    <a:pt x="7" y="21"/>
                    <a:pt x="0" y="19"/>
                    <a:pt x="0" y="24"/>
                  </a:cubicBezTo>
                  <a:cubicBezTo>
                    <a:pt x="0" y="30"/>
                    <a:pt x="4" y="36"/>
                    <a:pt x="6" y="30"/>
                  </a:cubicBezTo>
                  <a:cubicBezTo>
                    <a:pt x="8" y="23"/>
                    <a:pt x="14" y="27"/>
                    <a:pt x="16" y="19"/>
                  </a:cubicBezTo>
                  <a:cubicBezTo>
                    <a:pt x="18" y="12"/>
                    <a:pt x="17" y="0"/>
                    <a:pt x="14" y="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2" name="Freeform 10"/>
            <p:cNvSpPr>
              <a:spLocks/>
            </p:cNvSpPr>
            <p:nvPr/>
          </p:nvSpPr>
          <p:spPr bwMode="auto">
            <a:xfrm>
              <a:off x="5197" y="1137"/>
              <a:ext cx="16" cy="12"/>
            </a:xfrm>
            <a:custGeom>
              <a:avLst/>
              <a:gdLst>
                <a:gd name="T0" fmla="*/ 9 w 19"/>
                <a:gd name="T1" fmla="*/ 1 h 15"/>
                <a:gd name="T2" fmla="*/ 1 w 19"/>
                <a:gd name="T3" fmla="*/ 6 h 15"/>
                <a:gd name="T4" fmla="*/ 12 w 19"/>
                <a:gd name="T5" fmla="*/ 14 h 15"/>
                <a:gd name="T6" fmla="*/ 19 w 19"/>
                <a:gd name="T7" fmla="*/ 7 h 15"/>
                <a:gd name="T8" fmla="*/ 9 w 19"/>
                <a:gd name="T9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5">
                  <a:moveTo>
                    <a:pt x="9" y="1"/>
                  </a:moveTo>
                  <a:cubicBezTo>
                    <a:pt x="9" y="1"/>
                    <a:pt x="3" y="0"/>
                    <a:pt x="1" y="6"/>
                  </a:cubicBezTo>
                  <a:cubicBezTo>
                    <a:pt x="0" y="12"/>
                    <a:pt x="7" y="15"/>
                    <a:pt x="12" y="14"/>
                  </a:cubicBezTo>
                  <a:cubicBezTo>
                    <a:pt x="18" y="13"/>
                    <a:pt x="19" y="11"/>
                    <a:pt x="19" y="7"/>
                  </a:cubicBezTo>
                  <a:cubicBezTo>
                    <a:pt x="18" y="2"/>
                    <a:pt x="16" y="1"/>
                    <a:pt x="9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3" name="Freeform 11"/>
            <p:cNvSpPr>
              <a:spLocks noEditPoints="1"/>
            </p:cNvSpPr>
            <p:nvPr/>
          </p:nvSpPr>
          <p:spPr bwMode="auto">
            <a:xfrm>
              <a:off x="4726" y="1050"/>
              <a:ext cx="265" cy="272"/>
            </a:xfrm>
            <a:custGeom>
              <a:avLst/>
              <a:gdLst>
                <a:gd name="T0" fmla="*/ 82 w 322"/>
                <a:gd name="T1" fmla="*/ 226 h 331"/>
                <a:gd name="T2" fmla="*/ 91 w 322"/>
                <a:gd name="T3" fmla="*/ 246 h 331"/>
                <a:gd name="T4" fmla="*/ 80 w 322"/>
                <a:gd name="T5" fmla="*/ 261 h 331"/>
                <a:gd name="T6" fmla="*/ 52 w 322"/>
                <a:gd name="T7" fmla="*/ 270 h 331"/>
                <a:gd name="T8" fmla="*/ 29 w 322"/>
                <a:gd name="T9" fmla="*/ 267 h 331"/>
                <a:gd name="T10" fmla="*/ 4 w 322"/>
                <a:gd name="T11" fmla="*/ 255 h 331"/>
                <a:gd name="T12" fmla="*/ 15 w 322"/>
                <a:gd name="T13" fmla="*/ 236 h 331"/>
                <a:gd name="T14" fmla="*/ 28 w 322"/>
                <a:gd name="T15" fmla="*/ 215 h 331"/>
                <a:gd name="T16" fmla="*/ 56 w 322"/>
                <a:gd name="T17" fmla="*/ 208 h 331"/>
                <a:gd name="T18" fmla="*/ 82 w 322"/>
                <a:gd name="T19" fmla="*/ 226 h 331"/>
                <a:gd name="T20" fmla="*/ 141 w 322"/>
                <a:gd name="T21" fmla="*/ 143 h 331"/>
                <a:gd name="T22" fmla="*/ 113 w 322"/>
                <a:gd name="T23" fmla="*/ 153 h 331"/>
                <a:gd name="T24" fmla="*/ 98 w 322"/>
                <a:gd name="T25" fmla="*/ 175 h 331"/>
                <a:gd name="T26" fmla="*/ 124 w 322"/>
                <a:gd name="T27" fmla="*/ 179 h 331"/>
                <a:gd name="T28" fmla="*/ 158 w 322"/>
                <a:gd name="T29" fmla="*/ 169 h 331"/>
                <a:gd name="T30" fmla="*/ 179 w 322"/>
                <a:gd name="T31" fmla="*/ 155 h 331"/>
                <a:gd name="T32" fmla="*/ 141 w 322"/>
                <a:gd name="T33" fmla="*/ 143 h 331"/>
                <a:gd name="T34" fmla="*/ 73 w 322"/>
                <a:gd name="T35" fmla="*/ 304 h 331"/>
                <a:gd name="T36" fmla="*/ 64 w 322"/>
                <a:gd name="T37" fmla="*/ 314 h 331"/>
                <a:gd name="T38" fmla="*/ 58 w 322"/>
                <a:gd name="T39" fmla="*/ 325 h 331"/>
                <a:gd name="T40" fmla="*/ 69 w 322"/>
                <a:gd name="T41" fmla="*/ 325 h 331"/>
                <a:gd name="T42" fmla="*/ 82 w 322"/>
                <a:gd name="T43" fmla="*/ 317 h 331"/>
                <a:gd name="T44" fmla="*/ 73 w 322"/>
                <a:gd name="T45" fmla="*/ 304 h 331"/>
                <a:gd name="T46" fmla="*/ 241 w 322"/>
                <a:gd name="T47" fmla="*/ 114 h 331"/>
                <a:gd name="T48" fmla="*/ 236 w 322"/>
                <a:gd name="T49" fmla="*/ 125 h 331"/>
                <a:gd name="T50" fmla="*/ 247 w 322"/>
                <a:gd name="T51" fmla="*/ 125 h 331"/>
                <a:gd name="T52" fmla="*/ 241 w 322"/>
                <a:gd name="T53" fmla="*/ 114 h 331"/>
                <a:gd name="T54" fmla="*/ 299 w 322"/>
                <a:gd name="T55" fmla="*/ 2 h 331"/>
                <a:gd name="T56" fmla="*/ 295 w 322"/>
                <a:gd name="T57" fmla="*/ 8 h 331"/>
                <a:gd name="T58" fmla="*/ 308 w 322"/>
                <a:gd name="T59" fmla="*/ 11 h 331"/>
                <a:gd name="T60" fmla="*/ 314 w 322"/>
                <a:gd name="T61" fmla="*/ 1 h 331"/>
                <a:gd name="T62" fmla="*/ 299 w 322"/>
                <a:gd name="T63" fmla="*/ 2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2" h="331">
                  <a:moveTo>
                    <a:pt x="82" y="226"/>
                  </a:moveTo>
                  <a:cubicBezTo>
                    <a:pt x="95" y="235"/>
                    <a:pt x="90" y="239"/>
                    <a:pt x="91" y="246"/>
                  </a:cubicBezTo>
                  <a:cubicBezTo>
                    <a:pt x="91" y="253"/>
                    <a:pt x="87" y="261"/>
                    <a:pt x="80" y="261"/>
                  </a:cubicBezTo>
                  <a:cubicBezTo>
                    <a:pt x="72" y="261"/>
                    <a:pt x="64" y="269"/>
                    <a:pt x="52" y="270"/>
                  </a:cubicBezTo>
                  <a:cubicBezTo>
                    <a:pt x="40" y="270"/>
                    <a:pt x="32" y="270"/>
                    <a:pt x="29" y="267"/>
                  </a:cubicBezTo>
                  <a:cubicBezTo>
                    <a:pt x="25" y="265"/>
                    <a:pt x="8" y="261"/>
                    <a:pt x="4" y="255"/>
                  </a:cubicBezTo>
                  <a:cubicBezTo>
                    <a:pt x="0" y="249"/>
                    <a:pt x="6" y="238"/>
                    <a:pt x="15" y="236"/>
                  </a:cubicBezTo>
                  <a:cubicBezTo>
                    <a:pt x="23" y="234"/>
                    <a:pt x="23" y="220"/>
                    <a:pt x="28" y="215"/>
                  </a:cubicBezTo>
                  <a:cubicBezTo>
                    <a:pt x="33" y="209"/>
                    <a:pt x="56" y="208"/>
                    <a:pt x="56" y="208"/>
                  </a:cubicBezTo>
                  <a:cubicBezTo>
                    <a:pt x="70" y="211"/>
                    <a:pt x="70" y="217"/>
                    <a:pt x="82" y="226"/>
                  </a:cubicBezTo>
                  <a:close/>
                  <a:moveTo>
                    <a:pt x="141" y="143"/>
                  </a:moveTo>
                  <a:cubicBezTo>
                    <a:pt x="141" y="143"/>
                    <a:pt x="122" y="149"/>
                    <a:pt x="113" y="153"/>
                  </a:cubicBezTo>
                  <a:cubicBezTo>
                    <a:pt x="104" y="157"/>
                    <a:pt x="94" y="165"/>
                    <a:pt x="98" y="175"/>
                  </a:cubicBezTo>
                  <a:cubicBezTo>
                    <a:pt x="101" y="185"/>
                    <a:pt x="113" y="183"/>
                    <a:pt x="124" y="179"/>
                  </a:cubicBezTo>
                  <a:cubicBezTo>
                    <a:pt x="136" y="174"/>
                    <a:pt x="145" y="171"/>
                    <a:pt x="158" y="169"/>
                  </a:cubicBezTo>
                  <a:cubicBezTo>
                    <a:pt x="171" y="167"/>
                    <a:pt x="179" y="164"/>
                    <a:pt x="179" y="155"/>
                  </a:cubicBezTo>
                  <a:cubicBezTo>
                    <a:pt x="180" y="146"/>
                    <a:pt x="167" y="133"/>
                    <a:pt x="141" y="143"/>
                  </a:cubicBezTo>
                  <a:close/>
                  <a:moveTo>
                    <a:pt x="73" y="304"/>
                  </a:moveTo>
                  <a:cubicBezTo>
                    <a:pt x="73" y="304"/>
                    <a:pt x="73" y="312"/>
                    <a:pt x="64" y="314"/>
                  </a:cubicBezTo>
                  <a:cubicBezTo>
                    <a:pt x="56" y="317"/>
                    <a:pt x="54" y="320"/>
                    <a:pt x="58" y="325"/>
                  </a:cubicBezTo>
                  <a:cubicBezTo>
                    <a:pt x="61" y="331"/>
                    <a:pt x="68" y="331"/>
                    <a:pt x="69" y="325"/>
                  </a:cubicBezTo>
                  <a:cubicBezTo>
                    <a:pt x="71" y="318"/>
                    <a:pt x="79" y="325"/>
                    <a:pt x="82" y="317"/>
                  </a:cubicBezTo>
                  <a:cubicBezTo>
                    <a:pt x="86" y="309"/>
                    <a:pt x="79" y="297"/>
                    <a:pt x="73" y="304"/>
                  </a:cubicBezTo>
                  <a:close/>
                  <a:moveTo>
                    <a:pt x="241" y="114"/>
                  </a:moveTo>
                  <a:cubicBezTo>
                    <a:pt x="241" y="114"/>
                    <a:pt x="232" y="116"/>
                    <a:pt x="236" y="125"/>
                  </a:cubicBezTo>
                  <a:cubicBezTo>
                    <a:pt x="239" y="134"/>
                    <a:pt x="246" y="129"/>
                    <a:pt x="247" y="125"/>
                  </a:cubicBezTo>
                  <a:cubicBezTo>
                    <a:pt x="248" y="122"/>
                    <a:pt x="252" y="111"/>
                    <a:pt x="241" y="114"/>
                  </a:cubicBezTo>
                  <a:close/>
                  <a:moveTo>
                    <a:pt x="299" y="2"/>
                  </a:moveTo>
                  <a:cubicBezTo>
                    <a:pt x="299" y="2"/>
                    <a:pt x="292" y="4"/>
                    <a:pt x="295" y="8"/>
                  </a:cubicBezTo>
                  <a:cubicBezTo>
                    <a:pt x="297" y="13"/>
                    <a:pt x="305" y="12"/>
                    <a:pt x="308" y="11"/>
                  </a:cubicBezTo>
                  <a:cubicBezTo>
                    <a:pt x="311" y="9"/>
                    <a:pt x="322" y="3"/>
                    <a:pt x="314" y="1"/>
                  </a:cubicBezTo>
                  <a:cubicBezTo>
                    <a:pt x="306" y="0"/>
                    <a:pt x="305" y="0"/>
                    <a:pt x="299" y="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4" name="Freeform 12"/>
            <p:cNvSpPr>
              <a:spLocks/>
            </p:cNvSpPr>
            <p:nvPr/>
          </p:nvSpPr>
          <p:spPr bwMode="auto">
            <a:xfrm>
              <a:off x="5252" y="1007"/>
              <a:ext cx="32" cy="26"/>
            </a:xfrm>
            <a:custGeom>
              <a:avLst/>
              <a:gdLst>
                <a:gd name="T0" fmla="*/ 33 w 39"/>
                <a:gd name="T1" fmla="*/ 11 h 32"/>
                <a:gd name="T2" fmla="*/ 31 w 39"/>
                <a:gd name="T3" fmla="*/ 9 h 32"/>
                <a:gd name="T4" fmla="*/ 23 w 39"/>
                <a:gd name="T5" fmla="*/ 4 h 32"/>
                <a:gd name="T6" fmla="*/ 3 w 39"/>
                <a:gd name="T7" fmla="*/ 6 h 32"/>
                <a:gd name="T8" fmla="*/ 9 w 39"/>
                <a:gd name="T9" fmla="*/ 21 h 32"/>
                <a:gd name="T10" fmla="*/ 25 w 39"/>
                <a:gd name="T11" fmla="*/ 29 h 32"/>
                <a:gd name="T12" fmla="*/ 39 w 39"/>
                <a:gd name="T13" fmla="*/ 25 h 32"/>
                <a:gd name="T14" fmla="*/ 38 w 39"/>
                <a:gd name="T15" fmla="*/ 17 h 32"/>
                <a:gd name="T16" fmla="*/ 33 w 39"/>
                <a:gd name="T17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2">
                  <a:moveTo>
                    <a:pt x="33" y="11"/>
                  </a:moveTo>
                  <a:cubicBezTo>
                    <a:pt x="32" y="10"/>
                    <a:pt x="32" y="10"/>
                    <a:pt x="31" y="9"/>
                  </a:cubicBezTo>
                  <a:cubicBezTo>
                    <a:pt x="29" y="6"/>
                    <a:pt x="27" y="4"/>
                    <a:pt x="23" y="4"/>
                  </a:cubicBezTo>
                  <a:cubicBezTo>
                    <a:pt x="15" y="3"/>
                    <a:pt x="5" y="0"/>
                    <a:pt x="3" y="6"/>
                  </a:cubicBezTo>
                  <a:cubicBezTo>
                    <a:pt x="0" y="11"/>
                    <a:pt x="1" y="19"/>
                    <a:pt x="9" y="21"/>
                  </a:cubicBezTo>
                  <a:cubicBezTo>
                    <a:pt x="16" y="23"/>
                    <a:pt x="19" y="25"/>
                    <a:pt x="25" y="29"/>
                  </a:cubicBezTo>
                  <a:cubicBezTo>
                    <a:pt x="30" y="32"/>
                    <a:pt x="39" y="32"/>
                    <a:pt x="39" y="25"/>
                  </a:cubicBezTo>
                  <a:cubicBezTo>
                    <a:pt x="39" y="22"/>
                    <a:pt x="39" y="19"/>
                    <a:pt x="38" y="17"/>
                  </a:cubicBezTo>
                  <a:cubicBezTo>
                    <a:pt x="36" y="14"/>
                    <a:pt x="34" y="13"/>
                    <a:pt x="33" y="1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5" name="Freeform 13"/>
            <p:cNvSpPr>
              <a:spLocks/>
            </p:cNvSpPr>
            <p:nvPr/>
          </p:nvSpPr>
          <p:spPr bwMode="auto">
            <a:xfrm>
              <a:off x="5289" y="1028"/>
              <a:ext cx="40" cy="20"/>
            </a:xfrm>
            <a:custGeom>
              <a:avLst/>
              <a:gdLst>
                <a:gd name="T0" fmla="*/ 21 w 48"/>
                <a:gd name="T1" fmla="*/ 2 h 24"/>
                <a:gd name="T2" fmla="*/ 9 w 48"/>
                <a:gd name="T3" fmla="*/ 4 h 24"/>
                <a:gd name="T4" fmla="*/ 8 w 48"/>
                <a:gd name="T5" fmla="*/ 18 h 24"/>
                <a:gd name="T6" fmla="*/ 22 w 48"/>
                <a:gd name="T7" fmla="*/ 21 h 24"/>
                <a:gd name="T8" fmla="*/ 38 w 48"/>
                <a:gd name="T9" fmla="*/ 22 h 24"/>
                <a:gd name="T10" fmla="*/ 40 w 48"/>
                <a:gd name="T11" fmla="*/ 11 h 24"/>
                <a:gd name="T12" fmla="*/ 21 w 48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4">
                  <a:moveTo>
                    <a:pt x="21" y="2"/>
                  </a:moveTo>
                  <a:cubicBezTo>
                    <a:pt x="21" y="2"/>
                    <a:pt x="13" y="0"/>
                    <a:pt x="9" y="4"/>
                  </a:cubicBezTo>
                  <a:cubicBezTo>
                    <a:pt x="5" y="7"/>
                    <a:pt x="0" y="18"/>
                    <a:pt x="8" y="18"/>
                  </a:cubicBezTo>
                  <a:cubicBezTo>
                    <a:pt x="16" y="17"/>
                    <a:pt x="19" y="19"/>
                    <a:pt x="22" y="21"/>
                  </a:cubicBezTo>
                  <a:cubicBezTo>
                    <a:pt x="26" y="24"/>
                    <a:pt x="32" y="23"/>
                    <a:pt x="38" y="22"/>
                  </a:cubicBezTo>
                  <a:cubicBezTo>
                    <a:pt x="43" y="21"/>
                    <a:pt x="48" y="13"/>
                    <a:pt x="40" y="11"/>
                  </a:cubicBezTo>
                  <a:cubicBezTo>
                    <a:pt x="31" y="10"/>
                    <a:pt x="30" y="4"/>
                    <a:pt x="21" y="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6" name="Freeform 14"/>
            <p:cNvSpPr>
              <a:spLocks/>
            </p:cNvSpPr>
            <p:nvPr/>
          </p:nvSpPr>
          <p:spPr bwMode="auto">
            <a:xfrm>
              <a:off x="4164" y="1078"/>
              <a:ext cx="46" cy="55"/>
            </a:xfrm>
            <a:custGeom>
              <a:avLst/>
              <a:gdLst>
                <a:gd name="T0" fmla="*/ 51 w 55"/>
                <a:gd name="T1" fmla="*/ 42 h 68"/>
                <a:gd name="T2" fmla="*/ 44 w 55"/>
                <a:gd name="T3" fmla="*/ 30 h 68"/>
                <a:gd name="T4" fmla="*/ 35 w 55"/>
                <a:gd name="T5" fmla="*/ 19 h 68"/>
                <a:gd name="T6" fmla="*/ 21 w 55"/>
                <a:gd name="T7" fmla="*/ 11 h 68"/>
                <a:gd name="T8" fmla="*/ 9 w 55"/>
                <a:gd name="T9" fmla="*/ 0 h 68"/>
                <a:gd name="T10" fmla="*/ 6 w 55"/>
                <a:gd name="T11" fmla="*/ 21 h 68"/>
                <a:gd name="T12" fmla="*/ 10 w 55"/>
                <a:gd name="T13" fmla="*/ 38 h 68"/>
                <a:gd name="T14" fmla="*/ 16 w 55"/>
                <a:gd name="T15" fmla="*/ 56 h 68"/>
                <a:gd name="T16" fmla="*/ 28 w 55"/>
                <a:gd name="T17" fmla="*/ 65 h 68"/>
                <a:gd name="T18" fmla="*/ 48 w 55"/>
                <a:gd name="T19" fmla="*/ 62 h 68"/>
                <a:gd name="T20" fmla="*/ 51 w 55"/>
                <a:gd name="T21" fmla="*/ 4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68">
                  <a:moveTo>
                    <a:pt x="51" y="42"/>
                  </a:moveTo>
                  <a:cubicBezTo>
                    <a:pt x="51" y="42"/>
                    <a:pt x="47" y="39"/>
                    <a:pt x="44" y="30"/>
                  </a:cubicBezTo>
                  <a:cubicBezTo>
                    <a:pt x="41" y="21"/>
                    <a:pt x="43" y="21"/>
                    <a:pt x="35" y="19"/>
                  </a:cubicBezTo>
                  <a:cubicBezTo>
                    <a:pt x="27" y="17"/>
                    <a:pt x="25" y="15"/>
                    <a:pt x="21" y="11"/>
                  </a:cubicBezTo>
                  <a:cubicBezTo>
                    <a:pt x="17" y="6"/>
                    <a:pt x="13" y="0"/>
                    <a:pt x="9" y="0"/>
                  </a:cubicBezTo>
                  <a:cubicBezTo>
                    <a:pt x="5" y="0"/>
                    <a:pt x="0" y="15"/>
                    <a:pt x="6" y="21"/>
                  </a:cubicBezTo>
                  <a:cubicBezTo>
                    <a:pt x="13" y="26"/>
                    <a:pt x="10" y="31"/>
                    <a:pt x="10" y="38"/>
                  </a:cubicBezTo>
                  <a:cubicBezTo>
                    <a:pt x="10" y="45"/>
                    <a:pt x="11" y="54"/>
                    <a:pt x="16" y="56"/>
                  </a:cubicBezTo>
                  <a:cubicBezTo>
                    <a:pt x="22" y="58"/>
                    <a:pt x="21" y="65"/>
                    <a:pt x="28" y="65"/>
                  </a:cubicBezTo>
                  <a:cubicBezTo>
                    <a:pt x="34" y="66"/>
                    <a:pt x="47" y="68"/>
                    <a:pt x="48" y="62"/>
                  </a:cubicBezTo>
                  <a:cubicBezTo>
                    <a:pt x="50" y="55"/>
                    <a:pt x="55" y="48"/>
                    <a:pt x="51" y="4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7" name="Freeform 15"/>
            <p:cNvSpPr>
              <a:spLocks/>
            </p:cNvSpPr>
            <p:nvPr/>
          </p:nvSpPr>
          <p:spPr bwMode="auto">
            <a:xfrm>
              <a:off x="4198" y="1143"/>
              <a:ext cx="37" cy="40"/>
            </a:xfrm>
            <a:custGeom>
              <a:avLst/>
              <a:gdLst>
                <a:gd name="T0" fmla="*/ 18 w 45"/>
                <a:gd name="T1" fmla="*/ 5 h 48"/>
                <a:gd name="T2" fmla="*/ 2 w 45"/>
                <a:gd name="T3" fmla="*/ 7 h 48"/>
                <a:gd name="T4" fmla="*/ 10 w 45"/>
                <a:gd name="T5" fmla="*/ 21 h 48"/>
                <a:gd name="T6" fmla="*/ 19 w 45"/>
                <a:gd name="T7" fmla="*/ 34 h 48"/>
                <a:gd name="T8" fmla="*/ 26 w 45"/>
                <a:gd name="T9" fmla="*/ 48 h 48"/>
                <a:gd name="T10" fmla="*/ 41 w 45"/>
                <a:gd name="T11" fmla="*/ 38 h 48"/>
                <a:gd name="T12" fmla="*/ 36 w 45"/>
                <a:gd name="T13" fmla="*/ 19 h 48"/>
                <a:gd name="T14" fmla="*/ 18 w 45"/>
                <a:gd name="T15" fmla="*/ 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48">
                  <a:moveTo>
                    <a:pt x="18" y="5"/>
                  </a:moveTo>
                  <a:cubicBezTo>
                    <a:pt x="18" y="5"/>
                    <a:pt x="4" y="0"/>
                    <a:pt x="2" y="7"/>
                  </a:cubicBezTo>
                  <a:cubicBezTo>
                    <a:pt x="0" y="14"/>
                    <a:pt x="3" y="17"/>
                    <a:pt x="10" y="21"/>
                  </a:cubicBezTo>
                  <a:cubicBezTo>
                    <a:pt x="16" y="25"/>
                    <a:pt x="19" y="26"/>
                    <a:pt x="19" y="34"/>
                  </a:cubicBezTo>
                  <a:cubicBezTo>
                    <a:pt x="19" y="42"/>
                    <a:pt x="21" y="47"/>
                    <a:pt x="26" y="48"/>
                  </a:cubicBezTo>
                  <a:cubicBezTo>
                    <a:pt x="32" y="48"/>
                    <a:pt x="41" y="46"/>
                    <a:pt x="41" y="38"/>
                  </a:cubicBezTo>
                  <a:cubicBezTo>
                    <a:pt x="41" y="31"/>
                    <a:pt x="45" y="22"/>
                    <a:pt x="36" y="19"/>
                  </a:cubicBezTo>
                  <a:cubicBezTo>
                    <a:pt x="27" y="16"/>
                    <a:pt x="26" y="8"/>
                    <a:pt x="18" y="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8" name="Freeform 16"/>
            <p:cNvSpPr>
              <a:spLocks/>
            </p:cNvSpPr>
            <p:nvPr/>
          </p:nvSpPr>
          <p:spPr bwMode="auto">
            <a:xfrm>
              <a:off x="4244" y="1087"/>
              <a:ext cx="18" cy="39"/>
            </a:xfrm>
            <a:custGeom>
              <a:avLst/>
              <a:gdLst>
                <a:gd name="T0" fmla="*/ 7 w 22"/>
                <a:gd name="T1" fmla="*/ 5 h 47"/>
                <a:gd name="T2" fmla="*/ 4 w 22"/>
                <a:gd name="T3" fmla="*/ 18 h 47"/>
                <a:gd name="T4" fmla="*/ 2 w 22"/>
                <a:gd name="T5" fmla="*/ 35 h 47"/>
                <a:gd name="T6" fmla="*/ 10 w 22"/>
                <a:gd name="T7" fmla="*/ 44 h 47"/>
                <a:gd name="T8" fmla="*/ 16 w 22"/>
                <a:gd name="T9" fmla="*/ 31 h 47"/>
                <a:gd name="T10" fmla="*/ 21 w 22"/>
                <a:gd name="T11" fmla="*/ 18 h 47"/>
                <a:gd name="T12" fmla="*/ 7 w 22"/>
                <a:gd name="T13" fmla="*/ 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47">
                  <a:moveTo>
                    <a:pt x="7" y="5"/>
                  </a:moveTo>
                  <a:cubicBezTo>
                    <a:pt x="7" y="5"/>
                    <a:pt x="2" y="11"/>
                    <a:pt x="4" y="18"/>
                  </a:cubicBezTo>
                  <a:cubicBezTo>
                    <a:pt x="6" y="25"/>
                    <a:pt x="4" y="32"/>
                    <a:pt x="2" y="35"/>
                  </a:cubicBezTo>
                  <a:cubicBezTo>
                    <a:pt x="0" y="39"/>
                    <a:pt x="5" y="47"/>
                    <a:pt x="10" y="44"/>
                  </a:cubicBezTo>
                  <a:cubicBezTo>
                    <a:pt x="15" y="42"/>
                    <a:pt x="13" y="35"/>
                    <a:pt x="16" y="31"/>
                  </a:cubicBezTo>
                  <a:cubicBezTo>
                    <a:pt x="20" y="27"/>
                    <a:pt x="22" y="24"/>
                    <a:pt x="21" y="18"/>
                  </a:cubicBezTo>
                  <a:cubicBezTo>
                    <a:pt x="19" y="11"/>
                    <a:pt x="11" y="0"/>
                    <a:pt x="7" y="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9" name="Freeform 17"/>
            <p:cNvSpPr>
              <a:spLocks/>
            </p:cNvSpPr>
            <p:nvPr/>
          </p:nvSpPr>
          <p:spPr bwMode="auto">
            <a:xfrm>
              <a:off x="4231" y="1106"/>
              <a:ext cx="10" cy="19"/>
            </a:xfrm>
            <a:custGeom>
              <a:avLst/>
              <a:gdLst>
                <a:gd name="T0" fmla="*/ 3 w 12"/>
                <a:gd name="T1" fmla="*/ 6 h 23"/>
                <a:gd name="T2" fmla="*/ 2 w 12"/>
                <a:gd name="T3" fmla="*/ 16 h 23"/>
                <a:gd name="T4" fmla="*/ 11 w 12"/>
                <a:gd name="T5" fmla="*/ 16 h 23"/>
                <a:gd name="T6" fmla="*/ 3 w 12"/>
                <a:gd name="T7" fmla="*/ 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23">
                  <a:moveTo>
                    <a:pt x="3" y="6"/>
                  </a:moveTo>
                  <a:cubicBezTo>
                    <a:pt x="3" y="6"/>
                    <a:pt x="0" y="8"/>
                    <a:pt x="2" y="16"/>
                  </a:cubicBezTo>
                  <a:cubicBezTo>
                    <a:pt x="4" y="23"/>
                    <a:pt x="10" y="21"/>
                    <a:pt x="11" y="16"/>
                  </a:cubicBezTo>
                  <a:cubicBezTo>
                    <a:pt x="12" y="11"/>
                    <a:pt x="5" y="0"/>
                    <a:pt x="3" y="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0" name="Freeform 18"/>
            <p:cNvSpPr>
              <a:spLocks/>
            </p:cNvSpPr>
            <p:nvPr/>
          </p:nvSpPr>
          <p:spPr bwMode="auto">
            <a:xfrm>
              <a:off x="4253" y="1125"/>
              <a:ext cx="8" cy="26"/>
            </a:xfrm>
            <a:custGeom>
              <a:avLst/>
              <a:gdLst>
                <a:gd name="T0" fmla="*/ 1 w 10"/>
                <a:gd name="T1" fmla="*/ 8 h 32"/>
                <a:gd name="T2" fmla="*/ 0 w 10"/>
                <a:gd name="T3" fmla="*/ 21 h 32"/>
                <a:gd name="T4" fmla="*/ 9 w 10"/>
                <a:gd name="T5" fmla="*/ 25 h 32"/>
                <a:gd name="T6" fmla="*/ 1 w 10"/>
                <a:gd name="T7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32">
                  <a:moveTo>
                    <a:pt x="1" y="8"/>
                  </a:moveTo>
                  <a:cubicBezTo>
                    <a:pt x="1" y="8"/>
                    <a:pt x="0" y="16"/>
                    <a:pt x="0" y="21"/>
                  </a:cubicBezTo>
                  <a:cubicBezTo>
                    <a:pt x="1" y="26"/>
                    <a:pt x="9" y="32"/>
                    <a:pt x="9" y="25"/>
                  </a:cubicBezTo>
                  <a:cubicBezTo>
                    <a:pt x="10" y="19"/>
                    <a:pt x="8" y="0"/>
                    <a:pt x="1" y="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1" name="Freeform 19"/>
            <p:cNvSpPr>
              <a:spLocks/>
            </p:cNvSpPr>
            <p:nvPr/>
          </p:nvSpPr>
          <p:spPr bwMode="auto">
            <a:xfrm>
              <a:off x="4246" y="1158"/>
              <a:ext cx="16" cy="8"/>
            </a:xfrm>
            <a:custGeom>
              <a:avLst/>
              <a:gdLst>
                <a:gd name="T0" fmla="*/ 8 w 20"/>
                <a:gd name="T1" fmla="*/ 1 h 10"/>
                <a:gd name="T2" fmla="*/ 1 w 20"/>
                <a:gd name="T3" fmla="*/ 5 h 10"/>
                <a:gd name="T4" fmla="*/ 12 w 20"/>
                <a:gd name="T5" fmla="*/ 9 h 10"/>
                <a:gd name="T6" fmla="*/ 19 w 20"/>
                <a:gd name="T7" fmla="*/ 6 h 10"/>
                <a:gd name="T8" fmla="*/ 8 w 20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0">
                  <a:moveTo>
                    <a:pt x="8" y="1"/>
                  </a:moveTo>
                  <a:cubicBezTo>
                    <a:pt x="8" y="1"/>
                    <a:pt x="1" y="0"/>
                    <a:pt x="1" y="5"/>
                  </a:cubicBezTo>
                  <a:cubicBezTo>
                    <a:pt x="0" y="9"/>
                    <a:pt x="8" y="9"/>
                    <a:pt x="12" y="9"/>
                  </a:cubicBezTo>
                  <a:cubicBezTo>
                    <a:pt x="16" y="9"/>
                    <a:pt x="20" y="10"/>
                    <a:pt x="19" y="6"/>
                  </a:cubicBezTo>
                  <a:cubicBezTo>
                    <a:pt x="17" y="2"/>
                    <a:pt x="16" y="1"/>
                    <a:pt x="8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2" name="Freeform 20"/>
            <p:cNvSpPr>
              <a:spLocks/>
            </p:cNvSpPr>
            <p:nvPr/>
          </p:nvSpPr>
          <p:spPr bwMode="auto">
            <a:xfrm>
              <a:off x="4251" y="1179"/>
              <a:ext cx="22" cy="19"/>
            </a:xfrm>
            <a:custGeom>
              <a:avLst/>
              <a:gdLst>
                <a:gd name="T0" fmla="*/ 12 w 27"/>
                <a:gd name="T1" fmla="*/ 6 h 22"/>
                <a:gd name="T2" fmla="*/ 12 w 27"/>
                <a:gd name="T3" fmla="*/ 5 h 22"/>
                <a:gd name="T4" fmla="*/ 5 w 27"/>
                <a:gd name="T5" fmla="*/ 0 h 22"/>
                <a:gd name="T6" fmla="*/ 7 w 27"/>
                <a:gd name="T7" fmla="*/ 11 h 22"/>
                <a:gd name="T8" fmla="*/ 16 w 27"/>
                <a:gd name="T9" fmla="*/ 20 h 22"/>
                <a:gd name="T10" fmla="*/ 25 w 27"/>
                <a:gd name="T11" fmla="*/ 17 h 22"/>
                <a:gd name="T12" fmla="*/ 20 w 27"/>
                <a:gd name="T13" fmla="*/ 11 h 22"/>
                <a:gd name="T14" fmla="*/ 12 w 27"/>
                <a:gd name="T15" fmla="*/ 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2">
                  <a:moveTo>
                    <a:pt x="12" y="6"/>
                  </a:moveTo>
                  <a:cubicBezTo>
                    <a:pt x="12" y="6"/>
                    <a:pt x="12" y="5"/>
                    <a:pt x="12" y="5"/>
                  </a:cubicBezTo>
                  <a:cubicBezTo>
                    <a:pt x="10" y="3"/>
                    <a:pt x="8" y="0"/>
                    <a:pt x="5" y="0"/>
                  </a:cubicBezTo>
                  <a:cubicBezTo>
                    <a:pt x="0" y="0"/>
                    <a:pt x="3" y="5"/>
                    <a:pt x="7" y="11"/>
                  </a:cubicBezTo>
                  <a:cubicBezTo>
                    <a:pt x="11" y="17"/>
                    <a:pt x="11" y="18"/>
                    <a:pt x="16" y="20"/>
                  </a:cubicBezTo>
                  <a:cubicBezTo>
                    <a:pt x="21" y="22"/>
                    <a:pt x="27" y="21"/>
                    <a:pt x="25" y="17"/>
                  </a:cubicBezTo>
                  <a:cubicBezTo>
                    <a:pt x="24" y="15"/>
                    <a:pt x="22" y="12"/>
                    <a:pt x="20" y="11"/>
                  </a:cubicBezTo>
                  <a:cubicBezTo>
                    <a:pt x="18" y="9"/>
                    <a:pt x="15" y="8"/>
                    <a:pt x="12" y="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3" name="Freeform 21"/>
            <p:cNvSpPr>
              <a:spLocks/>
            </p:cNvSpPr>
            <p:nvPr/>
          </p:nvSpPr>
          <p:spPr bwMode="auto">
            <a:xfrm>
              <a:off x="4257" y="1232"/>
              <a:ext cx="21" cy="16"/>
            </a:xfrm>
            <a:custGeom>
              <a:avLst/>
              <a:gdLst>
                <a:gd name="T0" fmla="*/ 10 w 25"/>
                <a:gd name="T1" fmla="*/ 2 h 19"/>
                <a:gd name="T2" fmla="*/ 0 w 25"/>
                <a:gd name="T3" fmla="*/ 7 h 19"/>
                <a:gd name="T4" fmla="*/ 7 w 25"/>
                <a:gd name="T5" fmla="*/ 19 h 19"/>
                <a:gd name="T6" fmla="*/ 24 w 25"/>
                <a:gd name="T7" fmla="*/ 11 h 19"/>
                <a:gd name="T8" fmla="*/ 10 w 25"/>
                <a:gd name="T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9">
                  <a:moveTo>
                    <a:pt x="10" y="2"/>
                  </a:moveTo>
                  <a:cubicBezTo>
                    <a:pt x="10" y="2"/>
                    <a:pt x="0" y="2"/>
                    <a:pt x="0" y="7"/>
                  </a:cubicBezTo>
                  <a:cubicBezTo>
                    <a:pt x="0" y="12"/>
                    <a:pt x="0" y="19"/>
                    <a:pt x="7" y="19"/>
                  </a:cubicBezTo>
                  <a:cubicBezTo>
                    <a:pt x="14" y="19"/>
                    <a:pt x="25" y="18"/>
                    <a:pt x="24" y="11"/>
                  </a:cubicBezTo>
                  <a:cubicBezTo>
                    <a:pt x="24" y="3"/>
                    <a:pt x="14" y="0"/>
                    <a:pt x="10" y="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4" name="Freeform 22"/>
            <p:cNvSpPr>
              <a:spLocks/>
            </p:cNvSpPr>
            <p:nvPr/>
          </p:nvSpPr>
          <p:spPr bwMode="auto">
            <a:xfrm>
              <a:off x="4293" y="1290"/>
              <a:ext cx="26" cy="18"/>
            </a:xfrm>
            <a:custGeom>
              <a:avLst/>
              <a:gdLst>
                <a:gd name="T0" fmla="*/ 11 w 31"/>
                <a:gd name="T1" fmla="*/ 1 h 22"/>
                <a:gd name="T2" fmla="*/ 4 w 31"/>
                <a:gd name="T3" fmla="*/ 6 h 22"/>
                <a:gd name="T4" fmla="*/ 5 w 31"/>
                <a:gd name="T5" fmla="*/ 19 h 22"/>
                <a:gd name="T6" fmla="*/ 19 w 31"/>
                <a:gd name="T7" fmla="*/ 22 h 22"/>
                <a:gd name="T8" fmla="*/ 28 w 31"/>
                <a:gd name="T9" fmla="*/ 12 h 22"/>
                <a:gd name="T10" fmla="*/ 11 w 31"/>
                <a:gd name="T11" fmla="*/ 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22">
                  <a:moveTo>
                    <a:pt x="11" y="1"/>
                  </a:moveTo>
                  <a:cubicBezTo>
                    <a:pt x="11" y="1"/>
                    <a:pt x="5" y="0"/>
                    <a:pt x="4" y="6"/>
                  </a:cubicBezTo>
                  <a:cubicBezTo>
                    <a:pt x="3" y="11"/>
                    <a:pt x="0" y="18"/>
                    <a:pt x="5" y="19"/>
                  </a:cubicBezTo>
                  <a:cubicBezTo>
                    <a:pt x="11" y="21"/>
                    <a:pt x="14" y="22"/>
                    <a:pt x="19" y="22"/>
                  </a:cubicBezTo>
                  <a:cubicBezTo>
                    <a:pt x="25" y="21"/>
                    <a:pt x="31" y="17"/>
                    <a:pt x="28" y="12"/>
                  </a:cubicBezTo>
                  <a:cubicBezTo>
                    <a:pt x="25" y="6"/>
                    <a:pt x="22" y="0"/>
                    <a:pt x="11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5" name="Freeform 23"/>
            <p:cNvSpPr>
              <a:spLocks/>
            </p:cNvSpPr>
            <p:nvPr/>
          </p:nvSpPr>
          <p:spPr bwMode="auto">
            <a:xfrm>
              <a:off x="4315" y="1336"/>
              <a:ext cx="14" cy="15"/>
            </a:xfrm>
            <a:custGeom>
              <a:avLst/>
              <a:gdLst>
                <a:gd name="T0" fmla="*/ 7 w 17"/>
                <a:gd name="T1" fmla="*/ 0 h 18"/>
                <a:gd name="T2" fmla="*/ 2 w 17"/>
                <a:gd name="T3" fmla="*/ 11 h 18"/>
                <a:gd name="T4" fmla="*/ 7 w 17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8">
                  <a:moveTo>
                    <a:pt x="7" y="0"/>
                  </a:moveTo>
                  <a:cubicBezTo>
                    <a:pt x="7" y="0"/>
                    <a:pt x="0" y="5"/>
                    <a:pt x="2" y="11"/>
                  </a:cubicBezTo>
                  <a:cubicBezTo>
                    <a:pt x="4" y="18"/>
                    <a:pt x="17" y="15"/>
                    <a:pt x="7" y="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6" name="Freeform 24"/>
            <p:cNvSpPr>
              <a:spLocks/>
            </p:cNvSpPr>
            <p:nvPr/>
          </p:nvSpPr>
          <p:spPr bwMode="auto">
            <a:xfrm>
              <a:off x="4210" y="1027"/>
              <a:ext cx="12" cy="17"/>
            </a:xfrm>
            <a:custGeom>
              <a:avLst/>
              <a:gdLst>
                <a:gd name="T0" fmla="*/ 6 w 14"/>
                <a:gd name="T1" fmla="*/ 1 h 20"/>
                <a:gd name="T2" fmla="*/ 2 w 14"/>
                <a:gd name="T3" fmla="*/ 10 h 20"/>
                <a:gd name="T4" fmla="*/ 8 w 14"/>
                <a:gd name="T5" fmla="*/ 18 h 20"/>
                <a:gd name="T6" fmla="*/ 13 w 14"/>
                <a:gd name="T7" fmla="*/ 8 h 20"/>
                <a:gd name="T8" fmla="*/ 6 w 14"/>
                <a:gd name="T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0">
                  <a:moveTo>
                    <a:pt x="6" y="1"/>
                  </a:moveTo>
                  <a:cubicBezTo>
                    <a:pt x="6" y="1"/>
                    <a:pt x="0" y="5"/>
                    <a:pt x="2" y="10"/>
                  </a:cubicBezTo>
                  <a:cubicBezTo>
                    <a:pt x="5" y="15"/>
                    <a:pt x="4" y="20"/>
                    <a:pt x="8" y="18"/>
                  </a:cubicBezTo>
                  <a:cubicBezTo>
                    <a:pt x="13" y="17"/>
                    <a:pt x="14" y="11"/>
                    <a:pt x="13" y="8"/>
                  </a:cubicBezTo>
                  <a:cubicBezTo>
                    <a:pt x="12" y="4"/>
                    <a:pt x="11" y="0"/>
                    <a:pt x="6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7" name="Freeform 25"/>
            <p:cNvSpPr>
              <a:spLocks/>
            </p:cNvSpPr>
            <p:nvPr/>
          </p:nvSpPr>
          <p:spPr bwMode="auto">
            <a:xfrm>
              <a:off x="4129" y="857"/>
              <a:ext cx="18" cy="22"/>
            </a:xfrm>
            <a:custGeom>
              <a:avLst/>
              <a:gdLst>
                <a:gd name="T0" fmla="*/ 13 w 22"/>
                <a:gd name="T1" fmla="*/ 3 h 27"/>
                <a:gd name="T2" fmla="*/ 4 w 22"/>
                <a:gd name="T3" fmla="*/ 11 h 27"/>
                <a:gd name="T4" fmla="*/ 4 w 22"/>
                <a:gd name="T5" fmla="*/ 26 h 27"/>
                <a:gd name="T6" fmla="*/ 11 w 22"/>
                <a:gd name="T7" fmla="*/ 22 h 27"/>
                <a:gd name="T8" fmla="*/ 20 w 22"/>
                <a:gd name="T9" fmla="*/ 12 h 27"/>
                <a:gd name="T10" fmla="*/ 13 w 22"/>
                <a:gd name="T11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27">
                  <a:moveTo>
                    <a:pt x="13" y="3"/>
                  </a:moveTo>
                  <a:cubicBezTo>
                    <a:pt x="13" y="3"/>
                    <a:pt x="4" y="0"/>
                    <a:pt x="4" y="11"/>
                  </a:cubicBezTo>
                  <a:cubicBezTo>
                    <a:pt x="3" y="23"/>
                    <a:pt x="0" y="25"/>
                    <a:pt x="4" y="26"/>
                  </a:cubicBezTo>
                  <a:cubicBezTo>
                    <a:pt x="9" y="27"/>
                    <a:pt x="9" y="27"/>
                    <a:pt x="11" y="22"/>
                  </a:cubicBezTo>
                  <a:cubicBezTo>
                    <a:pt x="12" y="17"/>
                    <a:pt x="18" y="15"/>
                    <a:pt x="20" y="12"/>
                  </a:cubicBezTo>
                  <a:cubicBezTo>
                    <a:pt x="22" y="9"/>
                    <a:pt x="20" y="3"/>
                    <a:pt x="13" y="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8" name="Freeform 26"/>
            <p:cNvSpPr>
              <a:spLocks noEditPoints="1"/>
            </p:cNvSpPr>
            <p:nvPr/>
          </p:nvSpPr>
          <p:spPr bwMode="auto">
            <a:xfrm>
              <a:off x="1356" y="859"/>
              <a:ext cx="2142" cy="1894"/>
            </a:xfrm>
            <a:custGeom>
              <a:avLst/>
              <a:gdLst>
                <a:gd name="T0" fmla="*/ 607 w 2607"/>
                <a:gd name="T1" fmla="*/ 422 h 2304"/>
                <a:gd name="T2" fmla="*/ 694 w 2607"/>
                <a:gd name="T3" fmla="*/ 428 h 2304"/>
                <a:gd name="T4" fmla="*/ 722 w 2607"/>
                <a:gd name="T5" fmla="*/ 365 h 2304"/>
                <a:gd name="T6" fmla="*/ 773 w 2607"/>
                <a:gd name="T7" fmla="*/ 291 h 2304"/>
                <a:gd name="T8" fmla="*/ 845 w 2607"/>
                <a:gd name="T9" fmla="*/ 227 h 2304"/>
                <a:gd name="T10" fmla="*/ 977 w 2607"/>
                <a:gd name="T11" fmla="*/ 260 h 2304"/>
                <a:gd name="T12" fmla="*/ 1058 w 2607"/>
                <a:gd name="T13" fmla="*/ 257 h 2304"/>
                <a:gd name="T14" fmla="*/ 1175 w 2607"/>
                <a:gd name="T15" fmla="*/ 110 h 2304"/>
                <a:gd name="T16" fmla="*/ 1384 w 2607"/>
                <a:gd name="T17" fmla="*/ 89 h 2304"/>
                <a:gd name="T18" fmla="*/ 1501 w 2607"/>
                <a:gd name="T19" fmla="*/ 89 h 2304"/>
                <a:gd name="T20" fmla="*/ 1475 w 2607"/>
                <a:gd name="T21" fmla="*/ 190 h 2304"/>
                <a:gd name="T22" fmla="*/ 1537 w 2607"/>
                <a:gd name="T23" fmla="*/ 333 h 2304"/>
                <a:gd name="T24" fmla="*/ 1776 w 2607"/>
                <a:gd name="T25" fmla="*/ 455 h 2304"/>
                <a:gd name="T26" fmla="*/ 1834 w 2607"/>
                <a:gd name="T27" fmla="*/ 243 h 2304"/>
                <a:gd name="T28" fmla="*/ 1854 w 2607"/>
                <a:gd name="T29" fmla="*/ 92 h 2304"/>
                <a:gd name="T30" fmla="*/ 1934 w 2607"/>
                <a:gd name="T31" fmla="*/ 106 h 2304"/>
                <a:gd name="T32" fmla="*/ 2028 w 2607"/>
                <a:gd name="T33" fmla="*/ 247 h 2304"/>
                <a:gd name="T34" fmla="*/ 2119 w 2607"/>
                <a:gd name="T35" fmla="*/ 473 h 2304"/>
                <a:gd name="T36" fmla="*/ 2302 w 2607"/>
                <a:gd name="T37" fmla="*/ 638 h 2304"/>
                <a:gd name="T38" fmla="*/ 2381 w 2607"/>
                <a:gd name="T39" fmla="*/ 770 h 2304"/>
                <a:gd name="T40" fmla="*/ 2504 w 2607"/>
                <a:gd name="T41" fmla="*/ 912 h 2304"/>
                <a:gd name="T42" fmla="*/ 2579 w 2607"/>
                <a:gd name="T43" fmla="*/ 1012 h 2304"/>
                <a:gd name="T44" fmla="*/ 2588 w 2607"/>
                <a:gd name="T45" fmla="*/ 1261 h 2304"/>
                <a:gd name="T46" fmla="*/ 2464 w 2607"/>
                <a:gd name="T47" fmla="*/ 1561 h 2304"/>
                <a:gd name="T48" fmla="*/ 2355 w 2607"/>
                <a:gd name="T49" fmla="*/ 1852 h 2304"/>
                <a:gd name="T50" fmla="*/ 2118 w 2607"/>
                <a:gd name="T51" fmla="*/ 1938 h 2304"/>
                <a:gd name="T52" fmla="*/ 2038 w 2607"/>
                <a:gd name="T53" fmla="*/ 1874 h 2304"/>
                <a:gd name="T54" fmla="*/ 1838 w 2607"/>
                <a:gd name="T55" fmla="*/ 1898 h 2304"/>
                <a:gd name="T56" fmla="*/ 1711 w 2607"/>
                <a:gd name="T57" fmla="*/ 1748 h 2304"/>
                <a:gd name="T58" fmla="*/ 1623 w 2607"/>
                <a:gd name="T59" fmla="*/ 1620 h 2304"/>
                <a:gd name="T60" fmla="*/ 1537 w 2607"/>
                <a:gd name="T61" fmla="*/ 1653 h 2304"/>
                <a:gd name="T62" fmla="*/ 1569 w 2607"/>
                <a:gd name="T63" fmla="*/ 1543 h 2304"/>
                <a:gd name="T64" fmla="*/ 1404 w 2607"/>
                <a:gd name="T65" fmla="*/ 1546 h 2304"/>
                <a:gd name="T66" fmla="*/ 1245 w 2607"/>
                <a:gd name="T67" fmla="*/ 1443 h 2304"/>
                <a:gd name="T68" fmla="*/ 858 w 2607"/>
                <a:gd name="T69" fmla="*/ 1460 h 2304"/>
                <a:gd name="T70" fmla="*/ 633 w 2607"/>
                <a:gd name="T71" fmla="*/ 1576 h 2304"/>
                <a:gd name="T72" fmla="*/ 432 w 2607"/>
                <a:gd name="T73" fmla="*/ 1605 h 2304"/>
                <a:gd name="T74" fmla="*/ 137 w 2607"/>
                <a:gd name="T75" fmla="*/ 1578 h 2304"/>
                <a:gd name="T76" fmla="*/ 175 w 2607"/>
                <a:gd name="T77" fmla="*/ 1398 h 2304"/>
                <a:gd name="T78" fmla="*/ 45 w 2607"/>
                <a:gd name="T79" fmla="*/ 1070 h 2304"/>
                <a:gd name="T80" fmla="*/ 69 w 2607"/>
                <a:gd name="T81" fmla="*/ 1023 h 2304"/>
                <a:gd name="T82" fmla="*/ 61 w 2607"/>
                <a:gd name="T83" fmla="*/ 819 h 2304"/>
                <a:gd name="T84" fmla="*/ 209 w 2607"/>
                <a:gd name="T85" fmla="*/ 681 h 2304"/>
                <a:gd name="T86" fmla="*/ 1984 w 2607"/>
                <a:gd name="T87" fmla="*/ 1992 h 2304"/>
                <a:gd name="T88" fmla="*/ 1997 w 2607"/>
                <a:gd name="T89" fmla="*/ 2001 h 2304"/>
                <a:gd name="T90" fmla="*/ 2069 w 2607"/>
                <a:gd name="T91" fmla="*/ 2192 h 2304"/>
                <a:gd name="T92" fmla="*/ 2200 w 2607"/>
                <a:gd name="T93" fmla="*/ 2286 h 2304"/>
                <a:gd name="T94" fmla="*/ 2250 w 2607"/>
                <a:gd name="T95" fmla="*/ 2242 h 2304"/>
                <a:gd name="T96" fmla="*/ 2248 w 2607"/>
                <a:gd name="T97" fmla="*/ 2078 h 2304"/>
                <a:gd name="T98" fmla="*/ 2120 w 2607"/>
                <a:gd name="T99" fmla="*/ 2100 h 2304"/>
                <a:gd name="T100" fmla="*/ 2243 w 2607"/>
                <a:gd name="T101" fmla="*/ 2033 h 2304"/>
                <a:gd name="T102" fmla="*/ 1546 w 2607"/>
                <a:gd name="T103" fmla="*/ 1701 h 2304"/>
                <a:gd name="T104" fmla="*/ 1586 w 2607"/>
                <a:gd name="T105" fmla="*/ 1725 h 2304"/>
                <a:gd name="T106" fmla="*/ 1110 w 2607"/>
                <a:gd name="T107" fmla="*/ 54 h 2304"/>
                <a:gd name="T108" fmla="*/ 1190 w 2607"/>
                <a:gd name="T109" fmla="*/ 73 h 2304"/>
                <a:gd name="T110" fmla="*/ 1207 w 2607"/>
                <a:gd name="T111" fmla="*/ 46 h 2304"/>
                <a:gd name="T112" fmla="*/ 1517 w 2607"/>
                <a:gd name="T113" fmla="*/ 35 h 2304"/>
                <a:gd name="T114" fmla="*/ 1517 w 2607"/>
                <a:gd name="T115" fmla="*/ 35 h 2304"/>
                <a:gd name="T116" fmla="*/ 1529 w 2607"/>
                <a:gd name="T117" fmla="*/ 223 h 2304"/>
                <a:gd name="T118" fmla="*/ 1710 w 2607"/>
                <a:gd name="T119" fmla="*/ 390 h 2304"/>
                <a:gd name="T120" fmla="*/ 25 w 2607"/>
                <a:gd name="T121" fmla="*/ 968 h 2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607" h="2304">
                  <a:moveTo>
                    <a:pt x="531" y="574"/>
                  </a:moveTo>
                  <a:cubicBezTo>
                    <a:pt x="539" y="566"/>
                    <a:pt x="554" y="559"/>
                    <a:pt x="554" y="548"/>
                  </a:cubicBezTo>
                  <a:cubicBezTo>
                    <a:pt x="554" y="537"/>
                    <a:pt x="558" y="534"/>
                    <a:pt x="564" y="526"/>
                  </a:cubicBezTo>
                  <a:cubicBezTo>
                    <a:pt x="570" y="518"/>
                    <a:pt x="582" y="507"/>
                    <a:pt x="593" y="503"/>
                  </a:cubicBezTo>
                  <a:cubicBezTo>
                    <a:pt x="604" y="499"/>
                    <a:pt x="603" y="487"/>
                    <a:pt x="594" y="482"/>
                  </a:cubicBezTo>
                  <a:cubicBezTo>
                    <a:pt x="585" y="477"/>
                    <a:pt x="593" y="454"/>
                    <a:pt x="593" y="439"/>
                  </a:cubicBezTo>
                  <a:cubicBezTo>
                    <a:pt x="593" y="424"/>
                    <a:pt x="605" y="433"/>
                    <a:pt x="607" y="422"/>
                  </a:cubicBezTo>
                  <a:cubicBezTo>
                    <a:pt x="609" y="411"/>
                    <a:pt x="613" y="409"/>
                    <a:pt x="623" y="404"/>
                  </a:cubicBezTo>
                  <a:cubicBezTo>
                    <a:pt x="633" y="399"/>
                    <a:pt x="637" y="398"/>
                    <a:pt x="638" y="388"/>
                  </a:cubicBezTo>
                  <a:cubicBezTo>
                    <a:pt x="639" y="378"/>
                    <a:pt x="642" y="374"/>
                    <a:pt x="649" y="381"/>
                  </a:cubicBezTo>
                  <a:cubicBezTo>
                    <a:pt x="656" y="388"/>
                    <a:pt x="650" y="392"/>
                    <a:pt x="657" y="397"/>
                  </a:cubicBezTo>
                  <a:cubicBezTo>
                    <a:pt x="664" y="402"/>
                    <a:pt x="657" y="411"/>
                    <a:pt x="663" y="414"/>
                  </a:cubicBezTo>
                  <a:cubicBezTo>
                    <a:pt x="669" y="417"/>
                    <a:pt x="664" y="418"/>
                    <a:pt x="673" y="429"/>
                  </a:cubicBezTo>
                  <a:cubicBezTo>
                    <a:pt x="682" y="440"/>
                    <a:pt x="682" y="429"/>
                    <a:pt x="694" y="428"/>
                  </a:cubicBezTo>
                  <a:cubicBezTo>
                    <a:pt x="706" y="427"/>
                    <a:pt x="696" y="420"/>
                    <a:pt x="695" y="411"/>
                  </a:cubicBezTo>
                  <a:cubicBezTo>
                    <a:pt x="694" y="402"/>
                    <a:pt x="689" y="401"/>
                    <a:pt x="681" y="396"/>
                  </a:cubicBezTo>
                  <a:cubicBezTo>
                    <a:pt x="673" y="391"/>
                    <a:pt x="679" y="383"/>
                    <a:pt x="688" y="383"/>
                  </a:cubicBezTo>
                  <a:cubicBezTo>
                    <a:pt x="697" y="383"/>
                    <a:pt x="689" y="374"/>
                    <a:pt x="684" y="373"/>
                  </a:cubicBezTo>
                  <a:cubicBezTo>
                    <a:pt x="679" y="372"/>
                    <a:pt x="680" y="365"/>
                    <a:pt x="690" y="364"/>
                  </a:cubicBezTo>
                  <a:cubicBezTo>
                    <a:pt x="700" y="363"/>
                    <a:pt x="698" y="358"/>
                    <a:pt x="704" y="367"/>
                  </a:cubicBezTo>
                  <a:cubicBezTo>
                    <a:pt x="710" y="376"/>
                    <a:pt x="711" y="365"/>
                    <a:pt x="722" y="365"/>
                  </a:cubicBezTo>
                  <a:cubicBezTo>
                    <a:pt x="733" y="365"/>
                    <a:pt x="729" y="377"/>
                    <a:pt x="736" y="374"/>
                  </a:cubicBezTo>
                  <a:cubicBezTo>
                    <a:pt x="743" y="371"/>
                    <a:pt x="741" y="354"/>
                    <a:pt x="737" y="350"/>
                  </a:cubicBezTo>
                  <a:cubicBezTo>
                    <a:pt x="733" y="346"/>
                    <a:pt x="736" y="345"/>
                    <a:pt x="736" y="333"/>
                  </a:cubicBezTo>
                  <a:cubicBezTo>
                    <a:pt x="736" y="321"/>
                    <a:pt x="743" y="332"/>
                    <a:pt x="743" y="326"/>
                  </a:cubicBezTo>
                  <a:cubicBezTo>
                    <a:pt x="743" y="320"/>
                    <a:pt x="746" y="309"/>
                    <a:pt x="753" y="309"/>
                  </a:cubicBezTo>
                  <a:cubicBezTo>
                    <a:pt x="760" y="309"/>
                    <a:pt x="767" y="307"/>
                    <a:pt x="764" y="300"/>
                  </a:cubicBezTo>
                  <a:cubicBezTo>
                    <a:pt x="761" y="293"/>
                    <a:pt x="765" y="294"/>
                    <a:pt x="773" y="291"/>
                  </a:cubicBezTo>
                  <a:cubicBezTo>
                    <a:pt x="781" y="288"/>
                    <a:pt x="783" y="277"/>
                    <a:pt x="782" y="271"/>
                  </a:cubicBezTo>
                  <a:cubicBezTo>
                    <a:pt x="781" y="265"/>
                    <a:pt x="785" y="257"/>
                    <a:pt x="798" y="256"/>
                  </a:cubicBezTo>
                  <a:cubicBezTo>
                    <a:pt x="811" y="255"/>
                    <a:pt x="807" y="239"/>
                    <a:pt x="810" y="238"/>
                  </a:cubicBezTo>
                  <a:cubicBezTo>
                    <a:pt x="813" y="237"/>
                    <a:pt x="817" y="241"/>
                    <a:pt x="817" y="249"/>
                  </a:cubicBezTo>
                  <a:cubicBezTo>
                    <a:pt x="817" y="257"/>
                    <a:pt x="816" y="258"/>
                    <a:pt x="829" y="258"/>
                  </a:cubicBezTo>
                  <a:cubicBezTo>
                    <a:pt x="842" y="258"/>
                    <a:pt x="836" y="255"/>
                    <a:pt x="837" y="247"/>
                  </a:cubicBezTo>
                  <a:cubicBezTo>
                    <a:pt x="838" y="239"/>
                    <a:pt x="844" y="242"/>
                    <a:pt x="845" y="227"/>
                  </a:cubicBezTo>
                  <a:cubicBezTo>
                    <a:pt x="846" y="212"/>
                    <a:pt x="853" y="218"/>
                    <a:pt x="862" y="218"/>
                  </a:cubicBezTo>
                  <a:cubicBezTo>
                    <a:pt x="871" y="218"/>
                    <a:pt x="872" y="226"/>
                    <a:pt x="882" y="227"/>
                  </a:cubicBezTo>
                  <a:cubicBezTo>
                    <a:pt x="892" y="228"/>
                    <a:pt x="891" y="224"/>
                    <a:pt x="893" y="215"/>
                  </a:cubicBezTo>
                  <a:cubicBezTo>
                    <a:pt x="895" y="206"/>
                    <a:pt x="895" y="202"/>
                    <a:pt x="900" y="202"/>
                  </a:cubicBezTo>
                  <a:cubicBezTo>
                    <a:pt x="905" y="202"/>
                    <a:pt x="910" y="204"/>
                    <a:pt x="913" y="213"/>
                  </a:cubicBezTo>
                  <a:cubicBezTo>
                    <a:pt x="916" y="222"/>
                    <a:pt x="918" y="222"/>
                    <a:pt x="933" y="226"/>
                  </a:cubicBezTo>
                  <a:cubicBezTo>
                    <a:pt x="948" y="230"/>
                    <a:pt x="963" y="254"/>
                    <a:pt x="977" y="260"/>
                  </a:cubicBezTo>
                  <a:cubicBezTo>
                    <a:pt x="991" y="266"/>
                    <a:pt x="978" y="273"/>
                    <a:pt x="979" y="283"/>
                  </a:cubicBezTo>
                  <a:cubicBezTo>
                    <a:pt x="980" y="293"/>
                    <a:pt x="994" y="289"/>
                    <a:pt x="996" y="281"/>
                  </a:cubicBezTo>
                  <a:cubicBezTo>
                    <a:pt x="998" y="273"/>
                    <a:pt x="998" y="272"/>
                    <a:pt x="1012" y="272"/>
                  </a:cubicBezTo>
                  <a:cubicBezTo>
                    <a:pt x="1026" y="272"/>
                    <a:pt x="1021" y="279"/>
                    <a:pt x="1028" y="280"/>
                  </a:cubicBezTo>
                  <a:cubicBezTo>
                    <a:pt x="1035" y="281"/>
                    <a:pt x="1051" y="280"/>
                    <a:pt x="1057" y="288"/>
                  </a:cubicBezTo>
                  <a:cubicBezTo>
                    <a:pt x="1063" y="296"/>
                    <a:pt x="1073" y="291"/>
                    <a:pt x="1072" y="279"/>
                  </a:cubicBezTo>
                  <a:cubicBezTo>
                    <a:pt x="1071" y="267"/>
                    <a:pt x="1066" y="268"/>
                    <a:pt x="1058" y="257"/>
                  </a:cubicBezTo>
                  <a:cubicBezTo>
                    <a:pt x="1050" y="246"/>
                    <a:pt x="1056" y="234"/>
                    <a:pt x="1069" y="229"/>
                  </a:cubicBezTo>
                  <a:cubicBezTo>
                    <a:pt x="1082" y="224"/>
                    <a:pt x="1081" y="226"/>
                    <a:pt x="1079" y="212"/>
                  </a:cubicBezTo>
                  <a:cubicBezTo>
                    <a:pt x="1077" y="198"/>
                    <a:pt x="1088" y="199"/>
                    <a:pt x="1097" y="190"/>
                  </a:cubicBezTo>
                  <a:cubicBezTo>
                    <a:pt x="1106" y="181"/>
                    <a:pt x="1106" y="175"/>
                    <a:pt x="1104" y="164"/>
                  </a:cubicBezTo>
                  <a:cubicBezTo>
                    <a:pt x="1102" y="153"/>
                    <a:pt x="1115" y="145"/>
                    <a:pt x="1124" y="137"/>
                  </a:cubicBezTo>
                  <a:cubicBezTo>
                    <a:pt x="1133" y="129"/>
                    <a:pt x="1132" y="125"/>
                    <a:pt x="1148" y="121"/>
                  </a:cubicBezTo>
                  <a:cubicBezTo>
                    <a:pt x="1164" y="117"/>
                    <a:pt x="1170" y="118"/>
                    <a:pt x="1175" y="110"/>
                  </a:cubicBezTo>
                  <a:cubicBezTo>
                    <a:pt x="1180" y="102"/>
                    <a:pt x="1189" y="100"/>
                    <a:pt x="1194" y="106"/>
                  </a:cubicBezTo>
                  <a:cubicBezTo>
                    <a:pt x="1199" y="112"/>
                    <a:pt x="1204" y="112"/>
                    <a:pt x="1228" y="109"/>
                  </a:cubicBezTo>
                  <a:cubicBezTo>
                    <a:pt x="1252" y="106"/>
                    <a:pt x="1254" y="93"/>
                    <a:pt x="1257" y="85"/>
                  </a:cubicBezTo>
                  <a:cubicBezTo>
                    <a:pt x="1260" y="77"/>
                    <a:pt x="1271" y="66"/>
                    <a:pt x="1278" y="56"/>
                  </a:cubicBezTo>
                  <a:cubicBezTo>
                    <a:pt x="1285" y="46"/>
                    <a:pt x="1291" y="52"/>
                    <a:pt x="1308" y="63"/>
                  </a:cubicBezTo>
                  <a:cubicBezTo>
                    <a:pt x="1325" y="74"/>
                    <a:pt x="1322" y="66"/>
                    <a:pt x="1340" y="74"/>
                  </a:cubicBezTo>
                  <a:cubicBezTo>
                    <a:pt x="1358" y="82"/>
                    <a:pt x="1374" y="85"/>
                    <a:pt x="1384" y="89"/>
                  </a:cubicBezTo>
                  <a:cubicBezTo>
                    <a:pt x="1394" y="93"/>
                    <a:pt x="1416" y="97"/>
                    <a:pt x="1432" y="96"/>
                  </a:cubicBezTo>
                  <a:cubicBezTo>
                    <a:pt x="1448" y="95"/>
                    <a:pt x="1459" y="86"/>
                    <a:pt x="1462" y="80"/>
                  </a:cubicBezTo>
                  <a:cubicBezTo>
                    <a:pt x="1465" y="74"/>
                    <a:pt x="1473" y="82"/>
                    <a:pt x="1469" y="90"/>
                  </a:cubicBezTo>
                  <a:cubicBezTo>
                    <a:pt x="1465" y="98"/>
                    <a:pt x="1472" y="102"/>
                    <a:pt x="1472" y="102"/>
                  </a:cubicBezTo>
                  <a:cubicBezTo>
                    <a:pt x="1472" y="102"/>
                    <a:pt x="1479" y="106"/>
                    <a:pt x="1480" y="115"/>
                  </a:cubicBezTo>
                  <a:cubicBezTo>
                    <a:pt x="1481" y="124"/>
                    <a:pt x="1496" y="119"/>
                    <a:pt x="1496" y="109"/>
                  </a:cubicBezTo>
                  <a:cubicBezTo>
                    <a:pt x="1496" y="99"/>
                    <a:pt x="1500" y="98"/>
                    <a:pt x="1501" y="89"/>
                  </a:cubicBezTo>
                  <a:cubicBezTo>
                    <a:pt x="1502" y="80"/>
                    <a:pt x="1517" y="88"/>
                    <a:pt x="1519" y="95"/>
                  </a:cubicBezTo>
                  <a:cubicBezTo>
                    <a:pt x="1521" y="102"/>
                    <a:pt x="1533" y="96"/>
                    <a:pt x="1536" y="105"/>
                  </a:cubicBezTo>
                  <a:cubicBezTo>
                    <a:pt x="1539" y="114"/>
                    <a:pt x="1548" y="125"/>
                    <a:pt x="1533" y="131"/>
                  </a:cubicBezTo>
                  <a:cubicBezTo>
                    <a:pt x="1518" y="137"/>
                    <a:pt x="1525" y="138"/>
                    <a:pt x="1521" y="158"/>
                  </a:cubicBezTo>
                  <a:cubicBezTo>
                    <a:pt x="1517" y="178"/>
                    <a:pt x="1520" y="170"/>
                    <a:pt x="1507" y="178"/>
                  </a:cubicBezTo>
                  <a:cubicBezTo>
                    <a:pt x="1494" y="186"/>
                    <a:pt x="1496" y="166"/>
                    <a:pt x="1488" y="172"/>
                  </a:cubicBezTo>
                  <a:cubicBezTo>
                    <a:pt x="1480" y="178"/>
                    <a:pt x="1481" y="175"/>
                    <a:pt x="1475" y="190"/>
                  </a:cubicBezTo>
                  <a:cubicBezTo>
                    <a:pt x="1469" y="205"/>
                    <a:pt x="1492" y="195"/>
                    <a:pt x="1495" y="207"/>
                  </a:cubicBezTo>
                  <a:cubicBezTo>
                    <a:pt x="1498" y="219"/>
                    <a:pt x="1485" y="216"/>
                    <a:pt x="1480" y="223"/>
                  </a:cubicBezTo>
                  <a:cubicBezTo>
                    <a:pt x="1475" y="230"/>
                    <a:pt x="1472" y="227"/>
                    <a:pt x="1468" y="241"/>
                  </a:cubicBezTo>
                  <a:cubicBezTo>
                    <a:pt x="1464" y="255"/>
                    <a:pt x="1462" y="258"/>
                    <a:pt x="1451" y="266"/>
                  </a:cubicBezTo>
                  <a:cubicBezTo>
                    <a:pt x="1440" y="274"/>
                    <a:pt x="1461" y="291"/>
                    <a:pt x="1483" y="300"/>
                  </a:cubicBezTo>
                  <a:cubicBezTo>
                    <a:pt x="1505" y="309"/>
                    <a:pt x="1505" y="320"/>
                    <a:pt x="1519" y="335"/>
                  </a:cubicBezTo>
                  <a:cubicBezTo>
                    <a:pt x="1533" y="350"/>
                    <a:pt x="1532" y="347"/>
                    <a:pt x="1537" y="333"/>
                  </a:cubicBezTo>
                  <a:cubicBezTo>
                    <a:pt x="1542" y="319"/>
                    <a:pt x="1547" y="320"/>
                    <a:pt x="1553" y="333"/>
                  </a:cubicBezTo>
                  <a:cubicBezTo>
                    <a:pt x="1559" y="346"/>
                    <a:pt x="1550" y="350"/>
                    <a:pt x="1574" y="356"/>
                  </a:cubicBezTo>
                  <a:cubicBezTo>
                    <a:pt x="1598" y="362"/>
                    <a:pt x="1598" y="362"/>
                    <a:pt x="1609" y="384"/>
                  </a:cubicBezTo>
                  <a:cubicBezTo>
                    <a:pt x="1620" y="406"/>
                    <a:pt x="1639" y="403"/>
                    <a:pt x="1655" y="404"/>
                  </a:cubicBezTo>
                  <a:cubicBezTo>
                    <a:pt x="1671" y="405"/>
                    <a:pt x="1674" y="411"/>
                    <a:pt x="1678" y="426"/>
                  </a:cubicBezTo>
                  <a:cubicBezTo>
                    <a:pt x="1682" y="441"/>
                    <a:pt x="1705" y="449"/>
                    <a:pt x="1720" y="461"/>
                  </a:cubicBezTo>
                  <a:cubicBezTo>
                    <a:pt x="1735" y="473"/>
                    <a:pt x="1749" y="464"/>
                    <a:pt x="1776" y="455"/>
                  </a:cubicBezTo>
                  <a:cubicBezTo>
                    <a:pt x="1803" y="446"/>
                    <a:pt x="1792" y="437"/>
                    <a:pt x="1792" y="420"/>
                  </a:cubicBezTo>
                  <a:cubicBezTo>
                    <a:pt x="1792" y="403"/>
                    <a:pt x="1805" y="403"/>
                    <a:pt x="1810" y="383"/>
                  </a:cubicBezTo>
                  <a:cubicBezTo>
                    <a:pt x="1815" y="363"/>
                    <a:pt x="1817" y="362"/>
                    <a:pt x="1818" y="344"/>
                  </a:cubicBezTo>
                  <a:cubicBezTo>
                    <a:pt x="1819" y="326"/>
                    <a:pt x="1825" y="335"/>
                    <a:pt x="1825" y="318"/>
                  </a:cubicBezTo>
                  <a:cubicBezTo>
                    <a:pt x="1825" y="301"/>
                    <a:pt x="1828" y="300"/>
                    <a:pt x="1834" y="295"/>
                  </a:cubicBezTo>
                  <a:cubicBezTo>
                    <a:pt x="1840" y="290"/>
                    <a:pt x="1835" y="282"/>
                    <a:pt x="1830" y="273"/>
                  </a:cubicBezTo>
                  <a:cubicBezTo>
                    <a:pt x="1825" y="264"/>
                    <a:pt x="1829" y="255"/>
                    <a:pt x="1834" y="243"/>
                  </a:cubicBezTo>
                  <a:cubicBezTo>
                    <a:pt x="1839" y="231"/>
                    <a:pt x="1832" y="227"/>
                    <a:pt x="1826" y="219"/>
                  </a:cubicBezTo>
                  <a:cubicBezTo>
                    <a:pt x="1820" y="211"/>
                    <a:pt x="1825" y="199"/>
                    <a:pt x="1829" y="195"/>
                  </a:cubicBezTo>
                  <a:cubicBezTo>
                    <a:pt x="1833" y="191"/>
                    <a:pt x="1835" y="178"/>
                    <a:pt x="1832" y="169"/>
                  </a:cubicBezTo>
                  <a:cubicBezTo>
                    <a:pt x="1829" y="160"/>
                    <a:pt x="1837" y="158"/>
                    <a:pt x="1842" y="152"/>
                  </a:cubicBezTo>
                  <a:cubicBezTo>
                    <a:pt x="1847" y="146"/>
                    <a:pt x="1845" y="137"/>
                    <a:pt x="1840" y="136"/>
                  </a:cubicBezTo>
                  <a:cubicBezTo>
                    <a:pt x="1835" y="135"/>
                    <a:pt x="1837" y="125"/>
                    <a:pt x="1838" y="117"/>
                  </a:cubicBezTo>
                  <a:cubicBezTo>
                    <a:pt x="1839" y="109"/>
                    <a:pt x="1841" y="97"/>
                    <a:pt x="1854" y="92"/>
                  </a:cubicBezTo>
                  <a:cubicBezTo>
                    <a:pt x="1867" y="87"/>
                    <a:pt x="1851" y="70"/>
                    <a:pt x="1861" y="61"/>
                  </a:cubicBezTo>
                  <a:cubicBezTo>
                    <a:pt x="1871" y="52"/>
                    <a:pt x="1868" y="50"/>
                    <a:pt x="1868" y="37"/>
                  </a:cubicBezTo>
                  <a:cubicBezTo>
                    <a:pt x="1868" y="24"/>
                    <a:pt x="1882" y="22"/>
                    <a:pt x="1888" y="11"/>
                  </a:cubicBezTo>
                  <a:cubicBezTo>
                    <a:pt x="1894" y="0"/>
                    <a:pt x="1901" y="20"/>
                    <a:pt x="1911" y="31"/>
                  </a:cubicBezTo>
                  <a:cubicBezTo>
                    <a:pt x="1921" y="42"/>
                    <a:pt x="1918" y="42"/>
                    <a:pt x="1918" y="61"/>
                  </a:cubicBezTo>
                  <a:cubicBezTo>
                    <a:pt x="1918" y="80"/>
                    <a:pt x="1921" y="77"/>
                    <a:pt x="1928" y="80"/>
                  </a:cubicBezTo>
                  <a:cubicBezTo>
                    <a:pt x="1935" y="83"/>
                    <a:pt x="1937" y="94"/>
                    <a:pt x="1934" y="106"/>
                  </a:cubicBezTo>
                  <a:cubicBezTo>
                    <a:pt x="1931" y="118"/>
                    <a:pt x="1937" y="122"/>
                    <a:pt x="1951" y="140"/>
                  </a:cubicBezTo>
                  <a:cubicBezTo>
                    <a:pt x="1965" y="158"/>
                    <a:pt x="1957" y="156"/>
                    <a:pt x="1960" y="176"/>
                  </a:cubicBezTo>
                  <a:cubicBezTo>
                    <a:pt x="1963" y="196"/>
                    <a:pt x="1953" y="208"/>
                    <a:pt x="1959" y="213"/>
                  </a:cubicBezTo>
                  <a:cubicBezTo>
                    <a:pt x="1965" y="218"/>
                    <a:pt x="1969" y="233"/>
                    <a:pt x="1972" y="245"/>
                  </a:cubicBezTo>
                  <a:cubicBezTo>
                    <a:pt x="1975" y="257"/>
                    <a:pt x="1982" y="251"/>
                    <a:pt x="1994" y="248"/>
                  </a:cubicBezTo>
                  <a:cubicBezTo>
                    <a:pt x="2006" y="245"/>
                    <a:pt x="2007" y="246"/>
                    <a:pt x="2008" y="240"/>
                  </a:cubicBezTo>
                  <a:cubicBezTo>
                    <a:pt x="2009" y="234"/>
                    <a:pt x="2025" y="234"/>
                    <a:pt x="2028" y="247"/>
                  </a:cubicBezTo>
                  <a:cubicBezTo>
                    <a:pt x="2031" y="260"/>
                    <a:pt x="2054" y="271"/>
                    <a:pt x="2063" y="282"/>
                  </a:cubicBezTo>
                  <a:cubicBezTo>
                    <a:pt x="2072" y="293"/>
                    <a:pt x="2077" y="297"/>
                    <a:pt x="2075" y="318"/>
                  </a:cubicBezTo>
                  <a:cubicBezTo>
                    <a:pt x="2073" y="339"/>
                    <a:pt x="2080" y="352"/>
                    <a:pt x="2080" y="374"/>
                  </a:cubicBezTo>
                  <a:cubicBezTo>
                    <a:pt x="2080" y="396"/>
                    <a:pt x="2090" y="397"/>
                    <a:pt x="2100" y="407"/>
                  </a:cubicBezTo>
                  <a:cubicBezTo>
                    <a:pt x="2110" y="417"/>
                    <a:pt x="2106" y="418"/>
                    <a:pt x="2117" y="431"/>
                  </a:cubicBezTo>
                  <a:cubicBezTo>
                    <a:pt x="2128" y="444"/>
                    <a:pt x="2124" y="432"/>
                    <a:pt x="2132" y="454"/>
                  </a:cubicBezTo>
                  <a:cubicBezTo>
                    <a:pt x="2140" y="476"/>
                    <a:pt x="2124" y="455"/>
                    <a:pt x="2119" y="473"/>
                  </a:cubicBezTo>
                  <a:cubicBezTo>
                    <a:pt x="2114" y="491"/>
                    <a:pt x="2122" y="501"/>
                    <a:pt x="2132" y="505"/>
                  </a:cubicBezTo>
                  <a:cubicBezTo>
                    <a:pt x="2142" y="509"/>
                    <a:pt x="2138" y="514"/>
                    <a:pt x="2141" y="538"/>
                  </a:cubicBezTo>
                  <a:cubicBezTo>
                    <a:pt x="2144" y="562"/>
                    <a:pt x="2146" y="556"/>
                    <a:pt x="2163" y="560"/>
                  </a:cubicBezTo>
                  <a:cubicBezTo>
                    <a:pt x="2180" y="564"/>
                    <a:pt x="2184" y="579"/>
                    <a:pt x="2197" y="578"/>
                  </a:cubicBezTo>
                  <a:cubicBezTo>
                    <a:pt x="2210" y="577"/>
                    <a:pt x="2217" y="585"/>
                    <a:pt x="2227" y="596"/>
                  </a:cubicBezTo>
                  <a:cubicBezTo>
                    <a:pt x="2237" y="607"/>
                    <a:pt x="2250" y="621"/>
                    <a:pt x="2271" y="625"/>
                  </a:cubicBezTo>
                  <a:cubicBezTo>
                    <a:pt x="2292" y="629"/>
                    <a:pt x="2294" y="628"/>
                    <a:pt x="2302" y="638"/>
                  </a:cubicBezTo>
                  <a:cubicBezTo>
                    <a:pt x="2310" y="648"/>
                    <a:pt x="2302" y="652"/>
                    <a:pt x="2295" y="659"/>
                  </a:cubicBezTo>
                  <a:cubicBezTo>
                    <a:pt x="2288" y="666"/>
                    <a:pt x="2297" y="672"/>
                    <a:pt x="2307" y="676"/>
                  </a:cubicBezTo>
                  <a:cubicBezTo>
                    <a:pt x="2317" y="680"/>
                    <a:pt x="2315" y="686"/>
                    <a:pt x="2324" y="696"/>
                  </a:cubicBezTo>
                  <a:cubicBezTo>
                    <a:pt x="2333" y="706"/>
                    <a:pt x="2334" y="716"/>
                    <a:pt x="2338" y="734"/>
                  </a:cubicBezTo>
                  <a:cubicBezTo>
                    <a:pt x="2342" y="752"/>
                    <a:pt x="2336" y="769"/>
                    <a:pt x="2349" y="778"/>
                  </a:cubicBezTo>
                  <a:cubicBezTo>
                    <a:pt x="2362" y="787"/>
                    <a:pt x="2366" y="784"/>
                    <a:pt x="2366" y="775"/>
                  </a:cubicBezTo>
                  <a:cubicBezTo>
                    <a:pt x="2366" y="766"/>
                    <a:pt x="2374" y="763"/>
                    <a:pt x="2381" y="770"/>
                  </a:cubicBezTo>
                  <a:cubicBezTo>
                    <a:pt x="2388" y="777"/>
                    <a:pt x="2388" y="781"/>
                    <a:pt x="2401" y="779"/>
                  </a:cubicBezTo>
                  <a:cubicBezTo>
                    <a:pt x="2414" y="777"/>
                    <a:pt x="2425" y="784"/>
                    <a:pt x="2429" y="793"/>
                  </a:cubicBezTo>
                  <a:cubicBezTo>
                    <a:pt x="2433" y="802"/>
                    <a:pt x="2423" y="814"/>
                    <a:pt x="2422" y="825"/>
                  </a:cubicBezTo>
                  <a:cubicBezTo>
                    <a:pt x="2421" y="836"/>
                    <a:pt x="2422" y="848"/>
                    <a:pt x="2435" y="854"/>
                  </a:cubicBezTo>
                  <a:cubicBezTo>
                    <a:pt x="2448" y="860"/>
                    <a:pt x="2454" y="857"/>
                    <a:pt x="2454" y="869"/>
                  </a:cubicBezTo>
                  <a:cubicBezTo>
                    <a:pt x="2454" y="881"/>
                    <a:pt x="2461" y="887"/>
                    <a:pt x="2476" y="886"/>
                  </a:cubicBezTo>
                  <a:cubicBezTo>
                    <a:pt x="2491" y="885"/>
                    <a:pt x="2501" y="894"/>
                    <a:pt x="2504" y="912"/>
                  </a:cubicBezTo>
                  <a:cubicBezTo>
                    <a:pt x="2507" y="930"/>
                    <a:pt x="2508" y="932"/>
                    <a:pt x="2525" y="933"/>
                  </a:cubicBezTo>
                  <a:cubicBezTo>
                    <a:pt x="2542" y="934"/>
                    <a:pt x="2539" y="962"/>
                    <a:pt x="2553" y="977"/>
                  </a:cubicBezTo>
                  <a:cubicBezTo>
                    <a:pt x="2567" y="992"/>
                    <a:pt x="2561" y="969"/>
                    <a:pt x="2567" y="965"/>
                  </a:cubicBezTo>
                  <a:cubicBezTo>
                    <a:pt x="2573" y="961"/>
                    <a:pt x="2576" y="959"/>
                    <a:pt x="2576" y="946"/>
                  </a:cubicBezTo>
                  <a:cubicBezTo>
                    <a:pt x="2576" y="933"/>
                    <a:pt x="2589" y="937"/>
                    <a:pt x="2589" y="950"/>
                  </a:cubicBezTo>
                  <a:cubicBezTo>
                    <a:pt x="2589" y="963"/>
                    <a:pt x="2593" y="967"/>
                    <a:pt x="2584" y="980"/>
                  </a:cubicBezTo>
                  <a:cubicBezTo>
                    <a:pt x="2575" y="993"/>
                    <a:pt x="2576" y="998"/>
                    <a:pt x="2579" y="1012"/>
                  </a:cubicBezTo>
                  <a:cubicBezTo>
                    <a:pt x="2582" y="1026"/>
                    <a:pt x="2578" y="1019"/>
                    <a:pt x="2571" y="1031"/>
                  </a:cubicBezTo>
                  <a:cubicBezTo>
                    <a:pt x="2564" y="1043"/>
                    <a:pt x="2578" y="1056"/>
                    <a:pt x="2574" y="1076"/>
                  </a:cubicBezTo>
                  <a:cubicBezTo>
                    <a:pt x="2570" y="1096"/>
                    <a:pt x="2570" y="1115"/>
                    <a:pt x="2583" y="1127"/>
                  </a:cubicBezTo>
                  <a:cubicBezTo>
                    <a:pt x="2596" y="1139"/>
                    <a:pt x="2585" y="1145"/>
                    <a:pt x="2596" y="1159"/>
                  </a:cubicBezTo>
                  <a:cubicBezTo>
                    <a:pt x="2607" y="1173"/>
                    <a:pt x="2602" y="1174"/>
                    <a:pt x="2603" y="1192"/>
                  </a:cubicBezTo>
                  <a:cubicBezTo>
                    <a:pt x="2604" y="1210"/>
                    <a:pt x="2607" y="1217"/>
                    <a:pt x="2595" y="1228"/>
                  </a:cubicBezTo>
                  <a:cubicBezTo>
                    <a:pt x="2583" y="1239"/>
                    <a:pt x="2588" y="1242"/>
                    <a:pt x="2588" y="1261"/>
                  </a:cubicBezTo>
                  <a:cubicBezTo>
                    <a:pt x="2588" y="1280"/>
                    <a:pt x="2582" y="1290"/>
                    <a:pt x="2573" y="1315"/>
                  </a:cubicBezTo>
                  <a:cubicBezTo>
                    <a:pt x="2564" y="1340"/>
                    <a:pt x="2572" y="1342"/>
                    <a:pt x="2571" y="1371"/>
                  </a:cubicBezTo>
                  <a:cubicBezTo>
                    <a:pt x="2570" y="1400"/>
                    <a:pt x="2562" y="1388"/>
                    <a:pt x="2560" y="1409"/>
                  </a:cubicBezTo>
                  <a:cubicBezTo>
                    <a:pt x="2558" y="1430"/>
                    <a:pt x="2558" y="1428"/>
                    <a:pt x="2546" y="1435"/>
                  </a:cubicBezTo>
                  <a:cubicBezTo>
                    <a:pt x="2534" y="1442"/>
                    <a:pt x="2535" y="1453"/>
                    <a:pt x="2535" y="1473"/>
                  </a:cubicBezTo>
                  <a:cubicBezTo>
                    <a:pt x="2535" y="1493"/>
                    <a:pt x="2512" y="1489"/>
                    <a:pt x="2498" y="1494"/>
                  </a:cubicBezTo>
                  <a:cubicBezTo>
                    <a:pt x="2484" y="1499"/>
                    <a:pt x="2472" y="1540"/>
                    <a:pt x="2464" y="1561"/>
                  </a:cubicBezTo>
                  <a:cubicBezTo>
                    <a:pt x="2456" y="1582"/>
                    <a:pt x="2452" y="1578"/>
                    <a:pt x="2440" y="1599"/>
                  </a:cubicBezTo>
                  <a:cubicBezTo>
                    <a:pt x="2428" y="1620"/>
                    <a:pt x="2429" y="1629"/>
                    <a:pt x="2428" y="1656"/>
                  </a:cubicBezTo>
                  <a:cubicBezTo>
                    <a:pt x="2427" y="1683"/>
                    <a:pt x="2408" y="1675"/>
                    <a:pt x="2400" y="1690"/>
                  </a:cubicBezTo>
                  <a:cubicBezTo>
                    <a:pt x="2392" y="1705"/>
                    <a:pt x="2392" y="1713"/>
                    <a:pt x="2391" y="1727"/>
                  </a:cubicBezTo>
                  <a:cubicBezTo>
                    <a:pt x="2390" y="1741"/>
                    <a:pt x="2389" y="1738"/>
                    <a:pt x="2380" y="1754"/>
                  </a:cubicBezTo>
                  <a:cubicBezTo>
                    <a:pt x="2371" y="1770"/>
                    <a:pt x="2375" y="1803"/>
                    <a:pt x="2375" y="1830"/>
                  </a:cubicBezTo>
                  <a:cubicBezTo>
                    <a:pt x="2375" y="1857"/>
                    <a:pt x="2359" y="1846"/>
                    <a:pt x="2355" y="1852"/>
                  </a:cubicBezTo>
                  <a:cubicBezTo>
                    <a:pt x="2351" y="1858"/>
                    <a:pt x="2325" y="1860"/>
                    <a:pt x="2297" y="1857"/>
                  </a:cubicBezTo>
                  <a:cubicBezTo>
                    <a:pt x="2269" y="1854"/>
                    <a:pt x="2233" y="1874"/>
                    <a:pt x="2220" y="1881"/>
                  </a:cubicBezTo>
                  <a:cubicBezTo>
                    <a:pt x="2207" y="1888"/>
                    <a:pt x="2202" y="1893"/>
                    <a:pt x="2194" y="1911"/>
                  </a:cubicBezTo>
                  <a:cubicBezTo>
                    <a:pt x="2186" y="1929"/>
                    <a:pt x="2172" y="1927"/>
                    <a:pt x="2157" y="1926"/>
                  </a:cubicBezTo>
                  <a:cubicBezTo>
                    <a:pt x="2142" y="1925"/>
                    <a:pt x="2150" y="1936"/>
                    <a:pt x="2149" y="1950"/>
                  </a:cubicBezTo>
                  <a:cubicBezTo>
                    <a:pt x="2148" y="1964"/>
                    <a:pt x="2141" y="1969"/>
                    <a:pt x="2136" y="1955"/>
                  </a:cubicBezTo>
                  <a:cubicBezTo>
                    <a:pt x="2131" y="1941"/>
                    <a:pt x="2127" y="1945"/>
                    <a:pt x="2118" y="1938"/>
                  </a:cubicBezTo>
                  <a:cubicBezTo>
                    <a:pt x="2109" y="1931"/>
                    <a:pt x="2091" y="1922"/>
                    <a:pt x="2083" y="1916"/>
                  </a:cubicBezTo>
                  <a:cubicBezTo>
                    <a:pt x="2075" y="1910"/>
                    <a:pt x="2085" y="1904"/>
                    <a:pt x="2082" y="1895"/>
                  </a:cubicBezTo>
                  <a:cubicBezTo>
                    <a:pt x="2079" y="1886"/>
                    <a:pt x="2073" y="1890"/>
                    <a:pt x="2070" y="1898"/>
                  </a:cubicBezTo>
                  <a:cubicBezTo>
                    <a:pt x="2067" y="1906"/>
                    <a:pt x="2065" y="1907"/>
                    <a:pt x="2059" y="1910"/>
                  </a:cubicBezTo>
                  <a:cubicBezTo>
                    <a:pt x="2053" y="1913"/>
                    <a:pt x="2051" y="1909"/>
                    <a:pt x="2046" y="1903"/>
                  </a:cubicBezTo>
                  <a:cubicBezTo>
                    <a:pt x="2041" y="1897"/>
                    <a:pt x="2053" y="1892"/>
                    <a:pt x="2055" y="1880"/>
                  </a:cubicBezTo>
                  <a:cubicBezTo>
                    <a:pt x="2057" y="1868"/>
                    <a:pt x="2051" y="1874"/>
                    <a:pt x="2038" y="1874"/>
                  </a:cubicBezTo>
                  <a:cubicBezTo>
                    <a:pt x="2025" y="1874"/>
                    <a:pt x="2027" y="1878"/>
                    <a:pt x="2024" y="1892"/>
                  </a:cubicBezTo>
                  <a:cubicBezTo>
                    <a:pt x="2021" y="1906"/>
                    <a:pt x="2012" y="1907"/>
                    <a:pt x="2006" y="1911"/>
                  </a:cubicBezTo>
                  <a:cubicBezTo>
                    <a:pt x="2000" y="1915"/>
                    <a:pt x="1984" y="1918"/>
                    <a:pt x="1975" y="1933"/>
                  </a:cubicBezTo>
                  <a:cubicBezTo>
                    <a:pt x="1966" y="1948"/>
                    <a:pt x="1954" y="1938"/>
                    <a:pt x="1941" y="1926"/>
                  </a:cubicBezTo>
                  <a:cubicBezTo>
                    <a:pt x="1928" y="1914"/>
                    <a:pt x="1921" y="1907"/>
                    <a:pt x="1907" y="1907"/>
                  </a:cubicBezTo>
                  <a:cubicBezTo>
                    <a:pt x="1893" y="1907"/>
                    <a:pt x="1884" y="1907"/>
                    <a:pt x="1871" y="1902"/>
                  </a:cubicBezTo>
                  <a:cubicBezTo>
                    <a:pt x="1858" y="1897"/>
                    <a:pt x="1848" y="1892"/>
                    <a:pt x="1838" y="1898"/>
                  </a:cubicBezTo>
                  <a:cubicBezTo>
                    <a:pt x="1828" y="1904"/>
                    <a:pt x="1834" y="1908"/>
                    <a:pt x="1824" y="1899"/>
                  </a:cubicBezTo>
                  <a:cubicBezTo>
                    <a:pt x="1814" y="1890"/>
                    <a:pt x="1796" y="1883"/>
                    <a:pt x="1782" y="1878"/>
                  </a:cubicBezTo>
                  <a:cubicBezTo>
                    <a:pt x="1768" y="1873"/>
                    <a:pt x="1757" y="1875"/>
                    <a:pt x="1751" y="1863"/>
                  </a:cubicBezTo>
                  <a:cubicBezTo>
                    <a:pt x="1745" y="1851"/>
                    <a:pt x="1743" y="1848"/>
                    <a:pt x="1730" y="1839"/>
                  </a:cubicBezTo>
                  <a:cubicBezTo>
                    <a:pt x="1717" y="1830"/>
                    <a:pt x="1717" y="1818"/>
                    <a:pt x="1713" y="1798"/>
                  </a:cubicBezTo>
                  <a:cubicBezTo>
                    <a:pt x="1709" y="1778"/>
                    <a:pt x="1722" y="1791"/>
                    <a:pt x="1723" y="1775"/>
                  </a:cubicBezTo>
                  <a:cubicBezTo>
                    <a:pt x="1724" y="1759"/>
                    <a:pt x="1716" y="1761"/>
                    <a:pt x="1711" y="1748"/>
                  </a:cubicBezTo>
                  <a:cubicBezTo>
                    <a:pt x="1706" y="1735"/>
                    <a:pt x="1706" y="1729"/>
                    <a:pt x="1691" y="1725"/>
                  </a:cubicBezTo>
                  <a:cubicBezTo>
                    <a:pt x="1676" y="1721"/>
                    <a:pt x="1681" y="1715"/>
                    <a:pt x="1671" y="1702"/>
                  </a:cubicBezTo>
                  <a:cubicBezTo>
                    <a:pt x="1661" y="1689"/>
                    <a:pt x="1659" y="1699"/>
                    <a:pt x="1639" y="1702"/>
                  </a:cubicBezTo>
                  <a:cubicBezTo>
                    <a:pt x="1619" y="1705"/>
                    <a:pt x="1616" y="1702"/>
                    <a:pt x="1621" y="1694"/>
                  </a:cubicBezTo>
                  <a:cubicBezTo>
                    <a:pt x="1626" y="1686"/>
                    <a:pt x="1629" y="1680"/>
                    <a:pt x="1626" y="1671"/>
                  </a:cubicBezTo>
                  <a:cubicBezTo>
                    <a:pt x="1623" y="1662"/>
                    <a:pt x="1632" y="1663"/>
                    <a:pt x="1634" y="1648"/>
                  </a:cubicBezTo>
                  <a:cubicBezTo>
                    <a:pt x="1636" y="1633"/>
                    <a:pt x="1632" y="1633"/>
                    <a:pt x="1623" y="1620"/>
                  </a:cubicBezTo>
                  <a:cubicBezTo>
                    <a:pt x="1614" y="1607"/>
                    <a:pt x="1625" y="1613"/>
                    <a:pt x="1608" y="1613"/>
                  </a:cubicBezTo>
                  <a:cubicBezTo>
                    <a:pt x="1591" y="1613"/>
                    <a:pt x="1603" y="1624"/>
                    <a:pt x="1603" y="1642"/>
                  </a:cubicBezTo>
                  <a:cubicBezTo>
                    <a:pt x="1603" y="1660"/>
                    <a:pt x="1598" y="1647"/>
                    <a:pt x="1593" y="1665"/>
                  </a:cubicBezTo>
                  <a:cubicBezTo>
                    <a:pt x="1588" y="1683"/>
                    <a:pt x="1557" y="1658"/>
                    <a:pt x="1552" y="1669"/>
                  </a:cubicBezTo>
                  <a:cubicBezTo>
                    <a:pt x="1547" y="1680"/>
                    <a:pt x="1543" y="1679"/>
                    <a:pt x="1533" y="1677"/>
                  </a:cubicBezTo>
                  <a:cubicBezTo>
                    <a:pt x="1523" y="1675"/>
                    <a:pt x="1524" y="1669"/>
                    <a:pt x="1535" y="1667"/>
                  </a:cubicBezTo>
                  <a:cubicBezTo>
                    <a:pt x="1546" y="1665"/>
                    <a:pt x="1535" y="1667"/>
                    <a:pt x="1537" y="1653"/>
                  </a:cubicBezTo>
                  <a:cubicBezTo>
                    <a:pt x="1539" y="1639"/>
                    <a:pt x="1552" y="1645"/>
                    <a:pt x="1566" y="1641"/>
                  </a:cubicBezTo>
                  <a:cubicBezTo>
                    <a:pt x="1580" y="1637"/>
                    <a:pt x="1566" y="1612"/>
                    <a:pt x="1566" y="1600"/>
                  </a:cubicBezTo>
                  <a:cubicBezTo>
                    <a:pt x="1566" y="1588"/>
                    <a:pt x="1577" y="1592"/>
                    <a:pt x="1577" y="1583"/>
                  </a:cubicBezTo>
                  <a:cubicBezTo>
                    <a:pt x="1577" y="1574"/>
                    <a:pt x="1579" y="1571"/>
                    <a:pt x="1590" y="1563"/>
                  </a:cubicBezTo>
                  <a:cubicBezTo>
                    <a:pt x="1601" y="1555"/>
                    <a:pt x="1595" y="1547"/>
                    <a:pt x="1595" y="1527"/>
                  </a:cubicBezTo>
                  <a:cubicBezTo>
                    <a:pt x="1595" y="1507"/>
                    <a:pt x="1589" y="1517"/>
                    <a:pt x="1584" y="1521"/>
                  </a:cubicBezTo>
                  <a:cubicBezTo>
                    <a:pt x="1579" y="1525"/>
                    <a:pt x="1573" y="1525"/>
                    <a:pt x="1569" y="1543"/>
                  </a:cubicBezTo>
                  <a:cubicBezTo>
                    <a:pt x="1565" y="1561"/>
                    <a:pt x="1536" y="1567"/>
                    <a:pt x="1525" y="1583"/>
                  </a:cubicBezTo>
                  <a:cubicBezTo>
                    <a:pt x="1514" y="1599"/>
                    <a:pt x="1494" y="1617"/>
                    <a:pt x="1479" y="1627"/>
                  </a:cubicBezTo>
                  <a:cubicBezTo>
                    <a:pt x="1464" y="1637"/>
                    <a:pt x="1481" y="1640"/>
                    <a:pt x="1482" y="1652"/>
                  </a:cubicBezTo>
                  <a:cubicBezTo>
                    <a:pt x="1483" y="1664"/>
                    <a:pt x="1465" y="1654"/>
                    <a:pt x="1453" y="1653"/>
                  </a:cubicBezTo>
                  <a:cubicBezTo>
                    <a:pt x="1441" y="1652"/>
                    <a:pt x="1441" y="1651"/>
                    <a:pt x="1436" y="1627"/>
                  </a:cubicBezTo>
                  <a:cubicBezTo>
                    <a:pt x="1431" y="1603"/>
                    <a:pt x="1426" y="1607"/>
                    <a:pt x="1420" y="1584"/>
                  </a:cubicBezTo>
                  <a:cubicBezTo>
                    <a:pt x="1414" y="1561"/>
                    <a:pt x="1408" y="1556"/>
                    <a:pt x="1404" y="1546"/>
                  </a:cubicBezTo>
                  <a:cubicBezTo>
                    <a:pt x="1400" y="1536"/>
                    <a:pt x="1380" y="1527"/>
                    <a:pt x="1368" y="1522"/>
                  </a:cubicBezTo>
                  <a:cubicBezTo>
                    <a:pt x="1356" y="1517"/>
                    <a:pt x="1360" y="1503"/>
                    <a:pt x="1360" y="1486"/>
                  </a:cubicBezTo>
                  <a:cubicBezTo>
                    <a:pt x="1360" y="1469"/>
                    <a:pt x="1347" y="1489"/>
                    <a:pt x="1343" y="1480"/>
                  </a:cubicBezTo>
                  <a:cubicBezTo>
                    <a:pt x="1339" y="1471"/>
                    <a:pt x="1338" y="1472"/>
                    <a:pt x="1331" y="1462"/>
                  </a:cubicBezTo>
                  <a:cubicBezTo>
                    <a:pt x="1324" y="1452"/>
                    <a:pt x="1309" y="1462"/>
                    <a:pt x="1294" y="1458"/>
                  </a:cubicBezTo>
                  <a:cubicBezTo>
                    <a:pt x="1279" y="1454"/>
                    <a:pt x="1283" y="1445"/>
                    <a:pt x="1275" y="1441"/>
                  </a:cubicBezTo>
                  <a:cubicBezTo>
                    <a:pt x="1267" y="1437"/>
                    <a:pt x="1252" y="1440"/>
                    <a:pt x="1245" y="1443"/>
                  </a:cubicBezTo>
                  <a:cubicBezTo>
                    <a:pt x="1238" y="1446"/>
                    <a:pt x="1225" y="1452"/>
                    <a:pt x="1225" y="1440"/>
                  </a:cubicBezTo>
                  <a:cubicBezTo>
                    <a:pt x="1225" y="1428"/>
                    <a:pt x="1215" y="1432"/>
                    <a:pt x="1199" y="1416"/>
                  </a:cubicBezTo>
                  <a:cubicBezTo>
                    <a:pt x="1183" y="1400"/>
                    <a:pt x="1168" y="1416"/>
                    <a:pt x="1128" y="1416"/>
                  </a:cubicBezTo>
                  <a:cubicBezTo>
                    <a:pt x="1088" y="1416"/>
                    <a:pt x="1099" y="1421"/>
                    <a:pt x="1069" y="1421"/>
                  </a:cubicBezTo>
                  <a:cubicBezTo>
                    <a:pt x="1039" y="1421"/>
                    <a:pt x="1035" y="1423"/>
                    <a:pt x="1020" y="1427"/>
                  </a:cubicBezTo>
                  <a:cubicBezTo>
                    <a:pt x="1005" y="1431"/>
                    <a:pt x="986" y="1442"/>
                    <a:pt x="972" y="1450"/>
                  </a:cubicBezTo>
                  <a:cubicBezTo>
                    <a:pt x="958" y="1458"/>
                    <a:pt x="885" y="1460"/>
                    <a:pt x="858" y="1460"/>
                  </a:cubicBezTo>
                  <a:cubicBezTo>
                    <a:pt x="831" y="1460"/>
                    <a:pt x="829" y="1463"/>
                    <a:pt x="821" y="1475"/>
                  </a:cubicBezTo>
                  <a:cubicBezTo>
                    <a:pt x="813" y="1487"/>
                    <a:pt x="760" y="1504"/>
                    <a:pt x="746" y="1508"/>
                  </a:cubicBezTo>
                  <a:cubicBezTo>
                    <a:pt x="732" y="1512"/>
                    <a:pt x="720" y="1528"/>
                    <a:pt x="717" y="1545"/>
                  </a:cubicBezTo>
                  <a:cubicBezTo>
                    <a:pt x="714" y="1562"/>
                    <a:pt x="698" y="1576"/>
                    <a:pt x="688" y="1575"/>
                  </a:cubicBezTo>
                  <a:cubicBezTo>
                    <a:pt x="678" y="1574"/>
                    <a:pt x="677" y="1583"/>
                    <a:pt x="670" y="1585"/>
                  </a:cubicBezTo>
                  <a:cubicBezTo>
                    <a:pt x="663" y="1587"/>
                    <a:pt x="651" y="1587"/>
                    <a:pt x="647" y="1581"/>
                  </a:cubicBezTo>
                  <a:cubicBezTo>
                    <a:pt x="643" y="1575"/>
                    <a:pt x="642" y="1576"/>
                    <a:pt x="633" y="1576"/>
                  </a:cubicBezTo>
                  <a:cubicBezTo>
                    <a:pt x="624" y="1576"/>
                    <a:pt x="631" y="1584"/>
                    <a:pt x="621" y="1587"/>
                  </a:cubicBezTo>
                  <a:cubicBezTo>
                    <a:pt x="611" y="1590"/>
                    <a:pt x="597" y="1589"/>
                    <a:pt x="592" y="1584"/>
                  </a:cubicBezTo>
                  <a:cubicBezTo>
                    <a:pt x="587" y="1579"/>
                    <a:pt x="579" y="1577"/>
                    <a:pt x="568" y="1578"/>
                  </a:cubicBezTo>
                  <a:cubicBezTo>
                    <a:pt x="557" y="1579"/>
                    <a:pt x="555" y="1579"/>
                    <a:pt x="547" y="1573"/>
                  </a:cubicBezTo>
                  <a:cubicBezTo>
                    <a:pt x="539" y="1567"/>
                    <a:pt x="537" y="1568"/>
                    <a:pt x="526" y="1575"/>
                  </a:cubicBezTo>
                  <a:cubicBezTo>
                    <a:pt x="515" y="1582"/>
                    <a:pt x="503" y="1578"/>
                    <a:pt x="477" y="1578"/>
                  </a:cubicBezTo>
                  <a:cubicBezTo>
                    <a:pt x="451" y="1578"/>
                    <a:pt x="440" y="1583"/>
                    <a:pt x="432" y="1605"/>
                  </a:cubicBezTo>
                  <a:cubicBezTo>
                    <a:pt x="424" y="1627"/>
                    <a:pt x="403" y="1618"/>
                    <a:pt x="387" y="1618"/>
                  </a:cubicBezTo>
                  <a:cubicBezTo>
                    <a:pt x="371" y="1618"/>
                    <a:pt x="370" y="1638"/>
                    <a:pt x="353" y="1651"/>
                  </a:cubicBezTo>
                  <a:cubicBezTo>
                    <a:pt x="336" y="1664"/>
                    <a:pt x="309" y="1661"/>
                    <a:pt x="293" y="1661"/>
                  </a:cubicBezTo>
                  <a:cubicBezTo>
                    <a:pt x="277" y="1661"/>
                    <a:pt x="257" y="1662"/>
                    <a:pt x="236" y="1658"/>
                  </a:cubicBezTo>
                  <a:cubicBezTo>
                    <a:pt x="215" y="1654"/>
                    <a:pt x="206" y="1647"/>
                    <a:pt x="195" y="1630"/>
                  </a:cubicBezTo>
                  <a:cubicBezTo>
                    <a:pt x="184" y="1613"/>
                    <a:pt x="172" y="1615"/>
                    <a:pt x="154" y="1607"/>
                  </a:cubicBezTo>
                  <a:cubicBezTo>
                    <a:pt x="136" y="1599"/>
                    <a:pt x="141" y="1596"/>
                    <a:pt x="137" y="1578"/>
                  </a:cubicBezTo>
                  <a:cubicBezTo>
                    <a:pt x="133" y="1560"/>
                    <a:pt x="136" y="1558"/>
                    <a:pt x="147" y="1558"/>
                  </a:cubicBezTo>
                  <a:cubicBezTo>
                    <a:pt x="158" y="1558"/>
                    <a:pt x="165" y="1558"/>
                    <a:pt x="167" y="1551"/>
                  </a:cubicBezTo>
                  <a:cubicBezTo>
                    <a:pt x="169" y="1544"/>
                    <a:pt x="174" y="1539"/>
                    <a:pt x="184" y="1530"/>
                  </a:cubicBezTo>
                  <a:cubicBezTo>
                    <a:pt x="194" y="1521"/>
                    <a:pt x="193" y="1521"/>
                    <a:pt x="181" y="1506"/>
                  </a:cubicBezTo>
                  <a:cubicBezTo>
                    <a:pt x="169" y="1491"/>
                    <a:pt x="176" y="1480"/>
                    <a:pt x="180" y="1471"/>
                  </a:cubicBezTo>
                  <a:cubicBezTo>
                    <a:pt x="184" y="1462"/>
                    <a:pt x="187" y="1445"/>
                    <a:pt x="185" y="1436"/>
                  </a:cubicBezTo>
                  <a:cubicBezTo>
                    <a:pt x="183" y="1427"/>
                    <a:pt x="180" y="1409"/>
                    <a:pt x="175" y="1398"/>
                  </a:cubicBezTo>
                  <a:cubicBezTo>
                    <a:pt x="170" y="1387"/>
                    <a:pt x="162" y="1366"/>
                    <a:pt x="152" y="1355"/>
                  </a:cubicBezTo>
                  <a:cubicBezTo>
                    <a:pt x="142" y="1344"/>
                    <a:pt x="141" y="1304"/>
                    <a:pt x="140" y="1281"/>
                  </a:cubicBezTo>
                  <a:cubicBezTo>
                    <a:pt x="139" y="1258"/>
                    <a:pt x="132" y="1245"/>
                    <a:pt x="125" y="1236"/>
                  </a:cubicBezTo>
                  <a:cubicBezTo>
                    <a:pt x="118" y="1227"/>
                    <a:pt x="106" y="1202"/>
                    <a:pt x="100" y="1188"/>
                  </a:cubicBezTo>
                  <a:cubicBezTo>
                    <a:pt x="94" y="1174"/>
                    <a:pt x="83" y="1164"/>
                    <a:pt x="82" y="1150"/>
                  </a:cubicBezTo>
                  <a:cubicBezTo>
                    <a:pt x="81" y="1136"/>
                    <a:pt x="78" y="1142"/>
                    <a:pt x="74" y="1118"/>
                  </a:cubicBezTo>
                  <a:cubicBezTo>
                    <a:pt x="70" y="1094"/>
                    <a:pt x="60" y="1084"/>
                    <a:pt x="45" y="1070"/>
                  </a:cubicBezTo>
                  <a:cubicBezTo>
                    <a:pt x="30" y="1056"/>
                    <a:pt x="24" y="1039"/>
                    <a:pt x="12" y="1009"/>
                  </a:cubicBezTo>
                  <a:cubicBezTo>
                    <a:pt x="0" y="979"/>
                    <a:pt x="7" y="988"/>
                    <a:pt x="11" y="995"/>
                  </a:cubicBezTo>
                  <a:cubicBezTo>
                    <a:pt x="15" y="1002"/>
                    <a:pt x="24" y="1009"/>
                    <a:pt x="43" y="1043"/>
                  </a:cubicBezTo>
                  <a:cubicBezTo>
                    <a:pt x="62" y="1077"/>
                    <a:pt x="60" y="1055"/>
                    <a:pt x="60" y="1048"/>
                  </a:cubicBezTo>
                  <a:cubicBezTo>
                    <a:pt x="60" y="1041"/>
                    <a:pt x="56" y="1028"/>
                    <a:pt x="47" y="1020"/>
                  </a:cubicBezTo>
                  <a:cubicBezTo>
                    <a:pt x="38" y="1012"/>
                    <a:pt x="41" y="1001"/>
                    <a:pt x="49" y="1002"/>
                  </a:cubicBezTo>
                  <a:cubicBezTo>
                    <a:pt x="57" y="1003"/>
                    <a:pt x="61" y="1012"/>
                    <a:pt x="69" y="1023"/>
                  </a:cubicBezTo>
                  <a:cubicBezTo>
                    <a:pt x="77" y="1034"/>
                    <a:pt x="70" y="1043"/>
                    <a:pt x="79" y="1049"/>
                  </a:cubicBezTo>
                  <a:cubicBezTo>
                    <a:pt x="88" y="1055"/>
                    <a:pt x="88" y="1036"/>
                    <a:pt x="87" y="1015"/>
                  </a:cubicBezTo>
                  <a:cubicBezTo>
                    <a:pt x="86" y="994"/>
                    <a:pt x="76" y="998"/>
                    <a:pt x="73" y="989"/>
                  </a:cubicBezTo>
                  <a:cubicBezTo>
                    <a:pt x="70" y="980"/>
                    <a:pt x="59" y="966"/>
                    <a:pt x="54" y="950"/>
                  </a:cubicBezTo>
                  <a:cubicBezTo>
                    <a:pt x="49" y="934"/>
                    <a:pt x="34" y="920"/>
                    <a:pt x="34" y="907"/>
                  </a:cubicBezTo>
                  <a:cubicBezTo>
                    <a:pt x="34" y="894"/>
                    <a:pt x="38" y="883"/>
                    <a:pt x="46" y="870"/>
                  </a:cubicBezTo>
                  <a:cubicBezTo>
                    <a:pt x="54" y="857"/>
                    <a:pt x="63" y="840"/>
                    <a:pt x="61" y="819"/>
                  </a:cubicBezTo>
                  <a:cubicBezTo>
                    <a:pt x="59" y="798"/>
                    <a:pt x="61" y="819"/>
                    <a:pt x="51" y="801"/>
                  </a:cubicBezTo>
                  <a:cubicBezTo>
                    <a:pt x="41" y="783"/>
                    <a:pt x="63" y="783"/>
                    <a:pt x="63" y="763"/>
                  </a:cubicBezTo>
                  <a:cubicBezTo>
                    <a:pt x="63" y="743"/>
                    <a:pt x="67" y="739"/>
                    <a:pt x="83" y="735"/>
                  </a:cubicBezTo>
                  <a:cubicBezTo>
                    <a:pt x="99" y="731"/>
                    <a:pt x="83" y="759"/>
                    <a:pt x="85" y="773"/>
                  </a:cubicBezTo>
                  <a:cubicBezTo>
                    <a:pt x="87" y="787"/>
                    <a:pt x="101" y="779"/>
                    <a:pt x="109" y="761"/>
                  </a:cubicBezTo>
                  <a:cubicBezTo>
                    <a:pt x="117" y="743"/>
                    <a:pt x="145" y="727"/>
                    <a:pt x="169" y="713"/>
                  </a:cubicBezTo>
                  <a:cubicBezTo>
                    <a:pt x="193" y="699"/>
                    <a:pt x="197" y="695"/>
                    <a:pt x="209" y="681"/>
                  </a:cubicBezTo>
                  <a:cubicBezTo>
                    <a:pt x="221" y="667"/>
                    <a:pt x="249" y="665"/>
                    <a:pt x="275" y="669"/>
                  </a:cubicBezTo>
                  <a:cubicBezTo>
                    <a:pt x="301" y="673"/>
                    <a:pt x="313" y="665"/>
                    <a:pt x="323" y="649"/>
                  </a:cubicBezTo>
                  <a:cubicBezTo>
                    <a:pt x="333" y="633"/>
                    <a:pt x="353" y="645"/>
                    <a:pt x="369" y="635"/>
                  </a:cubicBezTo>
                  <a:cubicBezTo>
                    <a:pt x="385" y="625"/>
                    <a:pt x="391" y="621"/>
                    <a:pt x="415" y="621"/>
                  </a:cubicBezTo>
                  <a:cubicBezTo>
                    <a:pt x="439" y="621"/>
                    <a:pt x="463" y="615"/>
                    <a:pt x="463" y="615"/>
                  </a:cubicBezTo>
                  <a:cubicBezTo>
                    <a:pt x="490" y="606"/>
                    <a:pt x="523" y="582"/>
                    <a:pt x="531" y="574"/>
                  </a:cubicBezTo>
                  <a:close/>
                  <a:moveTo>
                    <a:pt x="1984" y="1992"/>
                  </a:moveTo>
                  <a:cubicBezTo>
                    <a:pt x="1984" y="1992"/>
                    <a:pt x="1981" y="1998"/>
                    <a:pt x="1976" y="2000"/>
                  </a:cubicBezTo>
                  <a:cubicBezTo>
                    <a:pt x="1970" y="2001"/>
                    <a:pt x="1976" y="2009"/>
                    <a:pt x="1976" y="2016"/>
                  </a:cubicBezTo>
                  <a:cubicBezTo>
                    <a:pt x="1977" y="2022"/>
                    <a:pt x="1981" y="2026"/>
                    <a:pt x="1982" y="2031"/>
                  </a:cubicBezTo>
                  <a:cubicBezTo>
                    <a:pt x="1982" y="2036"/>
                    <a:pt x="1986" y="2044"/>
                    <a:pt x="1989" y="2036"/>
                  </a:cubicBezTo>
                  <a:cubicBezTo>
                    <a:pt x="1992" y="2029"/>
                    <a:pt x="1996" y="2027"/>
                    <a:pt x="2002" y="2024"/>
                  </a:cubicBezTo>
                  <a:cubicBezTo>
                    <a:pt x="2007" y="2020"/>
                    <a:pt x="2014" y="2021"/>
                    <a:pt x="2008" y="2014"/>
                  </a:cubicBezTo>
                  <a:cubicBezTo>
                    <a:pt x="2001" y="2008"/>
                    <a:pt x="2000" y="2007"/>
                    <a:pt x="1997" y="2001"/>
                  </a:cubicBezTo>
                  <a:cubicBezTo>
                    <a:pt x="1994" y="1995"/>
                    <a:pt x="1984" y="1981"/>
                    <a:pt x="1984" y="1992"/>
                  </a:cubicBezTo>
                  <a:close/>
                  <a:moveTo>
                    <a:pt x="2034" y="2068"/>
                  </a:moveTo>
                  <a:cubicBezTo>
                    <a:pt x="2034" y="2068"/>
                    <a:pt x="2030" y="2068"/>
                    <a:pt x="2030" y="2080"/>
                  </a:cubicBezTo>
                  <a:cubicBezTo>
                    <a:pt x="2030" y="2092"/>
                    <a:pt x="2026" y="2112"/>
                    <a:pt x="2035" y="2121"/>
                  </a:cubicBezTo>
                  <a:cubicBezTo>
                    <a:pt x="2044" y="2130"/>
                    <a:pt x="2033" y="2146"/>
                    <a:pt x="2042" y="2150"/>
                  </a:cubicBezTo>
                  <a:cubicBezTo>
                    <a:pt x="2052" y="2153"/>
                    <a:pt x="2048" y="2158"/>
                    <a:pt x="2057" y="2167"/>
                  </a:cubicBezTo>
                  <a:cubicBezTo>
                    <a:pt x="2066" y="2176"/>
                    <a:pt x="2069" y="2176"/>
                    <a:pt x="2069" y="2192"/>
                  </a:cubicBezTo>
                  <a:cubicBezTo>
                    <a:pt x="2069" y="2208"/>
                    <a:pt x="2069" y="2222"/>
                    <a:pt x="2078" y="2232"/>
                  </a:cubicBezTo>
                  <a:cubicBezTo>
                    <a:pt x="2088" y="2243"/>
                    <a:pt x="2092" y="2251"/>
                    <a:pt x="2106" y="2265"/>
                  </a:cubicBezTo>
                  <a:cubicBezTo>
                    <a:pt x="2121" y="2279"/>
                    <a:pt x="2116" y="2286"/>
                    <a:pt x="2128" y="2289"/>
                  </a:cubicBezTo>
                  <a:cubicBezTo>
                    <a:pt x="2141" y="2292"/>
                    <a:pt x="2147" y="2290"/>
                    <a:pt x="2157" y="2296"/>
                  </a:cubicBezTo>
                  <a:cubicBezTo>
                    <a:pt x="2167" y="2303"/>
                    <a:pt x="2182" y="2304"/>
                    <a:pt x="2180" y="2294"/>
                  </a:cubicBezTo>
                  <a:cubicBezTo>
                    <a:pt x="2178" y="2284"/>
                    <a:pt x="2184" y="2284"/>
                    <a:pt x="2190" y="2282"/>
                  </a:cubicBezTo>
                  <a:cubicBezTo>
                    <a:pt x="2195" y="2280"/>
                    <a:pt x="2192" y="2290"/>
                    <a:pt x="2200" y="2286"/>
                  </a:cubicBezTo>
                  <a:cubicBezTo>
                    <a:pt x="2209" y="2282"/>
                    <a:pt x="2219" y="2278"/>
                    <a:pt x="2210" y="2272"/>
                  </a:cubicBezTo>
                  <a:cubicBezTo>
                    <a:pt x="2200" y="2267"/>
                    <a:pt x="2205" y="2265"/>
                    <a:pt x="2206" y="2259"/>
                  </a:cubicBezTo>
                  <a:cubicBezTo>
                    <a:pt x="2206" y="2253"/>
                    <a:pt x="2204" y="2249"/>
                    <a:pt x="2213" y="2249"/>
                  </a:cubicBezTo>
                  <a:cubicBezTo>
                    <a:pt x="2222" y="2249"/>
                    <a:pt x="2223" y="2261"/>
                    <a:pt x="2229" y="2262"/>
                  </a:cubicBezTo>
                  <a:cubicBezTo>
                    <a:pt x="2235" y="2262"/>
                    <a:pt x="2232" y="2271"/>
                    <a:pt x="2238" y="2271"/>
                  </a:cubicBezTo>
                  <a:cubicBezTo>
                    <a:pt x="2243" y="2271"/>
                    <a:pt x="2250" y="2278"/>
                    <a:pt x="2246" y="2264"/>
                  </a:cubicBezTo>
                  <a:cubicBezTo>
                    <a:pt x="2242" y="2251"/>
                    <a:pt x="2245" y="2247"/>
                    <a:pt x="2250" y="2242"/>
                  </a:cubicBezTo>
                  <a:cubicBezTo>
                    <a:pt x="2254" y="2238"/>
                    <a:pt x="2258" y="2227"/>
                    <a:pt x="2253" y="2222"/>
                  </a:cubicBezTo>
                  <a:cubicBezTo>
                    <a:pt x="2248" y="2218"/>
                    <a:pt x="2246" y="2216"/>
                    <a:pt x="2248" y="2208"/>
                  </a:cubicBezTo>
                  <a:cubicBezTo>
                    <a:pt x="2251" y="2201"/>
                    <a:pt x="2249" y="2196"/>
                    <a:pt x="2259" y="2194"/>
                  </a:cubicBezTo>
                  <a:cubicBezTo>
                    <a:pt x="2269" y="2192"/>
                    <a:pt x="2274" y="2192"/>
                    <a:pt x="2274" y="2178"/>
                  </a:cubicBezTo>
                  <a:cubicBezTo>
                    <a:pt x="2273" y="2164"/>
                    <a:pt x="2272" y="2158"/>
                    <a:pt x="2272" y="2143"/>
                  </a:cubicBezTo>
                  <a:cubicBezTo>
                    <a:pt x="2272" y="2128"/>
                    <a:pt x="2280" y="2096"/>
                    <a:pt x="2270" y="2088"/>
                  </a:cubicBezTo>
                  <a:cubicBezTo>
                    <a:pt x="2260" y="2081"/>
                    <a:pt x="2254" y="2072"/>
                    <a:pt x="2248" y="2078"/>
                  </a:cubicBezTo>
                  <a:cubicBezTo>
                    <a:pt x="2243" y="2084"/>
                    <a:pt x="2248" y="2084"/>
                    <a:pt x="2234" y="2082"/>
                  </a:cubicBezTo>
                  <a:cubicBezTo>
                    <a:pt x="2221" y="2080"/>
                    <a:pt x="2219" y="2084"/>
                    <a:pt x="2218" y="2086"/>
                  </a:cubicBezTo>
                  <a:cubicBezTo>
                    <a:pt x="2218" y="2089"/>
                    <a:pt x="2216" y="2093"/>
                    <a:pt x="2207" y="2091"/>
                  </a:cubicBezTo>
                  <a:cubicBezTo>
                    <a:pt x="2198" y="2089"/>
                    <a:pt x="2180" y="2090"/>
                    <a:pt x="2177" y="2096"/>
                  </a:cubicBezTo>
                  <a:cubicBezTo>
                    <a:pt x="2174" y="2101"/>
                    <a:pt x="2159" y="2096"/>
                    <a:pt x="2158" y="2102"/>
                  </a:cubicBezTo>
                  <a:cubicBezTo>
                    <a:pt x="2156" y="2109"/>
                    <a:pt x="2156" y="2111"/>
                    <a:pt x="2144" y="2109"/>
                  </a:cubicBezTo>
                  <a:cubicBezTo>
                    <a:pt x="2133" y="2107"/>
                    <a:pt x="2130" y="2107"/>
                    <a:pt x="2120" y="2100"/>
                  </a:cubicBezTo>
                  <a:cubicBezTo>
                    <a:pt x="2110" y="2092"/>
                    <a:pt x="2111" y="2100"/>
                    <a:pt x="2104" y="2092"/>
                  </a:cubicBezTo>
                  <a:cubicBezTo>
                    <a:pt x="2098" y="2083"/>
                    <a:pt x="2098" y="2086"/>
                    <a:pt x="2090" y="2082"/>
                  </a:cubicBezTo>
                  <a:cubicBezTo>
                    <a:pt x="2082" y="2078"/>
                    <a:pt x="2065" y="2090"/>
                    <a:pt x="2056" y="2078"/>
                  </a:cubicBezTo>
                  <a:cubicBezTo>
                    <a:pt x="2046" y="2066"/>
                    <a:pt x="2042" y="2056"/>
                    <a:pt x="2034" y="2068"/>
                  </a:cubicBezTo>
                  <a:close/>
                  <a:moveTo>
                    <a:pt x="2245" y="2002"/>
                  </a:moveTo>
                  <a:cubicBezTo>
                    <a:pt x="2245" y="2002"/>
                    <a:pt x="2224" y="2003"/>
                    <a:pt x="2231" y="2012"/>
                  </a:cubicBezTo>
                  <a:cubicBezTo>
                    <a:pt x="2238" y="2022"/>
                    <a:pt x="2240" y="2024"/>
                    <a:pt x="2243" y="2033"/>
                  </a:cubicBezTo>
                  <a:cubicBezTo>
                    <a:pt x="2246" y="2042"/>
                    <a:pt x="2253" y="2040"/>
                    <a:pt x="2256" y="2049"/>
                  </a:cubicBezTo>
                  <a:cubicBezTo>
                    <a:pt x="2260" y="2058"/>
                    <a:pt x="2259" y="2062"/>
                    <a:pt x="2263" y="2064"/>
                  </a:cubicBezTo>
                  <a:cubicBezTo>
                    <a:pt x="2267" y="2065"/>
                    <a:pt x="2269" y="2069"/>
                    <a:pt x="2270" y="2058"/>
                  </a:cubicBezTo>
                  <a:cubicBezTo>
                    <a:pt x="2272" y="2046"/>
                    <a:pt x="2278" y="2032"/>
                    <a:pt x="2270" y="2023"/>
                  </a:cubicBezTo>
                  <a:cubicBezTo>
                    <a:pt x="2261" y="2014"/>
                    <a:pt x="2262" y="2012"/>
                    <a:pt x="2245" y="2002"/>
                  </a:cubicBezTo>
                  <a:close/>
                  <a:moveTo>
                    <a:pt x="1560" y="1696"/>
                  </a:moveTo>
                  <a:cubicBezTo>
                    <a:pt x="1560" y="1696"/>
                    <a:pt x="1548" y="1694"/>
                    <a:pt x="1546" y="1701"/>
                  </a:cubicBezTo>
                  <a:cubicBezTo>
                    <a:pt x="1543" y="1708"/>
                    <a:pt x="1539" y="1708"/>
                    <a:pt x="1531" y="1707"/>
                  </a:cubicBezTo>
                  <a:cubicBezTo>
                    <a:pt x="1523" y="1706"/>
                    <a:pt x="1520" y="1708"/>
                    <a:pt x="1519" y="1712"/>
                  </a:cubicBezTo>
                  <a:cubicBezTo>
                    <a:pt x="1518" y="1716"/>
                    <a:pt x="1510" y="1713"/>
                    <a:pt x="1514" y="1720"/>
                  </a:cubicBezTo>
                  <a:cubicBezTo>
                    <a:pt x="1517" y="1728"/>
                    <a:pt x="1522" y="1726"/>
                    <a:pt x="1524" y="1730"/>
                  </a:cubicBezTo>
                  <a:cubicBezTo>
                    <a:pt x="1526" y="1735"/>
                    <a:pt x="1528" y="1736"/>
                    <a:pt x="1539" y="1736"/>
                  </a:cubicBezTo>
                  <a:cubicBezTo>
                    <a:pt x="1550" y="1736"/>
                    <a:pt x="1555" y="1738"/>
                    <a:pt x="1560" y="1734"/>
                  </a:cubicBezTo>
                  <a:cubicBezTo>
                    <a:pt x="1566" y="1730"/>
                    <a:pt x="1578" y="1726"/>
                    <a:pt x="1586" y="1725"/>
                  </a:cubicBezTo>
                  <a:cubicBezTo>
                    <a:pt x="1594" y="1724"/>
                    <a:pt x="1604" y="1720"/>
                    <a:pt x="1605" y="1717"/>
                  </a:cubicBezTo>
                  <a:cubicBezTo>
                    <a:pt x="1606" y="1714"/>
                    <a:pt x="1595" y="1710"/>
                    <a:pt x="1589" y="1709"/>
                  </a:cubicBezTo>
                  <a:cubicBezTo>
                    <a:pt x="1583" y="1708"/>
                    <a:pt x="1584" y="1696"/>
                    <a:pt x="1560" y="1696"/>
                  </a:cubicBezTo>
                  <a:close/>
                  <a:moveTo>
                    <a:pt x="1143" y="56"/>
                  </a:moveTo>
                  <a:cubicBezTo>
                    <a:pt x="1143" y="56"/>
                    <a:pt x="1137" y="54"/>
                    <a:pt x="1132" y="48"/>
                  </a:cubicBezTo>
                  <a:cubicBezTo>
                    <a:pt x="1128" y="43"/>
                    <a:pt x="1119" y="38"/>
                    <a:pt x="1119" y="46"/>
                  </a:cubicBezTo>
                  <a:cubicBezTo>
                    <a:pt x="1118" y="53"/>
                    <a:pt x="1117" y="54"/>
                    <a:pt x="1110" y="54"/>
                  </a:cubicBezTo>
                  <a:cubicBezTo>
                    <a:pt x="1103" y="54"/>
                    <a:pt x="1101" y="61"/>
                    <a:pt x="1101" y="66"/>
                  </a:cubicBezTo>
                  <a:cubicBezTo>
                    <a:pt x="1102" y="72"/>
                    <a:pt x="1088" y="80"/>
                    <a:pt x="1098" y="82"/>
                  </a:cubicBezTo>
                  <a:cubicBezTo>
                    <a:pt x="1108" y="84"/>
                    <a:pt x="1117" y="79"/>
                    <a:pt x="1124" y="84"/>
                  </a:cubicBezTo>
                  <a:cubicBezTo>
                    <a:pt x="1131" y="90"/>
                    <a:pt x="1139" y="82"/>
                    <a:pt x="1145" y="88"/>
                  </a:cubicBezTo>
                  <a:cubicBezTo>
                    <a:pt x="1152" y="95"/>
                    <a:pt x="1160" y="97"/>
                    <a:pt x="1162" y="92"/>
                  </a:cubicBezTo>
                  <a:cubicBezTo>
                    <a:pt x="1165" y="87"/>
                    <a:pt x="1167" y="85"/>
                    <a:pt x="1175" y="85"/>
                  </a:cubicBezTo>
                  <a:cubicBezTo>
                    <a:pt x="1183" y="85"/>
                    <a:pt x="1183" y="75"/>
                    <a:pt x="1190" y="73"/>
                  </a:cubicBezTo>
                  <a:cubicBezTo>
                    <a:pt x="1197" y="70"/>
                    <a:pt x="1199" y="67"/>
                    <a:pt x="1200" y="59"/>
                  </a:cubicBezTo>
                  <a:cubicBezTo>
                    <a:pt x="1200" y="52"/>
                    <a:pt x="1194" y="58"/>
                    <a:pt x="1191" y="50"/>
                  </a:cubicBezTo>
                  <a:cubicBezTo>
                    <a:pt x="1187" y="42"/>
                    <a:pt x="1178" y="42"/>
                    <a:pt x="1173" y="42"/>
                  </a:cubicBezTo>
                  <a:cubicBezTo>
                    <a:pt x="1168" y="43"/>
                    <a:pt x="1173" y="50"/>
                    <a:pt x="1166" y="50"/>
                  </a:cubicBezTo>
                  <a:cubicBezTo>
                    <a:pt x="1160" y="51"/>
                    <a:pt x="1158" y="59"/>
                    <a:pt x="1143" y="56"/>
                  </a:cubicBezTo>
                  <a:close/>
                  <a:moveTo>
                    <a:pt x="1220" y="35"/>
                  </a:moveTo>
                  <a:cubicBezTo>
                    <a:pt x="1220" y="35"/>
                    <a:pt x="1201" y="39"/>
                    <a:pt x="1207" y="46"/>
                  </a:cubicBezTo>
                  <a:cubicBezTo>
                    <a:pt x="1214" y="52"/>
                    <a:pt x="1218" y="51"/>
                    <a:pt x="1222" y="57"/>
                  </a:cubicBezTo>
                  <a:cubicBezTo>
                    <a:pt x="1227" y="63"/>
                    <a:pt x="1234" y="67"/>
                    <a:pt x="1241" y="67"/>
                  </a:cubicBezTo>
                  <a:cubicBezTo>
                    <a:pt x="1247" y="67"/>
                    <a:pt x="1265" y="71"/>
                    <a:pt x="1263" y="62"/>
                  </a:cubicBezTo>
                  <a:cubicBezTo>
                    <a:pt x="1261" y="53"/>
                    <a:pt x="1268" y="50"/>
                    <a:pt x="1261" y="47"/>
                  </a:cubicBezTo>
                  <a:cubicBezTo>
                    <a:pt x="1253" y="43"/>
                    <a:pt x="1253" y="34"/>
                    <a:pt x="1245" y="34"/>
                  </a:cubicBezTo>
                  <a:cubicBezTo>
                    <a:pt x="1237" y="34"/>
                    <a:pt x="1234" y="33"/>
                    <a:pt x="1220" y="35"/>
                  </a:cubicBezTo>
                  <a:close/>
                  <a:moveTo>
                    <a:pt x="1517" y="35"/>
                  </a:moveTo>
                  <a:cubicBezTo>
                    <a:pt x="1517" y="35"/>
                    <a:pt x="1512" y="49"/>
                    <a:pt x="1506" y="53"/>
                  </a:cubicBezTo>
                  <a:cubicBezTo>
                    <a:pt x="1500" y="58"/>
                    <a:pt x="1499" y="62"/>
                    <a:pt x="1495" y="64"/>
                  </a:cubicBezTo>
                  <a:cubicBezTo>
                    <a:pt x="1491" y="66"/>
                    <a:pt x="1486" y="71"/>
                    <a:pt x="1490" y="74"/>
                  </a:cubicBezTo>
                  <a:cubicBezTo>
                    <a:pt x="1495" y="77"/>
                    <a:pt x="1493" y="74"/>
                    <a:pt x="1499" y="69"/>
                  </a:cubicBezTo>
                  <a:cubicBezTo>
                    <a:pt x="1504" y="65"/>
                    <a:pt x="1515" y="66"/>
                    <a:pt x="1518" y="57"/>
                  </a:cubicBezTo>
                  <a:cubicBezTo>
                    <a:pt x="1521" y="49"/>
                    <a:pt x="1518" y="49"/>
                    <a:pt x="1524" y="44"/>
                  </a:cubicBezTo>
                  <a:cubicBezTo>
                    <a:pt x="1529" y="40"/>
                    <a:pt x="1524" y="25"/>
                    <a:pt x="1517" y="35"/>
                  </a:cubicBezTo>
                  <a:close/>
                  <a:moveTo>
                    <a:pt x="1519" y="208"/>
                  </a:moveTo>
                  <a:cubicBezTo>
                    <a:pt x="1519" y="208"/>
                    <a:pt x="1503" y="204"/>
                    <a:pt x="1505" y="214"/>
                  </a:cubicBezTo>
                  <a:cubicBezTo>
                    <a:pt x="1507" y="224"/>
                    <a:pt x="1495" y="234"/>
                    <a:pt x="1506" y="237"/>
                  </a:cubicBezTo>
                  <a:cubicBezTo>
                    <a:pt x="1518" y="240"/>
                    <a:pt x="1520" y="237"/>
                    <a:pt x="1521" y="242"/>
                  </a:cubicBezTo>
                  <a:cubicBezTo>
                    <a:pt x="1523" y="246"/>
                    <a:pt x="1534" y="248"/>
                    <a:pt x="1536" y="244"/>
                  </a:cubicBezTo>
                  <a:cubicBezTo>
                    <a:pt x="1537" y="241"/>
                    <a:pt x="1541" y="236"/>
                    <a:pt x="1534" y="234"/>
                  </a:cubicBezTo>
                  <a:cubicBezTo>
                    <a:pt x="1528" y="232"/>
                    <a:pt x="1524" y="225"/>
                    <a:pt x="1529" y="223"/>
                  </a:cubicBezTo>
                  <a:cubicBezTo>
                    <a:pt x="1535" y="221"/>
                    <a:pt x="1539" y="221"/>
                    <a:pt x="1536" y="213"/>
                  </a:cubicBezTo>
                  <a:cubicBezTo>
                    <a:pt x="1534" y="206"/>
                    <a:pt x="1528" y="207"/>
                    <a:pt x="1519" y="208"/>
                  </a:cubicBezTo>
                  <a:close/>
                  <a:moveTo>
                    <a:pt x="1698" y="379"/>
                  </a:moveTo>
                  <a:cubicBezTo>
                    <a:pt x="1698" y="379"/>
                    <a:pt x="1687" y="381"/>
                    <a:pt x="1685" y="386"/>
                  </a:cubicBezTo>
                  <a:cubicBezTo>
                    <a:pt x="1683" y="391"/>
                    <a:pt x="1674" y="389"/>
                    <a:pt x="1678" y="398"/>
                  </a:cubicBezTo>
                  <a:cubicBezTo>
                    <a:pt x="1682" y="406"/>
                    <a:pt x="1691" y="411"/>
                    <a:pt x="1693" y="402"/>
                  </a:cubicBezTo>
                  <a:cubicBezTo>
                    <a:pt x="1695" y="394"/>
                    <a:pt x="1704" y="390"/>
                    <a:pt x="1710" y="390"/>
                  </a:cubicBezTo>
                  <a:cubicBezTo>
                    <a:pt x="1715" y="390"/>
                    <a:pt x="1727" y="387"/>
                    <a:pt x="1719" y="383"/>
                  </a:cubicBezTo>
                  <a:cubicBezTo>
                    <a:pt x="1711" y="380"/>
                    <a:pt x="1707" y="379"/>
                    <a:pt x="1698" y="379"/>
                  </a:cubicBezTo>
                  <a:close/>
                  <a:moveTo>
                    <a:pt x="21" y="940"/>
                  </a:moveTo>
                  <a:cubicBezTo>
                    <a:pt x="21" y="940"/>
                    <a:pt x="16" y="947"/>
                    <a:pt x="17" y="952"/>
                  </a:cubicBezTo>
                  <a:cubicBezTo>
                    <a:pt x="18" y="956"/>
                    <a:pt x="20" y="960"/>
                    <a:pt x="14" y="960"/>
                  </a:cubicBezTo>
                  <a:cubicBezTo>
                    <a:pt x="9" y="961"/>
                    <a:pt x="9" y="976"/>
                    <a:pt x="12" y="976"/>
                  </a:cubicBezTo>
                  <a:cubicBezTo>
                    <a:pt x="16" y="976"/>
                    <a:pt x="23" y="978"/>
                    <a:pt x="25" y="968"/>
                  </a:cubicBezTo>
                  <a:cubicBezTo>
                    <a:pt x="27" y="957"/>
                    <a:pt x="27" y="938"/>
                    <a:pt x="21" y="940"/>
                  </a:cubicBezTo>
                  <a:close/>
                  <a:moveTo>
                    <a:pt x="163" y="669"/>
                  </a:moveTo>
                  <a:cubicBezTo>
                    <a:pt x="163" y="669"/>
                    <a:pt x="160" y="670"/>
                    <a:pt x="160" y="673"/>
                  </a:cubicBezTo>
                  <a:cubicBezTo>
                    <a:pt x="160" y="676"/>
                    <a:pt x="163" y="678"/>
                    <a:pt x="165" y="678"/>
                  </a:cubicBezTo>
                  <a:cubicBezTo>
                    <a:pt x="166" y="678"/>
                    <a:pt x="168" y="666"/>
                    <a:pt x="163" y="66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9" name="Freeform 27"/>
            <p:cNvSpPr>
              <a:spLocks noEditPoints="1"/>
            </p:cNvSpPr>
            <p:nvPr/>
          </p:nvSpPr>
          <p:spPr bwMode="auto">
            <a:xfrm>
              <a:off x="4132" y="1876"/>
              <a:ext cx="951" cy="1362"/>
            </a:xfrm>
            <a:custGeom>
              <a:avLst/>
              <a:gdLst>
                <a:gd name="T0" fmla="*/ 1118 w 1157"/>
                <a:gd name="T1" fmla="*/ 1079 h 1657"/>
                <a:gd name="T2" fmla="*/ 1151 w 1157"/>
                <a:gd name="T3" fmla="*/ 1067 h 1657"/>
                <a:gd name="T4" fmla="*/ 267 w 1157"/>
                <a:gd name="T5" fmla="*/ 1041 h 1657"/>
                <a:gd name="T6" fmla="*/ 147 w 1157"/>
                <a:gd name="T7" fmla="*/ 1112 h 1657"/>
                <a:gd name="T8" fmla="*/ 79 w 1157"/>
                <a:gd name="T9" fmla="*/ 1193 h 1657"/>
                <a:gd name="T10" fmla="*/ 55 w 1157"/>
                <a:gd name="T11" fmla="*/ 1256 h 1657"/>
                <a:gd name="T12" fmla="*/ 135 w 1157"/>
                <a:gd name="T13" fmla="*/ 1281 h 1657"/>
                <a:gd name="T14" fmla="*/ 243 w 1157"/>
                <a:gd name="T15" fmla="*/ 1294 h 1657"/>
                <a:gd name="T16" fmla="*/ 347 w 1157"/>
                <a:gd name="T17" fmla="*/ 1154 h 1657"/>
                <a:gd name="T18" fmla="*/ 466 w 1157"/>
                <a:gd name="T19" fmla="*/ 1065 h 1657"/>
                <a:gd name="T20" fmla="*/ 517 w 1157"/>
                <a:gd name="T21" fmla="*/ 953 h 1657"/>
                <a:gd name="T22" fmla="*/ 542 w 1157"/>
                <a:gd name="T23" fmla="*/ 862 h 1657"/>
                <a:gd name="T24" fmla="*/ 505 w 1157"/>
                <a:gd name="T25" fmla="*/ 856 h 1657"/>
                <a:gd name="T26" fmla="*/ 455 w 1157"/>
                <a:gd name="T27" fmla="*/ 821 h 1657"/>
                <a:gd name="T28" fmla="*/ 403 w 1157"/>
                <a:gd name="T29" fmla="*/ 866 h 1657"/>
                <a:gd name="T30" fmla="*/ 315 w 1157"/>
                <a:gd name="T31" fmla="*/ 1000 h 1657"/>
                <a:gd name="T32" fmla="*/ 490 w 1157"/>
                <a:gd name="T33" fmla="*/ 458 h 1657"/>
                <a:gd name="T34" fmla="*/ 541 w 1157"/>
                <a:gd name="T35" fmla="*/ 520 h 1657"/>
                <a:gd name="T36" fmla="*/ 566 w 1157"/>
                <a:gd name="T37" fmla="*/ 654 h 1657"/>
                <a:gd name="T38" fmla="*/ 529 w 1157"/>
                <a:gd name="T39" fmla="*/ 710 h 1657"/>
                <a:gd name="T40" fmla="*/ 524 w 1157"/>
                <a:gd name="T41" fmla="*/ 750 h 1657"/>
                <a:gd name="T42" fmla="*/ 601 w 1157"/>
                <a:gd name="T43" fmla="*/ 797 h 1657"/>
                <a:gd name="T44" fmla="*/ 573 w 1157"/>
                <a:gd name="T45" fmla="*/ 882 h 1657"/>
                <a:gd name="T46" fmla="*/ 660 w 1157"/>
                <a:gd name="T47" fmla="*/ 863 h 1657"/>
                <a:gd name="T48" fmla="*/ 720 w 1157"/>
                <a:gd name="T49" fmla="*/ 764 h 1657"/>
                <a:gd name="T50" fmla="*/ 759 w 1157"/>
                <a:gd name="T51" fmla="*/ 720 h 1657"/>
                <a:gd name="T52" fmla="*/ 776 w 1157"/>
                <a:gd name="T53" fmla="*/ 699 h 1657"/>
                <a:gd name="T54" fmla="*/ 809 w 1157"/>
                <a:gd name="T55" fmla="*/ 654 h 1657"/>
                <a:gd name="T56" fmla="*/ 806 w 1157"/>
                <a:gd name="T57" fmla="*/ 604 h 1657"/>
                <a:gd name="T58" fmla="*/ 746 w 1157"/>
                <a:gd name="T59" fmla="*/ 623 h 1657"/>
                <a:gd name="T60" fmla="*/ 686 w 1157"/>
                <a:gd name="T61" fmla="*/ 612 h 1657"/>
                <a:gd name="T62" fmla="*/ 646 w 1157"/>
                <a:gd name="T63" fmla="*/ 555 h 1657"/>
                <a:gd name="T64" fmla="*/ 604 w 1157"/>
                <a:gd name="T65" fmla="*/ 563 h 1657"/>
                <a:gd name="T66" fmla="*/ 570 w 1157"/>
                <a:gd name="T67" fmla="*/ 498 h 1657"/>
                <a:gd name="T68" fmla="*/ 512 w 1157"/>
                <a:gd name="T69" fmla="*/ 412 h 1657"/>
                <a:gd name="T70" fmla="*/ 438 w 1157"/>
                <a:gd name="T71" fmla="*/ 375 h 1657"/>
                <a:gd name="T72" fmla="*/ 119 w 1157"/>
                <a:gd name="T73" fmla="*/ 1331 h 1657"/>
                <a:gd name="T74" fmla="*/ 157 w 1157"/>
                <a:gd name="T75" fmla="*/ 1332 h 1657"/>
                <a:gd name="T76" fmla="*/ 22 w 1157"/>
                <a:gd name="T77" fmla="*/ 1621 h 1657"/>
                <a:gd name="T78" fmla="*/ 29 w 1157"/>
                <a:gd name="T79" fmla="*/ 1649 h 1657"/>
                <a:gd name="T80" fmla="*/ 1043 w 1157"/>
                <a:gd name="T81" fmla="*/ 0 h 1657"/>
                <a:gd name="T82" fmla="*/ 998 w 1157"/>
                <a:gd name="T83" fmla="*/ 80 h 1657"/>
                <a:gd name="T84" fmla="*/ 998 w 1157"/>
                <a:gd name="T85" fmla="*/ 80 h 1657"/>
                <a:gd name="T86" fmla="*/ 971 w 1157"/>
                <a:gd name="T87" fmla="*/ 160 h 1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57" h="1657">
                  <a:moveTo>
                    <a:pt x="1145" y="1076"/>
                  </a:moveTo>
                  <a:cubicBezTo>
                    <a:pt x="1137" y="1079"/>
                    <a:pt x="1138" y="1082"/>
                    <a:pt x="1131" y="1087"/>
                  </a:cubicBezTo>
                  <a:cubicBezTo>
                    <a:pt x="1124" y="1092"/>
                    <a:pt x="1122" y="1085"/>
                    <a:pt x="1118" y="1079"/>
                  </a:cubicBezTo>
                  <a:cubicBezTo>
                    <a:pt x="1114" y="1073"/>
                    <a:pt x="1110" y="1069"/>
                    <a:pt x="1115" y="1065"/>
                  </a:cubicBezTo>
                  <a:cubicBezTo>
                    <a:pt x="1119" y="1062"/>
                    <a:pt x="1129" y="1060"/>
                    <a:pt x="1129" y="1060"/>
                  </a:cubicBezTo>
                  <a:cubicBezTo>
                    <a:pt x="1135" y="1060"/>
                    <a:pt x="1144" y="1065"/>
                    <a:pt x="1151" y="1067"/>
                  </a:cubicBezTo>
                  <a:cubicBezTo>
                    <a:pt x="1157" y="1069"/>
                    <a:pt x="1153" y="1073"/>
                    <a:pt x="1145" y="1076"/>
                  </a:cubicBezTo>
                  <a:close/>
                  <a:moveTo>
                    <a:pt x="315" y="1000"/>
                  </a:moveTo>
                  <a:cubicBezTo>
                    <a:pt x="315" y="1000"/>
                    <a:pt x="285" y="1030"/>
                    <a:pt x="267" y="1041"/>
                  </a:cubicBezTo>
                  <a:cubicBezTo>
                    <a:pt x="250" y="1052"/>
                    <a:pt x="230" y="1054"/>
                    <a:pt x="218" y="1065"/>
                  </a:cubicBezTo>
                  <a:cubicBezTo>
                    <a:pt x="206" y="1076"/>
                    <a:pt x="205" y="1085"/>
                    <a:pt x="187" y="1085"/>
                  </a:cubicBezTo>
                  <a:cubicBezTo>
                    <a:pt x="170" y="1085"/>
                    <a:pt x="157" y="1092"/>
                    <a:pt x="147" y="1112"/>
                  </a:cubicBezTo>
                  <a:cubicBezTo>
                    <a:pt x="138" y="1132"/>
                    <a:pt x="114" y="1146"/>
                    <a:pt x="111" y="1157"/>
                  </a:cubicBezTo>
                  <a:cubicBezTo>
                    <a:pt x="109" y="1168"/>
                    <a:pt x="97" y="1166"/>
                    <a:pt x="87" y="1170"/>
                  </a:cubicBezTo>
                  <a:cubicBezTo>
                    <a:pt x="78" y="1174"/>
                    <a:pt x="79" y="1180"/>
                    <a:pt x="79" y="1193"/>
                  </a:cubicBezTo>
                  <a:cubicBezTo>
                    <a:pt x="79" y="1206"/>
                    <a:pt x="63" y="1196"/>
                    <a:pt x="62" y="1208"/>
                  </a:cubicBezTo>
                  <a:cubicBezTo>
                    <a:pt x="61" y="1220"/>
                    <a:pt x="41" y="1201"/>
                    <a:pt x="41" y="1228"/>
                  </a:cubicBezTo>
                  <a:cubicBezTo>
                    <a:pt x="41" y="1254"/>
                    <a:pt x="42" y="1250"/>
                    <a:pt x="55" y="1256"/>
                  </a:cubicBezTo>
                  <a:cubicBezTo>
                    <a:pt x="69" y="1261"/>
                    <a:pt x="90" y="1284"/>
                    <a:pt x="94" y="1269"/>
                  </a:cubicBezTo>
                  <a:cubicBezTo>
                    <a:pt x="98" y="1254"/>
                    <a:pt x="107" y="1253"/>
                    <a:pt x="114" y="1264"/>
                  </a:cubicBezTo>
                  <a:cubicBezTo>
                    <a:pt x="121" y="1274"/>
                    <a:pt x="123" y="1281"/>
                    <a:pt x="135" y="1281"/>
                  </a:cubicBezTo>
                  <a:cubicBezTo>
                    <a:pt x="147" y="1281"/>
                    <a:pt x="157" y="1285"/>
                    <a:pt x="159" y="1289"/>
                  </a:cubicBezTo>
                  <a:cubicBezTo>
                    <a:pt x="162" y="1293"/>
                    <a:pt x="171" y="1298"/>
                    <a:pt x="182" y="1298"/>
                  </a:cubicBezTo>
                  <a:cubicBezTo>
                    <a:pt x="193" y="1298"/>
                    <a:pt x="234" y="1309"/>
                    <a:pt x="243" y="1294"/>
                  </a:cubicBezTo>
                  <a:cubicBezTo>
                    <a:pt x="253" y="1280"/>
                    <a:pt x="274" y="1256"/>
                    <a:pt x="290" y="1248"/>
                  </a:cubicBezTo>
                  <a:cubicBezTo>
                    <a:pt x="306" y="1240"/>
                    <a:pt x="315" y="1236"/>
                    <a:pt x="322" y="1213"/>
                  </a:cubicBezTo>
                  <a:cubicBezTo>
                    <a:pt x="329" y="1190"/>
                    <a:pt x="345" y="1180"/>
                    <a:pt x="347" y="1154"/>
                  </a:cubicBezTo>
                  <a:cubicBezTo>
                    <a:pt x="350" y="1129"/>
                    <a:pt x="362" y="1098"/>
                    <a:pt x="387" y="1093"/>
                  </a:cubicBezTo>
                  <a:cubicBezTo>
                    <a:pt x="413" y="1088"/>
                    <a:pt x="426" y="1081"/>
                    <a:pt x="447" y="1081"/>
                  </a:cubicBezTo>
                  <a:cubicBezTo>
                    <a:pt x="469" y="1081"/>
                    <a:pt x="477" y="1076"/>
                    <a:pt x="466" y="1065"/>
                  </a:cubicBezTo>
                  <a:cubicBezTo>
                    <a:pt x="455" y="1054"/>
                    <a:pt x="431" y="1041"/>
                    <a:pt x="446" y="1032"/>
                  </a:cubicBezTo>
                  <a:cubicBezTo>
                    <a:pt x="461" y="1022"/>
                    <a:pt x="478" y="1013"/>
                    <a:pt x="483" y="994"/>
                  </a:cubicBezTo>
                  <a:cubicBezTo>
                    <a:pt x="489" y="976"/>
                    <a:pt x="501" y="961"/>
                    <a:pt x="517" y="953"/>
                  </a:cubicBezTo>
                  <a:cubicBezTo>
                    <a:pt x="533" y="945"/>
                    <a:pt x="542" y="933"/>
                    <a:pt x="542" y="918"/>
                  </a:cubicBezTo>
                  <a:cubicBezTo>
                    <a:pt x="542" y="904"/>
                    <a:pt x="529" y="884"/>
                    <a:pt x="537" y="876"/>
                  </a:cubicBezTo>
                  <a:cubicBezTo>
                    <a:pt x="545" y="868"/>
                    <a:pt x="553" y="864"/>
                    <a:pt x="542" y="862"/>
                  </a:cubicBezTo>
                  <a:cubicBezTo>
                    <a:pt x="531" y="861"/>
                    <a:pt x="529" y="882"/>
                    <a:pt x="522" y="872"/>
                  </a:cubicBezTo>
                  <a:cubicBezTo>
                    <a:pt x="515" y="861"/>
                    <a:pt x="534" y="849"/>
                    <a:pt x="526" y="838"/>
                  </a:cubicBezTo>
                  <a:cubicBezTo>
                    <a:pt x="518" y="828"/>
                    <a:pt x="518" y="852"/>
                    <a:pt x="505" y="856"/>
                  </a:cubicBezTo>
                  <a:cubicBezTo>
                    <a:pt x="491" y="860"/>
                    <a:pt x="471" y="896"/>
                    <a:pt x="466" y="872"/>
                  </a:cubicBezTo>
                  <a:cubicBezTo>
                    <a:pt x="461" y="848"/>
                    <a:pt x="463" y="837"/>
                    <a:pt x="455" y="834"/>
                  </a:cubicBezTo>
                  <a:cubicBezTo>
                    <a:pt x="447" y="832"/>
                    <a:pt x="445" y="828"/>
                    <a:pt x="455" y="821"/>
                  </a:cubicBezTo>
                  <a:cubicBezTo>
                    <a:pt x="466" y="814"/>
                    <a:pt x="450" y="805"/>
                    <a:pt x="439" y="817"/>
                  </a:cubicBezTo>
                  <a:cubicBezTo>
                    <a:pt x="429" y="829"/>
                    <a:pt x="418" y="830"/>
                    <a:pt x="413" y="837"/>
                  </a:cubicBezTo>
                  <a:cubicBezTo>
                    <a:pt x="407" y="844"/>
                    <a:pt x="401" y="844"/>
                    <a:pt x="403" y="866"/>
                  </a:cubicBezTo>
                  <a:cubicBezTo>
                    <a:pt x="406" y="889"/>
                    <a:pt x="409" y="893"/>
                    <a:pt x="389" y="904"/>
                  </a:cubicBezTo>
                  <a:cubicBezTo>
                    <a:pt x="369" y="914"/>
                    <a:pt x="357" y="916"/>
                    <a:pt x="351" y="941"/>
                  </a:cubicBezTo>
                  <a:cubicBezTo>
                    <a:pt x="346" y="966"/>
                    <a:pt x="331" y="986"/>
                    <a:pt x="315" y="1000"/>
                  </a:cubicBezTo>
                  <a:close/>
                  <a:moveTo>
                    <a:pt x="453" y="392"/>
                  </a:moveTo>
                  <a:cubicBezTo>
                    <a:pt x="453" y="392"/>
                    <a:pt x="467" y="402"/>
                    <a:pt x="467" y="425"/>
                  </a:cubicBezTo>
                  <a:cubicBezTo>
                    <a:pt x="467" y="448"/>
                    <a:pt x="481" y="452"/>
                    <a:pt x="490" y="458"/>
                  </a:cubicBezTo>
                  <a:cubicBezTo>
                    <a:pt x="499" y="465"/>
                    <a:pt x="499" y="480"/>
                    <a:pt x="510" y="493"/>
                  </a:cubicBezTo>
                  <a:cubicBezTo>
                    <a:pt x="521" y="506"/>
                    <a:pt x="526" y="512"/>
                    <a:pt x="530" y="504"/>
                  </a:cubicBezTo>
                  <a:cubicBezTo>
                    <a:pt x="534" y="496"/>
                    <a:pt x="541" y="510"/>
                    <a:pt x="541" y="520"/>
                  </a:cubicBezTo>
                  <a:cubicBezTo>
                    <a:pt x="541" y="529"/>
                    <a:pt x="534" y="545"/>
                    <a:pt x="551" y="552"/>
                  </a:cubicBezTo>
                  <a:cubicBezTo>
                    <a:pt x="569" y="558"/>
                    <a:pt x="574" y="553"/>
                    <a:pt x="571" y="578"/>
                  </a:cubicBezTo>
                  <a:cubicBezTo>
                    <a:pt x="569" y="604"/>
                    <a:pt x="579" y="649"/>
                    <a:pt x="566" y="654"/>
                  </a:cubicBezTo>
                  <a:cubicBezTo>
                    <a:pt x="553" y="660"/>
                    <a:pt x="562" y="662"/>
                    <a:pt x="562" y="674"/>
                  </a:cubicBezTo>
                  <a:cubicBezTo>
                    <a:pt x="562" y="686"/>
                    <a:pt x="566" y="701"/>
                    <a:pt x="553" y="704"/>
                  </a:cubicBezTo>
                  <a:cubicBezTo>
                    <a:pt x="539" y="706"/>
                    <a:pt x="531" y="703"/>
                    <a:pt x="529" y="710"/>
                  </a:cubicBezTo>
                  <a:cubicBezTo>
                    <a:pt x="527" y="717"/>
                    <a:pt x="527" y="716"/>
                    <a:pt x="520" y="717"/>
                  </a:cubicBezTo>
                  <a:cubicBezTo>
                    <a:pt x="513" y="717"/>
                    <a:pt x="506" y="718"/>
                    <a:pt x="506" y="728"/>
                  </a:cubicBezTo>
                  <a:cubicBezTo>
                    <a:pt x="505" y="737"/>
                    <a:pt x="513" y="745"/>
                    <a:pt x="524" y="750"/>
                  </a:cubicBezTo>
                  <a:cubicBezTo>
                    <a:pt x="534" y="755"/>
                    <a:pt x="537" y="757"/>
                    <a:pt x="549" y="765"/>
                  </a:cubicBezTo>
                  <a:cubicBezTo>
                    <a:pt x="561" y="772"/>
                    <a:pt x="566" y="776"/>
                    <a:pt x="576" y="778"/>
                  </a:cubicBezTo>
                  <a:cubicBezTo>
                    <a:pt x="586" y="781"/>
                    <a:pt x="597" y="791"/>
                    <a:pt x="601" y="797"/>
                  </a:cubicBezTo>
                  <a:cubicBezTo>
                    <a:pt x="605" y="802"/>
                    <a:pt x="609" y="807"/>
                    <a:pt x="606" y="819"/>
                  </a:cubicBezTo>
                  <a:cubicBezTo>
                    <a:pt x="604" y="830"/>
                    <a:pt x="602" y="834"/>
                    <a:pt x="593" y="846"/>
                  </a:cubicBezTo>
                  <a:cubicBezTo>
                    <a:pt x="585" y="858"/>
                    <a:pt x="562" y="873"/>
                    <a:pt x="573" y="882"/>
                  </a:cubicBezTo>
                  <a:cubicBezTo>
                    <a:pt x="584" y="891"/>
                    <a:pt x="592" y="886"/>
                    <a:pt x="599" y="894"/>
                  </a:cubicBezTo>
                  <a:cubicBezTo>
                    <a:pt x="607" y="902"/>
                    <a:pt x="625" y="908"/>
                    <a:pt x="632" y="899"/>
                  </a:cubicBezTo>
                  <a:cubicBezTo>
                    <a:pt x="638" y="891"/>
                    <a:pt x="659" y="878"/>
                    <a:pt x="660" y="863"/>
                  </a:cubicBezTo>
                  <a:cubicBezTo>
                    <a:pt x="662" y="848"/>
                    <a:pt x="677" y="838"/>
                    <a:pt x="687" y="823"/>
                  </a:cubicBezTo>
                  <a:cubicBezTo>
                    <a:pt x="697" y="808"/>
                    <a:pt x="717" y="790"/>
                    <a:pt x="718" y="782"/>
                  </a:cubicBezTo>
                  <a:cubicBezTo>
                    <a:pt x="720" y="775"/>
                    <a:pt x="726" y="772"/>
                    <a:pt x="720" y="764"/>
                  </a:cubicBezTo>
                  <a:cubicBezTo>
                    <a:pt x="714" y="755"/>
                    <a:pt x="713" y="749"/>
                    <a:pt x="717" y="739"/>
                  </a:cubicBezTo>
                  <a:cubicBezTo>
                    <a:pt x="720" y="730"/>
                    <a:pt x="716" y="719"/>
                    <a:pt x="731" y="719"/>
                  </a:cubicBezTo>
                  <a:cubicBezTo>
                    <a:pt x="747" y="719"/>
                    <a:pt x="745" y="714"/>
                    <a:pt x="759" y="720"/>
                  </a:cubicBezTo>
                  <a:cubicBezTo>
                    <a:pt x="773" y="727"/>
                    <a:pt x="777" y="730"/>
                    <a:pt x="781" y="723"/>
                  </a:cubicBezTo>
                  <a:cubicBezTo>
                    <a:pt x="785" y="717"/>
                    <a:pt x="784" y="718"/>
                    <a:pt x="778" y="716"/>
                  </a:cubicBezTo>
                  <a:cubicBezTo>
                    <a:pt x="772" y="714"/>
                    <a:pt x="774" y="705"/>
                    <a:pt x="776" y="699"/>
                  </a:cubicBezTo>
                  <a:cubicBezTo>
                    <a:pt x="777" y="693"/>
                    <a:pt x="774" y="687"/>
                    <a:pt x="786" y="687"/>
                  </a:cubicBezTo>
                  <a:cubicBezTo>
                    <a:pt x="799" y="687"/>
                    <a:pt x="791" y="688"/>
                    <a:pt x="798" y="676"/>
                  </a:cubicBezTo>
                  <a:cubicBezTo>
                    <a:pt x="804" y="664"/>
                    <a:pt x="810" y="662"/>
                    <a:pt x="809" y="654"/>
                  </a:cubicBezTo>
                  <a:cubicBezTo>
                    <a:pt x="807" y="645"/>
                    <a:pt x="802" y="626"/>
                    <a:pt x="809" y="623"/>
                  </a:cubicBezTo>
                  <a:cubicBezTo>
                    <a:pt x="817" y="619"/>
                    <a:pt x="819" y="616"/>
                    <a:pt x="817" y="610"/>
                  </a:cubicBezTo>
                  <a:cubicBezTo>
                    <a:pt x="815" y="604"/>
                    <a:pt x="813" y="605"/>
                    <a:pt x="806" y="604"/>
                  </a:cubicBezTo>
                  <a:cubicBezTo>
                    <a:pt x="799" y="604"/>
                    <a:pt x="793" y="591"/>
                    <a:pt x="783" y="596"/>
                  </a:cubicBezTo>
                  <a:cubicBezTo>
                    <a:pt x="774" y="602"/>
                    <a:pt x="775" y="605"/>
                    <a:pt x="765" y="606"/>
                  </a:cubicBezTo>
                  <a:cubicBezTo>
                    <a:pt x="754" y="608"/>
                    <a:pt x="756" y="615"/>
                    <a:pt x="746" y="623"/>
                  </a:cubicBezTo>
                  <a:cubicBezTo>
                    <a:pt x="736" y="631"/>
                    <a:pt x="730" y="637"/>
                    <a:pt x="716" y="632"/>
                  </a:cubicBezTo>
                  <a:cubicBezTo>
                    <a:pt x="702" y="627"/>
                    <a:pt x="704" y="622"/>
                    <a:pt x="697" y="620"/>
                  </a:cubicBezTo>
                  <a:cubicBezTo>
                    <a:pt x="689" y="619"/>
                    <a:pt x="703" y="615"/>
                    <a:pt x="686" y="612"/>
                  </a:cubicBezTo>
                  <a:cubicBezTo>
                    <a:pt x="669" y="610"/>
                    <a:pt x="671" y="605"/>
                    <a:pt x="662" y="605"/>
                  </a:cubicBezTo>
                  <a:cubicBezTo>
                    <a:pt x="653" y="604"/>
                    <a:pt x="654" y="604"/>
                    <a:pt x="652" y="591"/>
                  </a:cubicBezTo>
                  <a:cubicBezTo>
                    <a:pt x="650" y="577"/>
                    <a:pt x="659" y="565"/>
                    <a:pt x="646" y="555"/>
                  </a:cubicBezTo>
                  <a:cubicBezTo>
                    <a:pt x="634" y="544"/>
                    <a:pt x="621" y="531"/>
                    <a:pt x="616" y="532"/>
                  </a:cubicBezTo>
                  <a:cubicBezTo>
                    <a:pt x="610" y="533"/>
                    <a:pt x="611" y="542"/>
                    <a:pt x="612" y="551"/>
                  </a:cubicBezTo>
                  <a:cubicBezTo>
                    <a:pt x="614" y="561"/>
                    <a:pt x="612" y="574"/>
                    <a:pt x="604" y="563"/>
                  </a:cubicBezTo>
                  <a:cubicBezTo>
                    <a:pt x="595" y="553"/>
                    <a:pt x="588" y="549"/>
                    <a:pt x="582" y="548"/>
                  </a:cubicBezTo>
                  <a:cubicBezTo>
                    <a:pt x="576" y="547"/>
                    <a:pt x="576" y="538"/>
                    <a:pt x="576" y="529"/>
                  </a:cubicBezTo>
                  <a:cubicBezTo>
                    <a:pt x="576" y="520"/>
                    <a:pt x="579" y="505"/>
                    <a:pt x="570" y="498"/>
                  </a:cubicBezTo>
                  <a:cubicBezTo>
                    <a:pt x="560" y="490"/>
                    <a:pt x="556" y="487"/>
                    <a:pt x="557" y="477"/>
                  </a:cubicBezTo>
                  <a:cubicBezTo>
                    <a:pt x="558" y="466"/>
                    <a:pt x="572" y="458"/>
                    <a:pt x="551" y="444"/>
                  </a:cubicBezTo>
                  <a:cubicBezTo>
                    <a:pt x="529" y="430"/>
                    <a:pt x="525" y="418"/>
                    <a:pt x="512" y="412"/>
                  </a:cubicBezTo>
                  <a:cubicBezTo>
                    <a:pt x="499" y="407"/>
                    <a:pt x="487" y="405"/>
                    <a:pt x="476" y="397"/>
                  </a:cubicBezTo>
                  <a:cubicBezTo>
                    <a:pt x="465" y="388"/>
                    <a:pt x="460" y="371"/>
                    <a:pt x="452" y="368"/>
                  </a:cubicBezTo>
                  <a:cubicBezTo>
                    <a:pt x="444" y="365"/>
                    <a:pt x="440" y="371"/>
                    <a:pt x="438" y="375"/>
                  </a:cubicBezTo>
                  <a:cubicBezTo>
                    <a:pt x="436" y="378"/>
                    <a:pt x="437" y="382"/>
                    <a:pt x="453" y="392"/>
                  </a:cubicBezTo>
                  <a:close/>
                  <a:moveTo>
                    <a:pt x="125" y="1307"/>
                  </a:moveTo>
                  <a:cubicBezTo>
                    <a:pt x="125" y="1307"/>
                    <a:pt x="130" y="1323"/>
                    <a:pt x="119" y="1331"/>
                  </a:cubicBezTo>
                  <a:cubicBezTo>
                    <a:pt x="109" y="1340"/>
                    <a:pt x="110" y="1348"/>
                    <a:pt x="118" y="1348"/>
                  </a:cubicBezTo>
                  <a:cubicBezTo>
                    <a:pt x="127" y="1348"/>
                    <a:pt x="134" y="1336"/>
                    <a:pt x="144" y="1341"/>
                  </a:cubicBezTo>
                  <a:cubicBezTo>
                    <a:pt x="153" y="1345"/>
                    <a:pt x="158" y="1340"/>
                    <a:pt x="157" y="1332"/>
                  </a:cubicBezTo>
                  <a:cubicBezTo>
                    <a:pt x="156" y="1325"/>
                    <a:pt x="150" y="1327"/>
                    <a:pt x="147" y="1315"/>
                  </a:cubicBezTo>
                  <a:cubicBezTo>
                    <a:pt x="145" y="1304"/>
                    <a:pt x="122" y="1288"/>
                    <a:pt x="125" y="1307"/>
                  </a:cubicBezTo>
                  <a:close/>
                  <a:moveTo>
                    <a:pt x="22" y="1621"/>
                  </a:moveTo>
                  <a:cubicBezTo>
                    <a:pt x="22" y="1621"/>
                    <a:pt x="20" y="1628"/>
                    <a:pt x="14" y="1635"/>
                  </a:cubicBezTo>
                  <a:cubicBezTo>
                    <a:pt x="7" y="1643"/>
                    <a:pt x="0" y="1650"/>
                    <a:pt x="13" y="1651"/>
                  </a:cubicBezTo>
                  <a:cubicBezTo>
                    <a:pt x="25" y="1653"/>
                    <a:pt x="29" y="1657"/>
                    <a:pt x="29" y="1649"/>
                  </a:cubicBezTo>
                  <a:cubicBezTo>
                    <a:pt x="29" y="1640"/>
                    <a:pt x="27" y="1635"/>
                    <a:pt x="33" y="1630"/>
                  </a:cubicBezTo>
                  <a:cubicBezTo>
                    <a:pt x="40" y="1624"/>
                    <a:pt x="30" y="1606"/>
                    <a:pt x="22" y="1621"/>
                  </a:cubicBezTo>
                  <a:close/>
                  <a:moveTo>
                    <a:pt x="1043" y="0"/>
                  </a:moveTo>
                  <a:cubicBezTo>
                    <a:pt x="1043" y="0"/>
                    <a:pt x="1028" y="2"/>
                    <a:pt x="1034" y="7"/>
                  </a:cubicBezTo>
                  <a:cubicBezTo>
                    <a:pt x="1040" y="11"/>
                    <a:pt x="1052" y="0"/>
                    <a:pt x="1043" y="0"/>
                  </a:cubicBezTo>
                  <a:close/>
                  <a:moveTo>
                    <a:pt x="998" y="80"/>
                  </a:moveTo>
                  <a:cubicBezTo>
                    <a:pt x="998" y="80"/>
                    <a:pt x="990" y="81"/>
                    <a:pt x="992" y="90"/>
                  </a:cubicBezTo>
                  <a:cubicBezTo>
                    <a:pt x="994" y="98"/>
                    <a:pt x="999" y="101"/>
                    <a:pt x="1000" y="93"/>
                  </a:cubicBezTo>
                  <a:cubicBezTo>
                    <a:pt x="1002" y="85"/>
                    <a:pt x="1005" y="80"/>
                    <a:pt x="998" y="80"/>
                  </a:cubicBezTo>
                  <a:close/>
                  <a:moveTo>
                    <a:pt x="971" y="160"/>
                  </a:moveTo>
                  <a:cubicBezTo>
                    <a:pt x="971" y="160"/>
                    <a:pt x="956" y="172"/>
                    <a:pt x="970" y="171"/>
                  </a:cubicBezTo>
                  <a:cubicBezTo>
                    <a:pt x="983" y="170"/>
                    <a:pt x="978" y="155"/>
                    <a:pt x="971" y="16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0" name="Freeform 28"/>
            <p:cNvSpPr>
              <a:spLocks/>
            </p:cNvSpPr>
            <p:nvPr/>
          </p:nvSpPr>
          <p:spPr bwMode="auto">
            <a:xfrm>
              <a:off x="4039" y="1373"/>
              <a:ext cx="161" cy="129"/>
            </a:xfrm>
            <a:custGeom>
              <a:avLst/>
              <a:gdLst>
                <a:gd name="T0" fmla="*/ 100 w 195"/>
                <a:gd name="T1" fmla="*/ 72 h 157"/>
                <a:gd name="T2" fmla="*/ 80 w 195"/>
                <a:gd name="T3" fmla="*/ 49 h 157"/>
                <a:gd name="T4" fmla="*/ 54 w 195"/>
                <a:gd name="T5" fmla="*/ 31 h 157"/>
                <a:gd name="T6" fmla="*/ 22 w 195"/>
                <a:gd name="T7" fmla="*/ 6 h 157"/>
                <a:gd name="T8" fmla="*/ 7 w 195"/>
                <a:gd name="T9" fmla="*/ 13 h 157"/>
                <a:gd name="T10" fmla="*/ 27 w 195"/>
                <a:gd name="T11" fmla="*/ 46 h 157"/>
                <a:gd name="T12" fmla="*/ 54 w 195"/>
                <a:gd name="T13" fmla="*/ 72 h 157"/>
                <a:gd name="T14" fmla="*/ 78 w 195"/>
                <a:gd name="T15" fmla="*/ 95 h 157"/>
                <a:gd name="T16" fmla="*/ 120 w 195"/>
                <a:gd name="T17" fmla="*/ 122 h 157"/>
                <a:gd name="T18" fmla="*/ 153 w 195"/>
                <a:gd name="T19" fmla="*/ 142 h 157"/>
                <a:gd name="T20" fmla="*/ 182 w 195"/>
                <a:gd name="T21" fmla="*/ 150 h 157"/>
                <a:gd name="T22" fmla="*/ 175 w 195"/>
                <a:gd name="T23" fmla="*/ 125 h 157"/>
                <a:gd name="T24" fmla="*/ 131 w 195"/>
                <a:gd name="T25" fmla="*/ 90 h 157"/>
                <a:gd name="T26" fmla="*/ 100 w 195"/>
                <a:gd name="T27" fmla="*/ 7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5" h="157">
                  <a:moveTo>
                    <a:pt x="100" y="72"/>
                  </a:moveTo>
                  <a:cubicBezTo>
                    <a:pt x="100" y="72"/>
                    <a:pt x="83" y="56"/>
                    <a:pt x="80" y="49"/>
                  </a:cubicBezTo>
                  <a:cubicBezTo>
                    <a:pt x="76" y="42"/>
                    <a:pt x="62" y="36"/>
                    <a:pt x="54" y="31"/>
                  </a:cubicBezTo>
                  <a:cubicBezTo>
                    <a:pt x="46" y="26"/>
                    <a:pt x="33" y="12"/>
                    <a:pt x="22" y="6"/>
                  </a:cubicBezTo>
                  <a:cubicBezTo>
                    <a:pt x="12" y="0"/>
                    <a:pt x="0" y="2"/>
                    <a:pt x="7" y="13"/>
                  </a:cubicBezTo>
                  <a:cubicBezTo>
                    <a:pt x="14" y="24"/>
                    <a:pt x="14" y="38"/>
                    <a:pt x="27" y="46"/>
                  </a:cubicBezTo>
                  <a:cubicBezTo>
                    <a:pt x="40" y="54"/>
                    <a:pt x="48" y="63"/>
                    <a:pt x="54" y="72"/>
                  </a:cubicBezTo>
                  <a:cubicBezTo>
                    <a:pt x="60" y="80"/>
                    <a:pt x="63" y="86"/>
                    <a:pt x="78" y="95"/>
                  </a:cubicBezTo>
                  <a:cubicBezTo>
                    <a:pt x="94" y="104"/>
                    <a:pt x="104" y="113"/>
                    <a:pt x="120" y="122"/>
                  </a:cubicBezTo>
                  <a:cubicBezTo>
                    <a:pt x="135" y="130"/>
                    <a:pt x="143" y="135"/>
                    <a:pt x="153" y="142"/>
                  </a:cubicBezTo>
                  <a:cubicBezTo>
                    <a:pt x="163" y="150"/>
                    <a:pt x="179" y="157"/>
                    <a:pt x="182" y="150"/>
                  </a:cubicBezTo>
                  <a:cubicBezTo>
                    <a:pt x="186" y="142"/>
                    <a:pt x="195" y="139"/>
                    <a:pt x="175" y="125"/>
                  </a:cubicBezTo>
                  <a:cubicBezTo>
                    <a:pt x="155" y="111"/>
                    <a:pt x="143" y="93"/>
                    <a:pt x="131" y="90"/>
                  </a:cubicBezTo>
                  <a:cubicBezTo>
                    <a:pt x="119" y="86"/>
                    <a:pt x="109" y="85"/>
                    <a:pt x="100" y="7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1" name="Freeform 29"/>
            <p:cNvSpPr>
              <a:spLocks/>
            </p:cNvSpPr>
            <p:nvPr/>
          </p:nvSpPr>
          <p:spPr bwMode="auto">
            <a:xfrm>
              <a:off x="4197" y="1395"/>
              <a:ext cx="24" cy="41"/>
            </a:xfrm>
            <a:custGeom>
              <a:avLst/>
              <a:gdLst>
                <a:gd name="T0" fmla="*/ 4 w 29"/>
                <a:gd name="T1" fmla="*/ 7 h 50"/>
                <a:gd name="T2" fmla="*/ 1 w 29"/>
                <a:gd name="T3" fmla="*/ 27 h 50"/>
                <a:gd name="T4" fmla="*/ 10 w 29"/>
                <a:gd name="T5" fmla="*/ 45 h 50"/>
                <a:gd name="T6" fmla="*/ 28 w 29"/>
                <a:gd name="T7" fmla="*/ 41 h 50"/>
                <a:gd name="T8" fmla="*/ 20 w 29"/>
                <a:gd name="T9" fmla="*/ 27 h 50"/>
                <a:gd name="T10" fmla="*/ 4 w 29"/>
                <a:gd name="T11" fmla="*/ 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50">
                  <a:moveTo>
                    <a:pt x="4" y="7"/>
                  </a:moveTo>
                  <a:cubicBezTo>
                    <a:pt x="4" y="7"/>
                    <a:pt x="0" y="16"/>
                    <a:pt x="1" y="27"/>
                  </a:cubicBezTo>
                  <a:cubicBezTo>
                    <a:pt x="2" y="38"/>
                    <a:pt x="3" y="44"/>
                    <a:pt x="10" y="45"/>
                  </a:cubicBezTo>
                  <a:cubicBezTo>
                    <a:pt x="18" y="46"/>
                    <a:pt x="28" y="50"/>
                    <a:pt x="28" y="41"/>
                  </a:cubicBezTo>
                  <a:cubicBezTo>
                    <a:pt x="29" y="32"/>
                    <a:pt x="29" y="32"/>
                    <a:pt x="20" y="27"/>
                  </a:cubicBezTo>
                  <a:cubicBezTo>
                    <a:pt x="12" y="22"/>
                    <a:pt x="15" y="0"/>
                    <a:pt x="4" y="7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2" name="Freeform 30"/>
            <p:cNvSpPr>
              <a:spLocks/>
            </p:cNvSpPr>
            <p:nvPr/>
          </p:nvSpPr>
          <p:spPr bwMode="auto">
            <a:xfrm>
              <a:off x="4240" y="1429"/>
              <a:ext cx="19" cy="35"/>
            </a:xfrm>
            <a:custGeom>
              <a:avLst/>
              <a:gdLst>
                <a:gd name="T0" fmla="*/ 2 w 23"/>
                <a:gd name="T1" fmla="*/ 10 h 42"/>
                <a:gd name="T2" fmla="*/ 0 w 23"/>
                <a:gd name="T3" fmla="*/ 32 h 42"/>
                <a:gd name="T4" fmla="*/ 12 w 23"/>
                <a:gd name="T5" fmla="*/ 36 h 42"/>
                <a:gd name="T6" fmla="*/ 17 w 23"/>
                <a:gd name="T7" fmla="*/ 22 h 42"/>
                <a:gd name="T8" fmla="*/ 2 w 23"/>
                <a:gd name="T9" fmla="*/ 1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42">
                  <a:moveTo>
                    <a:pt x="2" y="10"/>
                  </a:moveTo>
                  <a:cubicBezTo>
                    <a:pt x="2" y="10"/>
                    <a:pt x="0" y="28"/>
                    <a:pt x="0" y="32"/>
                  </a:cubicBezTo>
                  <a:cubicBezTo>
                    <a:pt x="0" y="36"/>
                    <a:pt x="8" y="42"/>
                    <a:pt x="12" y="36"/>
                  </a:cubicBezTo>
                  <a:cubicBezTo>
                    <a:pt x="15" y="30"/>
                    <a:pt x="23" y="31"/>
                    <a:pt x="17" y="22"/>
                  </a:cubicBezTo>
                  <a:cubicBezTo>
                    <a:pt x="11" y="14"/>
                    <a:pt x="2" y="0"/>
                    <a:pt x="2" y="1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3" name="Freeform 31"/>
            <p:cNvSpPr>
              <a:spLocks/>
            </p:cNvSpPr>
            <p:nvPr/>
          </p:nvSpPr>
          <p:spPr bwMode="auto">
            <a:xfrm>
              <a:off x="4846" y="854"/>
              <a:ext cx="17" cy="16"/>
            </a:xfrm>
            <a:custGeom>
              <a:avLst/>
              <a:gdLst>
                <a:gd name="T0" fmla="*/ 9 w 20"/>
                <a:gd name="T1" fmla="*/ 6 h 20"/>
                <a:gd name="T2" fmla="*/ 10 w 20"/>
                <a:gd name="T3" fmla="*/ 19 h 20"/>
                <a:gd name="T4" fmla="*/ 20 w 20"/>
                <a:gd name="T5" fmla="*/ 14 h 20"/>
                <a:gd name="T6" fmla="*/ 9 w 20"/>
                <a:gd name="T7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0">
                  <a:moveTo>
                    <a:pt x="9" y="6"/>
                  </a:moveTo>
                  <a:cubicBezTo>
                    <a:pt x="9" y="6"/>
                    <a:pt x="0" y="19"/>
                    <a:pt x="10" y="19"/>
                  </a:cubicBezTo>
                  <a:cubicBezTo>
                    <a:pt x="19" y="20"/>
                    <a:pt x="20" y="17"/>
                    <a:pt x="20" y="14"/>
                  </a:cubicBezTo>
                  <a:cubicBezTo>
                    <a:pt x="20" y="10"/>
                    <a:pt x="12" y="0"/>
                    <a:pt x="9" y="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4" name="Freeform 32"/>
            <p:cNvSpPr>
              <a:spLocks/>
            </p:cNvSpPr>
            <p:nvPr/>
          </p:nvSpPr>
          <p:spPr bwMode="auto">
            <a:xfrm>
              <a:off x="4860" y="783"/>
              <a:ext cx="15" cy="23"/>
            </a:xfrm>
            <a:custGeom>
              <a:avLst/>
              <a:gdLst>
                <a:gd name="T0" fmla="*/ 7 w 18"/>
                <a:gd name="T1" fmla="*/ 11 h 28"/>
                <a:gd name="T2" fmla="*/ 8 w 18"/>
                <a:gd name="T3" fmla="*/ 26 h 28"/>
                <a:gd name="T4" fmla="*/ 18 w 18"/>
                <a:gd name="T5" fmla="*/ 21 h 28"/>
                <a:gd name="T6" fmla="*/ 7 w 18"/>
                <a:gd name="T7" fmla="*/ 1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8">
                  <a:moveTo>
                    <a:pt x="7" y="11"/>
                  </a:moveTo>
                  <a:cubicBezTo>
                    <a:pt x="7" y="11"/>
                    <a:pt x="0" y="25"/>
                    <a:pt x="8" y="26"/>
                  </a:cubicBezTo>
                  <a:cubicBezTo>
                    <a:pt x="17" y="28"/>
                    <a:pt x="17" y="24"/>
                    <a:pt x="18" y="21"/>
                  </a:cubicBezTo>
                  <a:cubicBezTo>
                    <a:pt x="18" y="19"/>
                    <a:pt x="14" y="0"/>
                    <a:pt x="7" y="1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5" name="Freeform 33"/>
            <p:cNvSpPr>
              <a:spLocks/>
            </p:cNvSpPr>
            <p:nvPr/>
          </p:nvSpPr>
          <p:spPr bwMode="auto">
            <a:xfrm>
              <a:off x="4906" y="866"/>
              <a:ext cx="13" cy="14"/>
            </a:xfrm>
            <a:custGeom>
              <a:avLst/>
              <a:gdLst>
                <a:gd name="T0" fmla="*/ 7 w 15"/>
                <a:gd name="T1" fmla="*/ 1 h 17"/>
                <a:gd name="T2" fmla="*/ 0 w 15"/>
                <a:gd name="T3" fmla="*/ 7 h 17"/>
                <a:gd name="T4" fmla="*/ 8 w 15"/>
                <a:gd name="T5" fmla="*/ 17 h 17"/>
                <a:gd name="T6" fmla="*/ 15 w 15"/>
                <a:gd name="T7" fmla="*/ 9 h 17"/>
                <a:gd name="T8" fmla="*/ 7 w 15"/>
                <a:gd name="T9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7">
                  <a:moveTo>
                    <a:pt x="7" y="1"/>
                  </a:moveTo>
                  <a:cubicBezTo>
                    <a:pt x="7" y="1"/>
                    <a:pt x="0" y="1"/>
                    <a:pt x="0" y="7"/>
                  </a:cubicBezTo>
                  <a:cubicBezTo>
                    <a:pt x="1" y="12"/>
                    <a:pt x="5" y="17"/>
                    <a:pt x="8" y="17"/>
                  </a:cubicBezTo>
                  <a:cubicBezTo>
                    <a:pt x="10" y="17"/>
                    <a:pt x="14" y="14"/>
                    <a:pt x="15" y="9"/>
                  </a:cubicBezTo>
                  <a:cubicBezTo>
                    <a:pt x="15" y="4"/>
                    <a:pt x="12" y="0"/>
                    <a:pt x="7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6" name="Freeform 34"/>
            <p:cNvSpPr>
              <a:spLocks/>
            </p:cNvSpPr>
            <p:nvPr/>
          </p:nvSpPr>
          <p:spPr bwMode="auto">
            <a:xfrm>
              <a:off x="3218" y="515"/>
              <a:ext cx="217" cy="127"/>
            </a:xfrm>
            <a:custGeom>
              <a:avLst/>
              <a:gdLst>
                <a:gd name="T0" fmla="*/ 76 w 264"/>
                <a:gd name="T1" fmla="*/ 98 h 154"/>
                <a:gd name="T2" fmla="*/ 54 w 264"/>
                <a:gd name="T3" fmla="*/ 96 h 154"/>
                <a:gd name="T4" fmla="*/ 36 w 264"/>
                <a:gd name="T5" fmla="*/ 88 h 154"/>
                <a:gd name="T6" fmla="*/ 3 w 264"/>
                <a:gd name="T7" fmla="*/ 93 h 154"/>
                <a:gd name="T8" fmla="*/ 14 w 264"/>
                <a:gd name="T9" fmla="*/ 120 h 154"/>
                <a:gd name="T10" fmla="*/ 55 w 264"/>
                <a:gd name="T11" fmla="*/ 134 h 154"/>
                <a:gd name="T12" fmla="*/ 87 w 264"/>
                <a:gd name="T13" fmla="*/ 148 h 154"/>
                <a:gd name="T14" fmla="*/ 137 w 264"/>
                <a:gd name="T15" fmla="*/ 146 h 154"/>
                <a:gd name="T16" fmla="*/ 164 w 264"/>
                <a:gd name="T17" fmla="*/ 134 h 154"/>
                <a:gd name="T18" fmla="*/ 192 w 264"/>
                <a:gd name="T19" fmla="*/ 116 h 154"/>
                <a:gd name="T20" fmla="*/ 212 w 264"/>
                <a:gd name="T21" fmla="*/ 98 h 154"/>
                <a:gd name="T22" fmla="*/ 241 w 264"/>
                <a:gd name="T23" fmla="*/ 91 h 154"/>
                <a:gd name="T24" fmla="*/ 244 w 264"/>
                <a:gd name="T25" fmla="*/ 66 h 154"/>
                <a:gd name="T26" fmla="*/ 262 w 264"/>
                <a:gd name="T27" fmla="*/ 46 h 154"/>
                <a:gd name="T28" fmla="*/ 257 w 264"/>
                <a:gd name="T29" fmla="*/ 22 h 154"/>
                <a:gd name="T30" fmla="*/ 241 w 264"/>
                <a:gd name="T31" fmla="*/ 9 h 154"/>
                <a:gd name="T32" fmla="*/ 216 w 264"/>
                <a:gd name="T33" fmla="*/ 8 h 154"/>
                <a:gd name="T34" fmla="*/ 196 w 264"/>
                <a:gd name="T35" fmla="*/ 14 h 154"/>
                <a:gd name="T36" fmla="*/ 204 w 264"/>
                <a:gd name="T37" fmla="*/ 27 h 154"/>
                <a:gd name="T38" fmla="*/ 197 w 264"/>
                <a:gd name="T39" fmla="*/ 55 h 154"/>
                <a:gd name="T40" fmla="*/ 172 w 264"/>
                <a:gd name="T41" fmla="*/ 64 h 154"/>
                <a:gd name="T42" fmla="*/ 156 w 264"/>
                <a:gd name="T43" fmla="*/ 90 h 154"/>
                <a:gd name="T44" fmla="*/ 134 w 264"/>
                <a:gd name="T45" fmla="*/ 86 h 154"/>
                <a:gd name="T46" fmla="*/ 76 w 264"/>
                <a:gd name="T47" fmla="*/ 98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4" h="154">
                  <a:moveTo>
                    <a:pt x="76" y="98"/>
                  </a:moveTo>
                  <a:cubicBezTo>
                    <a:pt x="76" y="98"/>
                    <a:pt x="55" y="102"/>
                    <a:pt x="54" y="96"/>
                  </a:cubicBezTo>
                  <a:cubicBezTo>
                    <a:pt x="54" y="89"/>
                    <a:pt x="43" y="88"/>
                    <a:pt x="36" y="88"/>
                  </a:cubicBezTo>
                  <a:cubicBezTo>
                    <a:pt x="28" y="88"/>
                    <a:pt x="6" y="86"/>
                    <a:pt x="3" y="93"/>
                  </a:cubicBezTo>
                  <a:cubicBezTo>
                    <a:pt x="0" y="100"/>
                    <a:pt x="2" y="116"/>
                    <a:pt x="14" y="120"/>
                  </a:cubicBezTo>
                  <a:cubicBezTo>
                    <a:pt x="27" y="125"/>
                    <a:pt x="42" y="128"/>
                    <a:pt x="55" y="134"/>
                  </a:cubicBezTo>
                  <a:cubicBezTo>
                    <a:pt x="68" y="140"/>
                    <a:pt x="79" y="147"/>
                    <a:pt x="87" y="148"/>
                  </a:cubicBezTo>
                  <a:cubicBezTo>
                    <a:pt x="95" y="150"/>
                    <a:pt x="130" y="154"/>
                    <a:pt x="137" y="146"/>
                  </a:cubicBezTo>
                  <a:cubicBezTo>
                    <a:pt x="144" y="137"/>
                    <a:pt x="156" y="141"/>
                    <a:pt x="164" y="134"/>
                  </a:cubicBezTo>
                  <a:cubicBezTo>
                    <a:pt x="173" y="128"/>
                    <a:pt x="184" y="124"/>
                    <a:pt x="192" y="116"/>
                  </a:cubicBezTo>
                  <a:cubicBezTo>
                    <a:pt x="199" y="108"/>
                    <a:pt x="196" y="98"/>
                    <a:pt x="212" y="98"/>
                  </a:cubicBezTo>
                  <a:cubicBezTo>
                    <a:pt x="229" y="98"/>
                    <a:pt x="240" y="96"/>
                    <a:pt x="241" y="91"/>
                  </a:cubicBezTo>
                  <a:cubicBezTo>
                    <a:pt x="242" y="86"/>
                    <a:pt x="236" y="68"/>
                    <a:pt x="244" y="66"/>
                  </a:cubicBezTo>
                  <a:cubicBezTo>
                    <a:pt x="252" y="63"/>
                    <a:pt x="261" y="51"/>
                    <a:pt x="262" y="46"/>
                  </a:cubicBezTo>
                  <a:cubicBezTo>
                    <a:pt x="264" y="40"/>
                    <a:pt x="262" y="29"/>
                    <a:pt x="257" y="22"/>
                  </a:cubicBezTo>
                  <a:cubicBezTo>
                    <a:pt x="252" y="14"/>
                    <a:pt x="249" y="4"/>
                    <a:pt x="241" y="9"/>
                  </a:cubicBezTo>
                  <a:cubicBezTo>
                    <a:pt x="233" y="14"/>
                    <a:pt x="218" y="16"/>
                    <a:pt x="216" y="8"/>
                  </a:cubicBezTo>
                  <a:cubicBezTo>
                    <a:pt x="213" y="0"/>
                    <a:pt x="202" y="10"/>
                    <a:pt x="196" y="14"/>
                  </a:cubicBezTo>
                  <a:cubicBezTo>
                    <a:pt x="190" y="19"/>
                    <a:pt x="204" y="18"/>
                    <a:pt x="204" y="27"/>
                  </a:cubicBezTo>
                  <a:cubicBezTo>
                    <a:pt x="204" y="36"/>
                    <a:pt x="210" y="58"/>
                    <a:pt x="197" y="55"/>
                  </a:cubicBezTo>
                  <a:cubicBezTo>
                    <a:pt x="184" y="52"/>
                    <a:pt x="174" y="58"/>
                    <a:pt x="172" y="64"/>
                  </a:cubicBezTo>
                  <a:cubicBezTo>
                    <a:pt x="170" y="71"/>
                    <a:pt x="160" y="85"/>
                    <a:pt x="156" y="90"/>
                  </a:cubicBezTo>
                  <a:cubicBezTo>
                    <a:pt x="152" y="94"/>
                    <a:pt x="146" y="85"/>
                    <a:pt x="134" y="86"/>
                  </a:cubicBezTo>
                  <a:cubicBezTo>
                    <a:pt x="121" y="88"/>
                    <a:pt x="95" y="94"/>
                    <a:pt x="76" y="9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7" name="Freeform 35"/>
            <p:cNvSpPr>
              <a:spLocks/>
            </p:cNvSpPr>
            <p:nvPr/>
          </p:nvSpPr>
          <p:spPr bwMode="auto">
            <a:xfrm>
              <a:off x="3344" y="438"/>
              <a:ext cx="133" cy="120"/>
            </a:xfrm>
            <a:custGeom>
              <a:avLst/>
              <a:gdLst>
                <a:gd name="T0" fmla="*/ 29 w 162"/>
                <a:gd name="T1" fmla="*/ 14 h 146"/>
                <a:gd name="T2" fmla="*/ 2 w 162"/>
                <a:gd name="T3" fmla="*/ 6 h 146"/>
                <a:gd name="T4" fmla="*/ 14 w 162"/>
                <a:gd name="T5" fmla="*/ 19 h 146"/>
                <a:gd name="T6" fmla="*/ 53 w 162"/>
                <a:gd name="T7" fmla="*/ 45 h 146"/>
                <a:gd name="T8" fmla="*/ 116 w 162"/>
                <a:gd name="T9" fmla="*/ 100 h 146"/>
                <a:gd name="T10" fmla="*/ 125 w 162"/>
                <a:gd name="T11" fmla="*/ 141 h 146"/>
                <a:gd name="T12" fmla="*/ 148 w 162"/>
                <a:gd name="T13" fmla="*/ 130 h 146"/>
                <a:gd name="T14" fmla="*/ 146 w 162"/>
                <a:gd name="T15" fmla="*/ 98 h 146"/>
                <a:gd name="T16" fmla="*/ 29 w 162"/>
                <a:gd name="T17" fmla="*/ 1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" h="146">
                  <a:moveTo>
                    <a:pt x="29" y="14"/>
                  </a:moveTo>
                  <a:cubicBezTo>
                    <a:pt x="29" y="14"/>
                    <a:pt x="5" y="0"/>
                    <a:pt x="2" y="6"/>
                  </a:cubicBezTo>
                  <a:cubicBezTo>
                    <a:pt x="0" y="11"/>
                    <a:pt x="0" y="16"/>
                    <a:pt x="14" y="19"/>
                  </a:cubicBezTo>
                  <a:cubicBezTo>
                    <a:pt x="27" y="22"/>
                    <a:pt x="46" y="41"/>
                    <a:pt x="53" y="45"/>
                  </a:cubicBezTo>
                  <a:cubicBezTo>
                    <a:pt x="60" y="49"/>
                    <a:pt x="111" y="78"/>
                    <a:pt x="116" y="100"/>
                  </a:cubicBezTo>
                  <a:cubicBezTo>
                    <a:pt x="122" y="123"/>
                    <a:pt x="114" y="136"/>
                    <a:pt x="125" y="141"/>
                  </a:cubicBezTo>
                  <a:cubicBezTo>
                    <a:pt x="136" y="146"/>
                    <a:pt x="146" y="140"/>
                    <a:pt x="148" y="130"/>
                  </a:cubicBezTo>
                  <a:cubicBezTo>
                    <a:pt x="150" y="119"/>
                    <a:pt x="162" y="108"/>
                    <a:pt x="146" y="98"/>
                  </a:cubicBezTo>
                  <a:cubicBezTo>
                    <a:pt x="130" y="89"/>
                    <a:pt x="83" y="41"/>
                    <a:pt x="29" y="14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8" name="Freeform 36"/>
            <p:cNvSpPr>
              <a:spLocks/>
            </p:cNvSpPr>
            <p:nvPr/>
          </p:nvSpPr>
          <p:spPr bwMode="auto">
            <a:xfrm>
              <a:off x="3295" y="423"/>
              <a:ext cx="33" cy="23"/>
            </a:xfrm>
            <a:custGeom>
              <a:avLst/>
              <a:gdLst>
                <a:gd name="T0" fmla="*/ 12 w 40"/>
                <a:gd name="T1" fmla="*/ 1 h 28"/>
                <a:gd name="T2" fmla="*/ 10 w 40"/>
                <a:gd name="T3" fmla="*/ 20 h 28"/>
                <a:gd name="T4" fmla="*/ 38 w 40"/>
                <a:gd name="T5" fmla="*/ 20 h 28"/>
                <a:gd name="T6" fmla="*/ 12 w 40"/>
                <a:gd name="T7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8">
                  <a:moveTo>
                    <a:pt x="12" y="1"/>
                  </a:moveTo>
                  <a:cubicBezTo>
                    <a:pt x="12" y="1"/>
                    <a:pt x="0" y="16"/>
                    <a:pt x="10" y="20"/>
                  </a:cubicBezTo>
                  <a:cubicBezTo>
                    <a:pt x="21" y="24"/>
                    <a:pt x="35" y="28"/>
                    <a:pt x="38" y="20"/>
                  </a:cubicBezTo>
                  <a:cubicBezTo>
                    <a:pt x="40" y="12"/>
                    <a:pt x="32" y="0"/>
                    <a:pt x="12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9" name="Freeform 37"/>
            <p:cNvSpPr>
              <a:spLocks/>
            </p:cNvSpPr>
            <p:nvPr/>
          </p:nvSpPr>
          <p:spPr bwMode="auto">
            <a:xfrm>
              <a:off x="3273" y="376"/>
              <a:ext cx="18" cy="16"/>
            </a:xfrm>
            <a:custGeom>
              <a:avLst/>
              <a:gdLst>
                <a:gd name="T0" fmla="*/ 8 w 22"/>
                <a:gd name="T1" fmla="*/ 3 h 20"/>
                <a:gd name="T2" fmla="*/ 8 w 22"/>
                <a:gd name="T3" fmla="*/ 12 h 20"/>
                <a:gd name="T4" fmla="*/ 21 w 22"/>
                <a:gd name="T5" fmla="*/ 10 h 20"/>
                <a:gd name="T6" fmla="*/ 8 w 22"/>
                <a:gd name="T7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20">
                  <a:moveTo>
                    <a:pt x="8" y="3"/>
                  </a:moveTo>
                  <a:cubicBezTo>
                    <a:pt x="8" y="3"/>
                    <a:pt x="0" y="10"/>
                    <a:pt x="8" y="12"/>
                  </a:cubicBezTo>
                  <a:cubicBezTo>
                    <a:pt x="16" y="14"/>
                    <a:pt x="19" y="20"/>
                    <a:pt x="21" y="10"/>
                  </a:cubicBezTo>
                  <a:cubicBezTo>
                    <a:pt x="22" y="0"/>
                    <a:pt x="16" y="2"/>
                    <a:pt x="8" y="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" name="Freeform 38"/>
            <p:cNvSpPr>
              <a:spLocks/>
            </p:cNvSpPr>
            <p:nvPr/>
          </p:nvSpPr>
          <p:spPr bwMode="auto">
            <a:xfrm>
              <a:off x="3117" y="400"/>
              <a:ext cx="51" cy="25"/>
            </a:xfrm>
            <a:custGeom>
              <a:avLst/>
              <a:gdLst>
                <a:gd name="T0" fmla="*/ 31 w 63"/>
                <a:gd name="T1" fmla="*/ 1 h 30"/>
                <a:gd name="T2" fmla="*/ 6 w 63"/>
                <a:gd name="T3" fmla="*/ 10 h 30"/>
                <a:gd name="T4" fmla="*/ 17 w 63"/>
                <a:gd name="T5" fmla="*/ 26 h 30"/>
                <a:gd name="T6" fmla="*/ 41 w 63"/>
                <a:gd name="T7" fmla="*/ 23 h 30"/>
                <a:gd name="T8" fmla="*/ 61 w 63"/>
                <a:gd name="T9" fmla="*/ 18 h 30"/>
                <a:gd name="T10" fmla="*/ 49 w 63"/>
                <a:gd name="T11" fmla="*/ 6 h 30"/>
                <a:gd name="T12" fmla="*/ 31 w 63"/>
                <a:gd name="T13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30">
                  <a:moveTo>
                    <a:pt x="31" y="1"/>
                  </a:moveTo>
                  <a:cubicBezTo>
                    <a:pt x="31" y="1"/>
                    <a:pt x="12" y="4"/>
                    <a:pt x="6" y="10"/>
                  </a:cubicBezTo>
                  <a:cubicBezTo>
                    <a:pt x="0" y="16"/>
                    <a:pt x="6" y="30"/>
                    <a:pt x="17" y="26"/>
                  </a:cubicBezTo>
                  <a:cubicBezTo>
                    <a:pt x="29" y="22"/>
                    <a:pt x="31" y="21"/>
                    <a:pt x="41" y="23"/>
                  </a:cubicBezTo>
                  <a:cubicBezTo>
                    <a:pt x="52" y="25"/>
                    <a:pt x="58" y="23"/>
                    <a:pt x="61" y="18"/>
                  </a:cubicBezTo>
                  <a:cubicBezTo>
                    <a:pt x="63" y="12"/>
                    <a:pt x="60" y="7"/>
                    <a:pt x="49" y="6"/>
                  </a:cubicBezTo>
                  <a:cubicBezTo>
                    <a:pt x="37" y="4"/>
                    <a:pt x="41" y="0"/>
                    <a:pt x="31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" name="Freeform 39"/>
            <p:cNvSpPr>
              <a:spLocks/>
            </p:cNvSpPr>
            <p:nvPr/>
          </p:nvSpPr>
          <p:spPr bwMode="auto">
            <a:xfrm>
              <a:off x="3537" y="556"/>
              <a:ext cx="85" cy="116"/>
            </a:xfrm>
            <a:custGeom>
              <a:avLst/>
              <a:gdLst>
                <a:gd name="T0" fmla="*/ 1 w 103"/>
                <a:gd name="T1" fmla="*/ 15 h 141"/>
                <a:gd name="T2" fmla="*/ 7 w 103"/>
                <a:gd name="T3" fmla="*/ 47 h 141"/>
                <a:gd name="T4" fmla="*/ 16 w 103"/>
                <a:gd name="T5" fmla="*/ 75 h 141"/>
                <a:gd name="T6" fmla="*/ 43 w 103"/>
                <a:gd name="T7" fmla="*/ 115 h 141"/>
                <a:gd name="T8" fmla="*/ 73 w 103"/>
                <a:gd name="T9" fmla="*/ 139 h 141"/>
                <a:gd name="T10" fmla="*/ 99 w 103"/>
                <a:gd name="T11" fmla="*/ 133 h 141"/>
                <a:gd name="T12" fmla="*/ 91 w 103"/>
                <a:gd name="T13" fmla="*/ 102 h 141"/>
                <a:gd name="T14" fmla="*/ 60 w 103"/>
                <a:gd name="T15" fmla="*/ 73 h 141"/>
                <a:gd name="T16" fmla="*/ 43 w 103"/>
                <a:gd name="T17" fmla="*/ 49 h 141"/>
                <a:gd name="T18" fmla="*/ 19 w 103"/>
                <a:gd name="T19" fmla="*/ 29 h 141"/>
                <a:gd name="T20" fmla="*/ 1 w 103"/>
                <a:gd name="T21" fmla="*/ 15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" h="141">
                  <a:moveTo>
                    <a:pt x="1" y="15"/>
                  </a:moveTo>
                  <a:cubicBezTo>
                    <a:pt x="1" y="15"/>
                    <a:pt x="0" y="42"/>
                    <a:pt x="7" y="47"/>
                  </a:cubicBezTo>
                  <a:cubicBezTo>
                    <a:pt x="15" y="51"/>
                    <a:pt x="8" y="71"/>
                    <a:pt x="16" y="75"/>
                  </a:cubicBezTo>
                  <a:cubicBezTo>
                    <a:pt x="24" y="80"/>
                    <a:pt x="39" y="107"/>
                    <a:pt x="43" y="115"/>
                  </a:cubicBezTo>
                  <a:cubicBezTo>
                    <a:pt x="47" y="123"/>
                    <a:pt x="64" y="137"/>
                    <a:pt x="73" y="139"/>
                  </a:cubicBezTo>
                  <a:cubicBezTo>
                    <a:pt x="81" y="141"/>
                    <a:pt x="97" y="140"/>
                    <a:pt x="99" y="133"/>
                  </a:cubicBezTo>
                  <a:cubicBezTo>
                    <a:pt x="101" y="125"/>
                    <a:pt x="103" y="112"/>
                    <a:pt x="91" y="102"/>
                  </a:cubicBezTo>
                  <a:cubicBezTo>
                    <a:pt x="78" y="92"/>
                    <a:pt x="67" y="85"/>
                    <a:pt x="60" y="73"/>
                  </a:cubicBezTo>
                  <a:cubicBezTo>
                    <a:pt x="53" y="60"/>
                    <a:pt x="53" y="51"/>
                    <a:pt x="43" y="49"/>
                  </a:cubicBezTo>
                  <a:cubicBezTo>
                    <a:pt x="33" y="46"/>
                    <a:pt x="23" y="41"/>
                    <a:pt x="19" y="29"/>
                  </a:cubicBezTo>
                  <a:cubicBezTo>
                    <a:pt x="15" y="17"/>
                    <a:pt x="5" y="0"/>
                    <a:pt x="1" y="1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" name="Freeform 40"/>
            <p:cNvSpPr>
              <a:spLocks/>
            </p:cNvSpPr>
            <p:nvPr/>
          </p:nvSpPr>
          <p:spPr bwMode="auto">
            <a:xfrm>
              <a:off x="3640" y="648"/>
              <a:ext cx="59" cy="52"/>
            </a:xfrm>
            <a:custGeom>
              <a:avLst/>
              <a:gdLst>
                <a:gd name="T0" fmla="*/ 30 w 72"/>
                <a:gd name="T1" fmla="*/ 12 h 63"/>
                <a:gd name="T2" fmla="*/ 8 w 72"/>
                <a:gd name="T3" fmla="*/ 1 h 63"/>
                <a:gd name="T4" fmla="*/ 14 w 72"/>
                <a:gd name="T5" fmla="*/ 25 h 63"/>
                <a:gd name="T6" fmla="*/ 38 w 72"/>
                <a:gd name="T7" fmla="*/ 46 h 63"/>
                <a:gd name="T8" fmla="*/ 54 w 72"/>
                <a:gd name="T9" fmla="*/ 58 h 63"/>
                <a:gd name="T10" fmla="*/ 70 w 72"/>
                <a:gd name="T11" fmla="*/ 59 h 63"/>
                <a:gd name="T12" fmla="*/ 62 w 72"/>
                <a:gd name="T13" fmla="*/ 48 h 63"/>
                <a:gd name="T14" fmla="*/ 30 w 72"/>
                <a:gd name="T15" fmla="*/ 1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63">
                  <a:moveTo>
                    <a:pt x="30" y="12"/>
                  </a:moveTo>
                  <a:cubicBezTo>
                    <a:pt x="30" y="12"/>
                    <a:pt x="17" y="0"/>
                    <a:pt x="8" y="1"/>
                  </a:cubicBezTo>
                  <a:cubicBezTo>
                    <a:pt x="0" y="2"/>
                    <a:pt x="7" y="21"/>
                    <a:pt x="14" y="25"/>
                  </a:cubicBezTo>
                  <a:cubicBezTo>
                    <a:pt x="22" y="29"/>
                    <a:pt x="34" y="41"/>
                    <a:pt x="38" y="46"/>
                  </a:cubicBezTo>
                  <a:cubicBezTo>
                    <a:pt x="41" y="52"/>
                    <a:pt x="51" y="54"/>
                    <a:pt x="54" y="58"/>
                  </a:cubicBezTo>
                  <a:cubicBezTo>
                    <a:pt x="58" y="62"/>
                    <a:pt x="67" y="63"/>
                    <a:pt x="70" y="59"/>
                  </a:cubicBezTo>
                  <a:cubicBezTo>
                    <a:pt x="72" y="55"/>
                    <a:pt x="65" y="55"/>
                    <a:pt x="62" y="48"/>
                  </a:cubicBezTo>
                  <a:cubicBezTo>
                    <a:pt x="60" y="40"/>
                    <a:pt x="48" y="25"/>
                    <a:pt x="30" y="1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3" name="Freeform 41"/>
            <p:cNvSpPr>
              <a:spLocks/>
            </p:cNvSpPr>
            <p:nvPr/>
          </p:nvSpPr>
          <p:spPr bwMode="auto">
            <a:xfrm>
              <a:off x="3741" y="696"/>
              <a:ext cx="86" cy="63"/>
            </a:xfrm>
            <a:custGeom>
              <a:avLst/>
              <a:gdLst>
                <a:gd name="T0" fmla="*/ 57 w 105"/>
                <a:gd name="T1" fmla="*/ 25 h 76"/>
                <a:gd name="T2" fmla="*/ 35 w 105"/>
                <a:gd name="T3" fmla="*/ 12 h 76"/>
                <a:gd name="T4" fmla="*/ 15 w 105"/>
                <a:gd name="T5" fmla="*/ 1 h 76"/>
                <a:gd name="T6" fmla="*/ 15 w 105"/>
                <a:gd name="T7" fmla="*/ 26 h 76"/>
                <a:gd name="T8" fmla="*/ 56 w 105"/>
                <a:gd name="T9" fmla="*/ 54 h 76"/>
                <a:gd name="T10" fmla="*/ 86 w 105"/>
                <a:gd name="T11" fmla="*/ 68 h 76"/>
                <a:gd name="T12" fmla="*/ 105 w 105"/>
                <a:gd name="T13" fmla="*/ 68 h 76"/>
                <a:gd name="T14" fmla="*/ 92 w 105"/>
                <a:gd name="T15" fmla="*/ 52 h 76"/>
                <a:gd name="T16" fmla="*/ 57 w 105"/>
                <a:gd name="T17" fmla="*/ 2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" h="76">
                  <a:moveTo>
                    <a:pt x="57" y="25"/>
                  </a:moveTo>
                  <a:cubicBezTo>
                    <a:pt x="57" y="25"/>
                    <a:pt x="43" y="20"/>
                    <a:pt x="35" y="12"/>
                  </a:cubicBezTo>
                  <a:cubicBezTo>
                    <a:pt x="28" y="5"/>
                    <a:pt x="31" y="2"/>
                    <a:pt x="15" y="1"/>
                  </a:cubicBezTo>
                  <a:cubicBezTo>
                    <a:pt x="0" y="0"/>
                    <a:pt x="5" y="19"/>
                    <a:pt x="15" y="26"/>
                  </a:cubicBezTo>
                  <a:cubicBezTo>
                    <a:pt x="26" y="32"/>
                    <a:pt x="49" y="51"/>
                    <a:pt x="56" y="54"/>
                  </a:cubicBezTo>
                  <a:cubicBezTo>
                    <a:pt x="63" y="58"/>
                    <a:pt x="78" y="61"/>
                    <a:pt x="86" y="68"/>
                  </a:cubicBezTo>
                  <a:cubicBezTo>
                    <a:pt x="94" y="76"/>
                    <a:pt x="105" y="75"/>
                    <a:pt x="105" y="68"/>
                  </a:cubicBezTo>
                  <a:cubicBezTo>
                    <a:pt x="105" y="62"/>
                    <a:pt x="103" y="63"/>
                    <a:pt x="92" y="52"/>
                  </a:cubicBezTo>
                  <a:cubicBezTo>
                    <a:pt x="81" y="40"/>
                    <a:pt x="79" y="26"/>
                    <a:pt x="57" y="2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4" name="Freeform 42"/>
            <p:cNvSpPr>
              <a:spLocks/>
            </p:cNvSpPr>
            <p:nvPr/>
          </p:nvSpPr>
          <p:spPr bwMode="auto">
            <a:xfrm>
              <a:off x="3662" y="709"/>
              <a:ext cx="78" cy="64"/>
            </a:xfrm>
            <a:custGeom>
              <a:avLst/>
              <a:gdLst>
                <a:gd name="T0" fmla="*/ 19 w 95"/>
                <a:gd name="T1" fmla="*/ 5 h 78"/>
                <a:gd name="T2" fmla="*/ 8 w 95"/>
                <a:gd name="T3" fmla="*/ 23 h 78"/>
                <a:gd name="T4" fmla="*/ 34 w 95"/>
                <a:gd name="T5" fmla="*/ 38 h 78"/>
                <a:gd name="T6" fmla="*/ 21 w 95"/>
                <a:gd name="T7" fmla="*/ 55 h 78"/>
                <a:gd name="T8" fmla="*/ 35 w 95"/>
                <a:gd name="T9" fmla="*/ 56 h 78"/>
                <a:gd name="T10" fmla="*/ 49 w 95"/>
                <a:gd name="T11" fmla="*/ 52 h 78"/>
                <a:gd name="T12" fmla="*/ 61 w 95"/>
                <a:gd name="T13" fmla="*/ 60 h 78"/>
                <a:gd name="T14" fmla="*/ 79 w 95"/>
                <a:gd name="T15" fmla="*/ 69 h 78"/>
                <a:gd name="T16" fmla="*/ 81 w 95"/>
                <a:gd name="T17" fmla="*/ 49 h 78"/>
                <a:gd name="T18" fmla="*/ 66 w 95"/>
                <a:gd name="T19" fmla="*/ 37 h 78"/>
                <a:gd name="T20" fmla="*/ 52 w 95"/>
                <a:gd name="T21" fmla="*/ 26 h 78"/>
                <a:gd name="T22" fmla="*/ 41 w 95"/>
                <a:gd name="T23" fmla="*/ 15 h 78"/>
                <a:gd name="T24" fmla="*/ 25 w 95"/>
                <a:gd name="T25" fmla="*/ 16 h 78"/>
                <a:gd name="T26" fmla="*/ 19 w 95"/>
                <a:gd name="T27" fmla="*/ 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" h="78">
                  <a:moveTo>
                    <a:pt x="19" y="5"/>
                  </a:moveTo>
                  <a:cubicBezTo>
                    <a:pt x="19" y="5"/>
                    <a:pt x="0" y="19"/>
                    <a:pt x="8" y="23"/>
                  </a:cubicBezTo>
                  <a:cubicBezTo>
                    <a:pt x="16" y="27"/>
                    <a:pt x="35" y="32"/>
                    <a:pt x="34" y="38"/>
                  </a:cubicBezTo>
                  <a:cubicBezTo>
                    <a:pt x="33" y="43"/>
                    <a:pt x="15" y="48"/>
                    <a:pt x="21" y="55"/>
                  </a:cubicBezTo>
                  <a:cubicBezTo>
                    <a:pt x="27" y="62"/>
                    <a:pt x="34" y="67"/>
                    <a:pt x="35" y="56"/>
                  </a:cubicBezTo>
                  <a:cubicBezTo>
                    <a:pt x="37" y="46"/>
                    <a:pt x="43" y="48"/>
                    <a:pt x="49" y="52"/>
                  </a:cubicBezTo>
                  <a:cubicBezTo>
                    <a:pt x="54" y="55"/>
                    <a:pt x="59" y="54"/>
                    <a:pt x="61" y="60"/>
                  </a:cubicBezTo>
                  <a:cubicBezTo>
                    <a:pt x="62" y="66"/>
                    <a:pt x="77" y="78"/>
                    <a:pt x="79" y="69"/>
                  </a:cubicBezTo>
                  <a:cubicBezTo>
                    <a:pt x="80" y="60"/>
                    <a:pt x="95" y="50"/>
                    <a:pt x="81" y="49"/>
                  </a:cubicBezTo>
                  <a:cubicBezTo>
                    <a:pt x="68" y="48"/>
                    <a:pt x="74" y="43"/>
                    <a:pt x="66" y="37"/>
                  </a:cubicBezTo>
                  <a:cubicBezTo>
                    <a:pt x="58" y="31"/>
                    <a:pt x="53" y="34"/>
                    <a:pt x="52" y="26"/>
                  </a:cubicBezTo>
                  <a:cubicBezTo>
                    <a:pt x="51" y="18"/>
                    <a:pt x="47" y="15"/>
                    <a:pt x="41" y="15"/>
                  </a:cubicBezTo>
                  <a:cubicBezTo>
                    <a:pt x="35" y="15"/>
                    <a:pt x="27" y="22"/>
                    <a:pt x="25" y="16"/>
                  </a:cubicBezTo>
                  <a:cubicBezTo>
                    <a:pt x="23" y="9"/>
                    <a:pt x="24" y="0"/>
                    <a:pt x="19" y="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5" name="Freeform 43"/>
            <p:cNvSpPr>
              <a:spLocks/>
            </p:cNvSpPr>
            <p:nvPr/>
          </p:nvSpPr>
          <p:spPr bwMode="auto">
            <a:xfrm>
              <a:off x="3643" y="698"/>
              <a:ext cx="23" cy="28"/>
            </a:xfrm>
            <a:custGeom>
              <a:avLst/>
              <a:gdLst>
                <a:gd name="T0" fmla="*/ 1 w 28"/>
                <a:gd name="T1" fmla="*/ 10 h 34"/>
                <a:gd name="T2" fmla="*/ 7 w 28"/>
                <a:gd name="T3" fmla="*/ 24 h 34"/>
                <a:gd name="T4" fmla="*/ 18 w 28"/>
                <a:gd name="T5" fmla="*/ 26 h 34"/>
                <a:gd name="T6" fmla="*/ 21 w 28"/>
                <a:gd name="T7" fmla="*/ 11 h 34"/>
                <a:gd name="T8" fmla="*/ 1 w 28"/>
                <a:gd name="T9" fmla="*/ 1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4">
                  <a:moveTo>
                    <a:pt x="1" y="10"/>
                  </a:moveTo>
                  <a:cubicBezTo>
                    <a:pt x="1" y="10"/>
                    <a:pt x="3" y="22"/>
                    <a:pt x="7" y="24"/>
                  </a:cubicBezTo>
                  <a:cubicBezTo>
                    <a:pt x="11" y="26"/>
                    <a:pt x="14" y="34"/>
                    <a:pt x="18" y="26"/>
                  </a:cubicBezTo>
                  <a:cubicBezTo>
                    <a:pt x="21" y="18"/>
                    <a:pt x="28" y="11"/>
                    <a:pt x="21" y="11"/>
                  </a:cubicBezTo>
                  <a:cubicBezTo>
                    <a:pt x="14" y="11"/>
                    <a:pt x="0" y="0"/>
                    <a:pt x="1" y="1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6" name="Freeform 44"/>
            <p:cNvSpPr>
              <a:spLocks/>
            </p:cNvSpPr>
            <p:nvPr/>
          </p:nvSpPr>
          <p:spPr bwMode="auto">
            <a:xfrm>
              <a:off x="3298" y="783"/>
              <a:ext cx="74" cy="64"/>
            </a:xfrm>
            <a:custGeom>
              <a:avLst/>
              <a:gdLst>
                <a:gd name="T0" fmla="*/ 48 w 90"/>
                <a:gd name="T1" fmla="*/ 11 h 77"/>
                <a:gd name="T2" fmla="*/ 42 w 90"/>
                <a:gd name="T3" fmla="*/ 12 h 77"/>
                <a:gd name="T4" fmla="*/ 33 w 90"/>
                <a:gd name="T5" fmla="*/ 19 h 77"/>
                <a:gd name="T6" fmla="*/ 31 w 90"/>
                <a:gd name="T7" fmla="*/ 4 h 77"/>
                <a:gd name="T8" fmla="*/ 21 w 90"/>
                <a:gd name="T9" fmla="*/ 9 h 77"/>
                <a:gd name="T10" fmla="*/ 6 w 90"/>
                <a:gd name="T11" fmla="*/ 14 h 77"/>
                <a:gd name="T12" fmla="*/ 22 w 90"/>
                <a:gd name="T13" fmla="*/ 24 h 77"/>
                <a:gd name="T14" fmla="*/ 41 w 90"/>
                <a:gd name="T15" fmla="*/ 36 h 77"/>
                <a:gd name="T16" fmla="*/ 59 w 90"/>
                <a:gd name="T17" fmla="*/ 49 h 77"/>
                <a:gd name="T18" fmla="*/ 68 w 90"/>
                <a:gd name="T19" fmla="*/ 64 h 77"/>
                <a:gd name="T20" fmla="*/ 88 w 90"/>
                <a:gd name="T21" fmla="*/ 66 h 77"/>
                <a:gd name="T22" fmla="*/ 80 w 90"/>
                <a:gd name="T23" fmla="*/ 54 h 77"/>
                <a:gd name="T24" fmla="*/ 69 w 90"/>
                <a:gd name="T25" fmla="*/ 46 h 77"/>
                <a:gd name="T26" fmla="*/ 66 w 90"/>
                <a:gd name="T27" fmla="*/ 36 h 77"/>
                <a:gd name="T28" fmla="*/ 66 w 90"/>
                <a:gd name="T29" fmla="*/ 27 h 77"/>
                <a:gd name="T30" fmla="*/ 57 w 90"/>
                <a:gd name="T31" fmla="*/ 18 h 77"/>
                <a:gd name="T32" fmla="*/ 48 w 90"/>
                <a:gd name="T33" fmla="*/ 1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77">
                  <a:moveTo>
                    <a:pt x="48" y="11"/>
                  </a:moveTo>
                  <a:cubicBezTo>
                    <a:pt x="48" y="11"/>
                    <a:pt x="44" y="6"/>
                    <a:pt x="42" y="12"/>
                  </a:cubicBezTo>
                  <a:cubicBezTo>
                    <a:pt x="40" y="18"/>
                    <a:pt x="36" y="24"/>
                    <a:pt x="33" y="19"/>
                  </a:cubicBezTo>
                  <a:cubicBezTo>
                    <a:pt x="30" y="14"/>
                    <a:pt x="38" y="8"/>
                    <a:pt x="31" y="4"/>
                  </a:cubicBezTo>
                  <a:cubicBezTo>
                    <a:pt x="24" y="0"/>
                    <a:pt x="21" y="4"/>
                    <a:pt x="21" y="9"/>
                  </a:cubicBezTo>
                  <a:cubicBezTo>
                    <a:pt x="21" y="14"/>
                    <a:pt x="0" y="9"/>
                    <a:pt x="6" y="14"/>
                  </a:cubicBezTo>
                  <a:cubicBezTo>
                    <a:pt x="11" y="18"/>
                    <a:pt x="19" y="20"/>
                    <a:pt x="22" y="24"/>
                  </a:cubicBezTo>
                  <a:cubicBezTo>
                    <a:pt x="24" y="29"/>
                    <a:pt x="39" y="28"/>
                    <a:pt x="41" y="36"/>
                  </a:cubicBezTo>
                  <a:cubicBezTo>
                    <a:pt x="43" y="43"/>
                    <a:pt x="57" y="40"/>
                    <a:pt x="59" y="49"/>
                  </a:cubicBezTo>
                  <a:cubicBezTo>
                    <a:pt x="61" y="58"/>
                    <a:pt x="64" y="63"/>
                    <a:pt x="68" y="64"/>
                  </a:cubicBezTo>
                  <a:cubicBezTo>
                    <a:pt x="72" y="66"/>
                    <a:pt x="86" y="77"/>
                    <a:pt x="88" y="66"/>
                  </a:cubicBezTo>
                  <a:cubicBezTo>
                    <a:pt x="90" y="56"/>
                    <a:pt x="90" y="54"/>
                    <a:pt x="80" y="54"/>
                  </a:cubicBezTo>
                  <a:cubicBezTo>
                    <a:pt x="70" y="54"/>
                    <a:pt x="77" y="47"/>
                    <a:pt x="69" y="46"/>
                  </a:cubicBezTo>
                  <a:cubicBezTo>
                    <a:pt x="61" y="44"/>
                    <a:pt x="61" y="36"/>
                    <a:pt x="66" y="36"/>
                  </a:cubicBezTo>
                  <a:cubicBezTo>
                    <a:pt x="70" y="35"/>
                    <a:pt x="69" y="32"/>
                    <a:pt x="66" y="27"/>
                  </a:cubicBezTo>
                  <a:cubicBezTo>
                    <a:pt x="64" y="22"/>
                    <a:pt x="61" y="18"/>
                    <a:pt x="57" y="18"/>
                  </a:cubicBezTo>
                  <a:cubicBezTo>
                    <a:pt x="53" y="19"/>
                    <a:pt x="48" y="20"/>
                    <a:pt x="48" y="1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7" name="Freeform 45"/>
            <p:cNvSpPr>
              <a:spLocks/>
            </p:cNvSpPr>
            <p:nvPr/>
          </p:nvSpPr>
          <p:spPr bwMode="auto">
            <a:xfrm>
              <a:off x="3355" y="747"/>
              <a:ext cx="10" cy="21"/>
            </a:xfrm>
            <a:custGeom>
              <a:avLst/>
              <a:gdLst>
                <a:gd name="T0" fmla="*/ 4 w 12"/>
                <a:gd name="T1" fmla="*/ 6 h 26"/>
                <a:gd name="T2" fmla="*/ 3 w 12"/>
                <a:gd name="T3" fmla="*/ 22 h 26"/>
                <a:gd name="T4" fmla="*/ 12 w 12"/>
                <a:gd name="T5" fmla="*/ 14 h 26"/>
                <a:gd name="T6" fmla="*/ 4 w 12"/>
                <a:gd name="T7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26">
                  <a:moveTo>
                    <a:pt x="4" y="6"/>
                  </a:moveTo>
                  <a:cubicBezTo>
                    <a:pt x="4" y="6"/>
                    <a:pt x="0" y="18"/>
                    <a:pt x="3" y="22"/>
                  </a:cubicBezTo>
                  <a:cubicBezTo>
                    <a:pt x="7" y="26"/>
                    <a:pt x="12" y="22"/>
                    <a:pt x="12" y="14"/>
                  </a:cubicBezTo>
                  <a:cubicBezTo>
                    <a:pt x="12" y="7"/>
                    <a:pt x="5" y="0"/>
                    <a:pt x="4" y="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8" name="Freeform 46"/>
            <p:cNvSpPr>
              <a:spLocks/>
            </p:cNvSpPr>
            <p:nvPr/>
          </p:nvSpPr>
          <p:spPr bwMode="auto">
            <a:xfrm>
              <a:off x="3431" y="768"/>
              <a:ext cx="33" cy="25"/>
            </a:xfrm>
            <a:custGeom>
              <a:avLst/>
              <a:gdLst>
                <a:gd name="T0" fmla="*/ 19 w 40"/>
                <a:gd name="T1" fmla="*/ 7 h 31"/>
                <a:gd name="T2" fmla="*/ 11 w 40"/>
                <a:gd name="T3" fmla="*/ 14 h 31"/>
                <a:gd name="T4" fmla="*/ 14 w 40"/>
                <a:gd name="T5" fmla="*/ 25 h 31"/>
                <a:gd name="T6" fmla="*/ 28 w 40"/>
                <a:gd name="T7" fmla="*/ 28 h 31"/>
                <a:gd name="T8" fmla="*/ 34 w 40"/>
                <a:gd name="T9" fmla="*/ 17 h 31"/>
                <a:gd name="T10" fmla="*/ 19 w 40"/>
                <a:gd name="T11" fmla="*/ 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31">
                  <a:moveTo>
                    <a:pt x="19" y="7"/>
                  </a:moveTo>
                  <a:cubicBezTo>
                    <a:pt x="19" y="7"/>
                    <a:pt x="22" y="14"/>
                    <a:pt x="11" y="14"/>
                  </a:cubicBezTo>
                  <a:cubicBezTo>
                    <a:pt x="0" y="14"/>
                    <a:pt x="10" y="24"/>
                    <a:pt x="14" y="25"/>
                  </a:cubicBezTo>
                  <a:cubicBezTo>
                    <a:pt x="17" y="25"/>
                    <a:pt x="18" y="31"/>
                    <a:pt x="28" y="28"/>
                  </a:cubicBezTo>
                  <a:cubicBezTo>
                    <a:pt x="37" y="25"/>
                    <a:pt x="40" y="21"/>
                    <a:pt x="34" y="17"/>
                  </a:cubicBezTo>
                  <a:cubicBezTo>
                    <a:pt x="29" y="12"/>
                    <a:pt x="19" y="0"/>
                    <a:pt x="19" y="7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9" name="Freeform 47"/>
            <p:cNvSpPr>
              <a:spLocks/>
            </p:cNvSpPr>
            <p:nvPr/>
          </p:nvSpPr>
          <p:spPr bwMode="auto">
            <a:xfrm>
              <a:off x="3423" y="860"/>
              <a:ext cx="31" cy="11"/>
            </a:xfrm>
            <a:custGeom>
              <a:avLst/>
              <a:gdLst>
                <a:gd name="T0" fmla="*/ 25 w 37"/>
                <a:gd name="T1" fmla="*/ 1 h 14"/>
                <a:gd name="T2" fmla="*/ 12 w 37"/>
                <a:gd name="T3" fmla="*/ 9 h 14"/>
                <a:gd name="T4" fmla="*/ 25 w 37"/>
                <a:gd name="T5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14">
                  <a:moveTo>
                    <a:pt x="25" y="1"/>
                  </a:moveTo>
                  <a:cubicBezTo>
                    <a:pt x="25" y="1"/>
                    <a:pt x="0" y="5"/>
                    <a:pt x="12" y="9"/>
                  </a:cubicBezTo>
                  <a:cubicBezTo>
                    <a:pt x="24" y="14"/>
                    <a:pt x="37" y="0"/>
                    <a:pt x="25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0" name="Freeform 48"/>
            <p:cNvSpPr>
              <a:spLocks/>
            </p:cNvSpPr>
            <p:nvPr/>
          </p:nvSpPr>
          <p:spPr bwMode="auto">
            <a:xfrm>
              <a:off x="3467" y="898"/>
              <a:ext cx="37" cy="24"/>
            </a:xfrm>
            <a:custGeom>
              <a:avLst/>
              <a:gdLst>
                <a:gd name="T0" fmla="*/ 21 w 45"/>
                <a:gd name="T1" fmla="*/ 4 h 29"/>
                <a:gd name="T2" fmla="*/ 5 w 45"/>
                <a:gd name="T3" fmla="*/ 8 h 29"/>
                <a:gd name="T4" fmla="*/ 21 w 45"/>
                <a:gd name="T5" fmla="*/ 24 h 29"/>
                <a:gd name="T6" fmla="*/ 42 w 45"/>
                <a:gd name="T7" fmla="*/ 18 h 29"/>
                <a:gd name="T8" fmla="*/ 29 w 45"/>
                <a:gd name="T9" fmla="*/ 8 h 29"/>
                <a:gd name="T10" fmla="*/ 21 w 45"/>
                <a:gd name="T11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29">
                  <a:moveTo>
                    <a:pt x="21" y="4"/>
                  </a:moveTo>
                  <a:cubicBezTo>
                    <a:pt x="21" y="4"/>
                    <a:pt x="0" y="2"/>
                    <a:pt x="5" y="8"/>
                  </a:cubicBezTo>
                  <a:cubicBezTo>
                    <a:pt x="9" y="14"/>
                    <a:pt x="13" y="18"/>
                    <a:pt x="21" y="24"/>
                  </a:cubicBezTo>
                  <a:cubicBezTo>
                    <a:pt x="28" y="29"/>
                    <a:pt x="39" y="25"/>
                    <a:pt x="42" y="18"/>
                  </a:cubicBezTo>
                  <a:cubicBezTo>
                    <a:pt x="45" y="12"/>
                    <a:pt x="30" y="16"/>
                    <a:pt x="29" y="8"/>
                  </a:cubicBezTo>
                  <a:cubicBezTo>
                    <a:pt x="27" y="0"/>
                    <a:pt x="29" y="4"/>
                    <a:pt x="21" y="4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1" name="Freeform 49"/>
            <p:cNvSpPr>
              <a:spLocks/>
            </p:cNvSpPr>
            <p:nvPr/>
          </p:nvSpPr>
          <p:spPr bwMode="auto">
            <a:xfrm>
              <a:off x="3804" y="787"/>
              <a:ext cx="75" cy="41"/>
            </a:xfrm>
            <a:custGeom>
              <a:avLst/>
              <a:gdLst>
                <a:gd name="T0" fmla="*/ 34 w 91"/>
                <a:gd name="T1" fmla="*/ 10 h 50"/>
                <a:gd name="T2" fmla="*/ 20 w 91"/>
                <a:gd name="T3" fmla="*/ 6 h 50"/>
                <a:gd name="T4" fmla="*/ 2 w 91"/>
                <a:gd name="T5" fmla="*/ 8 h 50"/>
                <a:gd name="T6" fmla="*/ 7 w 91"/>
                <a:gd name="T7" fmla="*/ 32 h 50"/>
                <a:gd name="T8" fmla="*/ 22 w 91"/>
                <a:gd name="T9" fmla="*/ 44 h 50"/>
                <a:gd name="T10" fmla="*/ 44 w 91"/>
                <a:gd name="T11" fmla="*/ 45 h 50"/>
                <a:gd name="T12" fmla="*/ 66 w 91"/>
                <a:gd name="T13" fmla="*/ 50 h 50"/>
                <a:gd name="T14" fmla="*/ 82 w 91"/>
                <a:gd name="T15" fmla="*/ 37 h 50"/>
                <a:gd name="T16" fmla="*/ 70 w 91"/>
                <a:gd name="T17" fmla="*/ 28 h 50"/>
                <a:gd name="T18" fmla="*/ 60 w 91"/>
                <a:gd name="T19" fmla="*/ 17 h 50"/>
                <a:gd name="T20" fmla="*/ 34 w 91"/>
                <a:gd name="T21" fmla="*/ 1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1" h="50">
                  <a:moveTo>
                    <a:pt x="34" y="10"/>
                  </a:moveTo>
                  <a:cubicBezTo>
                    <a:pt x="34" y="10"/>
                    <a:pt x="22" y="12"/>
                    <a:pt x="20" y="6"/>
                  </a:cubicBezTo>
                  <a:cubicBezTo>
                    <a:pt x="17" y="0"/>
                    <a:pt x="3" y="0"/>
                    <a:pt x="2" y="8"/>
                  </a:cubicBezTo>
                  <a:cubicBezTo>
                    <a:pt x="0" y="16"/>
                    <a:pt x="2" y="29"/>
                    <a:pt x="7" y="32"/>
                  </a:cubicBezTo>
                  <a:cubicBezTo>
                    <a:pt x="12" y="34"/>
                    <a:pt x="16" y="44"/>
                    <a:pt x="22" y="44"/>
                  </a:cubicBezTo>
                  <a:cubicBezTo>
                    <a:pt x="28" y="44"/>
                    <a:pt x="38" y="40"/>
                    <a:pt x="44" y="45"/>
                  </a:cubicBezTo>
                  <a:cubicBezTo>
                    <a:pt x="50" y="50"/>
                    <a:pt x="58" y="50"/>
                    <a:pt x="66" y="50"/>
                  </a:cubicBezTo>
                  <a:cubicBezTo>
                    <a:pt x="75" y="50"/>
                    <a:pt x="91" y="42"/>
                    <a:pt x="82" y="37"/>
                  </a:cubicBezTo>
                  <a:cubicBezTo>
                    <a:pt x="74" y="32"/>
                    <a:pt x="70" y="34"/>
                    <a:pt x="70" y="28"/>
                  </a:cubicBezTo>
                  <a:cubicBezTo>
                    <a:pt x="70" y="22"/>
                    <a:pt x="66" y="20"/>
                    <a:pt x="60" y="17"/>
                  </a:cubicBezTo>
                  <a:cubicBezTo>
                    <a:pt x="53" y="14"/>
                    <a:pt x="52" y="8"/>
                    <a:pt x="34" y="1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2" name="Freeform 50"/>
            <p:cNvSpPr>
              <a:spLocks/>
            </p:cNvSpPr>
            <p:nvPr/>
          </p:nvSpPr>
          <p:spPr bwMode="auto">
            <a:xfrm>
              <a:off x="3852" y="732"/>
              <a:ext cx="67" cy="91"/>
            </a:xfrm>
            <a:custGeom>
              <a:avLst/>
              <a:gdLst>
                <a:gd name="T0" fmla="*/ 8 w 82"/>
                <a:gd name="T1" fmla="*/ 6 h 110"/>
                <a:gd name="T2" fmla="*/ 3 w 82"/>
                <a:gd name="T3" fmla="*/ 14 h 110"/>
                <a:gd name="T4" fmla="*/ 9 w 82"/>
                <a:gd name="T5" fmla="*/ 32 h 110"/>
                <a:gd name="T6" fmla="*/ 16 w 82"/>
                <a:gd name="T7" fmla="*/ 54 h 110"/>
                <a:gd name="T8" fmla="*/ 31 w 82"/>
                <a:gd name="T9" fmla="*/ 76 h 110"/>
                <a:gd name="T10" fmla="*/ 56 w 82"/>
                <a:gd name="T11" fmla="*/ 99 h 110"/>
                <a:gd name="T12" fmla="*/ 73 w 82"/>
                <a:gd name="T13" fmla="*/ 105 h 110"/>
                <a:gd name="T14" fmla="*/ 73 w 82"/>
                <a:gd name="T15" fmla="*/ 90 h 110"/>
                <a:gd name="T16" fmla="*/ 52 w 82"/>
                <a:gd name="T17" fmla="*/ 62 h 110"/>
                <a:gd name="T18" fmla="*/ 48 w 82"/>
                <a:gd name="T19" fmla="*/ 47 h 110"/>
                <a:gd name="T20" fmla="*/ 36 w 82"/>
                <a:gd name="T21" fmla="*/ 30 h 110"/>
                <a:gd name="T22" fmla="*/ 32 w 82"/>
                <a:gd name="T23" fmla="*/ 15 h 110"/>
                <a:gd name="T24" fmla="*/ 8 w 82"/>
                <a:gd name="T25" fmla="*/ 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2" h="110">
                  <a:moveTo>
                    <a:pt x="8" y="6"/>
                  </a:moveTo>
                  <a:cubicBezTo>
                    <a:pt x="8" y="6"/>
                    <a:pt x="0" y="12"/>
                    <a:pt x="3" y="14"/>
                  </a:cubicBezTo>
                  <a:cubicBezTo>
                    <a:pt x="6" y="16"/>
                    <a:pt x="11" y="18"/>
                    <a:pt x="9" y="32"/>
                  </a:cubicBezTo>
                  <a:cubicBezTo>
                    <a:pt x="7" y="45"/>
                    <a:pt x="16" y="44"/>
                    <a:pt x="16" y="54"/>
                  </a:cubicBezTo>
                  <a:cubicBezTo>
                    <a:pt x="16" y="64"/>
                    <a:pt x="21" y="70"/>
                    <a:pt x="31" y="76"/>
                  </a:cubicBezTo>
                  <a:cubicBezTo>
                    <a:pt x="41" y="81"/>
                    <a:pt x="50" y="90"/>
                    <a:pt x="56" y="99"/>
                  </a:cubicBezTo>
                  <a:cubicBezTo>
                    <a:pt x="61" y="108"/>
                    <a:pt x="68" y="110"/>
                    <a:pt x="73" y="105"/>
                  </a:cubicBezTo>
                  <a:cubicBezTo>
                    <a:pt x="78" y="100"/>
                    <a:pt x="82" y="97"/>
                    <a:pt x="73" y="90"/>
                  </a:cubicBezTo>
                  <a:cubicBezTo>
                    <a:pt x="64" y="84"/>
                    <a:pt x="52" y="71"/>
                    <a:pt x="52" y="62"/>
                  </a:cubicBezTo>
                  <a:cubicBezTo>
                    <a:pt x="51" y="54"/>
                    <a:pt x="56" y="54"/>
                    <a:pt x="48" y="47"/>
                  </a:cubicBezTo>
                  <a:cubicBezTo>
                    <a:pt x="40" y="40"/>
                    <a:pt x="36" y="39"/>
                    <a:pt x="36" y="30"/>
                  </a:cubicBezTo>
                  <a:cubicBezTo>
                    <a:pt x="36" y="22"/>
                    <a:pt x="38" y="18"/>
                    <a:pt x="32" y="15"/>
                  </a:cubicBezTo>
                  <a:cubicBezTo>
                    <a:pt x="26" y="12"/>
                    <a:pt x="27" y="0"/>
                    <a:pt x="8" y="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3" name="Freeform 51"/>
            <p:cNvSpPr>
              <a:spLocks/>
            </p:cNvSpPr>
            <p:nvPr/>
          </p:nvSpPr>
          <p:spPr bwMode="auto">
            <a:xfrm>
              <a:off x="3822" y="904"/>
              <a:ext cx="39" cy="26"/>
            </a:xfrm>
            <a:custGeom>
              <a:avLst/>
              <a:gdLst>
                <a:gd name="T0" fmla="*/ 25 w 48"/>
                <a:gd name="T1" fmla="*/ 9 h 32"/>
                <a:gd name="T2" fmla="*/ 9 w 48"/>
                <a:gd name="T3" fmla="*/ 0 h 32"/>
                <a:gd name="T4" fmla="*/ 11 w 48"/>
                <a:gd name="T5" fmla="*/ 13 h 32"/>
                <a:gd name="T6" fmla="*/ 32 w 48"/>
                <a:gd name="T7" fmla="*/ 29 h 32"/>
                <a:gd name="T8" fmla="*/ 48 w 48"/>
                <a:gd name="T9" fmla="*/ 27 h 32"/>
                <a:gd name="T10" fmla="*/ 25 w 48"/>
                <a:gd name="T11" fmla="*/ 9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" h="32">
                  <a:moveTo>
                    <a:pt x="25" y="9"/>
                  </a:moveTo>
                  <a:cubicBezTo>
                    <a:pt x="25" y="9"/>
                    <a:pt x="17" y="0"/>
                    <a:pt x="9" y="0"/>
                  </a:cubicBezTo>
                  <a:cubicBezTo>
                    <a:pt x="0" y="0"/>
                    <a:pt x="1" y="9"/>
                    <a:pt x="11" y="13"/>
                  </a:cubicBezTo>
                  <a:cubicBezTo>
                    <a:pt x="21" y="17"/>
                    <a:pt x="23" y="27"/>
                    <a:pt x="32" y="29"/>
                  </a:cubicBezTo>
                  <a:cubicBezTo>
                    <a:pt x="41" y="30"/>
                    <a:pt x="48" y="32"/>
                    <a:pt x="48" y="27"/>
                  </a:cubicBezTo>
                  <a:cubicBezTo>
                    <a:pt x="48" y="21"/>
                    <a:pt x="39" y="12"/>
                    <a:pt x="25" y="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4" name="Freeform 52"/>
            <p:cNvSpPr>
              <a:spLocks/>
            </p:cNvSpPr>
            <p:nvPr/>
          </p:nvSpPr>
          <p:spPr bwMode="auto">
            <a:xfrm>
              <a:off x="3896" y="828"/>
              <a:ext cx="54" cy="49"/>
            </a:xfrm>
            <a:custGeom>
              <a:avLst/>
              <a:gdLst>
                <a:gd name="T0" fmla="*/ 4 w 65"/>
                <a:gd name="T1" fmla="*/ 8 h 59"/>
                <a:gd name="T2" fmla="*/ 8 w 65"/>
                <a:gd name="T3" fmla="*/ 32 h 59"/>
                <a:gd name="T4" fmla="*/ 26 w 65"/>
                <a:gd name="T5" fmla="*/ 50 h 59"/>
                <a:gd name="T6" fmla="*/ 48 w 65"/>
                <a:gd name="T7" fmla="*/ 55 h 59"/>
                <a:gd name="T8" fmla="*/ 64 w 65"/>
                <a:gd name="T9" fmla="*/ 51 h 59"/>
                <a:gd name="T10" fmla="*/ 48 w 65"/>
                <a:gd name="T11" fmla="*/ 32 h 59"/>
                <a:gd name="T12" fmla="*/ 30 w 65"/>
                <a:gd name="T13" fmla="*/ 23 h 59"/>
                <a:gd name="T14" fmla="*/ 15 w 65"/>
                <a:gd name="T15" fmla="*/ 13 h 59"/>
                <a:gd name="T16" fmla="*/ 4 w 65"/>
                <a:gd name="T17" fmla="*/ 8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59">
                  <a:moveTo>
                    <a:pt x="4" y="8"/>
                  </a:moveTo>
                  <a:cubicBezTo>
                    <a:pt x="4" y="8"/>
                    <a:pt x="0" y="28"/>
                    <a:pt x="8" y="32"/>
                  </a:cubicBezTo>
                  <a:cubicBezTo>
                    <a:pt x="16" y="36"/>
                    <a:pt x="18" y="45"/>
                    <a:pt x="26" y="50"/>
                  </a:cubicBezTo>
                  <a:cubicBezTo>
                    <a:pt x="34" y="55"/>
                    <a:pt x="42" y="55"/>
                    <a:pt x="48" y="55"/>
                  </a:cubicBezTo>
                  <a:cubicBezTo>
                    <a:pt x="53" y="55"/>
                    <a:pt x="64" y="59"/>
                    <a:pt x="64" y="51"/>
                  </a:cubicBezTo>
                  <a:cubicBezTo>
                    <a:pt x="65" y="44"/>
                    <a:pt x="54" y="34"/>
                    <a:pt x="48" y="32"/>
                  </a:cubicBezTo>
                  <a:cubicBezTo>
                    <a:pt x="43" y="30"/>
                    <a:pt x="38" y="25"/>
                    <a:pt x="30" y="23"/>
                  </a:cubicBezTo>
                  <a:cubicBezTo>
                    <a:pt x="22" y="20"/>
                    <a:pt x="16" y="21"/>
                    <a:pt x="15" y="13"/>
                  </a:cubicBezTo>
                  <a:cubicBezTo>
                    <a:pt x="14" y="5"/>
                    <a:pt x="5" y="0"/>
                    <a:pt x="4" y="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5" name="Freeform 53"/>
            <p:cNvSpPr>
              <a:spLocks/>
            </p:cNvSpPr>
            <p:nvPr/>
          </p:nvSpPr>
          <p:spPr bwMode="auto">
            <a:xfrm>
              <a:off x="2818" y="441"/>
              <a:ext cx="535" cy="433"/>
            </a:xfrm>
            <a:custGeom>
              <a:avLst/>
              <a:gdLst>
                <a:gd name="T0" fmla="*/ 649 w 652"/>
                <a:gd name="T1" fmla="*/ 487 h 526"/>
                <a:gd name="T2" fmla="*/ 631 w 652"/>
                <a:gd name="T3" fmla="*/ 482 h 526"/>
                <a:gd name="T4" fmla="*/ 612 w 652"/>
                <a:gd name="T5" fmla="*/ 477 h 526"/>
                <a:gd name="T6" fmla="*/ 590 w 652"/>
                <a:gd name="T7" fmla="*/ 470 h 526"/>
                <a:gd name="T8" fmla="*/ 589 w 652"/>
                <a:gd name="T9" fmla="*/ 443 h 526"/>
                <a:gd name="T10" fmla="*/ 546 w 652"/>
                <a:gd name="T11" fmla="*/ 440 h 526"/>
                <a:gd name="T12" fmla="*/ 544 w 652"/>
                <a:gd name="T13" fmla="*/ 420 h 526"/>
                <a:gd name="T14" fmla="*/ 541 w 652"/>
                <a:gd name="T15" fmla="*/ 407 h 526"/>
                <a:gd name="T16" fmla="*/ 526 w 652"/>
                <a:gd name="T17" fmla="*/ 405 h 526"/>
                <a:gd name="T18" fmla="*/ 506 w 652"/>
                <a:gd name="T19" fmla="*/ 411 h 526"/>
                <a:gd name="T20" fmla="*/ 488 w 652"/>
                <a:gd name="T21" fmla="*/ 384 h 526"/>
                <a:gd name="T22" fmla="*/ 472 w 652"/>
                <a:gd name="T23" fmla="*/ 344 h 526"/>
                <a:gd name="T24" fmla="*/ 436 w 652"/>
                <a:gd name="T25" fmla="*/ 323 h 526"/>
                <a:gd name="T26" fmla="*/ 407 w 652"/>
                <a:gd name="T27" fmla="*/ 275 h 526"/>
                <a:gd name="T28" fmla="*/ 442 w 652"/>
                <a:gd name="T29" fmla="*/ 260 h 526"/>
                <a:gd name="T30" fmla="*/ 454 w 652"/>
                <a:gd name="T31" fmla="*/ 240 h 526"/>
                <a:gd name="T32" fmla="*/ 423 w 652"/>
                <a:gd name="T33" fmla="*/ 216 h 526"/>
                <a:gd name="T34" fmla="*/ 393 w 652"/>
                <a:gd name="T35" fmla="*/ 203 h 526"/>
                <a:gd name="T36" fmla="*/ 365 w 652"/>
                <a:gd name="T37" fmla="*/ 189 h 526"/>
                <a:gd name="T38" fmla="*/ 336 w 652"/>
                <a:gd name="T39" fmla="*/ 169 h 526"/>
                <a:gd name="T40" fmla="*/ 310 w 652"/>
                <a:gd name="T41" fmla="*/ 126 h 526"/>
                <a:gd name="T42" fmla="*/ 231 w 652"/>
                <a:gd name="T43" fmla="*/ 75 h 526"/>
                <a:gd name="T44" fmla="*/ 199 w 652"/>
                <a:gd name="T45" fmla="*/ 61 h 526"/>
                <a:gd name="T46" fmla="*/ 160 w 652"/>
                <a:gd name="T47" fmla="*/ 46 h 526"/>
                <a:gd name="T48" fmla="*/ 109 w 652"/>
                <a:gd name="T49" fmla="*/ 35 h 526"/>
                <a:gd name="T50" fmla="*/ 35 w 652"/>
                <a:gd name="T51" fmla="*/ 1 h 526"/>
                <a:gd name="T52" fmla="*/ 16 w 652"/>
                <a:gd name="T53" fmla="*/ 3 h 526"/>
                <a:gd name="T54" fmla="*/ 17 w 652"/>
                <a:gd name="T55" fmla="*/ 218 h 526"/>
                <a:gd name="T56" fmla="*/ 12 w 652"/>
                <a:gd name="T57" fmla="*/ 249 h 526"/>
                <a:gd name="T58" fmla="*/ 16 w 652"/>
                <a:gd name="T59" fmla="*/ 273 h 526"/>
                <a:gd name="T60" fmla="*/ 17 w 652"/>
                <a:gd name="T61" fmla="*/ 317 h 526"/>
                <a:gd name="T62" fmla="*/ 18 w 652"/>
                <a:gd name="T63" fmla="*/ 421 h 526"/>
                <a:gd name="T64" fmla="*/ 35 w 652"/>
                <a:gd name="T65" fmla="*/ 423 h 526"/>
                <a:gd name="T66" fmla="*/ 86 w 652"/>
                <a:gd name="T67" fmla="*/ 422 h 526"/>
                <a:gd name="T68" fmla="*/ 128 w 652"/>
                <a:gd name="T69" fmla="*/ 430 h 526"/>
                <a:gd name="T70" fmla="*/ 151 w 652"/>
                <a:gd name="T71" fmla="*/ 416 h 526"/>
                <a:gd name="T72" fmla="*/ 171 w 652"/>
                <a:gd name="T73" fmla="*/ 401 h 526"/>
                <a:gd name="T74" fmla="*/ 181 w 652"/>
                <a:gd name="T75" fmla="*/ 388 h 526"/>
                <a:gd name="T76" fmla="*/ 183 w 652"/>
                <a:gd name="T77" fmla="*/ 379 h 526"/>
                <a:gd name="T78" fmla="*/ 183 w 652"/>
                <a:gd name="T79" fmla="*/ 355 h 526"/>
                <a:gd name="T80" fmla="*/ 204 w 652"/>
                <a:gd name="T81" fmla="*/ 344 h 526"/>
                <a:gd name="T82" fmla="*/ 218 w 652"/>
                <a:gd name="T83" fmla="*/ 327 h 526"/>
                <a:gd name="T84" fmla="*/ 250 w 652"/>
                <a:gd name="T85" fmla="*/ 315 h 526"/>
                <a:gd name="T86" fmla="*/ 275 w 652"/>
                <a:gd name="T87" fmla="*/ 336 h 526"/>
                <a:gd name="T88" fmla="*/ 312 w 652"/>
                <a:gd name="T89" fmla="*/ 348 h 526"/>
                <a:gd name="T90" fmla="*/ 353 w 652"/>
                <a:gd name="T91" fmla="*/ 369 h 526"/>
                <a:gd name="T92" fmla="*/ 380 w 652"/>
                <a:gd name="T93" fmla="*/ 410 h 526"/>
                <a:gd name="T94" fmla="*/ 398 w 652"/>
                <a:gd name="T95" fmla="*/ 431 h 526"/>
                <a:gd name="T96" fmla="*/ 409 w 652"/>
                <a:gd name="T97" fmla="*/ 443 h 526"/>
                <a:gd name="T98" fmla="*/ 435 w 652"/>
                <a:gd name="T99" fmla="*/ 462 h 526"/>
                <a:gd name="T100" fmla="*/ 458 w 652"/>
                <a:gd name="T101" fmla="*/ 486 h 526"/>
                <a:gd name="T102" fmla="*/ 518 w 652"/>
                <a:gd name="T103" fmla="*/ 486 h 526"/>
                <a:gd name="T104" fmla="*/ 554 w 652"/>
                <a:gd name="T105" fmla="*/ 493 h 526"/>
                <a:gd name="T106" fmla="*/ 584 w 652"/>
                <a:gd name="T107" fmla="*/ 495 h 526"/>
                <a:gd name="T108" fmla="*/ 601 w 652"/>
                <a:gd name="T109" fmla="*/ 515 h 526"/>
                <a:gd name="T110" fmla="*/ 627 w 652"/>
                <a:gd name="T111" fmla="*/ 512 h 526"/>
                <a:gd name="T112" fmla="*/ 632 w 652"/>
                <a:gd name="T113" fmla="*/ 492 h 526"/>
                <a:gd name="T114" fmla="*/ 649 w 652"/>
                <a:gd name="T115" fmla="*/ 487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52" h="526">
                  <a:moveTo>
                    <a:pt x="649" y="487"/>
                  </a:moveTo>
                  <a:cubicBezTo>
                    <a:pt x="646" y="483"/>
                    <a:pt x="640" y="482"/>
                    <a:pt x="631" y="482"/>
                  </a:cubicBezTo>
                  <a:cubicBezTo>
                    <a:pt x="622" y="482"/>
                    <a:pt x="626" y="477"/>
                    <a:pt x="612" y="477"/>
                  </a:cubicBezTo>
                  <a:cubicBezTo>
                    <a:pt x="598" y="477"/>
                    <a:pt x="595" y="482"/>
                    <a:pt x="590" y="470"/>
                  </a:cubicBezTo>
                  <a:cubicBezTo>
                    <a:pt x="585" y="458"/>
                    <a:pt x="603" y="447"/>
                    <a:pt x="589" y="443"/>
                  </a:cubicBezTo>
                  <a:cubicBezTo>
                    <a:pt x="575" y="439"/>
                    <a:pt x="551" y="454"/>
                    <a:pt x="546" y="440"/>
                  </a:cubicBezTo>
                  <a:cubicBezTo>
                    <a:pt x="541" y="426"/>
                    <a:pt x="537" y="421"/>
                    <a:pt x="544" y="420"/>
                  </a:cubicBezTo>
                  <a:cubicBezTo>
                    <a:pt x="551" y="419"/>
                    <a:pt x="550" y="414"/>
                    <a:pt x="541" y="407"/>
                  </a:cubicBezTo>
                  <a:cubicBezTo>
                    <a:pt x="532" y="400"/>
                    <a:pt x="527" y="398"/>
                    <a:pt x="526" y="405"/>
                  </a:cubicBezTo>
                  <a:cubicBezTo>
                    <a:pt x="525" y="412"/>
                    <a:pt x="516" y="418"/>
                    <a:pt x="506" y="411"/>
                  </a:cubicBezTo>
                  <a:cubicBezTo>
                    <a:pt x="496" y="404"/>
                    <a:pt x="503" y="397"/>
                    <a:pt x="488" y="384"/>
                  </a:cubicBezTo>
                  <a:cubicBezTo>
                    <a:pt x="473" y="371"/>
                    <a:pt x="488" y="349"/>
                    <a:pt x="472" y="344"/>
                  </a:cubicBezTo>
                  <a:cubicBezTo>
                    <a:pt x="456" y="339"/>
                    <a:pt x="456" y="335"/>
                    <a:pt x="436" y="323"/>
                  </a:cubicBezTo>
                  <a:cubicBezTo>
                    <a:pt x="416" y="311"/>
                    <a:pt x="400" y="294"/>
                    <a:pt x="407" y="275"/>
                  </a:cubicBezTo>
                  <a:cubicBezTo>
                    <a:pt x="414" y="256"/>
                    <a:pt x="426" y="258"/>
                    <a:pt x="442" y="260"/>
                  </a:cubicBezTo>
                  <a:cubicBezTo>
                    <a:pt x="458" y="262"/>
                    <a:pt x="470" y="263"/>
                    <a:pt x="454" y="240"/>
                  </a:cubicBezTo>
                  <a:cubicBezTo>
                    <a:pt x="438" y="217"/>
                    <a:pt x="437" y="215"/>
                    <a:pt x="423" y="216"/>
                  </a:cubicBezTo>
                  <a:cubicBezTo>
                    <a:pt x="409" y="217"/>
                    <a:pt x="410" y="203"/>
                    <a:pt x="393" y="203"/>
                  </a:cubicBezTo>
                  <a:cubicBezTo>
                    <a:pt x="376" y="203"/>
                    <a:pt x="378" y="189"/>
                    <a:pt x="365" y="189"/>
                  </a:cubicBezTo>
                  <a:cubicBezTo>
                    <a:pt x="352" y="189"/>
                    <a:pt x="348" y="188"/>
                    <a:pt x="336" y="169"/>
                  </a:cubicBezTo>
                  <a:cubicBezTo>
                    <a:pt x="324" y="150"/>
                    <a:pt x="332" y="140"/>
                    <a:pt x="310" y="126"/>
                  </a:cubicBezTo>
                  <a:cubicBezTo>
                    <a:pt x="288" y="112"/>
                    <a:pt x="251" y="77"/>
                    <a:pt x="231" y="75"/>
                  </a:cubicBezTo>
                  <a:cubicBezTo>
                    <a:pt x="211" y="73"/>
                    <a:pt x="218" y="73"/>
                    <a:pt x="199" y="61"/>
                  </a:cubicBezTo>
                  <a:cubicBezTo>
                    <a:pt x="180" y="49"/>
                    <a:pt x="176" y="49"/>
                    <a:pt x="160" y="46"/>
                  </a:cubicBezTo>
                  <a:cubicBezTo>
                    <a:pt x="144" y="43"/>
                    <a:pt x="146" y="54"/>
                    <a:pt x="109" y="35"/>
                  </a:cubicBezTo>
                  <a:cubicBezTo>
                    <a:pt x="72" y="16"/>
                    <a:pt x="52" y="3"/>
                    <a:pt x="35" y="1"/>
                  </a:cubicBezTo>
                  <a:cubicBezTo>
                    <a:pt x="28" y="0"/>
                    <a:pt x="21" y="2"/>
                    <a:pt x="16" y="3"/>
                  </a:cubicBezTo>
                  <a:cubicBezTo>
                    <a:pt x="17" y="218"/>
                    <a:pt x="17" y="218"/>
                    <a:pt x="17" y="218"/>
                  </a:cubicBezTo>
                  <a:cubicBezTo>
                    <a:pt x="17" y="218"/>
                    <a:pt x="24" y="242"/>
                    <a:pt x="12" y="249"/>
                  </a:cubicBezTo>
                  <a:cubicBezTo>
                    <a:pt x="0" y="256"/>
                    <a:pt x="7" y="266"/>
                    <a:pt x="16" y="273"/>
                  </a:cubicBezTo>
                  <a:cubicBezTo>
                    <a:pt x="24" y="280"/>
                    <a:pt x="19" y="293"/>
                    <a:pt x="17" y="317"/>
                  </a:cubicBezTo>
                  <a:cubicBezTo>
                    <a:pt x="16" y="334"/>
                    <a:pt x="17" y="389"/>
                    <a:pt x="18" y="421"/>
                  </a:cubicBezTo>
                  <a:cubicBezTo>
                    <a:pt x="22" y="423"/>
                    <a:pt x="27" y="423"/>
                    <a:pt x="35" y="423"/>
                  </a:cubicBezTo>
                  <a:cubicBezTo>
                    <a:pt x="54" y="422"/>
                    <a:pt x="62" y="421"/>
                    <a:pt x="86" y="422"/>
                  </a:cubicBezTo>
                  <a:cubicBezTo>
                    <a:pt x="110" y="423"/>
                    <a:pt x="119" y="437"/>
                    <a:pt x="128" y="430"/>
                  </a:cubicBezTo>
                  <a:cubicBezTo>
                    <a:pt x="137" y="423"/>
                    <a:pt x="139" y="418"/>
                    <a:pt x="151" y="416"/>
                  </a:cubicBezTo>
                  <a:cubicBezTo>
                    <a:pt x="163" y="414"/>
                    <a:pt x="171" y="410"/>
                    <a:pt x="171" y="401"/>
                  </a:cubicBezTo>
                  <a:cubicBezTo>
                    <a:pt x="171" y="392"/>
                    <a:pt x="169" y="387"/>
                    <a:pt x="181" y="388"/>
                  </a:cubicBezTo>
                  <a:cubicBezTo>
                    <a:pt x="193" y="389"/>
                    <a:pt x="189" y="385"/>
                    <a:pt x="183" y="379"/>
                  </a:cubicBezTo>
                  <a:cubicBezTo>
                    <a:pt x="177" y="373"/>
                    <a:pt x="177" y="357"/>
                    <a:pt x="183" y="355"/>
                  </a:cubicBezTo>
                  <a:cubicBezTo>
                    <a:pt x="189" y="353"/>
                    <a:pt x="199" y="357"/>
                    <a:pt x="204" y="344"/>
                  </a:cubicBezTo>
                  <a:cubicBezTo>
                    <a:pt x="209" y="331"/>
                    <a:pt x="208" y="329"/>
                    <a:pt x="218" y="327"/>
                  </a:cubicBezTo>
                  <a:cubicBezTo>
                    <a:pt x="228" y="325"/>
                    <a:pt x="237" y="309"/>
                    <a:pt x="250" y="315"/>
                  </a:cubicBezTo>
                  <a:cubicBezTo>
                    <a:pt x="263" y="321"/>
                    <a:pt x="256" y="337"/>
                    <a:pt x="275" y="336"/>
                  </a:cubicBezTo>
                  <a:cubicBezTo>
                    <a:pt x="294" y="335"/>
                    <a:pt x="298" y="348"/>
                    <a:pt x="312" y="348"/>
                  </a:cubicBezTo>
                  <a:cubicBezTo>
                    <a:pt x="326" y="348"/>
                    <a:pt x="339" y="347"/>
                    <a:pt x="353" y="369"/>
                  </a:cubicBezTo>
                  <a:cubicBezTo>
                    <a:pt x="367" y="391"/>
                    <a:pt x="363" y="409"/>
                    <a:pt x="380" y="410"/>
                  </a:cubicBezTo>
                  <a:cubicBezTo>
                    <a:pt x="397" y="411"/>
                    <a:pt x="398" y="425"/>
                    <a:pt x="398" y="431"/>
                  </a:cubicBezTo>
                  <a:cubicBezTo>
                    <a:pt x="398" y="437"/>
                    <a:pt x="398" y="442"/>
                    <a:pt x="409" y="443"/>
                  </a:cubicBezTo>
                  <a:cubicBezTo>
                    <a:pt x="420" y="444"/>
                    <a:pt x="430" y="449"/>
                    <a:pt x="435" y="462"/>
                  </a:cubicBezTo>
                  <a:cubicBezTo>
                    <a:pt x="440" y="475"/>
                    <a:pt x="444" y="486"/>
                    <a:pt x="458" y="486"/>
                  </a:cubicBezTo>
                  <a:cubicBezTo>
                    <a:pt x="472" y="486"/>
                    <a:pt x="501" y="487"/>
                    <a:pt x="518" y="486"/>
                  </a:cubicBezTo>
                  <a:cubicBezTo>
                    <a:pt x="535" y="485"/>
                    <a:pt x="534" y="495"/>
                    <a:pt x="554" y="493"/>
                  </a:cubicBezTo>
                  <a:cubicBezTo>
                    <a:pt x="574" y="491"/>
                    <a:pt x="580" y="484"/>
                    <a:pt x="584" y="495"/>
                  </a:cubicBezTo>
                  <a:cubicBezTo>
                    <a:pt x="588" y="506"/>
                    <a:pt x="586" y="515"/>
                    <a:pt x="601" y="515"/>
                  </a:cubicBezTo>
                  <a:cubicBezTo>
                    <a:pt x="616" y="515"/>
                    <a:pt x="630" y="526"/>
                    <a:pt x="627" y="512"/>
                  </a:cubicBezTo>
                  <a:cubicBezTo>
                    <a:pt x="624" y="498"/>
                    <a:pt x="619" y="492"/>
                    <a:pt x="632" y="492"/>
                  </a:cubicBezTo>
                  <a:cubicBezTo>
                    <a:pt x="645" y="492"/>
                    <a:pt x="652" y="491"/>
                    <a:pt x="649" y="487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6" name="Freeform 54"/>
            <p:cNvSpPr>
              <a:spLocks noEditPoints="1"/>
            </p:cNvSpPr>
            <p:nvPr/>
          </p:nvSpPr>
          <p:spPr bwMode="auto">
            <a:xfrm>
              <a:off x="430" y="-8"/>
              <a:ext cx="2407" cy="889"/>
            </a:xfrm>
            <a:custGeom>
              <a:avLst/>
              <a:gdLst>
                <a:gd name="T0" fmla="*/ 2371 w 2929"/>
                <a:gd name="T1" fmla="*/ 15 h 1082"/>
                <a:gd name="T2" fmla="*/ 618 w 2929"/>
                <a:gd name="T3" fmla="*/ 522 h 1082"/>
                <a:gd name="T4" fmla="*/ 502 w 2929"/>
                <a:gd name="T5" fmla="*/ 326 h 1082"/>
                <a:gd name="T6" fmla="*/ 327 w 2929"/>
                <a:gd name="T7" fmla="*/ 219 h 1082"/>
                <a:gd name="T8" fmla="*/ 67 w 2929"/>
                <a:gd name="T9" fmla="*/ 121 h 1082"/>
                <a:gd name="T10" fmla="*/ 341 w 2929"/>
                <a:gd name="T11" fmla="*/ 460 h 1082"/>
                <a:gd name="T12" fmla="*/ 644 w 2929"/>
                <a:gd name="T13" fmla="*/ 744 h 1082"/>
                <a:gd name="T14" fmla="*/ 68 w 2929"/>
                <a:gd name="T15" fmla="*/ 223 h 1082"/>
                <a:gd name="T16" fmla="*/ 221 w 2929"/>
                <a:gd name="T17" fmla="*/ 394 h 1082"/>
                <a:gd name="T18" fmla="*/ 299 w 2929"/>
                <a:gd name="T19" fmla="*/ 531 h 1082"/>
                <a:gd name="T20" fmla="*/ 652 w 2929"/>
                <a:gd name="T21" fmla="*/ 497 h 1082"/>
                <a:gd name="T22" fmla="*/ 583 w 2929"/>
                <a:gd name="T23" fmla="*/ 413 h 1082"/>
                <a:gd name="T24" fmla="*/ 1061 w 2929"/>
                <a:gd name="T25" fmla="*/ 811 h 1082"/>
                <a:gd name="T26" fmla="*/ 744 w 2929"/>
                <a:gd name="T27" fmla="*/ 774 h 1082"/>
                <a:gd name="T28" fmla="*/ 940 w 2929"/>
                <a:gd name="T29" fmla="*/ 881 h 1082"/>
                <a:gd name="T30" fmla="*/ 1233 w 2929"/>
                <a:gd name="T31" fmla="*/ 897 h 1082"/>
                <a:gd name="T32" fmla="*/ 1424 w 2929"/>
                <a:gd name="T33" fmla="*/ 359 h 1082"/>
                <a:gd name="T34" fmla="*/ 1437 w 2929"/>
                <a:gd name="T35" fmla="*/ 154 h 1082"/>
                <a:gd name="T36" fmla="*/ 1251 w 2929"/>
                <a:gd name="T37" fmla="*/ 261 h 1082"/>
                <a:gd name="T38" fmla="*/ 965 w 2929"/>
                <a:gd name="T39" fmla="*/ 314 h 1082"/>
                <a:gd name="T40" fmla="*/ 925 w 2929"/>
                <a:gd name="T41" fmla="*/ 458 h 1082"/>
                <a:gd name="T42" fmla="*/ 1085 w 2929"/>
                <a:gd name="T43" fmla="*/ 597 h 1082"/>
                <a:gd name="T44" fmla="*/ 1264 w 2929"/>
                <a:gd name="T45" fmla="*/ 637 h 1082"/>
                <a:gd name="T46" fmla="*/ 1354 w 2929"/>
                <a:gd name="T47" fmla="*/ 507 h 1082"/>
                <a:gd name="T48" fmla="*/ 1762 w 2929"/>
                <a:gd name="T49" fmla="*/ 650 h 1082"/>
                <a:gd name="T50" fmla="*/ 1737 w 2929"/>
                <a:gd name="T51" fmla="*/ 472 h 1082"/>
                <a:gd name="T52" fmla="*/ 1791 w 2929"/>
                <a:gd name="T53" fmla="*/ 414 h 1082"/>
                <a:gd name="T54" fmla="*/ 1598 w 2929"/>
                <a:gd name="T55" fmla="*/ 362 h 1082"/>
                <a:gd name="T56" fmla="*/ 1895 w 2929"/>
                <a:gd name="T57" fmla="*/ 322 h 1082"/>
                <a:gd name="T58" fmla="*/ 1644 w 2929"/>
                <a:gd name="T59" fmla="*/ 288 h 1082"/>
                <a:gd name="T60" fmla="*/ 1509 w 2929"/>
                <a:gd name="T61" fmla="*/ 584 h 1082"/>
                <a:gd name="T62" fmla="*/ 1603 w 2929"/>
                <a:gd name="T63" fmla="*/ 701 h 1082"/>
                <a:gd name="T64" fmla="*/ 1647 w 2929"/>
                <a:gd name="T65" fmla="*/ 615 h 1082"/>
                <a:gd name="T66" fmla="*/ 1360 w 2929"/>
                <a:gd name="T67" fmla="*/ 942 h 1082"/>
                <a:gd name="T68" fmla="*/ 1433 w 2929"/>
                <a:gd name="T69" fmla="*/ 929 h 1082"/>
                <a:gd name="T70" fmla="*/ 1635 w 2929"/>
                <a:gd name="T71" fmla="*/ 1016 h 1082"/>
                <a:gd name="T72" fmla="*/ 1635 w 2929"/>
                <a:gd name="T73" fmla="*/ 1016 h 1082"/>
                <a:gd name="T74" fmla="*/ 1698 w 2929"/>
                <a:gd name="T75" fmla="*/ 950 h 1082"/>
                <a:gd name="T76" fmla="*/ 1748 w 2929"/>
                <a:gd name="T77" fmla="*/ 932 h 1082"/>
                <a:gd name="T78" fmla="*/ 1781 w 2929"/>
                <a:gd name="T79" fmla="*/ 1051 h 1082"/>
                <a:gd name="T80" fmla="*/ 1966 w 2929"/>
                <a:gd name="T81" fmla="*/ 912 h 1082"/>
                <a:gd name="T82" fmla="*/ 2046 w 2929"/>
                <a:gd name="T83" fmla="*/ 924 h 1082"/>
                <a:gd name="T84" fmla="*/ 2065 w 2929"/>
                <a:gd name="T85" fmla="*/ 353 h 1082"/>
                <a:gd name="T86" fmla="*/ 2141 w 2929"/>
                <a:gd name="T87" fmla="*/ 304 h 1082"/>
                <a:gd name="T88" fmla="*/ 2122 w 2929"/>
                <a:gd name="T89" fmla="*/ 210 h 1082"/>
                <a:gd name="T90" fmla="*/ 1973 w 2929"/>
                <a:gd name="T91" fmla="*/ 504 h 1082"/>
                <a:gd name="T92" fmla="*/ 2047 w 2929"/>
                <a:gd name="T93" fmla="*/ 474 h 1082"/>
                <a:gd name="T94" fmla="*/ 2179 w 2929"/>
                <a:gd name="T95" fmla="*/ 552 h 1082"/>
                <a:gd name="T96" fmla="*/ 2159 w 2929"/>
                <a:gd name="T97" fmla="*/ 599 h 1082"/>
                <a:gd name="T98" fmla="*/ 2251 w 2929"/>
                <a:gd name="T99" fmla="*/ 503 h 1082"/>
                <a:gd name="T100" fmla="*/ 2304 w 2929"/>
                <a:gd name="T101" fmla="*/ 392 h 1082"/>
                <a:gd name="T102" fmla="*/ 2588 w 2929"/>
                <a:gd name="T103" fmla="*/ 447 h 1082"/>
                <a:gd name="T104" fmla="*/ 2487 w 2929"/>
                <a:gd name="T105" fmla="*/ 743 h 1082"/>
                <a:gd name="T106" fmla="*/ 2311 w 2929"/>
                <a:gd name="T107" fmla="*/ 884 h 1082"/>
                <a:gd name="T108" fmla="*/ 2764 w 2929"/>
                <a:gd name="T109" fmla="*/ 489 h 1082"/>
                <a:gd name="T110" fmla="*/ 2470 w 2929"/>
                <a:gd name="T111" fmla="*/ 424 h 1082"/>
                <a:gd name="T112" fmla="*/ 2345 w 2929"/>
                <a:gd name="T113" fmla="*/ 494 h 1082"/>
                <a:gd name="T114" fmla="*/ 2392 w 2929"/>
                <a:gd name="T115" fmla="*/ 590 h 1082"/>
                <a:gd name="T116" fmla="*/ 2769 w 2929"/>
                <a:gd name="T117" fmla="*/ 789 h 1082"/>
                <a:gd name="T118" fmla="*/ 2922 w 2929"/>
                <a:gd name="T119" fmla="*/ 864 h 1082"/>
                <a:gd name="T120" fmla="*/ 1288 w 2929"/>
                <a:gd name="T121" fmla="*/ 816 h 1082"/>
                <a:gd name="T122" fmla="*/ 1609 w 2929"/>
                <a:gd name="T123" fmla="*/ 781 h 1082"/>
                <a:gd name="T124" fmla="*/ 2191 w 2929"/>
                <a:gd name="T125" fmla="*/ 887 h 1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29" h="1082">
                  <a:moveTo>
                    <a:pt x="2380" y="197"/>
                  </a:moveTo>
                  <a:cubicBezTo>
                    <a:pt x="2373" y="200"/>
                    <a:pt x="2367" y="198"/>
                    <a:pt x="2366" y="192"/>
                  </a:cubicBezTo>
                  <a:cubicBezTo>
                    <a:pt x="2365" y="185"/>
                    <a:pt x="2381" y="182"/>
                    <a:pt x="2381" y="182"/>
                  </a:cubicBezTo>
                  <a:cubicBezTo>
                    <a:pt x="2394" y="180"/>
                    <a:pt x="2386" y="195"/>
                    <a:pt x="2380" y="197"/>
                  </a:cubicBezTo>
                  <a:close/>
                  <a:moveTo>
                    <a:pt x="2335" y="170"/>
                  </a:moveTo>
                  <a:cubicBezTo>
                    <a:pt x="2335" y="170"/>
                    <a:pt x="2324" y="167"/>
                    <a:pt x="2326" y="176"/>
                  </a:cubicBezTo>
                  <a:cubicBezTo>
                    <a:pt x="2327" y="184"/>
                    <a:pt x="2351" y="181"/>
                    <a:pt x="2335" y="170"/>
                  </a:cubicBezTo>
                  <a:close/>
                  <a:moveTo>
                    <a:pt x="2354" y="83"/>
                  </a:moveTo>
                  <a:cubicBezTo>
                    <a:pt x="2354" y="83"/>
                    <a:pt x="2348" y="98"/>
                    <a:pt x="2353" y="101"/>
                  </a:cubicBezTo>
                  <a:cubicBezTo>
                    <a:pt x="2358" y="105"/>
                    <a:pt x="2361" y="102"/>
                    <a:pt x="2364" y="93"/>
                  </a:cubicBezTo>
                  <a:cubicBezTo>
                    <a:pt x="2368" y="84"/>
                    <a:pt x="2358" y="72"/>
                    <a:pt x="2354" y="83"/>
                  </a:cubicBezTo>
                  <a:close/>
                  <a:moveTo>
                    <a:pt x="2371" y="15"/>
                  </a:moveTo>
                  <a:cubicBezTo>
                    <a:pt x="2371" y="15"/>
                    <a:pt x="2341" y="12"/>
                    <a:pt x="2353" y="20"/>
                  </a:cubicBezTo>
                  <a:cubicBezTo>
                    <a:pt x="2364" y="29"/>
                    <a:pt x="2380" y="35"/>
                    <a:pt x="2371" y="15"/>
                  </a:cubicBezTo>
                  <a:close/>
                  <a:moveTo>
                    <a:pt x="681" y="745"/>
                  </a:moveTo>
                  <a:cubicBezTo>
                    <a:pt x="684" y="734"/>
                    <a:pt x="694" y="733"/>
                    <a:pt x="690" y="711"/>
                  </a:cubicBezTo>
                  <a:cubicBezTo>
                    <a:pt x="686" y="689"/>
                    <a:pt x="685" y="665"/>
                    <a:pt x="685" y="653"/>
                  </a:cubicBezTo>
                  <a:cubicBezTo>
                    <a:pt x="685" y="641"/>
                    <a:pt x="681" y="618"/>
                    <a:pt x="687" y="607"/>
                  </a:cubicBezTo>
                  <a:cubicBezTo>
                    <a:pt x="693" y="596"/>
                    <a:pt x="696" y="589"/>
                    <a:pt x="697" y="581"/>
                  </a:cubicBezTo>
                  <a:cubicBezTo>
                    <a:pt x="698" y="573"/>
                    <a:pt x="697" y="574"/>
                    <a:pt x="685" y="561"/>
                  </a:cubicBezTo>
                  <a:cubicBezTo>
                    <a:pt x="673" y="548"/>
                    <a:pt x="664" y="530"/>
                    <a:pt x="654" y="529"/>
                  </a:cubicBezTo>
                  <a:cubicBezTo>
                    <a:pt x="644" y="528"/>
                    <a:pt x="625" y="524"/>
                    <a:pt x="622" y="536"/>
                  </a:cubicBezTo>
                  <a:cubicBezTo>
                    <a:pt x="619" y="548"/>
                    <a:pt x="596" y="558"/>
                    <a:pt x="602" y="546"/>
                  </a:cubicBezTo>
                  <a:cubicBezTo>
                    <a:pt x="608" y="534"/>
                    <a:pt x="612" y="529"/>
                    <a:pt x="618" y="522"/>
                  </a:cubicBezTo>
                  <a:cubicBezTo>
                    <a:pt x="624" y="515"/>
                    <a:pt x="620" y="505"/>
                    <a:pt x="604" y="505"/>
                  </a:cubicBezTo>
                  <a:cubicBezTo>
                    <a:pt x="588" y="505"/>
                    <a:pt x="597" y="500"/>
                    <a:pt x="595" y="486"/>
                  </a:cubicBezTo>
                  <a:cubicBezTo>
                    <a:pt x="593" y="472"/>
                    <a:pt x="602" y="465"/>
                    <a:pt x="588" y="456"/>
                  </a:cubicBezTo>
                  <a:cubicBezTo>
                    <a:pt x="574" y="447"/>
                    <a:pt x="573" y="445"/>
                    <a:pt x="560" y="445"/>
                  </a:cubicBezTo>
                  <a:cubicBezTo>
                    <a:pt x="547" y="445"/>
                    <a:pt x="538" y="440"/>
                    <a:pt x="536" y="433"/>
                  </a:cubicBezTo>
                  <a:cubicBezTo>
                    <a:pt x="534" y="426"/>
                    <a:pt x="527" y="414"/>
                    <a:pt x="534" y="399"/>
                  </a:cubicBezTo>
                  <a:cubicBezTo>
                    <a:pt x="541" y="384"/>
                    <a:pt x="547" y="379"/>
                    <a:pt x="547" y="371"/>
                  </a:cubicBezTo>
                  <a:cubicBezTo>
                    <a:pt x="547" y="363"/>
                    <a:pt x="545" y="356"/>
                    <a:pt x="530" y="351"/>
                  </a:cubicBezTo>
                  <a:cubicBezTo>
                    <a:pt x="515" y="346"/>
                    <a:pt x="513" y="346"/>
                    <a:pt x="501" y="355"/>
                  </a:cubicBezTo>
                  <a:cubicBezTo>
                    <a:pt x="489" y="364"/>
                    <a:pt x="464" y="385"/>
                    <a:pt x="468" y="371"/>
                  </a:cubicBezTo>
                  <a:cubicBezTo>
                    <a:pt x="472" y="357"/>
                    <a:pt x="496" y="354"/>
                    <a:pt x="498" y="347"/>
                  </a:cubicBezTo>
                  <a:cubicBezTo>
                    <a:pt x="500" y="340"/>
                    <a:pt x="492" y="328"/>
                    <a:pt x="502" y="326"/>
                  </a:cubicBezTo>
                  <a:cubicBezTo>
                    <a:pt x="512" y="324"/>
                    <a:pt x="503" y="312"/>
                    <a:pt x="500" y="311"/>
                  </a:cubicBezTo>
                  <a:cubicBezTo>
                    <a:pt x="497" y="310"/>
                    <a:pt x="488" y="315"/>
                    <a:pt x="481" y="322"/>
                  </a:cubicBezTo>
                  <a:cubicBezTo>
                    <a:pt x="474" y="329"/>
                    <a:pt x="459" y="328"/>
                    <a:pt x="457" y="319"/>
                  </a:cubicBezTo>
                  <a:cubicBezTo>
                    <a:pt x="455" y="310"/>
                    <a:pt x="450" y="299"/>
                    <a:pt x="441" y="292"/>
                  </a:cubicBezTo>
                  <a:cubicBezTo>
                    <a:pt x="432" y="285"/>
                    <a:pt x="430" y="280"/>
                    <a:pt x="423" y="274"/>
                  </a:cubicBezTo>
                  <a:cubicBezTo>
                    <a:pt x="416" y="268"/>
                    <a:pt x="426" y="256"/>
                    <a:pt x="418" y="250"/>
                  </a:cubicBezTo>
                  <a:cubicBezTo>
                    <a:pt x="410" y="244"/>
                    <a:pt x="401" y="250"/>
                    <a:pt x="399" y="257"/>
                  </a:cubicBezTo>
                  <a:cubicBezTo>
                    <a:pt x="397" y="264"/>
                    <a:pt x="393" y="254"/>
                    <a:pt x="385" y="244"/>
                  </a:cubicBezTo>
                  <a:cubicBezTo>
                    <a:pt x="377" y="234"/>
                    <a:pt x="366" y="231"/>
                    <a:pt x="365" y="237"/>
                  </a:cubicBezTo>
                  <a:cubicBezTo>
                    <a:pt x="364" y="243"/>
                    <a:pt x="381" y="260"/>
                    <a:pt x="371" y="261"/>
                  </a:cubicBezTo>
                  <a:cubicBezTo>
                    <a:pt x="361" y="262"/>
                    <a:pt x="371" y="265"/>
                    <a:pt x="357" y="251"/>
                  </a:cubicBezTo>
                  <a:cubicBezTo>
                    <a:pt x="343" y="237"/>
                    <a:pt x="334" y="218"/>
                    <a:pt x="327" y="219"/>
                  </a:cubicBezTo>
                  <a:cubicBezTo>
                    <a:pt x="320" y="220"/>
                    <a:pt x="315" y="219"/>
                    <a:pt x="312" y="205"/>
                  </a:cubicBezTo>
                  <a:cubicBezTo>
                    <a:pt x="309" y="191"/>
                    <a:pt x="298" y="186"/>
                    <a:pt x="287" y="177"/>
                  </a:cubicBezTo>
                  <a:cubicBezTo>
                    <a:pt x="276" y="168"/>
                    <a:pt x="252" y="151"/>
                    <a:pt x="238" y="147"/>
                  </a:cubicBezTo>
                  <a:cubicBezTo>
                    <a:pt x="224" y="143"/>
                    <a:pt x="217" y="136"/>
                    <a:pt x="209" y="118"/>
                  </a:cubicBezTo>
                  <a:cubicBezTo>
                    <a:pt x="201" y="100"/>
                    <a:pt x="190" y="86"/>
                    <a:pt x="183" y="75"/>
                  </a:cubicBezTo>
                  <a:cubicBezTo>
                    <a:pt x="176" y="64"/>
                    <a:pt x="158" y="46"/>
                    <a:pt x="148" y="46"/>
                  </a:cubicBezTo>
                  <a:cubicBezTo>
                    <a:pt x="138" y="46"/>
                    <a:pt x="139" y="60"/>
                    <a:pt x="126" y="51"/>
                  </a:cubicBezTo>
                  <a:cubicBezTo>
                    <a:pt x="113" y="42"/>
                    <a:pt x="87" y="50"/>
                    <a:pt x="79" y="48"/>
                  </a:cubicBezTo>
                  <a:cubicBezTo>
                    <a:pt x="71" y="46"/>
                    <a:pt x="65" y="44"/>
                    <a:pt x="59" y="37"/>
                  </a:cubicBezTo>
                  <a:cubicBezTo>
                    <a:pt x="53" y="30"/>
                    <a:pt x="0" y="0"/>
                    <a:pt x="8" y="42"/>
                  </a:cubicBezTo>
                  <a:cubicBezTo>
                    <a:pt x="8" y="42"/>
                    <a:pt x="14" y="72"/>
                    <a:pt x="28" y="85"/>
                  </a:cubicBezTo>
                  <a:cubicBezTo>
                    <a:pt x="42" y="98"/>
                    <a:pt x="61" y="112"/>
                    <a:pt x="67" y="121"/>
                  </a:cubicBezTo>
                  <a:cubicBezTo>
                    <a:pt x="73" y="130"/>
                    <a:pt x="88" y="140"/>
                    <a:pt x="96" y="141"/>
                  </a:cubicBezTo>
                  <a:cubicBezTo>
                    <a:pt x="104" y="142"/>
                    <a:pt x="116" y="146"/>
                    <a:pt x="121" y="155"/>
                  </a:cubicBezTo>
                  <a:cubicBezTo>
                    <a:pt x="126" y="164"/>
                    <a:pt x="134" y="190"/>
                    <a:pt x="145" y="193"/>
                  </a:cubicBezTo>
                  <a:cubicBezTo>
                    <a:pt x="156" y="196"/>
                    <a:pt x="165" y="206"/>
                    <a:pt x="165" y="214"/>
                  </a:cubicBezTo>
                  <a:cubicBezTo>
                    <a:pt x="165" y="222"/>
                    <a:pt x="169" y="235"/>
                    <a:pt x="185" y="237"/>
                  </a:cubicBezTo>
                  <a:cubicBezTo>
                    <a:pt x="201" y="239"/>
                    <a:pt x="213" y="255"/>
                    <a:pt x="222" y="264"/>
                  </a:cubicBezTo>
                  <a:cubicBezTo>
                    <a:pt x="231" y="273"/>
                    <a:pt x="236" y="284"/>
                    <a:pt x="236" y="294"/>
                  </a:cubicBezTo>
                  <a:cubicBezTo>
                    <a:pt x="236" y="304"/>
                    <a:pt x="250" y="298"/>
                    <a:pt x="248" y="319"/>
                  </a:cubicBezTo>
                  <a:cubicBezTo>
                    <a:pt x="246" y="340"/>
                    <a:pt x="248" y="356"/>
                    <a:pt x="257" y="360"/>
                  </a:cubicBezTo>
                  <a:cubicBezTo>
                    <a:pt x="266" y="364"/>
                    <a:pt x="278" y="362"/>
                    <a:pt x="290" y="379"/>
                  </a:cubicBezTo>
                  <a:cubicBezTo>
                    <a:pt x="302" y="396"/>
                    <a:pt x="313" y="415"/>
                    <a:pt x="323" y="427"/>
                  </a:cubicBezTo>
                  <a:cubicBezTo>
                    <a:pt x="333" y="439"/>
                    <a:pt x="337" y="446"/>
                    <a:pt x="341" y="460"/>
                  </a:cubicBezTo>
                  <a:cubicBezTo>
                    <a:pt x="345" y="474"/>
                    <a:pt x="345" y="484"/>
                    <a:pt x="354" y="491"/>
                  </a:cubicBezTo>
                  <a:cubicBezTo>
                    <a:pt x="363" y="498"/>
                    <a:pt x="365" y="504"/>
                    <a:pt x="367" y="514"/>
                  </a:cubicBezTo>
                  <a:cubicBezTo>
                    <a:pt x="369" y="524"/>
                    <a:pt x="369" y="538"/>
                    <a:pt x="378" y="543"/>
                  </a:cubicBezTo>
                  <a:cubicBezTo>
                    <a:pt x="387" y="548"/>
                    <a:pt x="403" y="558"/>
                    <a:pt x="405" y="571"/>
                  </a:cubicBezTo>
                  <a:cubicBezTo>
                    <a:pt x="407" y="584"/>
                    <a:pt x="418" y="591"/>
                    <a:pt x="428" y="595"/>
                  </a:cubicBezTo>
                  <a:cubicBezTo>
                    <a:pt x="438" y="599"/>
                    <a:pt x="451" y="614"/>
                    <a:pt x="455" y="628"/>
                  </a:cubicBezTo>
                  <a:cubicBezTo>
                    <a:pt x="459" y="642"/>
                    <a:pt x="455" y="641"/>
                    <a:pt x="476" y="651"/>
                  </a:cubicBezTo>
                  <a:cubicBezTo>
                    <a:pt x="497" y="661"/>
                    <a:pt x="508" y="677"/>
                    <a:pt x="524" y="684"/>
                  </a:cubicBezTo>
                  <a:cubicBezTo>
                    <a:pt x="540" y="691"/>
                    <a:pt x="563" y="713"/>
                    <a:pt x="572" y="723"/>
                  </a:cubicBezTo>
                  <a:cubicBezTo>
                    <a:pt x="581" y="733"/>
                    <a:pt x="602" y="763"/>
                    <a:pt x="604" y="755"/>
                  </a:cubicBezTo>
                  <a:cubicBezTo>
                    <a:pt x="606" y="747"/>
                    <a:pt x="605" y="736"/>
                    <a:pt x="619" y="743"/>
                  </a:cubicBezTo>
                  <a:cubicBezTo>
                    <a:pt x="633" y="750"/>
                    <a:pt x="633" y="747"/>
                    <a:pt x="644" y="744"/>
                  </a:cubicBezTo>
                  <a:cubicBezTo>
                    <a:pt x="655" y="741"/>
                    <a:pt x="657" y="736"/>
                    <a:pt x="667" y="745"/>
                  </a:cubicBezTo>
                  <a:cubicBezTo>
                    <a:pt x="677" y="754"/>
                    <a:pt x="678" y="756"/>
                    <a:pt x="681" y="745"/>
                  </a:cubicBezTo>
                  <a:close/>
                  <a:moveTo>
                    <a:pt x="162" y="298"/>
                  </a:moveTo>
                  <a:cubicBezTo>
                    <a:pt x="162" y="298"/>
                    <a:pt x="146" y="280"/>
                    <a:pt x="135" y="286"/>
                  </a:cubicBezTo>
                  <a:cubicBezTo>
                    <a:pt x="124" y="292"/>
                    <a:pt x="130" y="299"/>
                    <a:pt x="138" y="310"/>
                  </a:cubicBezTo>
                  <a:cubicBezTo>
                    <a:pt x="146" y="321"/>
                    <a:pt x="153" y="327"/>
                    <a:pt x="162" y="335"/>
                  </a:cubicBezTo>
                  <a:cubicBezTo>
                    <a:pt x="171" y="343"/>
                    <a:pt x="178" y="341"/>
                    <a:pt x="181" y="331"/>
                  </a:cubicBezTo>
                  <a:cubicBezTo>
                    <a:pt x="184" y="321"/>
                    <a:pt x="186" y="317"/>
                    <a:pt x="162" y="298"/>
                  </a:cubicBezTo>
                  <a:close/>
                  <a:moveTo>
                    <a:pt x="65" y="205"/>
                  </a:moveTo>
                  <a:cubicBezTo>
                    <a:pt x="65" y="205"/>
                    <a:pt x="52" y="195"/>
                    <a:pt x="45" y="197"/>
                  </a:cubicBezTo>
                  <a:cubicBezTo>
                    <a:pt x="38" y="199"/>
                    <a:pt x="31" y="213"/>
                    <a:pt x="43" y="214"/>
                  </a:cubicBezTo>
                  <a:cubicBezTo>
                    <a:pt x="55" y="215"/>
                    <a:pt x="58" y="210"/>
                    <a:pt x="68" y="223"/>
                  </a:cubicBezTo>
                  <a:cubicBezTo>
                    <a:pt x="78" y="236"/>
                    <a:pt x="90" y="235"/>
                    <a:pt x="87" y="226"/>
                  </a:cubicBezTo>
                  <a:cubicBezTo>
                    <a:pt x="84" y="217"/>
                    <a:pt x="79" y="213"/>
                    <a:pt x="65" y="205"/>
                  </a:cubicBezTo>
                  <a:close/>
                  <a:moveTo>
                    <a:pt x="138" y="238"/>
                  </a:moveTo>
                  <a:cubicBezTo>
                    <a:pt x="138" y="238"/>
                    <a:pt x="131" y="234"/>
                    <a:pt x="126" y="233"/>
                  </a:cubicBezTo>
                  <a:cubicBezTo>
                    <a:pt x="121" y="232"/>
                    <a:pt x="118" y="241"/>
                    <a:pt x="129" y="245"/>
                  </a:cubicBezTo>
                  <a:cubicBezTo>
                    <a:pt x="140" y="249"/>
                    <a:pt x="156" y="249"/>
                    <a:pt x="138" y="238"/>
                  </a:cubicBezTo>
                  <a:close/>
                  <a:moveTo>
                    <a:pt x="208" y="379"/>
                  </a:moveTo>
                  <a:cubicBezTo>
                    <a:pt x="208" y="379"/>
                    <a:pt x="201" y="387"/>
                    <a:pt x="206" y="390"/>
                  </a:cubicBezTo>
                  <a:cubicBezTo>
                    <a:pt x="211" y="393"/>
                    <a:pt x="211" y="397"/>
                    <a:pt x="208" y="400"/>
                  </a:cubicBezTo>
                  <a:cubicBezTo>
                    <a:pt x="205" y="403"/>
                    <a:pt x="199" y="412"/>
                    <a:pt x="200" y="415"/>
                  </a:cubicBezTo>
                  <a:cubicBezTo>
                    <a:pt x="201" y="418"/>
                    <a:pt x="211" y="420"/>
                    <a:pt x="214" y="413"/>
                  </a:cubicBezTo>
                  <a:cubicBezTo>
                    <a:pt x="217" y="406"/>
                    <a:pt x="221" y="402"/>
                    <a:pt x="221" y="394"/>
                  </a:cubicBezTo>
                  <a:cubicBezTo>
                    <a:pt x="221" y="386"/>
                    <a:pt x="215" y="377"/>
                    <a:pt x="208" y="379"/>
                  </a:cubicBezTo>
                  <a:close/>
                  <a:moveTo>
                    <a:pt x="247" y="448"/>
                  </a:moveTo>
                  <a:cubicBezTo>
                    <a:pt x="247" y="448"/>
                    <a:pt x="239" y="438"/>
                    <a:pt x="232" y="443"/>
                  </a:cubicBezTo>
                  <a:cubicBezTo>
                    <a:pt x="225" y="448"/>
                    <a:pt x="218" y="455"/>
                    <a:pt x="226" y="465"/>
                  </a:cubicBezTo>
                  <a:cubicBezTo>
                    <a:pt x="234" y="475"/>
                    <a:pt x="239" y="489"/>
                    <a:pt x="246" y="491"/>
                  </a:cubicBezTo>
                  <a:cubicBezTo>
                    <a:pt x="253" y="493"/>
                    <a:pt x="266" y="492"/>
                    <a:pt x="266" y="485"/>
                  </a:cubicBezTo>
                  <a:cubicBezTo>
                    <a:pt x="266" y="478"/>
                    <a:pt x="257" y="471"/>
                    <a:pt x="253" y="463"/>
                  </a:cubicBezTo>
                  <a:cubicBezTo>
                    <a:pt x="249" y="455"/>
                    <a:pt x="253" y="456"/>
                    <a:pt x="247" y="448"/>
                  </a:cubicBezTo>
                  <a:close/>
                  <a:moveTo>
                    <a:pt x="320" y="540"/>
                  </a:moveTo>
                  <a:cubicBezTo>
                    <a:pt x="313" y="534"/>
                    <a:pt x="300" y="520"/>
                    <a:pt x="287" y="509"/>
                  </a:cubicBezTo>
                  <a:cubicBezTo>
                    <a:pt x="287" y="509"/>
                    <a:pt x="275" y="507"/>
                    <a:pt x="279" y="514"/>
                  </a:cubicBezTo>
                  <a:cubicBezTo>
                    <a:pt x="283" y="521"/>
                    <a:pt x="293" y="524"/>
                    <a:pt x="299" y="531"/>
                  </a:cubicBezTo>
                  <a:cubicBezTo>
                    <a:pt x="305" y="538"/>
                    <a:pt x="309" y="543"/>
                    <a:pt x="310" y="552"/>
                  </a:cubicBezTo>
                  <a:cubicBezTo>
                    <a:pt x="311" y="561"/>
                    <a:pt x="319" y="563"/>
                    <a:pt x="319" y="556"/>
                  </a:cubicBezTo>
                  <a:cubicBezTo>
                    <a:pt x="319" y="549"/>
                    <a:pt x="327" y="546"/>
                    <a:pt x="320" y="540"/>
                  </a:cubicBezTo>
                  <a:close/>
                  <a:moveTo>
                    <a:pt x="334" y="561"/>
                  </a:moveTo>
                  <a:cubicBezTo>
                    <a:pt x="334" y="561"/>
                    <a:pt x="327" y="568"/>
                    <a:pt x="328" y="571"/>
                  </a:cubicBezTo>
                  <a:cubicBezTo>
                    <a:pt x="329" y="574"/>
                    <a:pt x="334" y="581"/>
                    <a:pt x="334" y="586"/>
                  </a:cubicBezTo>
                  <a:cubicBezTo>
                    <a:pt x="334" y="591"/>
                    <a:pt x="342" y="597"/>
                    <a:pt x="342" y="585"/>
                  </a:cubicBezTo>
                  <a:cubicBezTo>
                    <a:pt x="342" y="573"/>
                    <a:pt x="342" y="561"/>
                    <a:pt x="334" y="561"/>
                  </a:cubicBezTo>
                  <a:close/>
                  <a:moveTo>
                    <a:pt x="453" y="723"/>
                  </a:moveTo>
                  <a:cubicBezTo>
                    <a:pt x="453" y="731"/>
                    <a:pt x="473" y="732"/>
                    <a:pt x="459" y="718"/>
                  </a:cubicBezTo>
                  <a:cubicBezTo>
                    <a:pt x="459" y="718"/>
                    <a:pt x="453" y="715"/>
                    <a:pt x="453" y="723"/>
                  </a:cubicBezTo>
                  <a:close/>
                  <a:moveTo>
                    <a:pt x="652" y="497"/>
                  </a:moveTo>
                  <a:cubicBezTo>
                    <a:pt x="645" y="499"/>
                    <a:pt x="635" y="509"/>
                    <a:pt x="650" y="512"/>
                  </a:cubicBezTo>
                  <a:cubicBezTo>
                    <a:pt x="665" y="515"/>
                    <a:pt x="677" y="519"/>
                    <a:pt x="680" y="524"/>
                  </a:cubicBezTo>
                  <a:cubicBezTo>
                    <a:pt x="683" y="529"/>
                    <a:pt x="678" y="548"/>
                    <a:pt x="697" y="558"/>
                  </a:cubicBezTo>
                  <a:cubicBezTo>
                    <a:pt x="716" y="568"/>
                    <a:pt x="732" y="590"/>
                    <a:pt x="734" y="573"/>
                  </a:cubicBezTo>
                  <a:cubicBezTo>
                    <a:pt x="736" y="556"/>
                    <a:pt x="750" y="556"/>
                    <a:pt x="730" y="544"/>
                  </a:cubicBezTo>
                  <a:cubicBezTo>
                    <a:pt x="710" y="532"/>
                    <a:pt x="704" y="526"/>
                    <a:pt x="704" y="516"/>
                  </a:cubicBezTo>
                  <a:cubicBezTo>
                    <a:pt x="704" y="506"/>
                    <a:pt x="708" y="497"/>
                    <a:pt x="692" y="485"/>
                  </a:cubicBezTo>
                  <a:cubicBezTo>
                    <a:pt x="692" y="485"/>
                    <a:pt x="689" y="476"/>
                    <a:pt x="685" y="484"/>
                  </a:cubicBezTo>
                  <a:cubicBezTo>
                    <a:pt x="681" y="492"/>
                    <a:pt x="679" y="489"/>
                    <a:pt x="675" y="485"/>
                  </a:cubicBezTo>
                  <a:cubicBezTo>
                    <a:pt x="671" y="481"/>
                    <a:pt x="664" y="483"/>
                    <a:pt x="658" y="483"/>
                  </a:cubicBezTo>
                  <a:cubicBezTo>
                    <a:pt x="652" y="483"/>
                    <a:pt x="659" y="495"/>
                    <a:pt x="652" y="497"/>
                  </a:cubicBezTo>
                  <a:close/>
                  <a:moveTo>
                    <a:pt x="583" y="413"/>
                  </a:moveTo>
                  <a:cubicBezTo>
                    <a:pt x="588" y="416"/>
                    <a:pt x="594" y="420"/>
                    <a:pt x="594" y="409"/>
                  </a:cubicBezTo>
                  <a:cubicBezTo>
                    <a:pt x="594" y="398"/>
                    <a:pt x="600" y="391"/>
                    <a:pt x="604" y="394"/>
                  </a:cubicBezTo>
                  <a:cubicBezTo>
                    <a:pt x="608" y="397"/>
                    <a:pt x="623" y="392"/>
                    <a:pt x="610" y="380"/>
                  </a:cubicBezTo>
                  <a:cubicBezTo>
                    <a:pt x="610" y="380"/>
                    <a:pt x="589" y="377"/>
                    <a:pt x="589" y="385"/>
                  </a:cubicBezTo>
                  <a:cubicBezTo>
                    <a:pt x="589" y="393"/>
                    <a:pt x="593" y="394"/>
                    <a:pt x="589" y="398"/>
                  </a:cubicBezTo>
                  <a:cubicBezTo>
                    <a:pt x="585" y="402"/>
                    <a:pt x="578" y="410"/>
                    <a:pt x="583" y="413"/>
                  </a:cubicBezTo>
                  <a:close/>
                  <a:moveTo>
                    <a:pt x="1234" y="874"/>
                  </a:moveTo>
                  <a:cubicBezTo>
                    <a:pt x="1221" y="876"/>
                    <a:pt x="1232" y="864"/>
                    <a:pt x="1214" y="865"/>
                  </a:cubicBezTo>
                  <a:cubicBezTo>
                    <a:pt x="1196" y="866"/>
                    <a:pt x="1163" y="878"/>
                    <a:pt x="1142" y="874"/>
                  </a:cubicBezTo>
                  <a:cubicBezTo>
                    <a:pt x="1121" y="870"/>
                    <a:pt x="1124" y="855"/>
                    <a:pt x="1123" y="849"/>
                  </a:cubicBezTo>
                  <a:cubicBezTo>
                    <a:pt x="1122" y="843"/>
                    <a:pt x="1121" y="829"/>
                    <a:pt x="1104" y="823"/>
                  </a:cubicBezTo>
                  <a:cubicBezTo>
                    <a:pt x="1087" y="817"/>
                    <a:pt x="1080" y="820"/>
                    <a:pt x="1061" y="811"/>
                  </a:cubicBezTo>
                  <a:cubicBezTo>
                    <a:pt x="1042" y="802"/>
                    <a:pt x="1017" y="810"/>
                    <a:pt x="1016" y="801"/>
                  </a:cubicBezTo>
                  <a:cubicBezTo>
                    <a:pt x="1015" y="792"/>
                    <a:pt x="999" y="784"/>
                    <a:pt x="993" y="797"/>
                  </a:cubicBezTo>
                  <a:cubicBezTo>
                    <a:pt x="987" y="810"/>
                    <a:pt x="995" y="821"/>
                    <a:pt x="968" y="822"/>
                  </a:cubicBezTo>
                  <a:cubicBezTo>
                    <a:pt x="941" y="823"/>
                    <a:pt x="910" y="825"/>
                    <a:pt x="902" y="820"/>
                  </a:cubicBezTo>
                  <a:cubicBezTo>
                    <a:pt x="894" y="815"/>
                    <a:pt x="897" y="812"/>
                    <a:pt x="884" y="812"/>
                  </a:cubicBezTo>
                  <a:cubicBezTo>
                    <a:pt x="871" y="812"/>
                    <a:pt x="862" y="809"/>
                    <a:pt x="858" y="803"/>
                  </a:cubicBezTo>
                  <a:cubicBezTo>
                    <a:pt x="854" y="797"/>
                    <a:pt x="851" y="788"/>
                    <a:pt x="840" y="781"/>
                  </a:cubicBezTo>
                  <a:cubicBezTo>
                    <a:pt x="829" y="774"/>
                    <a:pt x="829" y="789"/>
                    <a:pt x="815" y="779"/>
                  </a:cubicBezTo>
                  <a:cubicBezTo>
                    <a:pt x="801" y="769"/>
                    <a:pt x="793" y="781"/>
                    <a:pt x="791" y="775"/>
                  </a:cubicBezTo>
                  <a:cubicBezTo>
                    <a:pt x="789" y="769"/>
                    <a:pt x="784" y="763"/>
                    <a:pt x="775" y="759"/>
                  </a:cubicBezTo>
                  <a:cubicBezTo>
                    <a:pt x="766" y="755"/>
                    <a:pt x="759" y="753"/>
                    <a:pt x="757" y="762"/>
                  </a:cubicBezTo>
                  <a:cubicBezTo>
                    <a:pt x="755" y="771"/>
                    <a:pt x="754" y="783"/>
                    <a:pt x="744" y="774"/>
                  </a:cubicBezTo>
                  <a:cubicBezTo>
                    <a:pt x="734" y="765"/>
                    <a:pt x="736" y="763"/>
                    <a:pt x="724" y="763"/>
                  </a:cubicBezTo>
                  <a:cubicBezTo>
                    <a:pt x="712" y="763"/>
                    <a:pt x="686" y="751"/>
                    <a:pt x="686" y="774"/>
                  </a:cubicBezTo>
                  <a:cubicBezTo>
                    <a:pt x="686" y="774"/>
                    <a:pt x="689" y="782"/>
                    <a:pt x="677" y="792"/>
                  </a:cubicBezTo>
                  <a:cubicBezTo>
                    <a:pt x="665" y="802"/>
                    <a:pt x="650" y="806"/>
                    <a:pt x="661" y="815"/>
                  </a:cubicBezTo>
                  <a:cubicBezTo>
                    <a:pt x="672" y="824"/>
                    <a:pt x="677" y="827"/>
                    <a:pt x="681" y="822"/>
                  </a:cubicBezTo>
                  <a:cubicBezTo>
                    <a:pt x="685" y="817"/>
                    <a:pt x="690" y="812"/>
                    <a:pt x="698" y="820"/>
                  </a:cubicBezTo>
                  <a:cubicBezTo>
                    <a:pt x="706" y="828"/>
                    <a:pt x="723" y="816"/>
                    <a:pt x="723" y="832"/>
                  </a:cubicBezTo>
                  <a:cubicBezTo>
                    <a:pt x="723" y="848"/>
                    <a:pt x="714" y="856"/>
                    <a:pt x="728" y="856"/>
                  </a:cubicBezTo>
                  <a:cubicBezTo>
                    <a:pt x="742" y="856"/>
                    <a:pt x="777" y="852"/>
                    <a:pt x="791" y="862"/>
                  </a:cubicBezTo>
                  <a:cubicBezTo>
                    <a:pt x="805" y="872"/>
                    <a:pt x="833" y="889"/>
                    <a:pt x="845" y="880"/>
                  </a:cubicBezTo>
                  <a:cubicBezTo>
                    <a:pt x="857" y="871"/>
                    <a:pt x="870" y="868"/>
                    <a:pt x="882" y="870"/>
                  </a:cubicBezTo>
                  <a:cubicBezTo>
                    <a:pt x="894" y="872"/>
                    <a:pt x="929" y="870"/>
                    <a:pt x="940" y="881"/>
                  </a:cubicBezTo>
                  <a:cubicBezTo>
                    <a:pt x="951" y="892"/>
                    <a:pt x="973" y="897"/>
                    <a:pt x="987" y="902"/>
                  </a:cubicBezTo>
                  <a:cubicBezTo>
                    <a:pt x="1001" y="907"/>
                    <a:pt x="1018" y="904"/>
                    <a:pt x="1035" y="906"/>
                  </a:cubicBezTo>
                  <a:cubicBezTo>
                    <a:pt x="1052" y="908"/>
                    <a:pt x="1082" y="918"/>
                    <a:pt x="1093" y="917"/>
                  </a:cubicBezTo>
                  <a:cubicBezTo>
                    <a:pt x="1104" y="916"/>
                    <a:pt x="1104" y="925"/>
                    <a:pt x="1114" y="925"/>
                  </a:cubicBezTo>
                  <a:cubicBezTo>
                    <a:pt x="1124" y="925"/>
                    <a:pt x="1129" y="930"/>
                    <a:pt x="1132" y="924"/>
                  </a:cubicBezTo>
                  <a:cubicBezTo>
                    <a:pt x="1135" y="918"/>
                    <a:pt x="1131" y="914"/>
                    <a:pt x="1145" y="914"/>
                  </a:cubicBezTo>
                  <a:cubicBezTo>
                    <a:pt x="1159" y="914"/>
                    <a:pt x="1167" y="918"/>
                    <a:pt x="1177" y="924"/>
                  </a:cubicBezTo>
                  <a:cubicBezTo>
                    <a:pt x="1187" y="930"/>
                    <a:pt x="1192" y="927"/>
                    <a:pt x="1202" y="932"/>
                  </a:cubicBezTo>
                  <a:cubicBezTo>
                    <a:pt x="1212" y="937"/>
                    <a:pt x="1215" y="933"/>
                    <a:pt x="1226" y="938"/>
                  </a:cubicBezTo>
                  <a:cubicBezTo>
                    <a:pt x="1237" y="943"/>
                    <a:pt x="1233" y="940"/>
                    <a:pt x="1232" y="932"/>
                  </a:cubicBezTo>
                  <a:cubicBezTo>
                    <a:pt x="1231" y="924"/>
                    <a:pt x="1241" y="928"/>
                    <a:pt x="1240" y="916"/>
                  </a:cubicBezTo>
                  <a:cubicBezTo>
                    <a:pt x="1239" y="904"/>
                    <a:pt x="1228" y="904"/>
                    <a:pt x="1233" y="897"/>
                  </a:cubicBezTo>
                  <a:cubicBezTo>
                    <a:pt x="1238" y="890"/>
                    <a:pt x="1245" y="887"/>
                    <a:pt x="1245" y="882"/>
                  </a:cubicBezTo>
                  <a:cubicBezTo>
                    <a:pt x="1245" y="877"/>
                    <a:pt x="1247" y="872"/>
                    <a:pt x="1234" y="874"/>
                  </a:cubicBezTo>
                  <a:close/>
                  <a:moveTo>
                    <a:pt x="796" y="578"/>
                  </a:moveTo>
                  <a:cubicBezTo>
                    <a:pt x="805" y="585"/>
                    <a:pt x="830" y="591"/>
                    <a:pt x="832" y="582"/>
                  </a:cubicBezTo>
                  <a:cubicBezTo>
                    <a:pt x="834" y="573"/>
                    <a:pt x="844" y="579"/>
                    <a:pt x="844" y="564"/>
                  </a:cubicBezTo>
                  <a:cubicBezTo>
                    <a:pt x="844" y="549"/>
                    <a:pt x="843" y="546"/>
                    <a:pt x="830" y="542"/>
                  </a:cubicBezTo>
                  <a:cubicBezTo>
                    <a:pt x="817" y="538"/>
                    <a:pt x="812" y="529"/>
                    <a:pt x="803" y="541"/>
                  </a:cubicBezTo>
                  <a:cubicBezTo>
                    <a:pt x="803" y="541"/>
                    <a:pt x="795" y="550"/>
                    <a:pt x="796" y="556"/>
                  </a:cubicBezTo>
                  <a:cubicBezTo>
                    <a:pt x="797" y="562"/>
                    <a:pt x="787" y="571"/>
                    <a:pt x="796" y="578"/>
                  </a:cubicBezTo>
                  <a:close/>
                  <a:moveTo>
                    <a:pt x="1401" y="447"/>
                  </a:moveTo>
                  <a:cubicBezTo>
                    <a:pt x="1406" y="436"/>
                    <a:pt x="1425" y="431"/>
                    <a:pt x="1425" y="420"/>
                  </a:cubicBezTo>
                  <a:cubicBezTo>
                    <a:pt x="1425" y="409"/>
                    <a:pt x="1415" y="371"/>
                    <a:pt x="1424" y="359"/>
                  </a:cubicBezTo>
                  <a:cubicBezTo>
                    <a:pt x="1433" y="347"/>
                    <a:pt x="1440" y="343"/>
                    <a:pt x="1447" y="334"/>
                  </a:cubicBezTo>
                  <a:cubicBezTo>
                    <a:pt x="1454" y="325"/>
                    <a:pt x="1446" y="315"/>
                    <a:pt x="1460" y="324"/>
                  </a:cubicBezTo>
                  <a:cubicBezTo>
                    <a:pt x="1474" y="333"/>
                    <a:pt x="1477" y="330"/>
                    <a:pt x="1492" y="330"/>
                  </a:cubicBezTo>
                  <a:cubicBezTo>
                    <a:pt x="1507" y="330"/>
                    <a:pt x="1511" y="328"/>
                    <a:pt x="1517" y="321"/>
                  </a:cubicBezTo>
                  <a:cubicBezTo>
                    <a:pt x="1523" y="314"/>
                    <a:pt x="1518" y="310"/>
                    <a:pt x="1504" y="304"/>
                  </a:cubicBezTo>
                  <a:cubicBezTo>
                    <a:pt x="1490" y="298"/>
                    <a:pt x="1472" y="293"/>
                    <a:pt x="1464" y="278"/>
                  </a:cubicBezTo>
                  <a:cubicBezTo>
                    <a:pt x="1456" y="263"/>
                    <a:pt x="1445" y="267"/>
                    <a:pt x="1448" y="254"/>
                  </a:cubicBezTo>
                  <a:cubicBezTo>
                    <a:pt x="1451" y="241"/>
                    <a:pt x="1463" y="237"/>
                    <a:pt x="1455" y="225"/>
                  </a:cubicBezTo>
                  <a:cubicBezTo>
                    <a:pt x="1447" y="213"/>
                    <a:pt x="1437" y="203"/>
                    <a:pt x="1431" y="194"/>
                  </a:cubicBezTo>
                  <a:cubicBezTo>
                    <a:pt x="1425" y="185"/>
                    <a:pt x="1413" y="178"/>
                    <a:pt x="1411" y="168"/>
                  </a:cubicBezTo>
                  <a:cubicBezTo>
                    <a:pt x="1409" y="158"/>
                    <a:pt x="1408" y="153"/>
                    <a:pt x="1418" y="153"/>
                  </a:cubicBezTo>
                  <a:cubicBezTo>
                    <a:pt x="1428" y="153"/>
                    <a:pt x="1432" y="148"/>
                    <a:pt x="1437" y="154"/>
                  </a:cubicBezTo>
                  <a:cubicBezTo>
                    <a:pt x="1442" y="160"/>
                    <a:pt x="1452" y="157"/>
                    <a:pt x="1448" y="151"/>
                  </a:cubicBezTo>
                  <a:cubicBezTo>
                    <a:pt x="1444" y="145"/>
                    <a:pt x="1436" y="138"/>
                    <a:pt x="1431" y="132"/>
                  </a:cubicBezTo>
                  <a:cubicBezTo>
                    <a:pt x="1428" y="129"/>
                    <a:pt x="1429" y="124"/>
                    <a:pt x="1431" y="121"/>
                  </a:cubicBezTo>
                  <a:cubicBezTo>
                    <a:pt x="1424" y="116"/>
                    <a:pt x="1415" y="108"/>
                    <a:pt x="1405" y="105"/>
                  </a:cubicBezTo>
                  <a:cubicBezTo>
                    <a:pt x="1391" y="100"/>
                    <a:pt x="1373" y="107"/>
                    <a:pt x="1358" y="105"/>
                  </a:cubicBezTo>
                  <a:cubicBezTo>
                    <a:pt x="1343" y="103"/>
                    <a:pt x="1328" y="103"/>
                    <a:pt x="1320" y="103"/>
                  </a:cubicBezTo>
                  <a:cubicBezTo>
                    <a:pt x="1312" y="103"/>
                    <a:pt x="1315" y="115"/>
                    <a:pt x="1307" y="126"/>
                  </a:cubicBezTo>
                  <a:cubicBezTo>
                    <a:pt x="1299" y="137"/>
                    <a:pt x="1299" y="146"/>
                    <a:pt x="1299" y="164"/>
                  </a:cubicBezTo>
                  <a:cubicBezTo>
                    <a:pt x="1298" y="183"/>
                    <a:pt x="1291" y="188"/>
                    <a:pt x="1281" y="191"/>
                  </a:cubicBezTo>
                  <a:cubicBezTo>
                    <a:pt x="1272" y="195"/>
                    <a:pt x="1274" y="203"/>
                    <a:pt x="1273" y="212"/>
                  </a:cubicBezTo>
                  <a:cubicBezTo>
                    <a:pt x="1272" y="221"/>
                    <a:pt x="1275" y="226"/>
                    <a:pt x="1264" y="231"/>
                  </a:cubicBezTo>
                  <a:cubicBezTo>
                    <a:pt x="1252" y="236"/>
                    <a:pt x="1255" y="254"/>
                    <a:pt x="1251" y="261"/>
                  </a:cubicBezTo>
                  <a:cubicBezTo>
                    <a:pt x="1246" y="267"/>
                    <a:pt x="1241" y="271"/>
                    <a:pt x="1241" y="279"/>
                  </a:cubicBezTo>
                  <a:cubicBezTo>
                    <a:pt x="1240" y="288"/>
                    <a:pt x="1215" y="287"/>
                    <a:pt x="1202" y="286"/>
                  </a:cubicBezTo>
                  <a:cubicBezTo>
                    <a:pt x="1189" y="285"/>
                    <a:pt x="1186" y="304"/>
                    <a:pt x="1175" y="302"/>
                  </a:cubicBezTo>
                  <a:cubicBezTo>
                    <a:pt x="1165" y="300"/>
                    <a:pt x="1150" y="295"/>
                    <a:pt x="1147" y="289"/>
                  </a:cubicBezTo>
                  <a:cubicBezTo>
                    <a:pt x="1143" y="282"/>
                    <a:pt x="1126" y="282"/>
                    <a:pt x="1113" y="283"/>
                  </a:cubicBezTo>
                  <a:cubicBezTo>
                    <a:pt x="1100" y="284"/>
                    <a:pt x="1095" y="285"/>
                    <a:pt x="1090" y="291"/>
                  </a:cubicBezTo>
                  <a:cubicBezTo>
                    <a:pt x="1086" y="298"/>
                    <a:pt x="1079" y="299"/>
                    <a:pt x="1072" y="311"/>
                  </a:cubicBezTo>
                  <a:cubicBezTo>
                    <a:pt x="1064" y="322"/>
                    <a:pt x="1046" y="322"/>
                    <a:pt x="1037" y="317"/>
                  </a:cubicBezTo>
                  <a:cubicBezTo>
                    <a:pt x="1028" y="313"/>
                    <a:pt x="1022" y="316"/>
                    <a:pt x="1015" y="316"/>
                  </a:cubicBezTo>
                  <a:cubicBezTo>
                    <a:pt x="1008" y="316"/>
                    <a:pt x="996" y="319"/>
                    <a:pt x="996" y="324"/>
                  </a:cubicBezTo>
                  <a:cubicBezTo>
                    <a:pt x="995" y="329"/>
                    <a:pt x="993" y="329"/>
                    <a:pt x="983" y="328"/>
                  </a:cubicBezTo>
                  <a:cubicBezTo>
                    <a:pt x="973" y="326"/>
                    <a:pt x="969" y="321"/>
                    <a:pt x="965" y="314"/>
                  </a:cubicBezTo>
                  <a:cubicBezTo>
                    <a:pt x="961" y="306"/>
                    <a:pt x="945" y="302"/>
                    <a:pt x="940" y="295"/>
                  </a:cubicBezTo>
                  <a:cubicBezTo>
                    <a:pt x="935" y="288"/>
                    <a:pt x="929" y="279"/>
                    <a:pt x="921" y="271"/>
                  </a:cubicBezTo>
                  <a:cubicBezTo>
                    <a:pt x="915" y="265"/>
                    <a:pt x="915" y="253"/>
                    <a:pt x="915" y="245"/>
                  </a:cubicBezTo>
                  <a:cubicBezTo>
                    <a:pt x="912" y="248"/>
                    <a:pt x="910" y="254"/>
                    <a:pt x="905" y="261"/>
                  </a:cubicBezTo>
                  <a:cubicBezTo>
                    <a:pt x="898" y="271"/>
                    <a:pt x="891" y="267"/>
                    <a:pt x="893" y="277"/>
                  </a:cubicBezTo>
                  <a:cubicBezTo>
                    <a:pt x="893" y="277"/>
                    <a:pt x="895" y="300"/>
                    <a:pt x="884" y="306"/>
                  </a:cubicBezTo>
                  <a:cubicBezTo>
                    <a:pt x="873" y="312"/>
                    <a:pt x="869" y="322"/>
                    <a:pt x="872" y="334"/>
                  </a:cubicBezTo>
                  <a:cubicBezTo>
                    <a:pt x="875" y="346"/>
                    <a:pt x="871" y="360"/>
                    <a:pt x="878" y="364"/>
                  </a:cubicBezTo>
                  <a:cubicBezTo>
                    <a:pt x="885" y="368"/>
                    <a:pt x="889" y="364"/>
                    <a:pt x="889" y="378"/>
                  </a:cubicBezTo>
                  <a:cubicBezTo>
                    <a:pt x="889" y="392"/>
                    <a:pt x="890" y="413"/>
                    <a:pt x="896" y="418"/>
                  </a:cubicBezTo>
                  <a:cubicBezTo>
                    <a:pt x="902" y="423"/>
                    <a:pt x="910" y="432"/>
                    <a:pt x="911" y="442"/>
                  </a:cubicBezTo>
                  <a:cubicBezTo>
                    <a:pt x="912" y="452"/>
                    <a:pt x="923" y="464"/>
                    <a:pt x="925" y="458"/>
                  </a:cubicBezTo>
                  <a:cubicBezTo>
                    <a:pt x="927" y="452"/>
                    <a:pt x="946" y="442"/>
                    <a:pt x="946" y="458"/>
                  </a:cubicBezTo>
                  <a:cubicBezTo>
                    <a:pt x="946" y="474"/>
                    <a:pt x="949" y="478"/>
                    <a:pt x="949" y="493"/>
                  </a:cubicBezTo>
                  <a:cubicBezTo>
                    <a:pt x="949" y="508"/>
                    <a:pt x="945" y="510"/>
                    <a:pt x="948" y="517"/>
                  </a:cubicBezTo>
                  <a:cubicBezTo>
                    <a:pt x="951" y="524"/>
                    <a:pt x="962" y="525"/>
                    <a:pt x="959" y="540"/>
                  </a:cubicBezTo>
                  <a:cubicBezTo>
                    <a:pt x="956" y="555"/>
                    <a:pt x="956" y="569"/>
                    <a:pt x="966" y="569"/>
                  </a:cubicBezTo>
                  <a:cubicBezTo>
                    <a:pt x="976" y="569"/>
                    <a:pt x="994" y="563"/>
                    <a:pt x="1000" y="569"/>
                  </a:cubicBezTo>
                  <a:cubicBezTo>
                    <a:pt x="1006" y="575"/>
                    <a:pt x="1015" y="583"/>
                    <a:pt x="1019" y="573"/>
                  </a:cubicBezTo>
                  <a:cubicBezTo>
                    <a:pt x="1023" y="563"/>
                    <a:pt x="1029" y="564"/>
                    <a:pt x="1037" y="564"/>
                  </a:cubicBezTo>
                  <a:cubicBezTo>
                    <a:pt x="1045" y="564"/>
                    <a:pt x="1058" y="559"/>
                    <a:pt x="1060" y="569"/>
                  </a:cubicBezTo>
                  <a:cubicBezTo>
                    <a:pt x="1062" y="579"/>
                    <a:pt x="1066" y="580"/>
                    <a:pt x="1065" y="591"/>
                  </a:cubicBezTo>
                  <a:cubicBezTo>
                    <a:pt x="1064" y="602"/>
                    <a:pt x="1067" y="618"/>
                    <a:pt x="1072" y="609"/>
                  </a:cubicBezTo>
                  <a:cubicBezTo>
                    <a:pt x="1077" y="600"/>
                    <a:pt x="1084" y="603"/>
                    <a:pt x="1085" y="597"/>
                  </a:cubicBezTo>
                  <a:cubicBezTo>
                    <a:pt x="1086" y="591"/>
                    <a:pt x="1093" y="582"/>
                    <a:pt x="1099" y="592"/>
                  </a:cubicBezTo>
                  <a:cubicBezTo>
                    <a:pt x="1105" y="602"/>
                    <a:pt x="1115" y="601"/>
                    <a:pt x="1117" y="595"/>
                  </a:cubicBezTo>
                  <a:cubicBezTo>
                    <a:pt x="1119" y="589"/>
                    <a:pt x="1131" y="596"/>
                    <a:pt x="1132" y="588"/>
                  </a:cubicBezTo>
                  <a:cubicBezTo>
                    <a:pt x="1133" y="580"/>
                    <a:pt x="1134" y="576"/>
                    <a:pt x="1149" y="578"/>
                  </a:cubicBezTo>
                  <a:cubicBezTo>
                    <a:pt x="1164" y="580"/>
                    <a:pt x="1171" y="582"/>
                    <a:pt x="1172" y="590"/>
                  </a:cubicBezTo>
                  <a:cubicBezTo>
                    <a:pt x="1173" y="598"/>
                    <a:pt x="1171" y="601"/>
                    <a:pt x="1185" y="601"/>
                  </a:cubicBezTo>
                  <a:cubicBezTo>
                    <a:pt x="1199" y="601"/>
                    <a:pt x="1202" y="603"/>
                    <a:pt x="1202" y="595"/>
                  </a:cubicBezTo>
                  <a:cubicBezTo>
                    <a:pt x="1202" y="587"/>
                    <a:pt x="1201" y="591"/>
                    <a:pt x="1215" y="591"/>
                  </a:cubicBezTo>
                  <a:cubicBezTo>
                    <a:pt x="1229" y="591"/>
                    <a:pt x="1225" y="595"/>
                    <a:pt x="1228" y="605"/>
                  </a:cubicBezTo>
                  <a:cubicBezTo>
                    <a:pt x="1231" y="615"/>
                    <a:pt x="1236" y="609"/>
                    <a:pt x="1235" y="623"/>
                  </a:cubicBezTo>
                  <a:cubicBezTo>
                    <a:pt x="1234" y="637"/>
                    <a:pt x="1237" y="641"/>
                    <a:pt x="1246" y="641"/>
                  </a:cubicBezTo>
                  <a:cubicBezTo>
                    <a:pt x="1255" y="641"/>
                    <a:pt x="1264" y="647"/>
                    <a:pt x="1264" y="637"/>
                  </a:cubicBezTo>
                  <a:cubicBezTo>
                    <a:pt x="1264" y="627"/>
                    <a:pt x="1286" y="636"/>
                    <a:pt x="1286" y="631"/>
                  </a:cubicBezTo>
                  <a:cubicBezTo>
                    <a:pt x="1286" y="626"/>
                    <a:pt x="1299" y="630"/>
                    <a:pt x="1303" y="621"/>
                  </a:cubicBezTo>
                  <a:cubicBezTo>
                    <a:pt x="1307" y="612"/>
                    <a:pt x="1323" y="617"/>
                    <a:pt x="1326" y="619"/>
                  </a:cubicBezTo>
                  <a:cubicBezTo>
                    <a:pt x="1329" y="621"/>
                    <a:pt x="1329" y="628"/>
                    <a:pt x="1331" y="634"/>
                  </a:cubicBezTo>
                  <a:cubicBezTo>
                    <a:pt x="1333" y="640"/>
                    <a:pt x="1343" y="642"/>
                    <a:pt x="1344" y="633"/>
                  </a:cubicBezTo>
                  <a:cubicBezTo>
                    <a:pt x="1345" y="624"/>
                    <a:pt x="1350" y="619"/>
                    <a:pt x="1353" y="614"/>
                  </a:cubicBezTo>
                  <a:cubicBezTo>
                    <a:pt x="1356" y="609"/>
                    <a:pt x="1362" y="599"/>
                    <a:pt x="1355" y="595"/>
                  </a:cubicBezTo>
                  <a:cubicBezTo>
                    <a:pt x="1348" y="591"/>
                    <a:pt x="1334" y="587"/>
                    <a:pt x="1334" y="581"/>
                  </a:cubicBezTo>
                  <a:cubicBezTo>
                    <a:pt x="1334" y="575"/>
                    <a:pt x="1332" y="567"/>
                    <a:pt x="1347" y="567"/>
                  </a:cubicBezTo>
                  <a:cubicBezTo>
                    <a:pt x="1362" y="567"/>
                    <a:pt x="1355" y="558"/>
                    <a:pt x="1355" y="551"/>
                  </a:cubicBezTo>
                  <a:cubicBezTo>
                    <a:pt x="1355" y="544"/>
                    <a:pt x="1365" y="545"/>
                    <a:pt x="1365" y="533"/>
                  </a:cubicBezTo>
                  <a:cubicBezTo>
                    <a:pt x="1365" y="521"/>
                    <a:pt x="1353" y="515"/>
                    <a:pt x="1354" y="507"/>
                  </a:cubicBezTo>
                  <a:cubicBezTo>
                    <a:pt x="1355" y="499"/>
                    <a:pt x="1338" y="495"/>
                    <a:pt x="1349" y="486"/>
                  </a:cubicBezTo>
                  <a:cubicBezTo>
                    <a:pt x="1360" y="477"/>
                    <a:pt x="1373" y="475"/>
                    <a:pt x="1379" y="464"/>
                  </a:cubicBezTo>
                  <a:cubicBezTo>
                    <a:pt x="1385" y="453"/>
                    <a:pt x="1396" y="458"/>
                    <a:pt x="1401" y="447"/>
                  </a:cubicBezTo>
                  <a:close/>
                  <a:moveTo>
                    <a:pt x="1766" y="734"/>
                  </a:moveTo>
                  <a:cubicBezTo>
                    <a:pt x="1774" y="731"/>
                    <a:pt x="1775" y="731"/>
                    <a:pt x="1776" y="723"/>
                  </a:cubicBezTo>
                  <a:cubicBezTo>
                    <a:pt x="1777" y="715"/>
                    <a:pt x="1792" y="717"/>
                    <a:pt x="1786" y="714"/>
                  </a:cubicBezTo>
                  <a:cubicBezTo>
                    <a:pt x="1780" y="711"/>
                    <a:pt x="1780" y="709"/>
                    <a:pt x="1780" y="699"/>
                  </a:cubicBezTo>
                  <a:cubicBezTo>
                    <a:pt x="1780" y="689"/>
                    <a:pt x="1775" y="685"/>
                    <a:pt x="1783" y="682"/>
                  </a:cubicBezTo>
                  <a:cubicBezTo>
                    <a:pt x="1791" y="679"/>
                    <a:pt x="1786" y="674"/>
                    <a:pt x="1786" y="670"/>
                  </a:cubicBezTo>
                  <a:cubicBezTo>
                    <a:pt x="1786" y="666"/>
                    <a:pt x="1778" y="659"/>
                    <a:pt x="1774" y="666"/>
                  </a:cubicBezTo>
                  <a:cubicBezTo>
                    <a:pt x="1770" y="673"/>
                    <a:pt x="1760" y="668"/>
                    <a:pt x="1760" y="665"/>
                  </a:cubicBezTo>
                  <a:cubicBezTo>
                    <a:pt x="1760" y="662"/>
                    <a:pt x="1757" y="652"/>
                    <a:pt x="1762" y="650"/>
                  </a:cubicBezTo>
                  <a:cubicBezTo>
                    <a:pt x="1767" y="648"/>
                    <a:pt x="1773" y="638"/>
                    <a:pt x="1776" y="645"/>
                  </a:cubicBezTo>
                  <a:cubicBezTo>
                    <a:pt x="1779" y="652"/>
                    <a:pt x="1789" y="658"/>
                    <a:pt x="1788" y="650"/>
                  </a:cubicBezTo>
                  <a:cubicBezTo>
                    <a:pt x="1787" y="642"/>
                    <a:pt x="1803" y="641"/>
                    <a:pt x="1792" y="635"/>
                  </a:cubicBezTo>
                  <a:cubicBezTo>
                    <a:pt x="1781" y="629"/>
                    <a:pt x="1775" y="629"/>
                    <a:pt x="1775" y="633"/>
                  </a:cubicBezTo>
                  <a:cubicBezTo>
                    <a:pt x="1775" y="637"/>
                    <a:pt x="1771" y="641"/>
                    <a:pt x="1758" y="633"/>
                  </a:cubicBezTo>
                  <a:cubicBezTo>
                    <a:pt x="1745" y="625"/>
                    <a:pt x="1735" y="630"/>
                    <a:pt x="1732" y="620"/>
                  </a:cubicBezTo>
                  <a:cubicBezTo>
                    <a:pt x="1729" y="610"/>
                    <a:pt x="1722" y="613"/>
                    <a:pt x="1731" y="604"/>
                  </a:cubicBezTo>
                  <a:cubicBezTo>
                    <a:pt x="1740" y="595"/>
                    <a:pt x="1741" y="593"/>
                    <a:pt x="1736" y="584"/>
                  </a:cubicBezTo>
                  <a:cubicBezTo>
                    <a:pt x="1731" y="575"/>
                    <a:pt x="1733" y="570"/>
                    <a:pt x="1722" y="560"/>
                  </a:cubicBezTo>
                  <a:cubicBezTo>
                    <a:pt x="1711" y="550"/>
                    <a:pt x="1696" y="534"/>
                    <a:pt x="1691" y="523"/>
                  </a:cubicBezTo>
                  <a:cubicBezTo>
                    <a:pt x="1686" y="512"/>
                    <a:pt x="1677" y="501"/>
                    <a:pt x="1690" y="497"/>
                  </a:cubicBezTo>
                  <a:cubicBezTo>
                    <a:pt x="1703" y="493"/>
                    <a:pt x="1731" y="485"/>
                    <a:pt x="1737" y="472"/>
                  </a:cubicBezTo>
                  <a:cubicBezTo>
                    <a:pt x="1743" y="459"/>
                    <a:pt x="1752" y="449"/>
                    <a:pt x="1760" y="446"/>
                  </a:cubicBezTo>
                  <a:cubicBezTo>
                    <a:pt x="1768" y="443"/>
                    <a:pt x="1774" y="444"/>
                    <a:pt x="1774" y="451"/>
                  </a:cubicBezTo>
                  <a:cubicBezTo>
                    <a:pt x="1774" y="458"/>
                    <a:pt x="1764" y="452"/>
                    <a:pt x="1764" y="464"/>
                  </a:cubicBezTo>
                  <a:cubicBezTo>
                    <a:pt x="1764" y="476"/>
                    <a:pt x="1760" y="486"/>
                    <a:pt x="1768" y="484"/>
                  </a:cubicBezTo>
                  <a:cubicBezTo>
                    <a:pt x="1776" y="482"/>
                    <a:pt x="1776" y="472"/>
                    <a:pt x="1780" y="479"/>
                  </a:cubicBezTo>
                  <a:cubicBezTo>
                    <a:pt x="1784" y="486"/>
                    <a:pt x="1786" y="488"/>
                    <a:pt x="1790" y="483"/>
                  </a:cubicBezTo>
                  <a:cubicBezTo>
                    <a:pt x="1794" y="478"/>
                    <a:pt x="1798" y="473"/>
                    <a:pt x="1801" y="480"/>
                  </a:cubicBezTo>
                  <a:cubicBezTo>
                    <a:pt x="1804" y="487"/>
                    <a:pt x="1813" y="491"/>
                    <a:pt x="1813" y="480"/>
                  </a:cubicBezTo>
                  <a:cubicBezTo>
                    <a:pt x="1813" y="469"/>
                    <a:pt x="1812" y="455"/>
                    <a:pt x="1805" y="455"/>
                  </a:cubicBezTo>
                  <a:cubicBezTo>
                    <a:pt x="1798" y="455"/>
                    <a:pt x="1793" y="454"/>
                    <a:pt x="1795" y="447"/>
                  </a:cubicBezTo>
                  <a:cubicBezTo>
                    <a:pt x="1797" y="440"/>
                    <a:pt x="1804" y="448"/>
                    <a:pt x="1804" y="435"/>
                  </a:cubicBezTo>
                  <a:cubicBezTo>
                    <a:pt x="1804" y="422"/>
                    <a:pt x="1805" y="415"/>
                    <a:pt x="1791" y="414"/>
                  </a:cubicBezTo>
                  <a:cubicBezTo>
                    <a:pt x="1777" y="413"/>
                    <a:pt x="1769" y="412"/>
                    <a:pt x="1766" y="419"/>
                  </a:cubicBezTo>
                  <a:cubicBezTo>
                    <a:pt x="1763" y="426"/>
                    <a:pt x="1754" y="425"/>
                    <a:pt x="1740" y="425"/>
                  </a:cubicBezTo>
                  <a:cubicBezTo>
                    <a:pt x="1726" y="425"/>
                    <a:pt x="1718" y="427"/>
                    <a:pt x="1714" y="434"/>
                  </a:cubicBezTo>
                  <a:cubicBezTo>
                    <a:pt x="1710" y="441"/>
                    <a:pt x="1699" y="446"/>
                    <a:pt x="1694" y="438"/>
                  </a:cubicBezTo>
                  <a:cubicBezTo>
                    <a:pt x="1689" y="430"/>
                    <a:pt x="1687" y="426"/>
                    <a:pt x="1682" y="429"/>
                  </a:cubicBezTo>
                  <a:cubicBezTo>
                    <a:pt x="1677" y="432"/>
                    <a:pt x="1674" y="426"/>
                    <a:pt x="1670" y="440"/>
                  </a:cubicBezTo>
                  <a:cubicBezTo>
                    <a:pt x="1666" y="454"/>
                    <a:pt x="1660" y="451"/>
                    <a:pt x="1657" y="458"/>
                  </a:cubicBezTo>
                  <a:cubicBezTo>
                    <a:pt x="1654" y="465"/>
                    <a:pt x="1653" y="465"/>
                    <a:pt x="1641" y="465"/>
                  </a:cubicBezTo>
                  <a:cubicBezTo>
                    <a:pt x="1629" y="465"/>
                    <a:pt x="1622" y="465"/>
                    <a:pt x="1621" y="454"/>
                  </a:cubicBezTo>
                  <a:cubicBezTo>
                    <a:pt x="1620" y="443"/>
                    <a:pt x="1620" y="433"/>
                    <a:pt x="1606" y="429"/>
                  </a:cubicBezTo>
                  <a:cubicBezTo>
                    <a:pt x="1592" y="425"/>
                    <a:pt x="1589" y="427"/>
                    <a:pt x="1589" y="415"/>
                  </a:cubicBezTo>
                  <a:cubicBezTo>
                    <a:pt x="1589" y="403"/>
                    <a:pt x="1582" y="365"/>
                    <a:pt x="1598" y="362"/>
                  </a:cubicBezTo>
                  <a:cubicBezTo>
                    <a:pt x="1614" y="359"/>
                    <a:pt x="1611" y="345"/>
                    <a:pt x="1617" y="345"/>
                  </a:cubicBezTo>
                  <a:cubicBezTo>
                    <a:pt x="1623" y="345"/>
                    <a:pt x="1628" y="346"/>
                    <a:pt x="1632" y="353"/>
                  </a:cubicBezTo>
                  <a:cubicBezTo>
                    <a:pt x="1636" y="360"/>
                    <a:pt x="1644" y="352"/>
                    <a:pt x="1656" y="352"/>
                  </a:cubicBezTo>
                  <a:cubicBezTo>
                    <a:pt x="1668" y="352"/>
                    <a:pt x="1671" y="356"/>
                    <a:pt x="1674" y="351"/>
                  </a:cubicBezTo>
                  <a:cubicBezTo>
                    <a:pt x="1677" y="346"/>
                    <a:pt x="1688" y="342"/>
                    <a:pt x="1694" y="348"/>
                  </a:cubicBezTo>
                  <a:cubicBezTo>
                    <a:pt x="1700" y="354"/>
                    <a:pt x="1706" y="354"/>
                    <a:pt x="1717" y="353"/>
                  </a:cubicBezTo>
                  <a:cubicBezTo>
                    <a:pt x="1728" y="352"/>
                    <a:pt x="1736" y="350"/>
                    <a:pt x="1750" y="351"/>
                  </a:cubicBezTo>
                  <a:cubicBezTo>
                    <a:pt x="1764" y="352"/>
                    <a:pt x="1774" y="349"/>
                    <a:pt x="1784" y="356"/>
                  </a:cubicBezTo>
                  <a:cubicBezTo>
                    <a:pt x="1794" y="363"/>
                    <a:pt x="1798" y="363"/>
                    <a:pt x="1814" y="363"/>
                  </a:cubicBezTo>
                  <a:cubicBezTo>
                    <a:pt x="1830" y="363"/>
                    <a:pt x="1843" y="371"/>
                    <a:pt x="1850" y="363"/>
                  </a:cubicBezTo>
                  <a:cubicBezTo>
                    <a:pt x="1857" y="355"/>
                    <a:pt x="1863" y="366"/>
                    <a:pt x="1870" y="350"/>
                  </a:cubicBezTo>
                  <a:cubicBezTo>
                    <a:pt x="1877" y="334"/>
                    <a:pt x="1882" y="331"/>
                    <a:pt x="1895" y="322"/>
                  </a:cubicBezTo>
                  <a:cubicBezTo>
                    <a:pt x="1908" y="313"/>
                    <a:pt x="1911" y="304"/>
                    <a:pt x="1915" y="293"/>
                  </a:cubicBezTo>
                  <a:cubicBezTo>
                    <a:pt x="1919" y="282"/>
                    <a:pt x="1915" y="282"/>
                    <a:pt x="1909" y="275"/>
                  </a:cubicBezTo>
                  <a:cubicBezTo>
                    <a:pt x="1903" y="268"/>
                    <a:pt x="1892" y="267"/>
                    <a:pt x="1876" y="286"/>
                  </a:cubicBezTo>
                  <a:cubicBezTo>
                    <a:pt x="1860" y="305"/>
                    <a:pt x="1856" y="320"/>
                    <a:pt x="1839" y="321"/>
                  </a:cubicBezTo>
                  <a:cubicBezTo>
                    <a:pt x="1822" y="322"/>
                    <a:pt x="1812" y="324"/>
                    <a:pt x="1808" y="318"/>
                  </a:cubicBezTo>
                  <a:cubicBezTo>
                    <a:pt x="1804" y="312"/>
                    <a:pt x="1786" y="316"/>
                    <a:pt x="1778" y="316"/>
                  </a:cubicBezTo>
                  <a:cubicBezTo>
                    <a:pt x="1770" y="316"/>
                    <a:pt x="1772" y="325"/>
                    <a:pt x="1763" y="322"/>
                  </a:cubicBezTo>
                  <a:cubicBezTo>
                    <a:pt x="1754" y="319"/>
                    <a:pt x="1747" y="314"/>
                    <a:pt x="1741" y="314"/>
                  </a:cubicBezTo>
                  <a:cubicBezTo>
                    <a:pt x="1735" y="314"/>
                    <a:pt x="1736" y="304"/>
                    <a:pt x="1718" y="306"/>
                  </a:cubicBezTo>
                  <a:cubicBezTo>
                    <a:pt x="1700" y="308"/>
                    <a:pt x="1681" y="311"/>
                    <a:pt x="1680" y="303"/>
                  </a:cubicBezTo>
                  <a:cubicBezTo>
                    <a:pt x="1679" y="295"/>
                    <a:pt x="1672" y="300"/>
                    <a:pt x="1664" y="299"/>
                  </a:cubicBezTo>
                  <a:cubicBezTo>
                    <a:pt x="1656" y="298"/>
                    <a:pt x="1654" y="283"/>
                    <a:pt x="1644" y="288"/>
                  </a:cubicBezTo>
                  <a:cubicBezTo>
                    <a:pt x="1634" y="293"/>
                    <a:pt x="1632" y="307"/>
                    <a:pt x="1626" y="315"/>
                  </a:cubicBezTo>
                  <a:cubicBezTo>
                    <a:pt x="1620" y="323"/>
                    <a:pt x="1609" y="324"/>
                    <a:pt x="1598" y="325"/>
                  </a:cubicBezTo>
                  <a:cubicBezTo>
                    <a:pt x="1587" y="326"/>
                    <a:pt x="1583" y="339"/>
                    <a:pt x="1577" y="353"/>
                  </a:cubicBezTo>
                  <a:cubicBezTo>
                    <a:pt x="1571" y="367"/>
                    <a:pt x="1557" y="380"/>
                    <a:pt x="1560" y="387"/>
                  </a:cubicBezTo>
                  <a:cubicBezTo>
                    <a:pt x="1563" y="394"/>
                    <a:pt x="1565" y="388"/>
                    <a:pt x="1565" y="400"/>
                  </a:cubicBezTo>
                  <a:cubicBezTo>
                    <a:pt x="1565" y="412"/>
                    <a:pt x="1567" y="427"/>
                    <a:pt x="1555" y="436"/>
                  </a:cubicBezTo>
                  <a:cubicBezTo>
                    <a:pt x="1555" y="436"/>
                    <a:pt x="1535" y="456"/>
                    <a:pt x="1539" y="467"/>
                  </a:cubicBezTo>
                  <a:cubicBezTo>
                    <a:pt x="1543" y="478"/>
                    <a:pt x="1543" y="487"/>
                    <a:pt x="1537" y="496"/>
                  </a:cubicBezTo>
                  <a:cubicBezTo>
                    <a:pt x="1531" y="505"/>
                    <a:pt x="1528" y="513"/>
                    <a:pt x="1528" y="522"/>
                  </a:cubicBezTo>
                  <a:cubicBezTo>
                    <a:pt x="1528" y="531"/>
                    <a:pt x="1527" y="540"/>
                    <a:pt x="1515" y="544"/>
                  </a:cubicBezTo>
                  <a:cubicBezTo>
                    <a:pt x="1503" y="548"/>
                    <a:pt x="1498" y="557"/>
                    <a:pt x="1506" y="562"/>
                  </a:cubicBezTo>
                  <a:cubicBezTo>
                    <a:pt x="1514" y="567"/>
                    <a:pt x="1515" y="576"/>
                    <a:pt x="1509" y="584"/>
                  </a:cubicBezTo>
                  <a:cubicBezTo>
                    <a:pt x="1503" y="592"/>
                    <a:pt x="1505" y="602"/>
                    <a:pt x="1514" y="605"/>
                  </a:cubicBezTo>
                  <a:cubicBezTo>
                    <a:pt x="1523" y="608"/>
                    <a:pt x="1523" y="597"/>
                    <a:pt x="1537" y="599"/>
                  </a:cubicBezTo>
                  <a:cubicBezTo>
                    <a:pt x="1551" y="601"/>
                    <a:pt x="1554" y="603"/>
                    <a:pt x="1552" y="613"/>
                  </a:cubicBezTo>
                  <a:cubicBezTo>
                    <a:pt x="1550" y="623"/>
                    <a:pt x="1540" y="632"/>
                    <a:pt x="1554" y="639"/>
                  </a:cubicBezTo>
                  <a:cubicBezTo>
                    <a:pt x="1568" y="646"/>
                    <a:pt x="1562" y="652"/>
                    <a:pt x="1561" y="665"/>
                  </a:cubicBezTo>
                  <a:cubicBezTo>
                    <a:pt x="1560" y="678"/>
                    <a:pt x="1558" y="681"/>
                    <a:pt x="1549" y="687"/>
                  </a:cubicBezTo>
                  <a:cubicBezTo>
                    <a:pt x="1540" y="693"/>
                    <a:pt x="1542" y="711"/>
                    <a:pt x="1542" y="721"/>
                  </a:cubicBezTo>
                  <a:cubicBezTo>
                    <a:pt x="1542" y="731"/>
                    <a:pt x="1552" y="735"/>
                    <a:pt x="1563" y="740"/>
                  </a:cubicBezTo>
                  <a:cubicBezTo>
                    <a:pt x="1574" y="745"/>
                    <a:pt x="1586" y="750"/>
                    <a:pt x="1590" y="741"/>
                  </a:cubicBezTo>
                  <a:cubicBezTo>
                    <a:pt x="1594" y="732"/>
                    <a:pt x="1601" y="729"/>
                    <a:pt x="1606" y="729"/>
                  </a:cubicBezTo>
                  <a:cubicBezTo>
                    <a:pt x="1611" y="729"/>
                    <a:pt x="1616" y="721"/>
                    <a:pt x="1610" y="717"/>
                  </a:cubicBezTo>
                  <a:cubicBezTo>
                    <a:pt x="1604" y="713"/>
                    <a:pt x="1602" y="711"/>
                    <a:pt x="1603" y="701"/>
                  </a:cubicBezTo>
                  <a:cubicBezTo>
                    <a:pt x="1604" y="691"/>
                    <a:pt x="1615" y="691"/>
                    <a:pt x="1615" y="677"/>
                  </a:cubicBezTo>
                  <a:cubicBezTo>
                    <a:pt x="1615" y="663"/>
                    <a:pt x="1617" y="659"/>
                    <a:pt x="1609" y="655"/>
                  </a:cubicBezTo>
                  <a:cubicBezTo>
                    <a:pt x="1601" y="651"/>
                    <a:pt x="1602" y="650"/>
                    <a:pt x="1603" y="641"/>
                  </a:cubicBezTo>
                  <a:cubicBezTo>
                    <a:pt x="1604" y="632"/>
                    <a:pt x="1601" y="627"/>
                    <a:pt x="1608" y="627"/>
                  </a:cubicBezTo>
                  <a:cubicBezTo>
                    <a:pt x="1615" y="627"/>
                    <a:pt x="1615" y="620"/>
                    <a:pt x="1615" y="607"/>
                  </a:cubicBezTo>
                  <a:cubicBezTo>
                    <a:pt x="1615" y="594"/>
                    <a:pt x="1615" y="591"/>
                    <a:pt x="1610" y="588"/>
                  </a:cubicBezTo>
                  <a:cubicBezTo>
                    <a:pt x="1605" y="585"/>
                    <a:pt x="1603" y="578"/>
                    <a:pt x="1603" y="572"/>
                  </a:cubicBezTo>
                  <a:cubicBezTo>
                    <a:pt x="1603" y="566"/>
                    <a:pt x="1600" y="559"/>
                    <a:pt x="1611" y="558"/>
                  </a:cubicBezTo>
                  <a:cubicBezTo>
                    <a:pt x="1622" y="557"/>
                    <a:pt x="1618" y="545"/>
                    <a:pt x="1630" y="548"/>
                  </a:cubicBezTo>
                  <a:cubicBezTo>
                    <a:pt x="1642" y="551"/>
                    <a:pt x="1650" y="548"/>
                    <a:pt x="1650" y="563"/>
                  </a:cubicBezTo>
                  <a:cubicBezTo>
                    <a:pt x="1650" y="578"/>
                    <a:pt x="1654" y="580"/>
                    <a:pt x="1645" y="587"/>
                  </a:cubicBezTo>
                  <a:cubicBezTo>
                    <a:pt x="1636" y="594"/>
                    <a:pt x="1633" y="603"/>
                    <a:pt x="1647" y="615"/>
                  </a:cubicBezTo>
                  <a:cubicBezTo>
                    <a:pt x="1661" y="627"/>
                    <a:pt x="1664" y="637"/>
                    <a:pt x="1675" y="638"/>
                  </a:cubicBezTo>
                  <a:cubicBezTo>
                    <a:pt x="1686" y="639"/>
                    <a:pt x="1685" y="646"/>
                    <a:pt x="1685" y="657"/>
                  </a:cubicBezTo>
                  <a:cubicBezTo>
                    <a:pt x="1685" y="668"/>
                    <a:pt x="1679" y="688"/>
                    <a:pt x="1695" y="688"/>
                  </a:cubicBezTo>
                  <a:cubicBezTo>
                    <a:pt x="1711" y="688"/>
                    <a:pt x="1716" y="688"/>
                    <a:pt x="1716" y="677"/>
                  </a:cubicBezTo>
                  <a:cubicBezTo>
                    <a:pt x="1716" y="666"/>
                    <a:pt x="1724" y="663"/>
                    <a:pt x="1731" y="663"/>
                  </a:cubicBezTo>
                  <a:cubicBezTo>
                    <a:pt x="1738" y="663"/>
                    <a:pt x="1740" y="679"/>
                    <a:pt x="1739" y="693"/>
                  </a:cubicBezTo>
                  <a:cubicBezTo>
                    <a:pt x="1738" y="707"/>
                    <a:pt x="1718" y="731"/>
                    <a:pt x="1747" y="740"/>
                  </a:cubicBezTo>
                  <a:cubicBezTo>
                    <a:pt x="1776" y="749"/>
                    <a:pt x="1758" y="737"/>
                    <a:pt x="1766" y="734"/>
                  </a:cubicBezTo>
                  <a:close/>
                  <a:moveTo>
                    <a:pt x="1339" y="913"/>
                  </a:moveTo>
                  <a:cubicBezTo>
                    <a:pt x="1339" y="913"/>
                    <a:pt x="1333" y="918"/>
                    <a:pt x="1330" y="926"/>
                  </a:cubicBezTo>
                  <a:cubicBezTo>
                    <a:pt x="1327" y="934"/>
                    <a:pt x="1324" y="940"/>
                    <a:pt x="1334" y="945"/>
                  </a:cubicBezTo>
                  <a:cubicBezTo>
                    <a:pt x="1344" y="950"/>
                    <a:pt x="1357" y="951"/>
                    <a:pt x="1360" y="942"/>
                  </a:cubicBezTo>
                  <a:cubicBezTo>
                    <a:pt x="1363" y="933"/>
                    <a:pt x="1364" y="929"/>
                    <a:pt x="1368" y="927"/>
                  </a:cubicBezTo>
                  <a:cubicBezTo>
                    <a:pt x="1372" y="925"/>
                    <a:pt x="1374" y="920"/>
                    <a:pt x="1371" y="914"/>
                  </a:cubicBezTo>
                  <a:cubicBezTo>
                    <a:pt x="1368" y="908"/>
                    <a:pt x="1349" y="895"/>
                    <a:pt x="1339" y="913"/>
                  </a:cubicBezTo>
                  <a:close/>
                  <a:moveTo>
                    <a:pt x="1433" y="929"/>
                  </a:moveTo>
                  <a:cubicBezTo>
                    <a:pt x="1427" y="926"/>
                    <a:pt x="1428" y="919"/>
                    <a:pt x="1410" y="920"/>
                  </a:cubicBezTo>
                  <a:cubicBezTo>
                    <a:pt x="1410" y="920"/>
                    <a:pt x="1390" y="921"/>
                    <a:pt x="1386" y="930"/>
                  </a:cubicBezTo>
                  <a:cubicBezTo>
                    <a:pt x="1382" y="939"/>
                    <a:pt x="1376" y="940"/>
                    <a:pt x="1378" y="947"/>
                  </a:cubicBezTo>
                  <a:cubicBezTo>
                    <a:pt x="1380" y="954"/>
                    <a:pt x="1385" y="954"/>
                    <a:pt x="1392" y="957"/>
                  </a:cubicBezTo>
                  <a:cubicBezTo>
                    <a:pt x="1399" y="960"/>
                    <a:pt x="1404" y="964"/>
                    <a:pt x="1414" y="960"/>
                  </a:cubicBezTo>
                  <a:cubicBezTo>
                    <a:pt x="1424" y="956"/>
                    <a:pt x="1427" y="952"/>
                    <a:pt x="1437" y="954"/>
                  </a:cubicBezTo>
                  <a:cubicBezTo>
                    <a:pt x="1447" y="956"/>
                    <a:pt x="1448" y="955"/>
                    <a:pt x="1445" y="944"/>
                  </a:cubicBezTo>
                  <a:cubicBezTo>
                    <a:pt x="1442" y="933"/>
                    <a:pt x="1439" y="932"/>
                    <a:pt x="1433" y="929"/>
                  </a:cubicBezTo>
                  <a:close/>
                  <a:moveTo>
                    <a:pt x="1521" y="941"/>
                  </a:moveTo>
                  <a:cubicBezTo>
                    <a:pt x="1522" y="934"/>
                    <a:pt x="1525" y="935"/>
                    <a:pt x="1524" y="926"/>
                  </a:cubicBezTo>
                  <a:cubicBezTo>
                    <a:pt x="1523" y="917"/>
                    <a:pt x="1519" y="909"/>
                    <a:pt x="1505" y="909"/>
                  </a:cubicBezTo>
                  <a:cubicBezTo>
                    <a:pt x="1491" y="909"/>
                    <a:pt x="1485" y="912"/>
                    <a:pt x="1473" y="904"/>
                  </a:cubicBezTo>
                  <a:cubicBezTo>
                    <a:pt x="1461" y="896"/>
                    <a:pt x="1451" y="884"/>
                    <a:pt x="1440" y="899"/>
                  </a:cubicBezTo>
                  <a:cubicBezTo>
                    <a:pt x="1440" y="899"/>
                    <a:pt x="1433" y="900"/>
                    <a:pt x="1440" y="908"/>
                  </a:cubicBezTo>
                  <a:cubicBezTo>
                    <a:pt x="1447" y="916"/>
                    <a:pt x="1451" y="917"/>
                    <a:pt x="1455" y="926"/>
                  </a:cubicBezTo>
                  <a:cubicBezTo>
                    <a:pt x="1459" y="935"/>
                    <a:pt x="1459" y="945"/>
                    <a:pt x="1466" y="942"/>
                  </a:cubicBezTo>
                  <a:cubicBezTo>
                    <a:pt x="1473" y="939"/>
                    <a:pt x="1484" y="942"/>
                    <a:pt x="1488" y="946"/>
                  </a:cubicBezTo>
                  <a:cubicBezTo>
                    <a:pt x="1492" y="950"/>
                    <a:pt x="1501" y="946"/>
                    <a:pt x="1509" y="946"/>
                  </a:cubicBezTo>
                  <a:cubicBezTo>
                    <a:pt x="1517" y="946"/>
                    <a:pt x="1520" y="948"/>
                    <a:pt x="1521" y="941"/>
                  </a:cubicBezTo>
                  <a:close/>
                  <a:moveTo>
                    <a:pt x="1635" y="1016"/>
                  </a:moveTo>
                  <a:cubicBezTo>
                    <a:pt x="1624" y="1011"/>
                    <a:pt x="1625" y="1004"/>
                    <a:pt x="1611" y="995"/>
                  </a:cubicBezTo>
                  <a:cubicBezTo>
                    <a:pt x="1597" y="986"/>
                    <a:pt x="1593" y="990"/>
                    <a:pt x="1586" y="980"/>
                  </a:cubicBezTo>
                  <a:cubicBezTo>
                    <a:pt x="1579" y="970"/>
                    <a:pt x="1572" y="973"/>
                    <a:pt x="1558" y="977"/>
                  </a:cubicBezTo>
                  <a:cubicBezTo>
                    <a:pt x="1558" y="977"/>
                    <a:pt x="1537" y="970"/>
                    <a:pt x="1530" y="977"/>
                  </a:cubicBezTo>
                  <a:cubicBezTo>
                    <a:pt x="1523" y="984"/>
                    <a:pt x="1516" y="982"/>
                    <a:pt x="1516" y="989"/>
                  </a:cubicBezTo>
                  <a:cubicBezTo>
                    <a:pt x="1516" y="996"/>
                    <a:pt x="1517" y="994"/>
                    <a:pt x="1524" y="999"/>
                  </a:cubicBezTo>
                  <a:cubicBezTo>
                    <a:pt x="1531" y="1004"/>
                    <a:pt x="1528" y="1007"/>
                    <a:pt x="1542" y="1007"/>
                  </a:cubicBezTo>
                  <a:cubicBezTo>
                    <a:pt x="1556" y="1007"/>
                    <a:pt x="1557" y="1008"/>
                    <a:pt x="1562" y="1014"/>
                  </a:cubicBezTo>
                  <a:cubicBezTo>
                    <a:pt x="1567" y="1020"/>
                    <a:pt x="1577" y="1014"/>
                    <a:pt x="1585" y="1022"/>
                  </a:cubicBezTo>
                  <a:cubicBezTo>
                    <a:pt x="1593" y="1030"/>
                    <a:pt x="1601" y="1041"/>
                    <a:pt x="1608" y="1041"/>
                  </a:cubicBezTo>
                  <a:cubicBezTo>
                    <a:pt x="1615" y="1041"/>
                    <a:pt x="1619" y="1035"/>
                    <a:pt x="1625" y="1032"/>
                  </a:cubicBezTo>
                  <a:cubicBezTo>
                    <a:pt x="1631" y="1029"/>
                    <a:pt x="1646" y="1021"/>
                    <a:pt x="1635" y="1016"/>
                  </a:cubicBezTo>
                  <a:close/>
                  <a:moveTo>
                    <a:pt x="1722" y="923"/>
                  </a:moveTo>
                  <a:cubicBezTo>
                    <a:pt x="1715" y="924"/>
                    <a:pt x="1717" y="912"/>
                    <a:pt x="1706" y="913"/>
                  </a:cubicBezTo>
                  <a:cubicBezTo>
                    <a:pt x="1695" y="914"/>
                    <a:pt x="1698" y="927"/>
                    <a:pt x="1686" y="926"/>
                  </a:cubicBezTo>
                  <a:cubicBezTo>
                    <a:pt x="1674" y="925"/>
                    <a:pt x="1660" y="922"/>
                    <a:pt x="1655" y="915"/>
                  </a:cubicBezTo>
                  <a:cubicBezTo>
                    <a:pt x="1650" y="908"/>
                    <a:pt x="1646" y="906"/>
                    <a:pt x="1632" y="906"/>
                  </a:cubicBezTo>
                  <a:cubicBezTo>
                    <a:pt x="1618" y="906"/>
                    <a:pt x="1584" y="903"/>
                    <a:pt x="1580" y="919"/>
                  </a:cubicBezTo>
                  <a:cubicBezTo>
                    <a:pt x="1580" y="919"/>
                    <a:pt x="1576" y="926"/>
                    <a:pt x="1565" y="924"/>
                  </a:cubicBezTo>
                  <a:cubicBezTo>
                    <a:pt x="1554" y="922"/>
                    <a:pt x="1534" y="917"/>
                    <a:pt x="1547" y="929"/>
                  </a:cubicBezTo>
                  <a:cubicBezTo>
                    <a:pt x="1560" y="941"/>
                    <a:pt x="1560" y="938"/>
                    <a:pt x="1578" y="942"/>
                  </a:cubicBezTo>
                  <a:cubicBezTo>
                    <a:pt x="1596" y="946"/>
                    <a:pt x="1595" y="950"/>
                    <a:pt x="1610" y="952"/>
                  </a:cubicBezTo>
                  <a:cubicBezTo>
                    <a:pt x="1625" y="954"/>
                    <a:pt x="1624" y="948"/>
                    <a:pt x="1646" y="952"/>
                  </a:cubicBezTo>
                  <a:cubicBezTo>
                    <a:pt x="1668" y="956"/>
                    <a:pt x="1681" y="953"/>
                    <a:pt x="1698" y="950"/>
                  </a:cubicBezTo>
                  <a:cubicBezTo>
                    <a:pt x="1715" y="947"/>
                    <a:pt x="1700" y="949"/>
                    <a:pt x="1712" y="944"/>
                  </a:cubicBezTo>
                  <a:cubicBezTo>
                    <a:pt x="1724" y="939"/>
                    <a:pt x="1732" y="943"/>
                    <a:pt x="1731" y="937"/>
                  </a:cubicBezTo>
                  <a:cubicBezTo>
                    <a:pt x="1730" y="931"/>
                    <a:pt x="1729" y="922"/>
                    <a:pt x="1722" y="923"/>
                  </a:cubicBezTo>
                  <a:close/>
                  <a:moveTo>
                    <a:pt x="1830" y="915"/>
                  </a:moveTo>
                  <a:cubicBezTo>
                    <a:pt x="1836" y="915"/>
                    <a:pt x="1842" y="925"/>
                    <a:pt x="1847" y="926"/>
                  </a:cubicBezTo>
                  <a:cubicBezTo>
                    <a:pt x="1852" y="927"/>
                    <a:pt x="1852" y="928"/>
                    <a:pt x="1853" y="918"/>
                  </a:cubicBezTo>
                  <a:cubicBezTo>
                    <a:pt x="1854" y="908"/>
                    <a:pt x="1848" y="906"/>
                    <a:pt x="1836" y="906"/>
                  </a:cubicBezTo>
                  <a:cubicBezTo>
                    <a:pt x="1824" y="906"/>
                    <a:pt x="1820" y="900"/>
                    <a:pt x="1810" y="900"/>
                  </a:cubicBezTo>
                  <a:cubicBezTo>
                    <a:pt x="1800" y="900"/>
                    <a:pt x="1792" y="905"/>
                    <a:pt x="1785" y="905"/>
                  </a:cubicBezTo>
                  <a:cubicBezTo>
                    <a:pt x="1778" y="905"/>
                    <a:pt x="1776" y="879"/>
                    <a:pt x="1758" y="895"/>
                  </a:cubicBezTo>
                  <a:cubicBezTo>
                    <a:pt x="1758" y="895"/>
                    <a:pt x="1759" y="906"/>
                    <a:pt x="1750" y="914"/>
                  </a:cubicBezTo>
                  <a:cubicBezTo>
                    <a:pt x="1741" y="922"/>
                    <a:pt x="1735" y="930"/>
                    <a:pt x="1748" y="932"/>
                  </a:cubicBezTo>
                  <a:cubicBezTo>
                    <a:pt x="1761" y="934"/>
                    <a:pt x="1773" y="932"/>
                    <a:pt x="1775" y="925"/>
                  </a:cubicBezTo>
                  <a:cubicBezTo>
                    <a:pt x="1777" y="918"/>
                    <a:pt x="1790" y="910"/>
                    <a:pt x="1796" y="917"/>
                  </a:cubicBezTo>
                  <a:cubicBezTo>
                    <a:pt x="1802" y="924"/>
                    <a:pt x="1804" y="929"/>
                    <a:pt x="1811" y="924"/>
                  </a:cubicBezTo>
                  <a:cubicBezTo>
                    <a:pt x="1818" y="919"/>
                    <a:pt x="1824" y="915"/>
                    <a:pt x="1830" y="915"/>
                  </a:cubicBezTo>
                  <a:close/>
                  <a:moveTo>
                    <a:pt x="1966" y="889"/>
                  </a:moveTo>
                  <a:cubicBezTo>
                    <a:pt x="1972" y="886"/>
                    <a:pt x="1995" y="897"/>
                    <a:pt x="1996" y="888"/>
                  </a:cubicBezTo>
                  <a:cubicBezTo>
                    <a:pt x="1997" y="879"/>
                    <a:pt x="2012" y="887"/>
                    <a:pt x="2013" y="877"/>
                  </a:cubicBezTo>
                  <a:cubicBezTo>
                    <a:pt x="2014" y="867"/>
                    <a:pt x="2006" y="863"/>
                    <a:pt x="1995" y="865"/>
                  </a:cubicBezTo>
                  <a:cubicBezTo>
                    <a:pt x="1984" y="867"/>
                    <a:pt x="1984" y="856"/>
                    <a:pt x="1962" y="869"/>
                  </a:cubicBezTo>
                  <a:cubicBezTo>
                    <a:pt x="1962" y="869"/>
                    <a:pt x="1952" y="877"/>
                    <a:pt x="1952" y="886"/>
                  </a:cubicBezTo>
                  <a:cubicBezTo>
                    <a:pt x="1952" y="895"/>
                    <a:pt x="1960" y="892"/>
                    <a:pt x="1966" y="889"/>
                  </a:cubicBezTo>
                  <a:close/>
                  <a:moveTo>
                    <a:pt x="1781" y="1051"/>
                  </a:moveTo>
                  <a:cubicBezTo>
                    <a:pt x="1781" y="1051"/>
                    <a:pt x="1776" y="1060"/>
                    <a:pt x="1763" y="1064"/>
                  </a:cubicBezTo>
                  <a:cubicBezTo>
                    <a:pt x="1750" y="1068"/>
                    <a:pt x="1761" y="1082"/>
                    <a:pt x="1770" y="1081"/>
                  </a:cubicBezTo>
                  <a:cubicBezTo>
                    <a:pt x="1779" y="1080"/>
                    <a:pt x="1778" y="1071"/>
                    <a:pt x="1789" y="1072"/>
                  </a:cubicBezTo>
                  <a:cubicBezTo>
                    <a:pt x="1800" y="1073"/>
                    <a:pt x="1799" y="1067"/>
                    <a:pt x="1796" y="1058"/>
                  </a:cubicBezTo>
                  <a:cubicBezTo>
                    <a:pt x="1793" y="1049"/>
                    <a:pt x="1787" y="1041"/>
                    <a:pt x="1781" y="1051"/>
                  </a:cubicBezTo>
                  <a:close/>
                  <a:moveTo>
                    <a:pt x="1708" y="1038"/>
                  </a:moveTo>
                  <a:cubicBezTo>
                    <a:pt x="1708" y="1038"/>
                    <a:pt x="1697" y="1042"/>
                    <a:pt x="1692" y="1052"/>
                  </a:cubicBezTo>
                  <a:cubicBezTo>
                    <a:pt x="1687" y="1062"/>
                    <a:pt x="1696" y="1072"/>
                    <a:pt x="1704" y="1061"/>
                  </a:cubicBezTo>
                  <a:cubicBezTo>
                    <a:pt x="1712" y="1050"/>
                    <a:pt x="1724" y="1024"/>
                    <a:pt x="1708" y="1038"/>
                  </a:cubicBezTo>
                  <a:close/>
                  <a:moveTo>
                    <a:pt x="2041" y="903"/>
                  </a:moveTo>
                  <a:cubicBezTo>
                    <a:pt x="2027" y="902"/>
                    <a:pt x="2010" y="895"/>
                    <a:pt x="2000" y="906"/>
                  </a:cubicBezTo>
                  <a:cubicBezTo>
                    <a:pt x="1990" y="917"/>
                    <a:pt x="1987" y="913"/>
                    <a:pt x="1966" y="912"/>
                  </a:cubicBezTo>
                  <a:cubicBezTo>
                    <a:pt x="1945" y="911"/>
                    <a:pt x="1936" y="907"/>
                    <a:pt x="1920" y="923"/>
                  </a:cubicBezTo>
                  <a:cubicBezTo>
                    <a:pt x="1904" y="939"/>
                    <a:pt x="1899" y="949"/>
                    <a:pt x="1885" y="958"/>
                  </a:cubicBezTo>
                  <a:cubicBezTo>
                    <a:pt x="1871" y="967"/>
                    <a:pt x="1868" y="968"/>
                    <a:pt x="1852" y="971"/>
                  </a:cubicBezTo>
                  <a:cubicBezTo>
                    <a:pt x="1852" y="971"/>
                    <a:pt x="1822" y="975"/>
                    <a:pt x="1815" y="990"/>
                  </a:cubicBezTo>
                  <a:cubicBezTo>
                    <a:pt x="1808" y="1005"/>
                    <a:pt x="1811" y="1010"/>
                    <a:pt x="1811" y="1023"/>
                  </a:cubicBezTo>
                  <a:cubicBezTo>
                    <a:pt x="1811" y="1036"/>
                    <a:pt x="1810" y="1053"/>
                    <a:pt x="1826" y="1047"/>
                  </a:cubicBezTo>
                  <a:cubicBezTo>
                    <a:pt x="1842" y="1041"/>
                    <a:pt x="1835" y="1031"/>
                    <a:pt x="1852" y="1029"/>
                  </a:cubicBezTo>
                  <a:cubicBezTo>
                    <a:pt x="1869" y="1027"/>
                    <a:pt x="1884" y="1021"/>
                    <a:pt x="1893" y="1008"/>
                  </a:cubicBezTo>
                  <a:cubicBezTo>
                    <a:pt x="1902" y="995"/>
                    <a:pt x="1918" y="977"/>
                    <a:pt x="1934" y="973"/>
                  </a:cubicBezTo>
                  <a:cubicBezTo>
                    <a:pt x="1950" y="969"/>
                    <a:pt x="1951" y="961"/>
                    <a:pt x="1973" y="959"/>
                  </a:cubicBezTo>
                  <a:cubicBezTo>
                    <a:pt x="1995" y="957"/>
                    <a:pt x="1989" y="947"/>
                    <a:pt x="2009" y="942"/>
                  </a:cubicBezTo>
                  <a:cubicBezTo>
                    <a:pt x="2029" y="937"/>
                    <a:pt x="2039" y="934"/>
                    <a:pt x="2046" y="924"/>
                  </a:cubicBezTo>
                  <a:cubicBezTo>
                    <a:pt x="2053" y="914"/>
                    <a:pt x="2055" y="904"/>
                    <a:pt x="2041" y="903"/>
                  </a:cubicBezTo>
                  <a:close/>
                  <a:moveTo>
                    <a:pt x="2022" y="98"/>
                  </a:moveTo>
                  <a:cubicBezTo>
                    <a:pt x="2012" y="98"/>
                    <a:pt x="2013" y="90"/>
                    <a:pt x="2012" y="98"/>
                  </a:cubicBezTo>
                  <a:cubicBezTo>
                    <a:pt x="2012" y="98"/>
                    <a:pt x="2012" y="103"/>
                    <a:pt x="2012" y="110"/>
                  </a:cubicBezTo>
                  <a:cubicBezTo>
                    <a:pt x="2012" y="117"/>
                    <a:pt x="1998" y="121"/>
                    <a:pt x="2002" y="132"/>
                  </a:cubicBezTo>
                  <a:cubicBezTo>
                    <a:pt x="2006" y="143"/>
                    <a:pt x="2012" y="147"/>
                    <a:pt x="2013" y="135"/>
                  </a:cubicBezTo>
                  <a:cubicBezTo>
                    <a:pt x="2014" y="123"/>
                    <a:pt x="2018" y="126"/>
                    <a:pt x="2022" y="114"/>
                  </a:cubicBezTo>
                  <a:cubicBezTo>
                    <a:pt x="2026" y="102"/>
                    <a:pt x="2032" y="98"/>
                    <a:pt x="2022" y="98"/>
                  </a:cubicBezTo>
                  <a:close/>
                  <a:moveTo>
                    <a:pt x="2057" y="295"/>
                  </a:moveTo>
                  <a:cubicBezTo>
                    <a:pt x="2052" y="299"/>
                    <a:pt x="2053" y="307"/>
                    <a:pt x="2057" y="313"/>
                  </a:cubicBezTo>
                  <a:cubicBezTo>
                    <a:pt x="2061" y="319"/>
                    <a:pt x="2063" y="322"/>
                    <a:pt x="2063" y="332"/>
                  </a:cubicBezTo>
                  <a:cubicBezTo>
                    <a:pt x="2063" y="342"/>
                    <a:pt x="2059" y="347"/>
                    <a:pt x="2065" y="353"/>
                  </a:cubicBezTo>
                  <a:cubicBezTo>
                    <a:pt x="2071" y="359"/>
                    <a:pt x="2074" y="359"/>
                    <a:pt x="2072" y="373"/>
                  </a:cubicBezTo>
                  <a:cubicBezTo>
                    <a:pt x="2070" y="387"/>
                    <a:pt x="2067" y="391"/>
                    <a:pt x="2080" y="400"/>
                  </a:cubicBezTo>
                  <a:cubicBezTo>
                    <a:pt x="2093" y="409"/>
                    <a:pt x="2093" y="424"/>
                    <a:pt x="2101" y="428"/>
                  </a:cubicBezTo>
                  <a:cubicBezTo>
                    <a:pt x="2109" y="432"/>
                    <a:pt x="2113" y="429"/>
                    <a:pt x="2108" y="418"/>
                  </a:cubicBezTo>
                  <a:cubicBezTo>
                    <a:pt x="2103" y="407"/>
                    <a:pt x="2087" y="395"/>
                    <a:pt x="2090" y="377"/>
                  </a:cubicBezTo>
                  <a:cubicBezTo>
                    <a:pt x="2093" y="359"/>
                    <a:pt x="2094" y="351"/>
                    <a:pt x="2109" y="353"/>
                  </a:cubicBezTo>
                  <a:cubicBezTo>
                    <a:pt x="2124" y="355"/>
                    <a:pt x="2122" y="355"/>
                    <a:pt x="2131" y="361"/>
                  </a:cubicBezTo>
                  <a:cubicBezTo>
                    <a:pt x="2140" y="367"/>
                    <a:pt x="2154" y="362"/>
                    <a:pt x="2148" y="352"/>
                  </a:cubicBezTo>
                  <a:cubicBezTo>
                    <a:pt x="2142" y="342"/>
                    <a:pt x="2138" y="338"/>
                    <a:pt x="2129" y="339"/>
                  </a:cubicBezTo>
                  <a:cubicBezTo>
                    <a:pt x="2120" y="340"/>
                    <a:pt x="2115" y="339"/>
                    <a:pt x="2117" y="331"/>
                  </a:cubicBezTo>
                  <a:cubicBezTo>
                    <a:pt x="2119" y="323"/>
                    <a:pt x="2120" y="323"/>
                    <a:pt x="2128" y="320"/>
                  </a:cubicBezTo>
                  <a:cubicBezTo>
                    <a:pt x="2136" y="317"/>
                    <a:pt x="2139" y="317"/>
                    <a:pt x="2141" y="304"/>
                  </a:cubicBezTo>
                  <a:cubicBezTo>
                    <a:pt x="2143" y="291"/>
                    <a:pt x="2142" y="285"/>
                    <a:pt x="2131" y="278"/>
                  </a:cubicBezTo>
                  <a:cubicBezTo>
                    <a:pt x="2120" y="271"/>
                    <a:pt x="2117" y="276"/>
                    <a:pt x="2113" y="286"/>
                  </a:cubicBezTo>
                  <a:cubicBezTo>
                    <a:pt x="2109" y="296"/>
                    <a:pt x="2105" y="305"/>
                    <a:pt x="2097" y="304"/>
                  </a:cubicBezTo>
                  <a:cubicBezTo>
                    <a:pt x="2089" y="303"/>
                    <a:pt x="2092" y="300"/>
                    <a:pt x="2092" y="278"/>
                  </a:cubicBezTo>
                  <a:cubicBezTo>
                    <a:pt x="2092" y="256"/>
                    <a:pt x="2092" y="215"/>
                    <a:pt x="2076" y="252"/>
                  </a:cubicBezTo>
                  <a:cubicBezTo>
                    <a:pt x="2076" y="252"/>
                    <a:pt x="2064" y="264"/>
                    <a:pt x="2064" y="275"/>
                  </a:cubicBezTo>
                  <a:cubicBezTo>
                    <a:pt x="2064" y="286"/>
                    <a:pt x="2062" y="291"/>
                    <a:pt x="2057" y="295"/>
                  </a:cubicBezTo>
                  <a:close/>
                  <a:moveTo>
                    <a:pt x="2122" y="210"/>
                  </a:moveTo>
                  <a:cubicBezTo>
                    <a:pt x="2122" y="210"/>
                    <a:pt x="2107" y="223"/>
                    <a:pt x="2107" y="236"/>
                  </a:cubicBezTo>
                  <a:cubicBezTo>
                    <a:pt x="2107" y="249"/>
                    <a:pt x="2115" y="256"/>
                    <a:pt x="2122" y="248"/>
                  </a:cubicBezTo>
                  <a:cubicBezTo>
                    <a:pt x="2129" y="240"/>
                    <a:pt x="2135" y="235"/>
                    <a:pt x="2136" y="224"/>
                  </a:cubicBezTo>
                  <a:cubicBezTo>
                    <a:pt x="2137" y="213"/>
                    <a:pt x="2132" y="190"/>
                    <a:pt x="2122" y="210"/>
                  </a:cubicBezTo>
                  <a:close/>
                  <a:moveTo>
                    <a:pt x="1973" y="504"/>
                  </a:moveTo>
                  <a:cubicBezTo>
                    <a:pt x="1984" y="499"/>
                    <a:pt x="1977" y="486"/>
                    <a:pt x="1966" y="486"/>
                  </a:cubicBezTo>
                  <a:cubicBezTo>
                    <a:pt x="1955" y="486"/>
                    <a:pt x="1940" y="494"/>
                    <a:pt x="1928" y="492"/>
                  </a:cubicBezTo>
                  <a:cubicBezTo>
                    <a:pt x="1916" y="490"/>
                    <a:pt x="1920" y="476"/>
                    <a:pt x="1884" y="481"/>
                  </a:cubicBezTo>
                  <a:cubicBezTo>
                    <a:pt x="1884" y="481"/>
                    <a:pt x="1854" y="479"/>
                    <a:pt x="1853" y="487"/>
                  </a:cubicBezTo>
                  <a:cubicBezTo>
                    <a:pt x="1852" y="495"/>
                    <a:pt x="1852" y="507"/>
                    <a:pt x="1871" y="508"/>
                  </a:cubicBezTo>
                  <a:cubicBezTo>
                    <a:pt x="1890" y="509"/>
                    <a:pt x="1879" y="501"/>
                    <a:pt x="1896" y="501"/>
                  </a:cubicBezTo>
                  <a:cubicBezTo>
                    <a:pt x="1913" y="501"/>
                    <a:pt x="1945" y="495"/>
                    <a:pt x="1948" y="506"/>
                  </a:cubicBezTo>
                  <a:cubicBezTo>
                    <a:pt x="1951" y="517"/>
                    <a:pt x="1953" y="526"/>
                    <a:pt x="1958" y="527"/>
                  </a:cubicBezTo>
                  <a:cubicBezTo>
                    <a:pt x="1963" y="528"/>
                    <a:pt x="1958" y="542"/>
                    <a:pt x="1963" y="543"/>
                  </a:cubicBezTo>
                  <a:cubicBezTo>
                    <a:pt x="1968" y="544"/>
                    <a:pt x="1972" y="544"/>
                    <a:pt x="1972" y="531"/>
                  </a:cubicBezTo>
                  <a:cubicBezTo>
                    <a:pt x="1972" y="518"/>
                    <a:pt x="1962" y="509"/>
                    <a:pt x="1973" y="504"/>
                  </a:cubicBezTo>
                  <a:close/>
                  <a:moveTo>
                    <a:pt x="1995" y="571"/>
                  </a:moveTo>
                  <a:cubicBezTo>
                    <a:pt x="1995" y="571"/>
                    <a:pt x="1963" y="572"/>
                    <a:pt x="1967" y="585"/>
                  </a:cubicBezTo>
                  <a:cubicBezTo>
                    <a:pt x="1971" y="598"/>
                    <a:pt x="1972" y="595"/>
                    <a:pt x="1981" y="607"/>
                  </a:cubicBezTo>
                  <a:cubicBezTo>
                    <a:pt x="1990" y="619"/>
                    <a:pt x="1997" y="629"/>
                    <a:pt x="2005" y="629"/>
                  </a:cubicBezTo>
                  <a:cubicBezTo>
                    <a:pt x="2013" y="629"/>
                    <a:pt x="2014" y="619"/>
                    <a:pt x="2024" y="616"/>
                  </a:cubicBezTo>
                  <a:cubicBezTo>
                    <a:pt x="2034" y="613"/>
                    <a:pt x="2039" y="612"/>
                    <a:pt x="2040" y="601"/>
                  </a:cubicBezTo>
                  <a:cubicBezTo>
                    <a:pt x="2041" y="590"/>
                    <a:pt x="2038" y="589"/>
                    <a:pt x="2025" y="580"/>
                  </a:cubicBezTo>
                  <a:cubicBezTo>
                    <a:pt x="2012" y="571"/>
                    <a:pt x="2023" y="570"/>
                    <a:pt x="1995" y="571"/>
                  </a:cubicBezTo>
                  <a:close/>
                  <a:moveTo>
                    <a:pt x="2099" y="480"/>
                  </a:moveTo>
                  <a:cubicBezTo>
                    <a:pt x="2099" y="471"/>
                    <a:pt x="2092" y="470"/>
                    <a:pt x="2087" y="470"/>
                  </a:cubicBezTo>
                  <a:cubicBezTo>
                    <a:pt x="2082" y="470"/>
                    <a:pt x="2080" y="455"/>
                    <a:pt x="2066" y="463"/>
                  </a:cubicBezTo>
                  <a:cubicBezTo>
                    <a:pt x="2066" y="463"/>
                    <a:pt x="2047" y="468"/>
                    <a:pt x="2047" y="474"/>
                  </a:cubicBezTo>
                  <a:cubicBezTo>
                    <a:pt x="2047" y="480"/>
                    <a:pt x="2058" y="478"/>
                    <a:pt x="2065" y="486"/>
                  </a:cubicBezTo>
                  <a:cubicBezTo>
                    <a:pt x="2072" y="494"/>
                    <a:pt x="2078" y="491"/>
                    <a:pt x="2083" y="485"/>
                  </a:cubicBezTo>
                  <a:cubicBezTo>
                    <a:pt x="2088" y="479"/>
                    <a:pt x="2099" y="489"/>
                    <a:pt x="2099" y="480"/>
                  </a:cubicBezTo>
                  <a:close/>
                  <a:moveTo>
                    <a:pt x="2038" y="410"/>
                  </a:moveTo>
                  <a:cubicBezTo>
                    <a:pt x="2054" y="423"/>
                    <a:pt x="2048" y="424"/>
                    <a:pt x="2062" y="427"/>
                  </a:cubicBezTo>
                  <a:cubicBezTo>
                    <a:pt x="2076" y="430"/>
                    <a:pt x="2081" y="430"/>
                    <a:pt x="2077" y="419"/>
                  </a:cubicBezTo>
                  <a:cubicBezTo>
                    <a:pt x="2073" y="408"/>
                    <a:pt x="2065" y="397"/>
                    <a:pt x="2048" y="395"/>
                  </a:cubicBezTo>
                  <a:cubicBezTo>
                    <a:pt x="2048" y="395"/>
                    <a:pt x="2022" y="397"/>
                    <a:pt x="2038" y="410"/>
                  </a:cubicBezTo>
                  <a:close/>
                  <a:moveTo>
                    <a:pt x="2272" y="596"/>
                  </a:moveTo>
                  <a:cubicBezTo>
                    <a:pt x="2263" y="589"/>
                    <a:pt x="2267" y="569"/>
                    <a:pt x="2247" y="569"/>
                  </a:cubicBezTo>
                  <a:cubicBezTo>
                    <a:pt x="2227" y="569"/>
                    <a:pt x="2223" y="574"/>
                    <a:pt x="2209" y="562"/>
                  </a:cubicBezTo>
                  <a:cubicBezTo>
                    <a:pt x="2195" y="550"/>
                    <a:pt x="2185" y="549"/>
                    <a:pt x="2179" y="552"/>
                  </a:cubicBezTo>
                  <a:cubicBezTo>
                    <a:pt x="2173" y="555"/>
                    <a:pt x="2164" y="559"/>
                    <a:pt x="2147" y="559"/>
                  </a:cubicBezTo>
                  <a:cubicBezTo>
                    <a:pt x="2130" y="559"/>
                    <a:pt x="2144" y="559"/>
                    <a:pt x="2127" y="559"/>
                  </a:cubicBezTo>
                  <a:cubicBezTo>
                    <a:pt x="2127" y="559"/>
                    <a:pt x="2106" y="558"/>
                    <a:pt x="2098" y="564"/>
                  </a:cubicBezTo>
                  <a:cubicBezTo>
                    <a:pt x="2090" y="570"/>
                    <a:pt x="2079" y="579"/>
                    <a:pt x="2085" y="599"/>
                  </a:cubicBezTo>
                  <a:cubicBezTo>
                    <a:pt x="2091" y="619"/>
                    <a:pt x="2089" y="611"/>
                    <a:pt x="2095" y="616"/>
                  </a:cubicBezTo>
                  <a:cubicBezTo>
                    <a:pt x="2101" y="621"/>
                    <a:pt x="2109" y="626"/>
                    <a:pt x="2109" y="613"/>
                  </a:cubicBezTo>
                  <a:cubicBezTo>
                    <a:pt x="2109" y="600"/>
                    <a:pt x="2098" y="612"/>
                    <a:pt x="2098" y="600"/>
                  </a:cubicBezTo>
                  <a:cubicBezTo>
                    <a:pt x="2098" y="588"/>
                    <a:pt x="2100" y="584"/>
                    <a:pt x="2106" y="585"/>
                  </a:cubicBezTo>
                  <a:cubicBezTo>
                    <a:pt x="2112" y="586"/>
                    <a:pt x="2110" y="597"/>
                    <a:pt x="2116" y="598"/>
                  </a:cubicBezTo>
                  <a:cubicBezTo>
                    <a:pt x="2122" y="599"/>
                    <a:pt x="2135" y="606"/>
                    <a:pt x="2138" y="601"/>
                  </a:cubicBezTo>
                  <a:cubicBezTo>
                    <a:pt x="2141" y="596"/>
                    <a:pt x="2140" y="595"/>
                    <a:pt x="2146" y="595"/>
                  </a:cubicBezTo>
                  <a:cubicBezTo>
                    <a:pt x="2152" y="595"/>
                    <a:pt x="2156" y="594"/>
                    <a:pt x="2159" y="599"/>
                  </a:cubicBezTo>
                  <a:cubicBezTo>
                    <a:pt x="2162" y="604"/>
                    <a:pt x="2170" y="604"/>
                    <a:pt x="2178" y="604"/>
                  </a:cubicBezTo>
                  <a:cubicBezTo>
                    <a:pt x="2186" y="604"/>
                    <a:pt x="2188" y="608"/>
                    <a:pt x="2189" y="600"/>
                  </a:cubicBezTo>
                  <a:cubicBezTo>
                    <a:pt x="2190" y="592"/>
                    <a:pt x="2194" y="593"/>
                    <a:pt x="2205" y="595"/>
                  </a:cubicBezTo>
                  <a:cubicBezTo>
                    <a:pt x="2216" y="597"/>
                    <a:pt x="2208" y="605"/>
                    <a:pt x="2220" y="605"/>
                  </a:cubicBezTo>
                  <a:cubicBezTo>
                    <a:pt x="2232" y="605"/>
                    <a:pt x="2228" y="613"/>
                    <a:pt x="2238" y="613"/>
                  </a:cubicBezTo>
                  <a:cubicBezTo>
                    <a:pt x="2248" y="613"/>
                    <a:pt x="2247" y="609"/>
                    <a:pt x="2252" y="618"/>
                  </a:cubicBezTo>
                  <a:cubicBezTo>
                    <a:pt x="2257" y="627"/>
                    <a:pt x="2260" y="628"/>
                    <a:pt x="2269" y="628"/>
                  </a:cubicBezTo>
                  <a:cubicBezTo>
                    <a:pt x="2278" y="628"/>
                    <a:pt x="2276" y="623"/>
                    <a:pt x="2275" y="613"/>
                  </a:cubicBezTo>
                  <a:cubicBezTo>
                    <a:pt x="2274" y="603"/>
                    <a:pt x="2281" y="603"/>
                    <a:pt x="2272" y="596"/>
                  </a:cubicBezTo>
                  <a:close/>
                  <a:moveTo>
                    <a:pt x="2209" y="509"/>
                  </a:moveTo>
                  <a:cubicBezTo>
                    <a:pt x="2220" y="514"/>
                    <a:pt x="2221" y="512"/>
                    <a:pt x="2231" y="510"/>
                  </a:cubicBezTo>
                  <a:cubicBezTo>
                    <a:pt x="2241" y="508"/>
                    <a:pt x="2245" y="510"/>
                    <a:pt x="2251" y="503"/>
                  </a:cubicBezTo>
                  <a:cubicBezTo>
                    <a:pt x="2257" y="496"/>
                    <a:pt x="2249" y="493"/>
                    <a:pt x="2239" y="490"/>
                  </a:cubicBezTo>
                  <a:cubicBezTo>
                    <a:pt x="2229" y="487"/>
                    <a:pt x="2230" y="481"/>
                    <a:pt x="2221" y="489"/>
                  </a:cubicBezTo>
                  <a:cubicBezTo>
                    <a:pt x="2221" y="489"/>
                    <a:pt x="2198" y="504"/>
                    <a:pt x="2209" y="509"/>
                  </a:cubicBezTo>
                  <a:close/>
                  <a:moveTo>
                    <a:pt x="2304" y="392"/>
                  </a:moveTo>
                  <a:cubicBezTo>
                    <a:pt x="2304" y="386"/>
                    <a:pt x="2305" y="379"/>
                    <a:pt x="2291" y="381"/>
                  </a:cubicBezTo>
                  <a:cubicBezTo>
                    <a:pt x="2277" y="383"/>
                    <a:pt x="2280" y="381"/>
                    <a:pt x="2259" y="379"/>
                  </a:cubicBezTo>
                  <a:cubicBezTo>
                    <a:pt x="2259" y="379"/>
                    <a:pt x="2238" y="373"/>
                    <a:pt x="2239" y="386"/>
                  </a:cubicBezTo>
                  <a:cubicBezTo>
                    <a:pt x="2240" y="399"/>
                    <a:pt x="2240" y="394"/>
                    <a:pt x="2249" y="395"/>
                  </a:cubicBezTo>
                  <a:cubicBezTo>
                    <a:pt x="2258" y="396"/>
                    <a:pt x="2259" y="397"/>
                    <a:pt x="2264" y="402"/>
                  </a:cubicBezTo>
                  <a:cubicBezTo>
                    <a:pt x="2269" y="407"/>
                    <a:pt x="2272" y="414"/>
                    <a:pt x="2275" y="405"/>
                  </a:cubicBezTo>
                  <a:cubicBezTo>
                    <a:pt x="2278" y="396"/>
                    <a:pt x="2284" y="400"/>
                    <a:pt x="2292" y="402"/>
                  </a:cubicBezTo>
                  <a:cubicBezTo>
                    <a:pt x="2300" y="404"/>
                    <a:pt x="2304" y="398"/>
                    <a:pt x="2304" y="392"/>
                  </a:cubicBezTo>
                  <a:close/>
                  <a:moveTo>
                    <a:pt x="2652" y="487"/>
                  </a:moveTo>
                  <a:cubicBezTo>
                    <a:pt x="2637" y="484"/>
                    <a:pt x="2631" y="490"/>
                    <a:pt x="2623" y="484"/>
                  </a:cubicBezTo>
                  <a:cubicBezTo>
                    <a:pt x="2615" y="478"/>
                    <a:pt x="2623" y="477"/>
                    <a:pt x="2601" y="477"/>
                  </a:cubicBezTo>
                  <a:cubicBezTo>
                    <a:pt x="2601" y="477"/>
                    <a:pt x="2585" y="481"/>
                    <a:pt x="2575" y="474"/>
                  </a:cubicBezTo>
                  <a:cubicBezTo>
                    <a:pt x="2565" y="467"/>
                    <a:pt x="2558" y="467"/>
                    <a:pt x="2548" y="468"/>
                  </a:cubicBezTo>
                  <a:cubicBezTo>
                    <a:pt x="2538" y="469"/>
                    <a:pt x="2535" y="479"/>
                    <a:pt x="2547" y="479"/>
                  </a:cubicBezTo>
                  <a:cubicBezTo>
                    <a:pt x="2559" y="479"/>
                    <a:pt x="2556" y="475"/>
                    <a:pt x="2570" y="483"/>
                  </a:cubicBezTo>
                  <a:cubicBezTo>
                    <a:pt x="2584" y="491"/>
                    <a:pt x="2586" y="491"/>
                    <a:pt x="2594" y="495"/>
                  </a:cubicBezTo>
                  <a:cubicBezTo>
                    <a:pt x="2602" y="499"/>
                    <a:pt x="2608" y="501"/>
                    <a:pt x="2621" y="502"/>
                  </a:cubicBezTo>
                  <a:cubicBezTo>
                    <a:pt x="2634" y="503"/>
                    <a:pt x="2650" y="511"/>
                    <a:pt x="2651" y="503"/>
                  </a:cubicBezTo>
                  <a:cubicBezTo>
                    <a:pt x="2652" y="495"/>
                    <a:pt x="2667" y="490"/>
                    <a:pt x="2652" y="487"/>
                  </a:cubicBezTo>
                  <a:close/>
                  <a:moveTo>
                    <a:pt x="2588" y="447"/>
                  </a:moveTo>
                  <a:cubicBezTo>
                    <a:pt x="2593" y="457"/>
                    <a:pt x="2597" y="456"/>
                    <a:pt x="2604" y="458"/>
                  </a:cubicBezTo>
                  <a:cubicBezTo>
                    <a:pt x="2611" y="460"/>
                    <a:pt x="2621" y="460"/>
                    <a:pt x="2618" y="450"/>
                  </a:cubicBezTo>
                  <a:cubicBezTo>
                    <a:pt x="2615" y="440"/>
                    <a:pt x="2614" y="431"/>
                    <a:pt x="2581" y="422"/>
                  </a:cubicBezTo>
                  <a:cubicBezTo>
                    <a:pt x="2581" y="422"/>
                    <a:pt x="2554" y="421"/>
                    <a:pt x="2568" y="431"/>
                  </a:cubicBezTo>
                  <a:cubicBezTo>
                    <a:pt x="2582" y="441"/>
                    <a:pt x="2583" y="437"/>
                    <a:pt x="2588" y="447"/>
                  </a:cubicBezTo>
                  <a:close/>
                  <a:moveTo>
                    <a:pt x="2529" y="435"/>
                  </a:moveTo>
                  <a:cubicBezTo>
                    <a:pt x="2529" y="435"/>
                    <a:pt x="2524" y="435"/>
                    <a:pt x="2530" y="443"/>
                  </a:cubicBezTo>
                  <a:cubicBezTo>
                    <a:pt x="2536" y="451"/>
                    <a:pt x="2540" y="444"/>
                    <a:pt x="2539" y="439"/>
                  </a:cubicBezTo>
                  <a:cubicBezTo>
                    <a:pt x="2538" y="434"/>
                    <a:pt x="2538" y="435"/>
                    <a:pt x="2529" y="435"/>
                  </a:cubicBezTo>
                  <a:close/>
                  <a:moveTo>
                    <a:pt x="2520" y="736"/>
                  </a:moveTo>
                  <a:cubicBezTo>
                    <a:pt x="2512" y="732"/>
                    <a:pt x="2514" y="702"/>
                    <a:pt x="2500" y="725"/>
                  </a:cubicBezTo>
                  <a:cubicBezTo>
                    <a:pt x="2500" y="725"/>
                    <a:pt x="2483" y="733"/>
                    <a:pt x="2487" y="743"/>
                  </a:cubicBezTo>
                  <a:cubicBezTo>
                    <a:pt x="2491" y="753"/>
                    <a:pt x="2495" y="757"/>
                    <a:pt x="2491" y="762"/>
                  </a:cubicBezTo>
                  <a:cubicBezTo>
                    <a:pt x="2487" y="767"/>
                    <a:pt x="2482" y="769"/>
                    <a:pt x="2482" y="782"/>
                  </a:cubicBezTo>
                  <a:cubicBezTo>
                    <a:pt x="2482" y="795"/>
                    <a:pt x="2479" y="826"/>
                    <a:pt x="2485" y="826"/>
                  </a:cubicBezTo>
                  <a:cubicBezTo>
                    <a:pt x="2491" y="826"/>
                    <a:pt x="2495" y="827"/>
                    <a:pt x="2501" y="815"/>
                  </a:cubicBezTo>
                  <a:cubicBezTo>
                    <a:pt x="2507" y="803"/>
                    <a:pt x="2511" y="812"/>
                    <a:pt x="2510" y="796"/>
                  </a:cubicBezTo>
                  <a:cubicBezTo>
                    <a:pt x="2509" y="780"/>
                    <a:pt x="2518" y="800"/>
                    <a:pt x="2521" y="782"/>
                  </a:cubicBezTo>
                  <a:cubicBezTo>
                    <a:pt x="2524" y="764"/>
                    <a:pt x="2528" y="740"/>
                    <a:pt x="2520" y="736"/>
                  </a:cubicBezTo>
                  <a:close/>
                  <a:moveTo>
                    <a:pt x="2352" y="831"/>
                  </a:moveTo>
                  <a:cubicBezTo>
                    <a:pt x="2345" y="831"/>
                    <a:pt x="2325" y="826"/>
                    <a:pt x="2319" y="836"/>
                  </a:cubicBezTo>
                  <a:cubicBezTo>
                    <a:pt x="2319" y="836"/>
                    <a:pt x="2305" y="850"/>
                    <a:pt x="2300" y="857"/>
                  </a:cubicBezTo>
                  <a:cubicBezTo>
                    <a:pt x="2295" y="864"/>
                    <a:pt x="2273" y="877"/>
                    <a:pt x="2287" y="882"/>
                  </a:cubicBezTo>
                  <a:cubicBezTo>
                    <a:pt x="2301" y="887"/>
                    <a:pt x="2306" y="894"/>
                    <a:pt x="2311" y="884"/>
                  </a:cubicBezTo>
                  <a:cubicBezTo>
                    <a:pt x="2316" y="874"/>
                    <a:pt x="2332" y="873"/>
                    <a:pt x="2332" y="861"/>
                  </a:cubicBezTo>
                  <a:cubicBezTo>
                    <a:pt x="2332" y="849"/>
                    <a:pt x="2326" y="842"/>
                    <a:pt x="2340" y="842"/>
                  </a:cubicBezTo>
                  <a:cubicBezTo>
                    <a:pt x="2354" y="842"/>
                    <a:pt x="2359" y="831"/>
                    <a:pt x="2352" y="831"/>
                  </a:cubicBezTo>
                  <a:close/>
                  <a:moveTo>
                    <a:pt x="2922" y="864"/>
                  </a:moveTo>
                  <a:cubicBezTo>
                    <a:pt x="2924" y="840"/>
                    <a:pt x="2929" y="827"/>
                    <a:pt x="2921" y="820"/>
                  </a:cubicBezTo>
                  <a:cubicBezTo>
                    <a:pt x="2912" y="813"/>
                    <a:pt x="2905" y="803"/>
                    <a:pt x="2917" y="796"/>
                  </a:cubicBezTo>
                  <a:cubicBezTo>
                    <a:pt x="2929" y="789"/>
                    <a:pt x="2922" y="765"/>
                    <a:pt x="2922" y="765"/>
                  </a:cubicBezTo>
                  <a:cubicBezTo>
                    <a:pt x="2921" y="550"/>
                    <a:pt x="2921" y="550"/>
                    <a:pt x="2921" y="550"/>
                  </a:cubicBezTo>
                  <a:cubicBezTo>
                    <a:pt x="2912" y="552"/>
                    <a:pt x="2906" y="553"/>
                    <a:pt x="2903" y="545"/>
                  </a:cubicBezTo>
                  <a:cubicBezTo>
                    <a:pt x="2898" y="532"/>
                    <a:pt x="2906" y="527"/>
                    <a:pt x="2883" y="527"/>
                  </a:cubicBezTo>
                  <a:cubicBezTo>
                    <a:pt x="2860" y="527"/>
                    <a:pt x="2842" y="532"/>
                    <a:pt x="2813" y="515"/>
                  </a:cubicBezTo>
                  <a:cubicBezTo>
                    <a:pt x="2784" y="498"/>
                    <a:pt x="2780" y="495"/>
                    <a:pt x="2764" y="489"/>
                  </a:cubicBezTo>
                  <a:cubicBezTo>
                    <a:pt x="2748" y="483"/>
                    <a:pt x="2745" y="470"/>
                    <a:pt x="2728" y="472"/>
                  </a:cubicBezTo>
                  <a:cubicBezTo>
                    <a:pt x="2711" y="474"/>
                    <a:pt x="2695" y="473"/>
                    <a:pt x="2688" y="487"/>
                  </a:cubicBezTo>
                  <a:cubicBezTo>
                    <a:pt x="2681" y="501"/>
                    <a:pt x="2684" y="513"/>
                    <a:pt x="2666" y="513"/>
                  </a:cubicBezTo>
                  <a:cubicBezTo>
                    <a:pt x="2648" y="513"/>
                    <a:pt x="2638" y="510"/>
                    <a:pt x="2630" y="524"/>
                  </a:cubicBezTo>
                  <a:cubicBezTo>
                    <a:pt x="2622" y="538"/>
                    <a:pt x="2591" y="558"/>
                    <a:pt x="2587" y="568"/>
                  </a:cubicBezTo>
                  <a:cubicBezTo>
                    <a:pt x="2583" y="578"/>
                    <a:pt x="2587" y="598"/>
                    <a:pt x="2563" y="597"/>
                  </a:cubicBezTo>
                  <a:cubicBezTo>
                    <a:pt x="2539" y="596"/>
                    <a:pt x="2537" y="589"/>
                    <a:pt x="2525" y="577"/>
                  </a:cubicBezTo>
                  <a:cubicBezTo>
                    <a:pt x="2513" y="565"/>
                    <a:pt x="2530" y="557"/>
                    <a:pt x="2515" y="547"/>
                  </a:cubicBezTo>
                  <a:cubicBezTo>
                    <a:pt x="2500" y="537"/>
                    <a:pt x="2489" y="547"/>
                    <a:pt x="2490" y="523"/>
                  </a:cubicBezTo>
                  <a:cubicBezTo>
                    <a:pt x="2491" y="499"/>
                    <a:pt x="2482" y="492"/>
                    <a:pt x="2490" y="477"/>
                  </a:cubicBezTo>
                  <a:cubicBezTo>
                    <a:pt x="2498" y="462"/>
                    <a:pt x="2500" y="461"/>
                    <a:pt x="2491" y="451"/>
                  </a:cubicBezTo>
                  <a:cubicBezTo>
                    <a:pt x="2482" y="441"/>
                    <a:pt x="2494" y="427"/>
                    <a:pt x="2470" y="424"/>
                  </a:cubicBezTo>
                  <a:cubicBezTo>
                    <a:pt x="2446" y="421"/>
                    <a:pt x="2439" y="427"/>
                    <a:pt x="2424" y="417"/>
                  </a:cubicBezTo>
                  <a:cubicBezTo>
                    <a:pt x="2409" y="407"/>
                    <a:pt x="2378" y="389"/>
                    <a:pt x="2357" y="407"/>
                  </a:cubicBezTo>
                  <a:cubicBezTo>
                    <a:pt x="2357" y="407"/>
                    <a:pt x="2344" y="422"/>
                    <a:pt x="2327" y="422"/>
                  </a:cubicBezTo>
                  <a:cubicBezTo>
                    <a:pt x="2310" y="422"/>
                    <a:pt x="2300" y="425"/>
                    <a:pt x="2304" y="433"/>
                  </a:cubicBezTo>
                  <a:cubicBezTo>
                    <a:pt x="2308" y="441"/>
                    <a:pt x="2308" y="458"/>
                    <a:pt x="2298" y="446"/>
                  </a:cubicBezTo>
                  <a:cubicBezTo>
                    <a:pt x="2288" y="434"/>
                    <a:pt x="2282" y="431"/>
                    <a:pt x="2271" y="428"/>
                  </a:cubicBezTo>
                  <a:cubicBezTo>
                    <a:pt x="2260" y="425"/>
                    <a:pt x="2257" y="421"/>
                    <a:pt x="2245" y="427"/>
                  </a:cubicBezTo>
                  <a:cubicBezTo>
                    <a:pt x="2233" y="433"/>
                    <a:pt x="2244" y="439"/>
                    <a:pt x="2257" y="439"/>
                  </a:cubicBezTo>
                  <a:cubicBezTo>
                    <a:pt x="2270" y="439"/>
                    <a:pt x="2267" y="441"/>
                    <a:pt x="2269" y="449"/>
                  </a:cubicBezTo>
                  <a:cubicBezTo>
                    <a:pt x="2271" y="457"/>
                    <a:pt x="2275" y="463"/>
                    <a:pt x="2283" y="465"/>
                  </a:cubicBezTo>
                  <a:cubicBezTo>
                    <a:pt x="2291" y="467"/>
                    <a:pt x="2276" y="475"/>
                    <a:pt x="2292" y="477"/>
                  </a:cubicBezTo>
                  <a:cubicBezTo>
                    <a:pt x="2308" y="479"/>
                    <a:pt x="2341" y="482"/>
                    <a:pt x="2345" y="494"/>
                  </a:cubicBezTo>
                  <a:cubicBezTo>
                    <a:pt x="2349" y="506"/>
                    <a:pt x="2343" y="518"/>
                    <a:pt x="2358" y="522"/>
                  </a:cubicBezTo>
                  <a:cubicBezTo>
                    <a:pt x="2373" y="526"/>
                    <a:pt x="2374" y="521"/>
                    <a:pt x="2390" y="526"/>
                  </a:cubicBezTo>
                  <a:cubicBezTo>
                    <a:pt x="2406" y="531"/>
                    <a:pt x="2411" y="531"/>
                    <a:pt x="2416" y="526"/>
                  </a:cubicBezTo>
                  <a:cubicBezTo>
                    <a:pt x="2421" y="521"/>
                    <a:pt x="2423" y="521"/>
                    <a:pt x="2436" y="518"/>
                  </a:cubicBezTo>
                  <a:cubicBezTo>
                    <a:pt x="2449" y="515"/>
                    <a:pt x="2465" y="514"/>
                    <a:pt x="2467" y="521"/>
                  </a:cubicBezTo>
                  <a:cubicBezTo>
                    <a:pt x="2469" y="528"/>
                    <a:pt x="2471" y="534"/>
                    <a:pt x="2458" y="536"/>
                  </a:cubicBezTo>
                  <a:cubicBezTo>
                    <a:pt x="2445" y="538"/>
                    <a:pt x="2435" y="537"/>
                    <a:pt x="2424" y="537"/>
                  </a:cubicBezTo>
                  <a:cubicBezTo>
                    <a:pt x="2413" y="537"/>
                    <a:pt x="2408" y="541"/>
                    <a:pt x="2404" y="550"/>
                  </a:cubicBezTo>
                  <a:cubicBezTo>
                    <a:pt x="2400" y="559"/>
                    <a:pt x="2392" y="557"/>
                    <a:pt x="2378" y="553"/>
                  </a:cubicBezTo>
                  <a:cubicBezTo>
                    <a:pt x="2364" y="549"/>
                    <a:pt x="2349" y="544"/>
                    <a:pt x="2351" y="555"/>
                  </a:cubicBezTo>
                  <a:cubicBezTo>
                    <a:pt x="2353" y="566"/>
                    <a:pt x="2354" y="568"/>
                    <a:pt x="2370" y="570"/>
                  </a:cubicBezTo>
                  <a:cubicBezTo>
                    <a:pt x="2386" y="572"/>
                    <a:pt x="2379" y="584"/>
                    <a:pt x="2392" y="590"/>
                  </a:cubicBezTo>
                  <a:cubicBezTo>
                    <a:pt x="2405" y="596"/>
                    <a:pt x="2403" y="601"/>
                    <a:pt x="2403" y="616"/>
                  </a:cubicBezTo>
                  <a:cubicBezTo>
                    <a:pt x="2403" y="631"/>
                    <a:pt x="2398" y="637"/>
                    <a:pt x="2408" y="642"/>
                  </a:cubicBezTo>
                  <a:cubicBezTo>
                    <a:pt x="2418" y="647"/>
                    <a:pt x="2442" y="643"/>
                    <a:pt x="2445" y="623"/>
                  </a:cubicBezTo>
                  <a:cubicBezTo>
                    <a:pt x="2448" y="603"/>
                    <a:pt x="2454" y="597"/>
                    <a:pt x="2464" y="612"/>
                  </a:cubicBezTo>
                  <a:cubicBezTo>
                    <a:pt x="2474" y="627"/>
                    <a:pt x="2479" y="628"/>
                    <a:pt x="2485" y="628"/>
                  </a:cubicBezTo>
                  <a:cubicBezTo>
                    <a:pt x="2491" y="628"/>
                    <a:pt x="2490" y="638"/>
                    <a:pt x="2507" y="639"/>
                  </a:cubicBezTo>
                  <a:cubicBezTo>
                    <a:pt x="2524" y="640"/>
                    <a:pt x="2527" y="644"/>
                    <a:pt x="2537" y="657"/>
                  </a:cubicBezTo>
                  <a:cubicBezTo>
                    <a:pt x="2547" y="670"/>
                    <a:pt x="2555" y="665"/>
                    <a:pt x="2571" y="668"/>
                  </a:cubicBezTo>
                  <a:cubicBezTo>
                    <a:pt x="2587" y="671"/>
                    <a:pt x="2600" y="661"/>
                    <a:pt x="2624" y="679"/>
                  </a:cubicBezTo>
                  <a:cubicBezTo>
                    <a:pt x="2648" y="697"/>
                    <a:pt x="2647" y="695"/>
                    <a:pt x="2673" y="699"/>
                  </a:cubicBezTo>
                  <a:cubicBezTo>
                    <a:pt x="2699" y="703"/>
                    <a:pt x="2708" y="701"/>
                    <a:pt x="2733" y="728"/>
                  </a:cubicBezTo>
                  <a:cubicBezTo>
                    <a:pt x="2758" y="755"/>
                    <a:pt x="2735" y="765"/>
                    <a:pt x="2769" y="789"/>
                  </a:cubicBezTo>
                  <a:cubicBezTo>
                    <a:pt x="2784" y="804"/>
                    <a:pt x="2784" y="810"/>
                    <a:pt x="2784" y="824"/>
                  </a:cubicBezTo>
                  <a:cubicBezTo>
                    <a:pt x="2784" y="838"/>
                    <a:pt x="2788" y="848"/>
                    <a:pt x="2769" y="850"/>
                  </a:cubicBezTo>
                  <a:cubicBezTo>
                    <a:pt x="2750" y="852"/>
                    <a:pt x="2729" y="856"/>
                    <a:pt x="2726" y="870"/>
                  </a:cubicBezTo>
                  <a:cubicBezTo>
                    <a:pt x="2723" y="884"/>
                    <a:pt x="2715" y="895"/>
                    <a:pt x="2711" y="904"/>
                  </a:cubicBezTo>
                  <a:cubicBezTo>
                    <a:pt x="2707" y="913"/>
                    <a:pt x="2707" y="922"/>
                    <a:pt x="2731" y="920"/>
                  </a:cubicBezTo>
                  <a:cubicBezTo>
                    <a:pt x="2755" y="918"/>
                    <a:pt x="2785" y="925"/>
                    <a:pt x="2786" y="915"/>
                  </a:cubicBezTo>
                  <a:cubicBezTo>
                    <a:pt x="2787" y="905"/>
                    <a:pt x="2799" y="897"/>
                    <a:pt x="2808" y="898"/>
                  </a:cubicBezTo>
                  <a:cubicBezTo>
                    <a:pt x="2817" y="899"/>
                    <a:pt x="2819" y="906"/>
                    <a:pt x="2826" y="905"/>
                  </a:cubicBezTo>
                  <a:cubicBezTo>
                    <a:pt x="2833" y="904"/>
                    <a:pt x="2853" y="890"/>
                    <a:pt x="2862" y="906"/>
                  </a:cubicBezTo>
                  <a:cubicBezTo>
                    <a:pt x="2871" y="922"/>
                    <a:pt x="2895" y="931"/>
                    <a:pt x="2907" y="949"/>
                  </a:cubicBezTo>
                  <a:cubicBezTo>
                    <a:pt x="2914" y="960"/>
                    <a:pt x="2918" y="965"/>
                    <a:pt x="2923" y="968"/>
                  </a:cubicBezTo>
                  <a:cubicBezTo>
                    <a:pt x="2922" y="936"/>
                    <a:pt x="2921" y="881"/>
                    <a:pt x="2922" y="864"/>
                  </a:cubicBezTo>
                  <a:close/>
                  <a:moveTo>
                    <a:pt x="1179" y="821"/>
                  </a:moveTo>
                  <a:cubicBezTo>
                    <a:pt x="1179" y="821"/>
                    <a:pt x="1154" y="819"/>
                    <a:pt x="1145" y="819"/>
                  </a:cubicBezTo>
                  <a:cubicBezTo>
                    <a:pt x="1136" y="819"/>
                    <a:pt x="1133" y="824"/>
                    <a:pt x="1133" y="829"/>
                  </a:cubicBezTo>
                  <a:cubicBezTo>
                    <a:pt x="1133" y="834"/>
                    <a:pt x="1134" y="840"/>
                    <a:pt x="1144" y="840"/>
                  </a:cubicBezTo>
                  <a:cubicBezTo>
                    <a:pt x="1154" y="840"/>
                    <a:pt x="1163" y="840"/>
                    <a:pt x="1163" y="846"/>
                  </a:cubicBezTo>
                  <a:cubicBezTo>
                    <a:pt x="1163" y="852"/>
                    <a:pt x="1175" y="853"/>
                    <a:pt x="1176" y="846"/>
                  </a:cubicBezTo>
                  <a:cubicBezTo>
                    <a:pt x="1177" y="839"/>
                    <a:pt x="1182" y="839"/>
                    <a:pt x="1190" y="837"/>
                  </a:cubicBezTo>
                  <a:cubicBezTo>
                    <a:pt x="1198" y="835"/>
                    <a:pt x="1207" y="830"/>
                    <a:pt x="1207" y="826"/>
                  </a:cubicBezTo>
                  <a:cubicBezTo>
                    <a:pt x="1207" y="822"/>
                    <a:pt x="1199" y="821"/>
                    <a:pt x="1179" y="821"/>
                  </a:cubicBezTo>
                  <a:close/>
                  <a:moveTo>
                    <a:pt x="1288" y="816"/>
                  </a:moveTo>
                  <a:cubicBezTo>
                    <a:pt x="1288" y="816"/>
                    <a:pt x="1273" y="819"/>
                    <a:pt x="1282" y="823"/>
                  </a:cubicBezTo>
                  <a:cubicBezTo>
                    <a:pt x="1291" y="827"/>
                    <a:pt x="1311" y="817"/>
                    <a:pt x="1288" y="816"/>
                  </a:cubicBezTo>
                  <a:close/>
                  <a:moveTo>
                    <a:pt x="1289" y="898"/>
                  </a:moveTo>
                  <a:cubicBezTo>
                    <a:pt x="1284" y="892"/>
                    <a:pt x="1277" y="895"/>
                    <a:pt x="1270" y="896"/>
                  </a:cubicBezTo>
                  <a:cubicBezTo>
                    <a:pt x="1263" y="897"/>
                    <a:pt x="1269" y="907"/>
                    <a:pt x="1259" y="907"/>
                  </a:cubicBezTo>
                  <a:cubicBezTo>
                    <a:pt x="1249" y="907"/>
                    <a:pt x="1243" y="908"/>
                    <a:pt x="1248" y="921"/>
                  </a:cubicBezTo>
                  <a:cubicBezTo>
                    <a:pt x="1253" y="934"/>
                    <a:pt x="1262" y="927"/>
                    <a:pt x="1264" y="933"/>
                  </a:cubicBezTo>
                  <a:cubicBezTo>
                    <a:pt x="1266" y="939"/>
                    <a:pt x="1267" y="949"/>
                    <a:pt x="1272" y="949"/>
                  </a:cubicBezTo>
                  <a:cubicBezTo>
                    <a:pt x="1277" y="949"/>
                    <a:pt x="1281" y="945"/>
                    <a:pt x="1281" y="939"/>
                  </a:cubicBezTo>
                  <a:cubicBezTo>
                    <a:pt x="1281" y="933"/>
                    <a:pt x="1285" y="932"/>
                    <a:pt x="1292" y="931"/>
                  </a:cubicBezTo>
                  <a:cubicBezTo>
                    <a:pt x="1299" y="930"/>
                    <a:pt x="1304" y="926"/>
                    <a:pt x="1305" y="921"/>
                  </a:cubicBezTo>
                  <a:cubicBezTo>
                    <a:pt x="1306" y="916"/>
                    <a:pt x="1303" y="914"/>
                    <a:pt x="1289" y="898"/>
                  </a:cubicBezTo>
                  <a:close/>
                  <a:moveTo>
                    <a:pt x="1613" y="749"/>
                  </a:moveTo>
                  <a:cubicBezTo>
                    <a:pt x="1613" y="749"/>
                    <a:pt x="1603" y="772"/>
                    <a:pt x="1609" y="781"/>
                  </a:cubicBezTo>
                  <a:cubicBezTo>
                    <a:pt x="1615" y="790"/>
                    <a:pt x="1623" y="781"/>
                    <a:pt x="1623" y="771"/>
                  </a:cubicBezTo>
                  <a:cubicBezTo>
                    <a:pt x="1623" y="761"/>
                    <a:pt x="1619" y="735"/>
                    <a:pt x="1613" y="749"/>
                  </a:cubicBezTo>
                  <a:close/>
                  <a:moveTo>
                    <a:pt x="1895" y="901"/>
                  </a:moveTo>
                  <a:cubicBezTo>
                    <a:pt x="1895" y="901"/>
                    <a:pt x="1865" y="889"/>
                    <a:pt x="1865" y="904"/>
                  </a:cubicBezTo>
                  <a:cubicBezTo>
                    <a:pt x="1865" y="919"/>
                    <a:pt x="1871" y="928"/>
                    <a:pt x="1885" y="922"/>
                  </a:cubicBezTo>
                  <a:cubicBezTo>
                    <a:pt x="1899" y="916"/>
                    <a:pt x="1896" y="913"/>
                    <a:pt x="1906" y="912"/>
                  </a:cubicBezTo>
                  <a:cubicBezTo>
                    <a:pt x="1916" y="911"/>
                    <a:pt x="1917" y="898"/>
                    <a:pt x="1895" y="901"/>
                  </a:cubicBezTo>
                  <a:close/>
                  <a:moveTo>
                    <a:pt x="2082" y="893"/>
                  </a:moveTo>
                  <a:cubicBezTo>
                    <a:pt x="2082" y="893"/>
                    <a:pt x="2068" y="905"/>
                    <a:pt x="2079" y="909"/>
                  </a:cubicBezTo>
                  <a:cubicBezTo>
                    <a:pt x="2090" y="913"/>
                    <a:pt x="2108" y="901"/>
                    <a:pt x="2082" y="893"/>
                  </a:cubicBezTo>
                  <a:close/>
                  <a:moveTo>
                    <a:pt x="2202" y="874"/>
                  </a:moveTo>
                  <a:cubicBezTo>
                    <a:pt x="2202" y="874"/>
                    <a:pt x="2181" y="879"/>
                    <a:pt x="2191" y="887"/>
                  </a:cubicBezTo>
                  <a:cubicBezTo>
                    <a:pt x="2201" y="895"/>
                    <a:pt x="2206" y="896"/>
                    <a:pt x="2207" y="886"/>
                  </a:cubicBezTo>
                  <a:cubicBezTo>
                    <a:pt x="2208" y="876"/>
                    <a:pt x="2214" y="874"/>
                    <a:pt x="2202" y="874"/>
                  </a:cubicBezTo>
                  <a:close/>
                  <a:moveTo>
                    <a:pt x="2285" y="898"/>
                  </a:moveTo>
                  <a:cubicBezTo>
                    <a:pt x="2285" y="898"/>
                    <a:pt x="2265" y="897"/>
                    <a:pt x="2266" y="906"/>
                  </a:cubicBezTo>
                  <a:cubicBezTo>
                    <a:pt x="2267" y="915"/>
                    <a:pt x="2280" y="921"/>
                    <a:pt x="2281" y="913"/>
                  </a:cubicBezTo>
                  <a:cubicBezTo>
                    <a:pt x="2282" y="905"/>
                    <a:pt x="2312" y="907"/>
                    <a:pt x="2285" y="898"/>
                  </a:cubicBezTo>
                  <a:close/>
                </a:path>
              </a:pathLst>
            </a:custGeom>
            <a:grpFill/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7730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16</Words>
  <Application>Microsoft Office PowerPoint</Application>
  <PresentationFormat>On-screen Show (16:9)</PresentationFormat>
  <Paragraphs>11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OUK-Template_Beta_220616</vt:lpstr>
      <vt:lpstr>Australasia with  country names</vt:lpstr>
      <vt:lpstr>Australasia without country names</vt:lpstr>
    </vt:vector>
  </TitlesOfParts>
  <Company>Article10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Smith</dc:creator>
  <cp:lastModifiedBy>Orange</cp:lastModifiedBy>
  <cp:revision>29</cp:revision>
  <dcterms:created xsi:type="dcterms:W3CDTF">2016-08-11T14:02:28Z</dcterms:created>
  <dcterms:modified xsi:type="dcterms:W3CDTF">2016-09-20T09:01:14Z</dcterms:modified>
</cp:coreProperties>
</file>