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94" r:id="rId2"/>
    <p:sldId id="295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4" userDrawn="1">
          <p15:clr>
            <a:srgbClr val="A4A3A4"/>
          </p15:clr>
        </p15:guide>
        <p15:guide id="12" orient="horz" pos="745" userDrawn="1">
          <p15:clr>
            <a:srgbClr val="A4A3A4"/>
          </p15:clr>
        </p15:guide>
        <p15:guide id="13" orient="horz" pos="1622" userDrawn="1">
          <p15:clr>
            <a:srgbClr val="A4A3A4"/>
          </p15:clr>
        </p15:guide>
        <p15:guide id="14" orient="horz" pos="2870" userDrawn="1">
          <p15:clr>
            <a:srgbClr val="A4A3A4"/>
          </p15:clr>
        </p15:guide>
        <p15:guide id="15" pos="194" userDrawn="1">
          <p15:clr>
            <a:srgbClr val="A4A3A4"/>
          </p15:clr>
        </p15:guide>
        <p15:guide id="16" pos="55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9130" autoAdjust="0"/>
  </p:normalViewPr>
  <p:slideViewPr>
    <p:cSldViewPr showGuides="1">
      <p:cViewPr>
        <p:scale>
          <a:sx n="250" d="100"/>
          <a:sy n="250" d="100"/>
        </p:scale>
        <p:origin x="180" y="-2580"/>
      </p:cViewPr>
      <p:guideLst>
        <p:guide orient="horz" pos="169"/>
        <p:guide pos="2880"/>
        <p:guide orient="horz" pos="634"/>
        <p:guide orient="horz" pos="745"/>
        <p:guide orient="horz" pos="1622"/>
        <p:guide orient="horz" pos="2870"/>
        <p:guide pos="194"/>
        <p:guide pos="5566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08/12/2021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0" y="1183484"/>
            <a:ext cx="8520500" cy="336946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0" lang="en-GB" sz="800" b="0" i="0" u="none" strike="noStrike" kern="1200" cap="none" spc="0" normalizeH="0" baseline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858" y="267618"/>
            <a:ext cx="4829966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315916" y="4237562"/>
            <a:ext cx="608009" cy="608009"/>
            <a:chOff x="360362" y="1781889"/>
            <a:chExt cx="1144765" cy="1144191"/>
          </a:xfrm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60362" y="1781889"/>
              <a:ext cx="1144765" cy="114419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auto">
            <a:xfrm>
              <a:off x="702813" y="2650392"/>
              <a:ext cx="142160" cy="166334"/>
            </a:xfrm>
            <a:custGeom>
              <a:avLst/>
              <a:gdLst>
                <a:gd name="T0" fmla="*/ 31 w 104"/>
                <a:gd name="T1" fmla="*/ 85 h 122"/>
                <a:gd name="T2" fmla="*/ 45 w 104"/>
                <a:gd name="T3" fmla="*/ 101 h 122"/>
                <a:gd name="T4" fmla="*/ 73 w 104"/>
                <a:gd name="T5" fmla="*/ 88 h 122"/>
                <a:gd name="T6" fmla="*/ 73 w 104"/>
                <a:gd name="T7" fmla="*/ 60 h 122"/>
                <a:gd name="T8" fmla="*/ 31 w 104"/>
                <a:gd name="T9" fmla="*/ 85 h 122"/>
                <a:gd name="T10" fmla="*/ 74 w 104"/>
                <a:gd name="T11" fmla="*/ 110 h 122"/>
                <a:gd name="T12" fmla="*/ 35 w 104"/>
                <a:gd name="T13" fmla="*/ 122 h 122"/>
                <a:gd name="T14" fmla="*/ 0 w 104"/>
                <a:gd name="T15" fmla="*/ 88 h 122"/>
                <a:gd name="T16" fmla="*/ 74 w 104"/>
                <a:gd name="T17" fmla="*/ 42 h 122"/>
                <a:gd name="T18" fmla="*/ 74 w 104"/>
                <a:gd name="T19" fmla="*/ 35 h 122"/>
                <a:gd name="T20" fmla="*/ 56 w 104"/>
                <a:gd name="T21" fmla="*/ 22 h 122"/>
                <a:gd name="T22" fmla="*/ 27 w 104"/>
                <a:gd name="T23" fmla="*/ 35 h 122"/>
                <a:gd name="T24" fmla="*/ 6 w 104"/>
                <a:gd name="T25" fmla="*/ 23 h 122"/>
                <a:gd name="T26" fmla="*/ 56 w 104"/>
                <a:gd name="T27" fmla="*/ 0 h 122"/>
                <a:gd name="T28" fmla="*/ 104 w 104"/>
                <a:gd name="T29" fmla="*/ 35 h 122"/>
                <a:gd name="T30" fmla="*/ 104 w 104"/>
                <a:gd name="T31" fmla="*/ 120 h 122"/>
                <a:gd name="T32" fmla="*/ 77 w 104"/>
                <a:gd name="T33" fmla="*/ 120 h 122"/>
                <a:gd name="T34" fmla="*/ 74 w 104"/>
                <a:gd name="T35" fmla="*/ 11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04" h="122">
                  <a:moveTo>
                    <a:pt x="31" y="85"/>
                  </a:moveTo>
                  <a:cubicBezTo>
                    <a:pt x="31" y="93"/>
                    <a:pt x="36" y="101"/>
                    <a:pt x="45" y="101"/>
                  </a:cubicBezTo>
                  <a:cubicBezTo>
                    <a:pt x="54" y="101"/>
                    <a:pt x="64" y="97"/>
                    <a:pt x="73" y="88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44" y="64"/>
                    <a:pt x="31" y="71"/>
                    <a:pt x="31" y="85"/>
                  </a:cubicBezTo>
                  <a:moveTo>
                    <a:pt x="74" y="110"/>
                  </a:moveTo>
                  <a:cubicBezTo>
                    <a:pt x="62" y="118"/>
                    <a:pt x="49" y="122"/>
                    <a:pt x="35" y="122"/>
                  </a:cubicBezTo>
                  <a:cubicBezTo>
                    <a:pt x="13" y="122"/>
                    <a:pt x="0" y="107"/>
                    <a:pt x="0" y="88"/>
                  </a:cubicBezTo>
                  <a:cubicBezTo>
                    <a:pt x="0" y="61"/>
                    <a:pt x="24" y="47"/>
                    <a:pt x="74" y="42"/>
                  </a:cubicBezTo>
                  <a:cubicBezTo>
                    <a:pt x="74" y="35"/>
                    <a:pt x="74" y="35"/>
                    <a:pt x="74" y="35"/>
                  </a:cubicBezTo>
                  <a:cubicBezTo>
                    <a:pt x="74" y="27"/>
                    <a:pt x="68" y="22"/>
                    <a:pt x="56" y="22"/>
                  </a:cubicBezTo>
                  <a:cubicBezTo>
                    <a:pt x="44" y="22"/>
                    <a:pt x="34" y="26"/>
                    <a:pt x="27" y="35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17" y="8"/>
                    <a:pt x="34" y="0"/>
                    <a:pt x="56" y="0"/>
                  </a:cubicBezTo>
                  <a:cubicBezTo>
                    <a:pt x="87" y="0"/>
                    <a:pt x="104" y="14"/>
                    <a:pt x="104" y="35"/>
                  </a:cubicBezTo>
                  <a:cubicBezTo>
                    <a:pt x="104" y="35"/>
                    <a:pt x="104" y="120"/>
                    <a:pt x="104" y="120"/>
                  </a:cubicBezTo>
                  <a:cubicBezTo>
                    <a:pt x="77" y="120"/>
                    <a:pt x="77" y="120"/>
                    <a:pt x="77" y="120"/>
                  </a:cubicBezTo>
                  <a:lnTo>
                    <a:pt x="74" y="1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878931" y="2650392"/>
              <a:ext cx="143311" cy="164031"/>
            </a:xfrm>
            <a:custGeom>
              <a:avLst/>
              <a:gdLst>
                <a:gd name="T0" fmla="*/ 0 w 105"/>
                <a:gd name="T1" fmla="*/ 6 h 120"/>
                <a:gd name="T2" fmla="*/ 25 w 105"/>
                <a:gd name="T3" fmla="*/ 2 h 120"/>
                <a:gd name="T4" fmla="*/ 28 w 105"/>
                <a:gd name="T5" fmla="*/ 16 h 120"/>
                <a:gd name="T6" fmla="*/ 68 w 105"/>
                <a:gd name="T7" fmla="*/ 0 h 120"/>
                <a:gd name="T8" fmla="*/ 105 w 105"/>
                <a:gd name="T9" fmla="*/ 38 h 120"/>
                <a:gd name="T10" fmla="*/ 105 w 105"/>
                <a:gd name="T11" fmla="*/ 120 h 120"/>
                <a:gd name="T12" fmla="*/ 74 w 105"/>
                <a:gd name="T13" fmla="*/ 120 h 120"/>
                <a:gd name="T14" fmla="*/ 74 w 105"/>
                <a:gd name="T15" fmla="*/ 44 h 120"/>
                <a:gd name="T16" fmla="*/ 59 w 105"/>
                <a:gd name="T17" fmla="*/ 23 h 120"/>
                <a:gd name="T18" fmla="*/ 30 w 105"/>
                <a:gd name="T19" fmla="*/ 36 h 120"/>
                <a:gd name="T20" fmla="*/ 30 w 105"/>
                <a:gd name="T21" fmla="*/ 120 h 120"/>
                <a:gd name="T22" fmla="*/ 0 w 105"/>
                <a:gd name="T23" fmla="*/ 120 h 120"/>
                <a:gd name="T24" fmla="*/ 0 w 105"/>
                <a:gd name="T25" fmla="*/ 6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5" h="120">
                  <a:moveTo>
                    <a:pt x="0" y="6"/>
                  </a:moveTo>
                  <a:cubicBezTo>
                    <a:pt x="25" y="2"/>
                    <a:pt x="25" y="2"/>
                    <a:pt x="25" y="2"/>
                  </a:cubicBezTo>
                  <a:cubicBezTo>
                    <a:pt x="28" y="16"/>
                    <a:pt x="28" y="16"/>
                    <a:pt x="28" y="16"/>
                  </a:cubicBezTo>
                  <a:cubicBezTo>
                    <a:pt x="42" y="6"/>
                    <a:pt x="54" y="0"/>
                    <a:pt x="68" y="0"/>
                  </a:cubicBezTo>
                  <a:cubicBezTo>
                    <a:pt x="92" y="0"/>
                    <a:pt x="105" y="13"/>
                    <a:pt x="105" y="38"/>
                  </a:cubicBezTo>
                  <a:cubicBezTo>
                    <a:pt x="105" y="120"/>
                    <a:pt x="105" y="120"/>
                    <a:pt x="105" y="120"/>
                  </a:cubicBezTo>
                  <a:cubicBezTo>
                    <a:pt x="74" y="120"/>
                    <a:pt x="74" y="120"/>
                    <a:pt x="74" y="120"/>
                  </a:cubicBezTo>
                  <a:cubicBezTo>
                    <a:pt x="74" y="44"/>
                    <a:pt x="74" y="44"/>
                    <a:pt x="74" y="44"/>
                  </a:cubicBezTo>
                  <a:cubicBezTo>
                    <a:pt x="74" y="29"/>
                    <a:pt x="70" y="23"/>
                    <a:pt x="59" y="23"/>
                  </a:cubicBezTo>
                  <a:cubicBezTo>
                    <a:pt x="50" y="23"/>
                    <a:pt x="41" y="27"/>
                    <a:pt x="30" y="36"/>
                  </a:cubicBezTo>
                  <a:cubicBezTo>
                    <a:pt x="30" y="120"/>
                    <a:pt x="30" y="120"/>
                    <a:pt x="30" y="120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1" name="Freeform 8"/>
            <p:cNvSpPr>
              <a:spLocks noEditPoints="1"/>
            </p:cNvSpPr>
            <p:nvPr/>
          </p:nvSpPr>
          <p:spPr bwMode="auto">
            <a:xfrm>
              <a:off x="1225411" y="2650392"/>
              <a:ext cx="149067" cy="166334"/>
            </a:xfrm>
            <a:custGeom>
              <a:avLst/>
              <a:gdLst>
                <a:gd name="T0" fmla="*/ 79 w 109"/>
                <a:gd name="T1" fmla="*/ 46 h 122"/>
                <a:gd name="T2" fmla="*/ 55 w 109"/>
                <a:gd name="T3" fmla="*/ 21 h 122"/>
                <a:gd name="T4" fmla="*/ 31 w 109"/>
                <a:gd name="T5" fmla="*/ 46 h 122"/>
                <a:gd name="T6" fmla="*/ 79 w 109"/>
                <a:gd name="T7" fmla="*/ 46 h 122"/>
                <a:gd name="T8" fmla="*/ 56 w 109"/>
                <a:gd name="T9" fmla="*/ 122 h 122"/>
                <a:gd name="T10" fmla="*/ 0 w 109"/>
                <a:gd name="T11" fmla="*/ 62 h 122"/>
                <a:gd name="T12" fmla="*/ 55 w 109"/>
                <a:gd name="T13" fmla="*/ 0 h 122"/>
                <a:gd name="T14" fmla="*/ 109 w 109"/>
                <a:gd name="T15" fmla="*/ 60 h 122"/>
                <a:gd name="T16" fmla="*/ 109 w 109"/>
                <a:gd name="T17" fmla="*/ 66 h 122"/>
                <a:gd name="T18" fmla="*/ 31 w 109"/>
                <a:gd name="T19" fmla="*/ 66 h 122"/>
                <a:gd name="T20" fmla="*/ 58 w 109"/>
                <a:gd name="T21" fmla="*/ 100 h 122"/>
                <a:gd name="T22" fmla="*/ 85 w 109"/>
                <a:gd name="T23" fmla="*/ 84 h 122"/>
                <a:gd name="T24" fmla="*/ 108 w 109"/>
                <a:gd name="T25" fmla="*/ 97 h 122"/>
                <a:gd name="T26" fmla="*/ 56 w 109"/>
                <a:gd name="T27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9" h="122">
                  <a:moveTo>
                    <a:pt x="79" y="46"/>
                  </a:moveTo>
                  <a:cubicBezTo>
                    <a:pt x="79" y="30"/>
                    <a:pt x="70" y="21"/>
                    <a:pt x="55" y="21"/>
                  </a:cubicBezTo>
                  <a:cubicBezTo>
                    <a:pt x="41" y="21"/>
                    <a:pt x="32" y="30"/>
                    <a:pt x="31" y="46"/>
                  </a:cubicBezTo>
                  <a:lnTo>
                    <a:pt x="79" y="46"/>
                  </a:lnTo>
                  <a:close/>
                  <a:moveTo>
                    <a:pt x="56" y="122"/>
                  </a:moveTo>
                  <a:cubicBezTo>
                    <a:pt x="21" y="122"/>
                    <a:pt x="0" y="100"/>
                    <a:pt x="0" y="62"/>
                  </a:cubicBezTo>
                  <a:cubicBezTo>
                    <a:pt x="0" y="22"/>
                    <a:pt x="21" y="0"/>
                    <a:pt x="55" y="0"/>
                  </a:cubicBezTo>
                  <a:cubicBezTo>
                    <a:pt x="89" y="0"/>
                    <a:pt x="109" y="22"/>
                    <a:pt x="109" y="60"/>
                  </a:cubicBezTo>
                  <a:cubicBezTo>
                    <a:pt x="109" y="62"/>
                    <a:pt x="109" y="64"/>
                    <a:pt x="109" y="66"/>
                  </a:cubicBezTo>
                  <a:cubicBezTo>
                    <a:pt x="31" y="66"/>
                    <a:pt x="31" y="66"/>
                    <a:pt x="31" y="66"/>
                  </a:cubicBezTo>
                  <a:cubicBezTo>
                    <a:pt x="31" y="88"/>
                    <a:pt x="40" y="100"/>
                    <a:pt x="58" y="100"/>
                  </a:cubicBezTo>
                  <a:cubicBezTo>
                    <a:pt x="70" y="100"/>
                    <a:pt x="78" y="95"/>
                    <a:pt x="85" y="84"/>
                  </a:cubicBezTo>
                  <a:cubicBezTo>
                    <a:pt x="108" y="97"/>
                    <a:pt x="108" y="97"/>
                    <a:pt x="108" y="97"/>
                  </a:cubicBezTo>
                  <a:cubicBezTo>
                    <a:pt x="98" y="114"/>
                    <a:pt x="80" y="122"/>
                    <a:pt x="56" y="1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15039" y="2650392"/>
              <a:ext cx="158276" cy="169211"/>
            </a:xfrm>
            <a:custGeom>
              <a:avLst/>
              <a:gdLst>
                <a:gd name="T0" fmla="*/ 58 w 116"/>
                <a:gd name="T1" fmla="*/ 26 h 124"/>
                <a:gd name="T2" fmla="*/ 31 w 116"/>
                <a:gd name="T3" fmla="*/ 62 h 124"/>
                <a:gd name="T4" fmla="*/ 58 w 116"/>
                <a:gd name="T5" fmla="*/ 98 h 124"/>
                <a:gd name="T6" fmla="*/ 85 w 116"/>
                <a:gd name="T7" fmla="*/ 62 h 124"/>
                <a:gd name="T8" fmla="*/ 58 w 116"/>
                <a:gd name="T9" fmla="*/ 26 h 124"/>
                <a:gd name="T10" fmla="*/ 58 w 116"/>
                <a:gd name="T11" fmla="*/ 124 h 124"/>
                <a:gd name="T12" fmla="*/ 0 w 116"/>
                <a:gd name="T13" fmla="*/ 62 h 124"/>
                <a:gd name="T14" fmla="*/ 58 w 116"/>
                <a:gd name="T15" fmla="*/ 0 h 124"/>
                <a:gd name="T16" fmla="*/ 116 w 116"/>
                <a:gd name="T17" fmla="*/ 62 h 124"/>
                <a:gd name="T18" fmla="*/ 58 w 116"/>
                <a:gd name="T1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6" h="124">
                  <a:moveTo>
                    <a:pt x="58" y="26"/>
                  </a:moveTo>
                  <a:cubicBezTo>
                    <a:pt x="35" y="26"/>
                    <a:pt x="31" y="47"/>
                    <a:pt x="31" y="62"/>
                  </a:cubicBezTo>
                  <a:cubicBezTo>
                    <a:pt x="31" y="77"/>
                    <a:pt x="35" y="98"/>
                    <a:pt x="58" y="98"/>
                  </a:cubicBezTo>
                  <a:cubicBezTo>
                    <a:pt x="81" y="98"/>
                    <a:pt x="85" y="77"/>
                    <a:pt x="85" y="62"/>
                  </a:cubicBezTo>
                  <a:cubicBezTo>
                    <a:pt x="85" y="47"/>
                    <a:pt x="81" y="26"/>
                    <a:pt x="58" y="26"/>
                  </a:cubicBezTo>
                  <a:moveTo>
                    <a:pt x="58" y="124"/>
                  </a:moveTo>
                  <a:cubicBezTo>
                    <a:pt x="27" y="124"/>
                    <a:pt x="0" y="104"/>
                    <a:pt x="0" y="62"/>
                  </a:cubicBezTo>
                  <a:cubicBezTo>
                    <a:pt x="0" y="19"/>
                    <a:pt x="27" y="0"/>
                    <a:pt x="58" y="0"/>
                  </a:cubicBezTo>
                  <a:cubicBezTo>
                    <a:pt x="88" y="0"/>
                    <a:pt x="116" y="19"/>
                    <a:pt x="116" y="62"/>
                  </a:cubicBezTo>
                  <a:cubicBezTo>
                    <a:pt x="116" y="104"/>
                    <a:pt x="88" y="124"/>
                    <a:pt x="58" y="12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602092" y="2650392"/>
              <a:ext cx="89785" cy="164031"/>
            </a:xfrm>
            <a:custGeom>
              <a:avLst/>
              <a:gdLst>
                <a:gd name="T0" fmla="*/ 0 w 66"/>
                <a:gd name="T1" fmla="*/ 3 h 120"/>
                <a:gd name="T2" fmla="*/ 30 w 66"/>
                <a:gd name="T3" fmla="*/ 3 h 120"/>
                <a:gd name="T4" fmla="*/ 30 w 66"/>
                <a:gd name="T5" fmla="*/ 17 h 120"/>
                <a:gd name="T6" fmla="*/ 62 w 66"/>
                <a:gd name="T7" fmla="*/ 0 h 120"/>
                <a:gd name="T8" fmla="*/ 66 w 66"/>
                <a:gd name="T9" fmla="*/ 1 h 120"/>
                <a:gd name="T10" fmla="*/ 66 w 66"/>
                <a:gd name="T11" fmla="*/ 30 h 120"/>
                <a:gd name="T12" fmla="*/ 64 w 66"/>
                <a:gd name="T13" fmla="*/ 30 h 120"/>
                <a:gd name="T14" fmla="*/ 32 w 66"/>
                <a:gd name="T15" fmla="*/ 42 h 120"/>
                <a:gd name="T16" fmla="*/ 32 w 66"/>
                <a:gd name="T17" fmla="*/ 120 h 120"/>
                <a:gd name="T18" fmla="*/ 0 w 66"/>
                <a:gd name="T19" fmla="*/ 120 h 120"/>
                <a:gd name="T20" fmla="*/ 0 w 66"/>
                <a:gd name="T21" fmla="*/ 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6" h="120">
                  <a:moveTo>
                    <a:pt x="0" y="3"/>
                  </a:moveTo>
                  <a:cubicBezTo>
                    <a:pt x="30" y="3"/>
                    <a:pt x="30" y="3"/>
                    <a:pt x="30" y="3"/>
                  </a:cubicBezTo>
                  <a:cubicBezTo>
                    <a:pt x="30" y="17"/>
                    <a:pt x="30" y="17"/>
                    <a:pt x="30" y="17"/>
                  </a:cubicBezTo>
                  <a:cubicBezTo>
                    <a:pt x="35" y="9"/>
                    <a:pt x="49" y="0"/>
                    <a:pt x="62" y="0"/>
                  </a:cubicBezTo>
                  <a:cubicBezTo>
                    <a:pt x="63" y="0"/>
                    <a:pt x="65" y="0"/>
                    <a:pt x="66" y="1"/>
                  </a:cubicBezTo>
                  <a:cubicBezTo>
                    <a:pt x="66" y="30"/>
                    <a:pt x="66" y="30"/>
                    <a:pt x="66" y="30"/>
                  </a:cubicBezTo>
                  <a:cubicBezTo>
                    <a:pt x="64" y="30"/>
                    <a:pt x="64" y="30"/>
                    <a:pt x="64" y="30"/>
                  </a:cubicBezTo>
                  <a:cubicBezTo>
                    <a:pt x="51" y="30"/>
                    <a:pt x="36" y="32"/>
                    <a:pt x="32" y="42"/>
                  </a:cubicBezTo>
                  <a:cubicBezTo>
                    <a:pt x="32" y="120"/>
                    <a:pt x="32" y="120"/>
                    <a:pt x="32" y="120"/>
                  </a:cubicBezTo>
                  <a:cubicBezTo>
                    <a:pt x="0" y="120"/>
                    <a:pt x="0" y="120"/>
                    <a:pt x="0" y="12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4" name="Freeform 11"/>
            <p:cNvSpPr>
              <a:spLocks noEditPoints="1"/>
            </p:cNvSpPr>
            <p:nvPr/>
          </p:nvSpPr>
          <p:spPr bwMode="auto">
            <a:xfrm>
              <a:off x="1051020" y="2650392"/>
              <a:ext cx="149642" cy="226766"/>
            </a:xfrm>
            <a:custGeom>
              <a:avLst/>
              <a:gdLst>
                <a:gd name="T0" fmla="*/ 110 w 110"/>
                <a:gd name="T1" fmla="*/ 2 h 166"/>
                <a:gd name="T2" fmla="*/ 110 w 110"/>
                <a:gd name="T3" fmla="*/ 114 h 166"/>
                <a:gd name="T4" fmla="*/ 52 w 110"/>
                <a:gd name="T5" fmla="*/ 166 h 166"/>
                <a:gd name="T6" fmla="*/ 3 w 110"/>
                <a:gd name="T7" fmla="*/ 137 h 166"/>
                <a:gd name="T8" fmla="*/ 34 w 110"/>
                <a:gd name="T9" fmla="*/ 132 h 166"/>
                <a:gd name="T10" fmla="*/ 56 w 110"/>
                <a:gd name="T11" fmla="*/ 143 h 166"/>
                <a:gd name="T12" fmla="*/ 80 w 110"/>
                <a:gd name="T13" fmla="*/ 117 h 166"/>
                <a:gd name="T14" fmla="*/ 80 w 110"/>
                <a:gd name="T15" fmla="*/ 104 h 166"/>
                <a:gd name="T16" fmla="*/ 79 w 110"/>
                <a:gd name="T17" fmla="*/ 103 h 166"/>
                <a:gd name="T18" fmla="*/ 49 w 110"/>
                <a:gd name="T19" fmla="*/ 120 h 166"/>
                <a:gd name="T20" fmla="*/ 0 w 110"/>
                <a:gd name="T21" fmla="*/ 62 h 166"/>
                <a:gd name="T22" fmla="*/ 47 w 110"/>
                <a:gd name="T23" fmla="*/ 0 h 166"/>
                <a:gd name="T24" fmla="*/ 81 w 110"/>
                <a:gd name="T25" fmla="*/ 17 h 166"/>
                <a:gd name="T26" fmla="*/ 81 w 110"/>
                <a:gd name="T27" fmla="*/ 16 h 166"/>
                <a:gd name="T28" fmla="*/ 84 w 110"/>
                <a:gd name="T29" fmla="*/ 2 h 166"/>
                <a:gd name="T30" fmla="*/ 110 w 110"/>
                <a:gd name="T31" fmla="*/ 2 h 166"/>
                <a:gd name="T32" fmla="*/ 55 w 110"/>
                <a:gd name="T33" fmla="*/ 95 h 166"/>
                <a:gd name="T34" fmla="*/ 80 w 110"/>
                <a:gd name="T35" fmla="*/ 55 h 166"/>
                <a:gd name="T36" fmla="*/ 54 w 110"/>
                <a:gd name="T37" fmla="*/ 22 h 166"/>
                <a:gd name="T38" fmla="*/ 31 w 110"/>
                <a:gd name="T39" fmla="*/ 57 h 166"/>
                <a:gd name="T40" fmla="*/ 55 w 110"/>
                <a:gd name="T41" fmla="*/ 95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0" h="166">
                  <a:moveTo>
                    <a:pt x="110" y="2"/>
                  </a:moveTo>
                  <a:cubicBezTo>
                    <a:pt x="110" y="114"/>
                    <a:pt x="110" y="114"/>
                    <a:pt x="110" y="114"/>
                  </a:cubicBezTo>
                  <a:cubicBezTo>
                    <a:pt x="110" y="133"/>
                    <a:pt x="108" y="166"/>
                    <a:pt x="52" y="166"/>
                  </a:cubicBezTo>
                  <a:cubicBezTo>
                    <a:pt x="29" y="166"/>
                    <a:pt x="8" y="157"/>
                    <a:pt x="3" y="137"/>
                  </a:cubicBezTo>
                  <a:cubicBezTo>
                    <a:pt x="34" y="132"/>
                    <a:pt x="34" y="132"/>
                    <a:pt x="34" y="132"/>
                  </a:cubicBezTo>
                  <a:cubicBezTo>
                    <a:pt x="35" y="138"/>
                    <a:pt x="39" y="143"/>
                    <a:pt x="56" y="143"/>
                  </a:cubicBezTo>
                  <a:cubicBezTo>
                    <a:pt x="72" y="143"/>
                    <a:pt x="80" y="136"/>
                    <a:pt x="80" y="117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79" y="103"/>
                    <a:pt x="79" y="103"/>
                    <a:pt x="79" y="103"/>
                  </a:cubicBezTo>
                  <a:cubicBezTo>
                    <a:pt x="74" y="112"/>
                    <a:pt x="67" y="120"/>
                    <a:pt x="49" y="120"/>
                  </a:cubicBezTo>
                  <a:cubicBezTo>
                    <a:pt x="22" y="120"/>
                    <a:pt x="0" y="101"/>
                    <a:pt x="0" y="62"/>
                  </a:cubicBezTo>
                  <a:cubicBezTo>
                    <a:pt x="0" y="22"/>
                    <a:pt x="22" y="0"/>
                    <a:pt x="47" y="0"/>
                  </a:cubicBezTo>
                  <a:cubicBezTo>
                    <a:pt x="71" y="0"/>
                    <a:pt x="79" y="11"/>
                    <a:pt x="81" y="17"/>
                  </a:cubicBezTo>
                  <a:cubicBezTo>
                    <a:pt x="81" y="16"/>
                    <a:pt x="81" y="16"/>
                    <a:pt x="81" y="16"/>
                  </a:cubicBezTo>
                  <a:cubicBezTo>
                    <a:pt x="84" y="2"/>
                    <a:pt x="84" y="2"/>
                    <a:pt x="84" y="2"/>
                  </a:cubicBezTo>
                  <a:lnTo>
                    <a:pt x="110" y="2"/>
                  </a:lnTo>
                  <a:close/>
                  <a:moveTo>
                    <a:pt x="55" y="95"/>
                  </a:moveTo>
                  <a:cubicBezTo>
                    <a:pt x="78" y="95"/>
                    <a:pt x="80" y="71"/>
                    <a:pt x="80" y="55"/>
                  </a:cubicBezTo>
                  <a:cubicBezTo>
                    <a:pt x="80" y="37"/>
                    <a:pt x="71" y="22"/>
                    <a:pt x="54" y="22"/>
                  </a:cubicBezTo>
                  <a:cubicBezTo>
                    <a:pt x="43" y="22"/>
                    <a:pt x="31" y="30"/>
                    <a:pt x="31" y="57"/>
                  </a:cubicBezTo>
                  <a:cubicBezTo>
                    <a:pt x="31" y="71"/>
                    <a:pt x="32" y="95"/>
                    <a:pt x="55" y="9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1348002" y="2593413"/>
              <a:ext cx="112232" cy="52950"/>
            </a:xfrm>
            <a:custGeom>
              <a:avLst/>
              <a:gdLst>
                <a:gd name="T0" fmla="*/ 195 w 195"/>
                <a:gd name="T1" fmla="*/ 92 h 92"/>
                <a:gd name="T2" fmla="*/ 178 w 195"/>
                <a:gd name="T3" fmla="*/ 92 h 92"/>
                <a:gd name="T4" fmla="*/ 178 w 195"/>
                <a:gd name="T5" fmla="*/ 16 h 92"/>
                <a:gd name="T6" fmla="*/ 178 w 195"/>
                <a:gd name="T7" fmla="*/ 16 h 92"/>
                <a:gd name="T8" fmla="*/ 147 w 195"/>
                <a:gd name="T9" fmla="*/ 92 h 92"/>
                <a:gd name="T10" fmla="*/ 138 w 195"/>
                <a:gd name="T11" fmla="*/ 92 h 92"/>
                <a:gd name="T12" fmla="*/ 110 w 195"/>
                <a:gd name="T13" fmla="*/ 16 h 92"/>
                <a:gd name="T14" fmla="*/ 107 w 195"/>
                <a:gd name="T15" fmla="*/ 16 h 92"/>
                <a:gd name="T16" fmla="*/ 107 w 195"/>
                <a:gd name="T17" fmla="*/ 92 h 92"/>
                <a:gd name="T18" fmla="*/ 93 w 195"/>
                <a:gd name="T19" fmla="*/ 92 h 92"/>
                <a:gd name="T20" fmla="*/ 93 w 195"/>
                <a:gd name="T21" fmla="*/ 0 h 92"/>
                <a:gd name="T22" fmla="*/ 117 w 195"/>
                <a:gd name="T23" fmla="*/ 0 h 92"/>
                <a:gd name="T24" fmla="*/ 145 w 195"/>
                <a:gd name="T25" fmla="*/ 71 h 92"/>
                <a:gd name="T26" fmla="*/ 171 w 195"/>
                <a:gd name="T27" fmla="*/ 0 h 92"/>
                <a:gd name="T28" fmla="*/ 195 w 195"/>
                <a:gd name="T29" fmla="*/ 0 h 92"/>
                <a:gd name="T30" fmla="*/ 195 w 195"/>
                <a:gd name="T31" fmla="*/ 92 h 92"/>
                <a:gd name="T32" fmla="*/ 74 w 195"/>
                <a:gd name="T33" fmla="*/ 14 h 92"/>
                <a:gd name="T34" fmla="*/ 46 w 195"/>
                <a:gd name="T35" fmla="*/ 14 h 92"/>
                <a:gd name="T36" fmla="*/ 46 w 195"/>
                <a:gd name="T37" fmla="*/ 92 h 92"/>
                <a:gd name="T38" fmla="*/ 31 w 195"/>
                <a:gd name="T39" fmla="*/ 92 h 92"/>
                <a:gd name="T40" fmla="*/ 31 w 195"/>
                <a:gd name="T41" fmla="*/ 14 h 92"/>
                <a:gd name="T42" fmla="*/ 0 w 195"/>
                <a:gd name="T43" fmla="*/ 14 h 92"/>
                <a:gd name="T44" fmla="*/ 0 w 195"/>
                <a:gd name="T45" fmla="*/ 0 h 92"/>
                <a:gd name="T46" fmla="*/ 74 w 195"/>
                <a:gd name="T47" fmla="*/ 0 h 92"/>
                <a:gd name="T48" fmla="*/ 74 w 195"/>
                <a:gd name="T49" fmla="*/ 14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5" h="92">
                  <a:moveTo>
                    <a:pt x="195" y="92"/>
                  </a:moveTo>
                  <a:lnTo>
                    <a:pt x="178" y="92"/>
                  </a:lnTo>
                  <a:lnTo>
                    <a:pt x="178" y="16"/>
                  </a:lnTo>
                  <a:lnTo>
                    <a:pt x="178" y="16"/>
                  </a:lnTo>
                  <a:lnTo>
                    <a:pt x="147" y="92"/>
                  </a:lnTo>
                  <a:lnTo>
                    <a:pt x="138" y="92"/>
                  </a:lnTo>
                  <a:lnTo>
                    <a:pt x="110" y="16"/>
                  </a:lnTo>
                  <a:lnTo>
                    <a:pt x="107" y="16"/>
                  </a:lnTo>
                  <a:lnTo>
                    <a:pt x="107" y="92"/>
                  </a:lnTo>
                  <a:lnTo>
                    <a:pt x="93" y="92"/>
                  </a:lnTo>
                  <a:lnTo>
                    <a:pt x="93" y="0"/>
                  </a:lnTo>
                  <a:lnTo>
                    <a:pt x="117" y="0"/>
                  </a:lnTo>
                  <a:lnTo>
                    <a:pt x="145" y="71"/>
                  </a:lnTo>
                  <a:lnTo>
                    <a:pt x="171" y="0"/>
                  </a:lnTo>
                  <a:lnTo>
                    <a:pt x="195" y="0"/>
                  </a:lnTo>
                  <a:lnTo>
                    <a:pt x="195" y="92"/>
                  </a:lnTo>
                  <a:close/>
                  <a:moveTo>
                    <a:pt x="74" y="14"/>
                  </a:moveTo>
                  <a:lnTo>
                    <a:pt x="46" y="14"/>
                  </a:lnTo>
                  <a:lnTo>
                    <a:pt x="46" y="92"/>
                  </a:lnTo>
                  <a:lnTo>
                    <a:pt x="31" y="92"/>
                  </a:lnTo>
                  <a:lnTo>
                    <a:pt x="31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74" y="0"/>
                  </a:lnTo>
                  <a:lnTo>
                    <a:pt x="7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Helvetica 75 Bold" panose="020B0804020202020204" pitchFamily="34" charset="0"/>
              </a:endParaRPr>
            </a:p>
          </p:txBody>
        </p:sp>
      </p:grp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5" y="266701"/>
            <a:ext cx="3033713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687" y="2704144"/>
            <a:ext cx="4831185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 and date</a:t>
            </a:r>
          </a:p>
        </p:txBody>
      </p: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0" lang="en-GB" sz="800" b="0" i="0" u="none" strike="noStrike" kern="1200" cap="none" spc="0" normalizeH="0" baseline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9" y="268292"/>
            <a:ext cx="8519642" cy="4284658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466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619545" y="4749146"/>
            <a:ext cx="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0" lang="en-GB" sz="800" b="0" i="0" u="none" strike="noStrike" kern="1200" cap="none" spc="0" normalizeH="0" baseline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3698"/>
            <a:ext cx="3968055" cy="336925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3698"/>
            <a:ext cx="3968055" cy="336441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200" y="268288"/>
            <a:ext cx="8519650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0" lang="en-GB" sz="800" b="0" i="0" u="none" strike="noStrike" kern="1200" cap="none" spc="0" normalizeH="0" baseline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6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kumimoji="0" lang="en-GB" sz="800" b="0" i="0" u="none" strike="noStrike" kern="1200" cap="none" spc="0" normalizeH="0" baseline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9650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20112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‹N°›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  <p:sp>
        <p:nvSpPr>
          <p:cNvPr id="4" name="MSIPCMContentMarking" descr="{&quot;HashCode&quot;:-309203560,&quot;Placement&quot;:&quot;Footer&quot;,&quot;Top&quot;:388.8,&quot;Left&quot;:315.058655,&quot;SlideWidth&quot;:720,&quot;SlideHeight&quot;:405}">
            <a:extLst>
              <a:ext uri="{FF2B5EF4-FFF2-40B4-BE49-F238E27FC236}">
                <a16:creationId xmlns:a16="http://schemas.microsoft.com/office/drawing/2014/main" id="{047AF41C-E449-4982-86F8-563707E6176D}"/>
              </a:ext>
            </a:extLst>
          </p:cNvPr>
          <p:cNvSpPr txBox="1"/>
          <p:nvPr userDrawn="1"/>
        </p:nvSpPr>
        <p:spPr>
          <a:xfrm>
            <a:off x="4001245" y="4937760"/>
            <a:ext cx="1141510" cy="205740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800">
                <a:solidFill>
                  <a:srgbClr val="ED7D31"/>
                </a:solidFill>
                <a:latin typeface="Helvetica 75 Bold" panose="020B0804020202020204" pitchFamily="34" charset="0"/>
              </a:rPr>
              <a:t>Orange Restricted</a:t>
            </a:r>
            <a:endParaRPr lang="fr-FR" sz="800" dirty="0" err="1">
              <a:solidFill>
                <a:srgbClr val="ED7D31"/>
              </a:solidFill>
              <a:latin typeface="Helvetica 75 Bold" panose="020B08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26" Type="http://schemas.openxmlformats.org/officeDocument/2006/relationships/image" Target="../media/image25.jpeg"/><Relationship Id="rId3" Type="http://schemas.openxmlformats.org/officeDocument/2006/relationships/image" Target="../media/image2.jpeg"/><Relationship Id="rId21" Type="http://schemas.openxmlformats.org/officeDocument/2006/relationships/image" Target="../media/image20.jpeg"/><Relationship Id="rId34" Type="http://schemas.openxmlformats.org/officeDocument/2006/relationships/image" Target="../media/image33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5" Type="http://schemas.openxmlformats.org/officeDocument/2006/relationships/image" Target="../media/image24.jpeg"/><Relationship Id="rId33" Type="http://schemas.openxmlformats.org/officeDocument/2006/relationships/image" Target="../media/image32.jpe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29" Type="http://schemas.openxmlformats.org/officeDocument/2006/relationships/image" Target="../media/image2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24" Type="http://schemas.openxmlformats.org/officeDocument/2006/relationships/image" Target="../media/image23.jpeg"/><Relationship Id="rId32" Type="http://schemas.openxmlformats.org/officeDocument/2006/relationships/image" Target="../media/image31.jpe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23" Type="http://schemas.openxmlformats.org/officeDocument/2006/relationships/image" Target="../media/image22.jpeg"/><Relationship Id="rId28" Type="http://schemas.openxmlformats.org/officeDocument/2006/relationships/image" Target="../media/image27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31" Type="http://schemas.openxmlformats.org/officeDocument/2006/relationships/image" Target="../media/image30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Relationship Id="rId22" Type="http://schemas.openxmlformats.org/officeDocument/2006/relationships/image" Target="../media/image21.jpeg"/><Relationship Id="rId27" Type="http://schemas.openxmlformats.org/officeDocument/2006/relationships/image" Target="../media/image26.jpeg"/><Relationship Id="rId30" Type="http://schemas.openxmlformats.org/officeDocument/2006/relationships/image" Target="../media/image29.jpeg"/><Relationship Id="rId35" Type="http://schemas.openxmlformats.org/officeDocument/2006/relationships/image" Target="../media/image34.jpeg"/><Relationship Id="rId8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26" Type="http://schemas.openxmlformats.org/officeDocument/2006/relationships/image" Target="../media/image25.jpeg"/><Relationship Id="rId3" Type="http://schemas.openxmlformats.org/officeDocument/2006/relationships/image" Target="../media/image2.jpeg"/><Relationship Id="rId21" Type="http://schemas.openxmlformats.org/officeDocument/2006/relationships/image" Target="../media/image20.jpeg"/><Relationship Id="rId34" Type="http://schemas.openxmlformats.org/officeDocument/2006/relationships/image" Target="../media/image33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5" Type="http://schemas.openxmlformats.org/officeDocument/2006/relationships/image" Target="../media/image24.jpeg"/><Relationship Id="rId33" Type="http://schemas.openxmlformats.org/officeDocument/2006/relationships/image" Target="../media/image32.jpe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29" Type="http://schemas.openxmlformats.org/officeDocument/2006/relationships/image" Target="../media/image2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24" Type="http://schemas.openxmlformats.org/officeDocument/2006/relationships/image" Target="../media/image23.jpeg"/><Relationship Id="rId32" Type="http://schemas.openxmlformats.org/officeDocument/2006/relationships/image" Target="../media/image31.jpe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23" Type="http://schemas.openxmlformats.org/officeDocument/2006/relationships/image" Target="../media/image22.jpeg"/><Relationship Id="rId28" Type="http://schemas.openxmlformats.org/officeDocument/2006/relationships/image" Target="../media/image27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31" Type="http://schemas.openxmlformats.org/officeDocument/2006/relationships/image" Target="../media/image30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Relationship Id="rId22" Type="http://schemas.openxmlformats.org/officeDocument/2006/relationships/image" Target="../media/image21.jpeg"/><Relationship Id="rId27" Type="http://schemas.openxmlformats.org/officeDocument/2006/relationships/image" Target="../media/image26.jpeg"/><Relationship Id="rId30" Type="http://schemas.openxmlformats.org/officeDocument/2006/relationships/image" Target="../media/image29.jpeg"/><Relationship Id="rId35" Type="http://schemas.openxmlformats.org/officeDocument/2006/relationships/image" Target="../media/image34.jpeg"/><Relationship Id="rId8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25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Country flags </a:t>
            </a:r>
            <a:r>
              <a:rPr lang="en-GB" dirty="0">
                <a:latin typeface="Century Gothic"/>
              </a:rPr>
              <a:t>― </a:t>
            </a:r>
            <a:r>
              <a:rPr lang="en-GB" dirty="0"/>
              <a:t>Orange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584187" y="1826119"/>
            <a:ext cx="462946" cy="734109"/>
            <a:chOff x="8056994" y="997563"/>
            <a:chExt cx="779024" cy="1235326"/>
          </a:xfrm>
        </p:grpSpPr>
        <p:grpSp>
          <p:nvGrpSpPr>
            <p:cNvPr id="54" name="Group 5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55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56" name="Picture 55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57" name="TextBox 56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Madagascar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8374667" y="1826119"/>
            <a:ext cx="462946" cy="734109"/>
            <a:chOff x="8056994" y="997563"/>
            <a:chExt cx="779024" cy="1235326"/>
          </a:xfrm>
        </p:grpSpPr>
        <p:grpSp>
          <p:nvGrpSpPr>
            <p:cNvPr id="59" name="Group 5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6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60" name="TextBox 5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Mauritius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688946" y="1826119"/>
            <a:ext cx="462946" cy="734109"/>
            <a:chOff x="8056994" y="997563"/>
            <a:chExt cx="779024" cy="1235326"/>
          </a:xfrm>
        </p:grpSpPr>
        <p:grpSp>
          <p:nvGrpSpPr>
            <p:cNvPr id="64" name="Group 6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6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67" name="Picture 66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65" name="TextBox 6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Luxemburg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4793705" y="1826119"/>
            <a:ext cx="462946" cy="734109"/>
            <a:chOff x="8056994" y="997563"/>
            <a:chExt cx="779024" cy="1235326"/>
          </a:xfrm>
        </p:grpSpPr>
        <p:grpSp>
          <p:nvGrpSpPr>
            <p:cNvPr id="69" name="Group 6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7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72" name="Picture 7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70" name="TextBox 6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Kenya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898464" y="1826119"/>
            <a:ext cx="462946" cy="734109"/>
            <a:chOff x="8056994" y="997563"/>
            <a:chExt cx="779024" cy="1235326"/>
          </a:xfrm>
        </p:grpSpPr>
        <p:grpSp>
          <p:nvGrpSpPr>
            <p:cNvPr id="74" name="Group 7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7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77" name="Picture 76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75" name="TextBox 7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Jordan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3003223" y="1826119"/>
            <a:ext cx="462946" cy="734109"/>
            <a:chOff x="8056994" y="997563"/>
            <a:chExt cx="779024" cy="1235326"/>
          </a:xfrm>
        </p:grpSpPr>
        <p:grpSp>
          <p:nvGrpSpPr>
            <p:cNvPr id="79" name="Group 7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8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82" name="Picture 81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80" name="TextBox 7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Ivory Coast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1212741" y="1826119"/>
            <a:ext cx="462946" cy="734109"/>
            <a:chOff x="8056994" y="997563"/>
            <a:chExt cx="779024" cy="1235326"/>
          </a:xfrm>
        </p:grpSpPr>
        <p:grpSp>
          <p:nvGrpSpPr>
            <p:cNvPr id="84" name="Group 8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8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87" name="Picture 86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85" name="TextBox 8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Guinea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7479428" y="1826119"/>
            <a:ext cx="462946" cy="734109"/>
            <a:chOff x="8056994" y="997563"/>
            <a:chExt cx="779024" cy="1235326"/>
          </a:xfrm>
        </p:grpSpPr>
        <p:grpSp>
          <p:nvGrpSpPr>
            <p:cNvPr id="89" name="Group 8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9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92" name="Picture 91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90" name="TextBox 8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Mali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317500" y="1826119"/>
            <a:ext cx="462946" cy="826442"/>
            <a:chOff x="8056994" y="997563"/>
            <a:chExt cx="779024" cy="1390700"/>
          </a:xfrm>
        </p:grpSpPr>
        <p:grpSp>
          <p:nvGrpSpPr>
            <p:cNvPr id="94" name="Group 9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9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97" name="Picture 96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95" name="TextBox 94"/>
            <p:cNvSpPr txBox="1"/>
            <p:nvPr/>
          </p:nvSpPr>
          <p:spPr>
            <a:xfrm>
              <a:off x="8056994" y="2077515"/>
              <a:ext cx="779024" cy="310748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Guinea Bissau</a:t>
              </a: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2107982" y="1826119"/>
            <a:ext cx="462946" cy="734109"/>
            <a:chOff x="8056994" y="997563"/>
            <a:chExt cx="779024" cy="1235326"/>
          </a:xfrm>
        </p:grpSpPr>
        <p:grpSp>
          <p:nvGrpSpPr>
            <p:cNvPr id="99" name="Group 9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0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02" name="Picture 101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00" name="TextBox 9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Iraq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6584187" y="2818981"/>
            <a:ext cx="462946" cy="734109"/>
            <a:chOff x="8056994" y="997563"/>
            <a:chExt cx="779024" cy="1235326"/>
          </a:xfrm>
        </p:grpSpPr>
        <p:grpSp>
          <p:nvGrpSpPr>
            <p:cNvPr id="104" name="Group 10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0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07" name="Picture 106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05" name="TextBox 10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Slovakia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8374667" y="2818981"/>
            <a:ext cx="462946" cy="734109"/>
            <a:chOff x="8056994" y="997563"/>
            <a:chExt cx="779024" cy="1235326"/>
          </a:xfrm>
        </p:grpSpPr>
        <p:grpSp>
          <p:nvGrpSpPr>
            <p:cNvPr id="109" name="Group 10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1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12" name="Picture 11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10" name="TextBox 10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Tunisia</a:t>
              </a: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5688946" y="2818981"/>
            <a:ext cx="462946" cy="734109"/>
            <a:chOff x="8056994" y="997563"/>
            <a:chExt cx="779024" cy="1235326"/>
          </a:xfrm>
        </p:grpSpPr>
        <p:grpSp>
          <p:nvGrpSpPr>
            <p:cNvPr id="114" name="Group 11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1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17" name="Picture 116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15" name="TextBox 11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Senegal</a:t>
              </a: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4793705" y="2818981"/>
            <a:ext cx="462946" cy="734109"/>
            <a:chOff x="8056994" y="997563"/>
            <a:chExt cx="779024" cy="1235326"/>
          </a:xfrm>
        </p:grpSpPr>
        <p:grpSp>
          <p:nvGrpSpPr>
            <p:cNvPr id="119" name="Group 11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2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22" name="Picture 121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20" name="TextBox 11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Romania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3898464" y="2818981"/>
            <a:ext cx="462946" cy="734109"/>
            <a:chOff x="8056994" y="997563"/>
            <a:chExt cx="779024" cy="1235326"/>
          </a:xfrm>
        </p:grpSpPr>
        <p:grpSp>
          <p:nvGrpSpPr>
            <p:cNvPr id="124" name="Group 12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2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27" name="Picture 126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25" name="TextBox 12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Portugal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3003223" y="2818981"/>
            <a:ext cx="462946" cy="734109"/>
            <a:chOff x="8056994" y="997563"/>
            <a:chExt cx="779024" cy="1235326"/>
          </a:xfrm>
        </p:grpSpPr>
        <p:grpSp>
          <p:nvGrpSpPr>
            <p:cNvPr id="129" name="Group 12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3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32" name="Picture 131"/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30" name="TextBox 12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Poland</a:t>
              </a:r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1212741" y="2818981"/>
            <a:ext cx="462946" cy="734109"/>
            <a:chOff x="8056994" y="997563"/>
            <a:chExt cx="779024" cy="1235326"/>
          </a:xfrm>
        </p:grpSpPr>
        <p:grpSp>
          <p:nvGrpSpPr>
            <p:cNvPr id="134" name="Group 13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3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37" name="Picture 136"/>
              <p:cNvPicPr>
                <a:picLocks noChangeAspect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90" t="6179" r="3089"/>
              <a:stretch/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35" name="TextBox 13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Morocco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7479428" y="2818981"/>
            <a:ext cx="462946" cy="734109"/>
            <a:chOff x="8056994" y="997563"/>
            <a:chExt cx="779024" cy="1235326"/>
          </a:xfrm>
        </p:grpSpPr>
        <p:grpSp>
          <p:nvGrpSpPr>
            <p:cNvPr id="139" name="Group 13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4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42" name="Picture 141"/>
              <p:cNvPicPr>
                <a:picLocks noChangeAspect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40" name="TextBox 13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Spain</a:t>
              </a: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317500" y="2818981"/>
            <a:ext cx="462946" cy="734109"/>
            <a:chOff x="8056994" y="997563"/>
            <a:chExt cx="779024" cy="1235326"/>
          </a:xfrm>
        </p:grpSpPr>
        <p:grpSp>
          <p:nvGrpSpPr>
            <p:cNvPr id="144" name="Group 14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4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47" name="Picture 146"/>
              <p:cNvPicPr>
                <a:picLocks noChangeAspect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45" name="TextBox 14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Moldova</a:t>
              </a:r>
            </a:p>
          </p:txBody>
        </p:sp>
      </p:grpSp>
      <p:grpSp>
        <p:nvGrpSpPr>
          <p:cNvPr id="148" name="Group 147"/>
          <p:cNvGrpSpPr/>
          <p:nvPr/>
        </p:nvGrpSpPr>
        <p:grpSpPr>
          <a:xfrm>
            <a:off x="2107982" y="2818981"/>
            <a:ext cx="462946" cy="734109"/>
            <a:chOff x="8056994" y="997563"/>
            <a:chExt cx="779024" cy="1235326"/>
          </a:xfrm>
        </p:grpSpPr>
        <p:grpSp>
          <p:nvGrpSpPr>
            <p:cNvPr id="149" name="Group 14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5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52" name="Picture 151"/>
              <p:cNvPicPr>
                <a:picLocks noChangeAspect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50" name="TextBox 14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Niger</a:t>
              </a:r>
            </a:p>
          </p:txBody>
        </p:sp>
      </p:grpSp>
      <p:grpSp>
        <p:nvGrpSpPr>
          <p:cNvPr id="154" name="Group 153"/>
          <p:cNvGrpSpPr/>
          <p:nvPr/>
        </p:nvGrpSpPr>
        <p:grpSpPr>
          <a:xfrm>
            <a:off x="6584187" y="3811843"/>
            <a:ext cx="462946" cy="609001"/>
            <a:chOff x="7809502" y="2446577"/>
            <a:chExt cx="668940" cy="879985"/>
          </a:xfrm>
        </p:grpSpPr>
        <p:sp>
          <p:nvSpPr>
            <p:cNvPr id="156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57" name="Picture 156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</p:spPr>
        </p:pic>
      </p:grpSp>
      <p:grpSp>
        <p:nvGrpSpPr>
          <p:cNvPr id="159" name="Group 158"/>
          <p:cNvGrpSpPr/>
          <p:nvPr/>
        </p:nvGrpSpPr>
        <p:grpSpPr>
          <a:xfrm>
            <a:off x="8374667" y="3811843"/>
            <a:ext cx="462946" cy="609001"/>
            <a:chOff x="7809502" y="2446577"/>
            <a:chExt cx="668940" cy="879985"/>
          </a:xfrm>
        </p:grpSpPr>
        <p:sp>
          <p:nvSpPr>
            <p:cNvPr id="161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62" name="Picture 161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</p:spPr>
        </p:pic>
      </p:grpSp>
      <p:grpSp>
        <p:nvGrpSpPr>
          <p:cNvPr id="164" name="Group 163"/>
          <p:cNvGrpSpPr/>
          <p:nvPr/>
        </p:nvGrpSpPr>
        <p:grpSpPr>
          <a:xfrm>
            <a:off x="5688946" y="3811843"/>
            <a:ext cx="462946" cy="609001"/>
            <a:chOff x="7809502" y="2446577"/>
            <a:chExt cx="668940" cy="879985"/>
          </a:xfrm>
        </p:grpSpPr>
        <p:sp>
          <p:nvSpPr>
            <p:cNvPr id="166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67" name="Picture 166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</p:spPr>
        </p:pic>
      </p:grpSp>
      <p:grpSp>
        <p:nvGrpSpPr>
          <p:cNvPr id="169" name="Group 168"/>
          <p:cNvGrpSpPr/>
          <p:nvPr/>
        </p:nvGrpSpPr>
        <p:grpSpPr>
          <a:xfrm>
            <a:off x="4793705" y="3811843"/>
            <a:ext cx="462946" cy="609001"/>
            <a:chOff x="7809502" y="2446577"/>
            <a:chExt cx="668940" cy="879985"/>
          </a:xfrm>
        </p:grpSpPr>
        <p:sp>
          <p:nvSpPr>
            <p:cNvPr id="171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72" name="Picture 171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</p:spPr>
        </p:pic>
      </p:grpSp>
      <p:grpSp>
        <p:nvGrpSpPr>
          <p:cNvPr id="174" name="Group 173"/>
          <p:cNvGrpSpPr/>
          <p:nvPr/>
        </p:nvGrpSpPr>
        <p:grpSpPr>
          <a:xfrm>
            <a:off x="3898464" y="3811843"/>
            <a:ext cx="462946" cy="609001"/>
            <a:chOff x="7809502" y="2446577"/>
            <a:chExt cx="668940" cy="879985"/>
          </a:xfrm>
        </p:grpSpPr>
        <p:sp>
          <p:nvSpPr>
            <p:cNvPr id="176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77" name="Picture 176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</p:spPr>
        </p:pic>
      </p:grpSp>
      <p:grpSp>
        <p:nvGrpSpPr>
          <p:cNvPr id="179" name="Group 178"/>
          <p:cNvGrpSpPr/>
          <p:nvPr/>
        </p:nvGrpSpPr>
        <p:grpSpPr>
          <a:xfrm>
            <a:off x="3003223" y="3811843"/>
            <a:ext cx="462946" cy="609001"/>
            <a:chOff x="7809502" y="2446577"/>
            <a:chExt cx="668940" cy="879985"/>
          </a:xfrm>
        </p:grpSpPr>
        <p:sp>
          <p:nvSpPr>
            <p:cNvPr id="181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82" name="Picture 181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</p:spPr>
        </p:pic>
      </p:grpSp>
      <p:grpSp>
        <p:nvGrpSpPr>
          <p:cNvPr id="183" name="Group 182"/>
          <p:cNvGrpSpPr/>
          <p:nvPr/>
        </p:nvGrpSpPr>
        <p:grpSpPr>
          <a:xfrm>
            <a:off x="1212741" y="3811843"/>
            <a:ext cx="462946" cy="826442"/>
            <a:chOff x="8056994" y="997563"/>
            <a:chExt cx="779024" cy="1390700"/>
          </a:xfrm>
        </p:grpSpPr>
        <p:grpSp>
          <p:nvGrpSpPr>
            <p:cNvPr id="184" name="Group 18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8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87" name="Picture 186"/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1"/>
                <a:ext cx="452011" cy="452012"/>
              </a:xfrm>
              <a:prstGeom prst="ellipse">
                <a:avLst/>
              </a:prstGeom>
            </p:spPr>
          </p:pic>
        </p:grpSp>
        <p:sp>
          <p:nvSpPr>
            <p:cNvPr id="185" name="TextBox 184"/>
            <p:cNvSpPr txBox="1"/>
            <p:nvPr/>
          </p:nvSpPr>
          <p:spPr>
            <a:xfrm>
              <a:off x="8056994" y="2077515"/>
              <a:ext cx="779024" cy="310748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United Kingdom</a:t>
              </a:r>
            </a:p>
          </p:txBody>
        </p:sp>
      </p:grpSp>
      <p:grpSp>
        <p:nvGrpSpPr>
          <p:cNvPr id="189" name="Group 188"/>
          <p:cNvGrpSpPr/>
          <p:nvPr/>
        </p:nvGrpSpPr>
        <p:grpSpPr>
          <a:xfrm>
            <a:off x="7479428" y="3811843"/>
            <a:ext cx="462946" cy="609001"/>
            <a:chOff x="7809502" y="2446577"/>
            <a:chExt cx="668940" cy="879985"/>
          </a:xfrm>
        </p:grpSpPr>
        <p:sp>
          <p:nvSpPr>
            <p:cNvPr id="191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92" name="Picture 191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</p:spPr>
        </p:pic>
      </p:grpSp>
      <p:grpSp>
        <p:nvGrpSpPr>
          <p:cNvPr id="193" name="Group 192"/>
          <p:cNvGrpSpPr/>
          <p:nvPr/>
        </p:nvGrpSpPr>
        <p:grpSpPr>
          <a:xfrm>
            <a:off x="317500" y="3811843"/>
            <a:ext cx="462946" cy="734109"/>
            <a:chOff x="8056994" y="997563"/>
            <a:chExt cx="779024" cy="1235326"/>
          </a:xfrm>
        </p:grpSpPr>
        <p:grpSp>
          <p:nvGrpSpPr>
            <p:cNvPr id="194" name="Group 19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9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97" name="Picture 196"/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95" name="TextBox 19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Uganda</a:t>
              </a:r>
            </a:p>
          </p:txBody>
        </p:sp>
      </p:grpSp>
      <p:grpSp>
        <p:nvGrpSpPr>
          <p:cNvPr id="198" name="Group 197"/>
          <p:cNvGrpSpPr/>
          <p:nvPr/>
        </p:nvGrpSpPr>
        <p:grpSpPr>
          <a:xfrm>
            <a:off x="2107982" y="3811843"/>
            <a:ext cx="462946" cy="734109"/>
            <a:chOff x="8056994" y="997563"/>
            <a:chExt cx="779024" cy="1235326"/>
          </a:xfrm>
        </p:grpSpPr>
        <p:grpSp>
          <p:nvGrpSpPr>
            <p:cNvPr id="199" name="Group 19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0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02" name="Picture 201"/>
              <p:cNvPicPr>
                <a:picLocks noChangeAspect="1"/>
              </p:cNvPicPr>
              <p:nvPr/>
            </p:nvPicPr>
            <p:blipFill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00" name="TextBox 19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Vanuatu</a:t>
              </a:r>
            </a:p>
          </p:txBody>
        </p:sp>
      </p:grpSp>
      <p:grpSp>
        <p:nvGrpSpPr>
          <p:cNvPr id="203" name="Group 202"/>
          <p:cNvGrpSpPr/>
          <p:nvPr/>
        </p:nvGrpSpPr>
        <p:grpSpPr>
          <a:xfrm>
            <a:off x="6584187" y="833257"/>
            <a:ext cx="462946" cy="734109"/>
            <a:chOff x="8056994" y="997563"/>
            <a:chExt cx="779024" cy="1235326"/>
          </a:xfrm>
        </p:grpSpPr>
        <p:grpSp>
          <p:nvGrpSpPr>
            <p:cNvPr id="204" name="Group 20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0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07" name="Picture 206"/>
              <p:cNvPicPr>
                <a:picLocks noChangeAspect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05" name="TextBox 20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Egypt</a:t>
              </a:r>
            </a:p>
          </p:txBody>
        </p:sp>
      </p:grpSp>
      <p:grpSp>
        <p:nvGrpSpPr>
          <p:cNvPr id="208" name="Group 207"/>
          <p:cNvGrpSpPr/>
          <p:nvPr/>
        </p:nvGrpSpPr>
        <p:grpSpPr>
          <a:xfrm>
            <a:off x="8374667" y="833257"/>
            <a:ext cx="462946" cy="734109"/>
            <a:chOff x="8056994" y="997563"/>
            <a:chExt cx="779024" cy="1235326"/>
          </a:xfrm>
        </p:grpSpPr>
        <p:grpSp>
          <p:nvGrpSpPr>
            <p:cNvPr id="209" name="Group 20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1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12" name="Picture 211"/>
              <p:cNvPicPr>
                <a:picLocks noChangeAspect="1"/>
              </p:cNvPicPr>
              <p:nvPr/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10" name="TextBox 20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France</a:t>
              </a:r>
            </a:p>
          </p:txBody>
        </p:sp>
      </p:grpSp>
      <p:grpSp>
        <p:nvGrpSpPr>
          <p:cNvPr id="213" name="Group 212"/>
          <p:cNvGrpSpPr/>
          <p:nvPr/>
        </p:nvGrpSpPr>
        <p:grpSpPr>
          <a:xfrm>
            <a:off x="5688946" y="833257"/>
            <a:ext cx="462946" cy="826442"/>
            <a:chOff x="8056994" y="997563"/>
            <a:chExt cx="779024" cy="1390700"/>
          </a:xfrm>
        </p:grpSpPr>
        <p:grpSp>
          <p:nvGrpSpPr>
            <p:cNvPr id="214" name="Group 21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1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17" name="Picture 216"/>
              <p:cNvPicPr>
                <a:picLocks noChangeAspect="1"/>
              </p:cNvPicPr>
              <p:nvPr/>
            </p:nvPicPr>
            <p:blipFill>
              <a:blip r:embed="rId2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15" name="TextBox 214"/>
            <p:cNvSpPr txBox="1"/>
            <p:nvPr/>
          </p:nvSpPr>
          <p:spPr>
            <a:xfrm>
              <a:off x="8056994" y="2077515"/>
              <a:ext cx="779024" cy="310748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Dominican Republic</a:t>
              </a:r>
            </a:p>
          </p:txBody>
        </p:sp>
      </p:grpSp>
      <p:grpSp>
        <p:nvGrpSpPr>
          <p:cNvPr id="218" name="Group 217"/>
          <p:cNvGrpSpPr/>
          <p:nvPr/>
        </p:nvGrpSpPr>
        <p:grpSpPr>
          <a:xfrm>
            <a:off x="4793705" y="833257"/>
            <a:ext cx="462946" cy="918775"/>
            <a:chOff x="8056994" y="997563"/>
            <a:chExt cx="779024" cy="1546074"/>
          </a:xfrm>
        </p:grpSpPr>
        <p:grpSp>
          <p:nvGrpSpPr>
            <p:cNvPr id="219" name="Group 21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2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22" name="Picture 221"/>
              <p:cNvPicPr>
                <a:picLocks noChangeAspect="1"/>
              </p:cNvPicPr>
              <p:nvPr/>
            </p:nvPicPr>
            <p:blipFill>
              <a:blip r:embed="rId2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20" name="TextBox 219"/>
            <p:cNvSpPr txBox="1"/>
            <p:nvPr/>
          </p:nvSpPr>
          <p:spPr>
            <a:xfrm>
              <a:off x="8056994" y="2077515"/>
              <a:ext cx="779024" cy="466122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Democratic Republic of the Congo</a:t>
              </a:r>
            </a:p>
          </p:txBody>
        </p:sp>
      </p:grpSp>
      <p:grpSp>
        <p:nvGrpSpPr>
          <p:cNvPr id="223" name="Group 222"/>
          <p:cNvGrpSpPr/>
          <p:nvPr/>
        </p:nvGrpSpPr>
        <p:grpSpPr>
          <a:xfrm>
            <a:off x="3898464" y="833257"/>
            <a:ext cx="462946" cy="826442"/>
            <a:chOff x="8056994" y="997563"/>
            <a:chExt cx="779024" cy="1390700"/>
          </a:xfrm>
        </p:grpSpPr>
        <p:grpSp>
          <p:nvGrpSpPr>
            <p:cNvPr id="224" name="Group 22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2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27" name="Picture 226"/>
              <p:cNvPicPr>
                <a:picLocks noChangeAspect="1"/>
              </p:cNvPicPr>
              <p:nvPr/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25" name="TextBox 224"/>
            <p:cNvSpPr txBox="1"/>
            <p:nvPr/>
          </p:nvSpPr>
          <p:spPr>
            <a:xfrm>
              <a:off x="8056994" y="2077515"/>
              <a:ext cx="779024" cy="310748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Centrafrican Republic</a:t>
              </a:r>
            </a:p>
          </p:txBody>
        </p:sp>
      </p:grpSp>
      <p:grpSp>
        <p:nvGrpSpPr>
          <p:cNvPr id="228" name="Group 227"/>
          <p:cNvGrpSpPr/>
          <p:nvPr/>
        </p:nvGrpSpPr>
        <p:grpSpPr>
          <a:xfrm>
            <a:off x="3003223" y="833257"/>
            <a:ext cx="462946" cy="734109"/>
            <a:chOff x="8056994" y="997563"/>
            <a:chExt cx="779024" cy="1235326"/>
          </a:xfrm>
        </p:grpSpPr>
        <p:grpSp>
          <p:nvGrpSpPr>
            <p:cNvPr id="229" name="Group 22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3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32" name="Picture 231"/>
              <p:cNvPicPr>
                <a:picLocks noChangeAspect="1"/>
              </p:cNvPicPr>
              <p:nvPr/>
            </p:nvPicPr>
            <p:blipFill>
              <a:blip r:embed="rId3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30" name="TextBox 22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Cameroon</a:t>
              </a:r>
            </a:p>
          </p:txBody>
        </p:sp>
      </p:grpSp>
      <p:grpSp>
        <p:nvGrpSpPr>
          <p:cNvPr id="233" name="Group 232"/>
          <p:cNvGrpSpPr/>
          <p:nvPr/>
        </p:nvGrpSpPr>
        <p:grpSpPr>
          <a:xfrm>
            <a:off x="1212741" y="833257"/>
            <a:ext cx="462946" cy="734109"/>
            <a:chOff x="8056994" y="997563"/>
            <a:chExt cx="779024" cy="1235326"/>
          </a:xfrm>
        </p:grpSpPr>
        <p:grpSp>
          <p:nvGrpSpPr>
            <p:cNvPr id="234" name="Group 23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3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37" name="Picture 236"/>
              <p:cNvPicPr>
                <a:picLocks noChangeAspect="1"/>
              </p:cNvPicPr>
              <p:nvPr/>
            </p:nvPicPr>
            <p:blipFill>
              <a:blip r:embed="rId3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35" name="TextBox 23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Belgium</a:t>
              </a:r>
            </a:p>
          </p:txBody>
        </p:sp>
      </p:grpSp>
      <p:grpSp>
        <p:nvGrpSpPr>
          <p:cNvPr id="238" name="Group 237"/>
          <p:cNvGrpSpPr/>
          <p:nvPr/>
        </p:nvGrpSpPr>
        <p:grpSpPr>
          <a:xfrm>
            <a:off x="7479428" y="833257"/>
            <a:ext cx="462946" cy="826442"/>
            <a:chOff x="8056994" y="997563"/>
            <a:chExt cx="779024" cy="1390700"/>
          </a:xfrm>
        </p:grpSpPr>
        <p:grpSp>
          <p:nvGrpSpPr>
            <p:cNvPr id="239" name="Group 23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4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42" name="Picture 241"/>
              <p:cNvPicPr>
                <a:picLocks noChangeAspect="1"/>
              </p:cNvPicPr>
              <p:nvPr/>
            </p:nvPicPr>
            <p:blipFill>
              <a:blip r:embed="rId3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40" name="TextBox 239"/>
            <p:cNvSpPr txBox="1"/>
            <p:nvPr/>
          </p:nvSpPr>
          <p:spPr>
            <a:xfrm>
              <a:off x="8056994" y="2077515"/>
              <a:ext cx="779024" cy="310748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Equatorial Guinea</a:t>
              </a:r>
            </a:p>
          </p:txBody>
        </p:sp>
      </p:grpSp>
      <p:grpSp>
        <p:nvGrpSpPr>
          <p:cNvPr id="243" name="Group 242"/>
          <p:cNvGrpSpPr/>
          <p:nvPr/>
        </p:nvGrpSpPr>
        <p:grpSpPr>
          <a:xfrm>
            <a:off x="317500" y="833257"/>
            <a:ext cx="462946" cy="734109"/>
            <a:chOff x="8056994" y="997563"/>
            <a:chExt cx="779024" cy="1235326"/>
          </a:xfrm>
        </p:grpSpPr>
        <p:grpSp>
          <p:nvGrpSpPr>
            <p:cNvPr id="244" name="Group 24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4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47" name="Picture 246"/>
              <p:cNvPicPr>
                <a:picLocks noChangeAspect="1"/>
              </p:cNvPicPr>
              <p:nvPr/>
            </p:nvPicPr>
            <p:blipFill>
              <a:blip r:embed="rId3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45" name="TextBox 24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Armenia</a:t>
              </a:r>
            </a:p>
          </p:txBody>
        </p:sp>
      </p:grpSp>
      <p:grpSp>
        <p:nvGrpSpPr>
          <p:cNvPr id="248" name="Group 247"/>
          <p:cNvGrpSpPr/>
          <p:nvPr/>
        </p:nvGrpSpPr>
        <p:grpSpPr>
          <a:xfrm>
            <a:off x="2107982" y="833257"/>
            <a:ext cx="462946" cy="734109"/>
            <a:chOff x="8056994" y="997563"/>
            <a:chExt cx="779024" cy="1235326"/>
          </a:xfrm>
        </p:grpSpPr>
        <p:grpSp>
          <p:nvGrpSpPr>
            <p:cNvPr id="249" name="Group 24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5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52" name="Picture 251"/>
              <p:cNvPicPr>
                <a:picLocks noChangeAspect="1"/>
              </p:cNvPicPr>
              <p:nvPr/>
            </p:nvPicPr>
            <p:blipFill>
              <a:blip r:embed="rId3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50" name="TextBox 24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Botswana</a:t>
              </a:r>
            </a:p>
          </p:txBody>
        </p:sp>
      </p:grpSp>
      <p:sp>
        <p:nvSpPr>
          <p:cNvPr id="254" name="TextBox 253"/>
          <p:cNvSpPr txBox="1"/>
          <p:nvPr/>
        </p:nvSpPr>
        <p:spPr>
          <a:xfrm>
            <a:off x="3898464" y="4553442"/>
            <a:ext cx="404391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600" dirty="0"/>
              <a:t>Additional pins to add other flags – to add a flag: click a blank pin, click again on the white circle.  </a:t>
            </a:r>
            <a:br>
              <a:rPr lang="en-GB" sz="600" dirty="0"/>
            </a:br>
            <a:r>
              <a:rPr lang="en-GB" sz="600" dirty="0"/>
              <a:t>Go to </a:t>
            </a:r>
            <a:r>
              <a:rPr lang="en-GB" sz="600" dirty="0">
                <a:solidFill>
                  <a:schemeClr val="bg2"/>
                </a:solidFill>
              </a:rPr>
              <a:t>PICTURE TOOLS</a:t>
            </a:r>
            <a:r>
              <a:rPr lang="en-GB" sz="600" dirty="0"/>
              <a:t>,</a:t>
            </a:r>
            <a:r>
              <a:rPr lang="en-GB" sz="600" dirty="0">
                <a:solidFill>
                  <a:schemeClr val="bg2"/>
                </a:solidFill>
              </a:rPr>
              <a:t> FORMAT </a:t>
            </a:r>
            <a:r>
              <a:rPr lang="en-GB" sz="600" dirty="0"/>
              <a:t>on the ribbon &gt; click on </a:t>
            </a:r>
            <a:r>
              <a:rPr lang="en-GB" sz="600" dirty="0">
                <a:solidFill>
                  <a:schemeClr val="bg2"/>
                </a:solidFill>
              </a:rPr>
              <a:t>Change Picture </a:t>
            </a:r>
            <a:r>
              <a:rPr lang="en-GB" sz="600" dirty="0"/>
              <a:t>and navigate to the jpg or </a:t>
            </a:r>
            <a:br>
              <a:rPr lang="en-GB" sz="600" dirty="0"/>
            </a:br>
            <a:r>
              <a:rPr lang="en-GB" sz="600" dirty="0" err="1"/>
              <a:t>png</a:t>
            </a:r>
            <a:r>
              <a:rPr lang="en-GB" sz="600" dirty="0"/>
              <a:t> image of the flag you have downloaded. Use the </a:t>
            </a:r>
            <a:r>
              <a:rPr lang="en-GB" sz="600" dirty="0">
                <a:solidFill>
                  <a:schemeClr val="bg2"/>
                </a:solidFill>
              </a:rPr>
              <a:t>Crop</a:t>
            </a:r>
            <a:r>
              <a:rPr lang="en-GB" sz="600" dirty="0"/>
              <a:t> tool to fit the flag to the circle if needed.</a:t>
            </a:r>
          </a:p>
        </p:txBody>
      </p:sp>
      <p:cxnSp>
        <p:nvCxnSpPr>
          <p:cNvPr id="260" name="Straight Connector 259"/>
          <p:cNvCxnSpPr/>
          <p:nvPr/>
        </p:nvCxnSpPr>
        <p:spPr>
          <a:xfrm flipH="1">
            <a:off x="3078286" y="4692906"/>
            <a:ext cx="895241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  <a:miter lim="800000"/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/>
          <p:cNvCxnSpPr/>
          <p:nvPr/>
        </p:nvCxnSpPr>
        <p:spPr>
          <a:xfrm flipH="1">
            <a:off x="7867310" y="4692906"/>
            <a:ext cx="895241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  <a:miter lim="800000"/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3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itle 25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Country flags </a:t>
            </a:r>
            <a:r>
              <a:rPr lang="en-GB" dirty="0">
                <a:latin typeface="Century Gothic"/>
              </a:rPr>
              <a:t>― </a:t>
            </a:r>
            <a:r>
              <a:rPr lang="en-GB" dirty="0"/>
              <a:t>Grey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6584187" y="1826119"/>
            <a:ext cx="462946" cy="734109"/>
            <a:chOff x="8056994" y="997563"/>
            <a:chExt cx="779024" cy="1235326"/>
          </a:xfrm>
        </p:grpSpPr>
        <p:grpSp>
          <p:nvGrpSpPr>
            <p:cNvPr id="54" name="Group 5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55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56" name="Picture 55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57" name="TextBox 56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Madagascar</a:t>
              </a:r>
            </a:p>
          </p:txBody>
        </p:sp>
      </p:grpSp>
      <p:grpSp>
        <p:nvGrpSpPr>
          <p:cNvPr id="58" name="Group 57"/>
          <p:cNvGrpSpPr/>
          <p:nvPr/>
        </p:nvGrpSpPr>
        <p:grpSpPr>
          <a:xfrm>
            <a:off x="8374667" y="1826119"/>
            <a:ext cx="462946" cy="734109"/>
            <a:chOff x="8056994" y="997563"/>
            <a:chExt cx="779024" cy="1235326"/>
          </a:xfrm>
        </p:grpSpPr>
        <p:grpSp>
          <p:nvGrpSpPr>
            <p:cNvPr id="59" name="Group 5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6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60" name="TextBox 5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Mauritius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5688946" y="1826119"/>
            <a:ext cx="462946" cy="734109"/>
            <a:chOff x="8056994" y="997563"/>
            <a:chExt cx="779024" cy="1235326"/>
          </a:xfrm>
        </p:grpSpPr>
        <p:grpSp>
          <p:nvGrpSpPr>
            <p:cNvPr id="64" name="Group 6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6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67" name="Picture 66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65" name="TextBox 6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Luxemburg</a:t>
              </a:r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4793705" y="1826119"/>
            <a:ext cx="462946" cy="734109"/>
            <a:chOff x="8056994" y="997563"/>
            <a:chExt cx="779024" cy="1235326"/>
          </a:xfrm>
        </p:grpSpPr>
        <p:grpSp>
          <p:nvGrpSpPr>
            <p:cNvPr id="69" name="Group 6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7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72" name="Picture 7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70" name="TextBox 6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Kenya</a:t>
              </a:r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3898464" y="1826119"/>
            <a:ext cx="462946" cy="734109"/>
            <a:chOff x="8056994" y="997563"/>
            <a:chExt cx="779024" cy="1235326"/>
          </a:xfrm>
        </p:grpSpPr>
        <p:grpSp>
          <p:nvGrpSpPr>
            <p:cNvPr id="74" name="Group 7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7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77" name="Picture 76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75" name="TextBox 7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Jordan</a:t>
              </a:r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3003223" y="1826119"/>
            <a:ext cx="462946" cy="734109"/>
            <a:chOff x="8056994" y="997563"/>
            <a:chExt cx="779024" cy="1235326"/>
          </a:xfrm>
        </p:grpSpPr>
        <p:grpSp>
          <p:nvGrpSpPr>
            <p:cNvPr id="79" name="Group 7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8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82" name="Picture 81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80" name="TextBox 7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Ivory Coast</a:t>
              </a:r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1212741" y="1826119"/>
            <a:ext cx="462946" cy="734109"/>
            <a:chOff x="8056994" y="997563"/>
            <a:chExt cx="779024" cy="1235326"/>
          </a:xfrm>
        </p:grpSpPr>
        <p:grpSp>
          <p:nvGrpSpPr>
            <p:cNvPr id="84" name="Group 8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8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87" name="Picture 86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85" name="TextBox 8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Guinea</a:t>
              </a:r>
            </a:p>
          </p:txBody>
        </p:sp>
      </p:grpSp>
      <p:grpSp>
        <p:nvGrpSpPr>
          <p:cNvPr id="88" name="Group 87"/>
          <p:cNvGrpSpPr/>
          <p:nvPr/>
        </p:nvGrpSpPr>
        <p:grpSpPr>
          <a:xfrm>
            <a:off x="7479428" y="1826119"/>
            <a:ext cx="462946" cy="734109"/>
            <a:chOff x="8056994" y="997563"/>
            <a:chExt cx="779024" cy="1235326"/>
          </a:xfrm>
        </p:grpSpPr>
        <p:grpSp>
          <p:nvGrpSpPr>
            <p:cNvPr id="89" name="Group 8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9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92" name="Picture 91"/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90" name="TextBox 8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Mali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317500" y="1826119"/>
            <a:ext cx="462946" cy="826442"/>
            <a:chOff x="8056994" y="997563"/>
            <a:chExt cx="779024" cy="1390700"/>
          </a:xfrm>
        </p:grpSpPr>
        <p:grpSp>
          <p:nvGrpSpPr>
            <p:cNvPr id="94" name="Group 9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9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97" name="Picture 96"/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95" name="TextBox 94"/>
            <p:cNvSpPr txBox="1"/>
            <p:nvPr/>
          </p:nvSpPr>
          <p:spPr>
            <a:xfrm>
              <a:off x="8056994" y="2077515"/>
              <a:ext cx="779024" cy="310748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Guinea Bissau</a:t>
              </a:r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2107982" y="1826119"/>
            <a:ext cx="462946" cy="734109"/>
            <a:chOff x="8056994" y="997563"/>
            <a:chExt cx="779024" cy="1235326"/>
          </a:xfrm>
        </p:grpSpPr>
        <p:grpSp>
          <p:nvGrpSpPr>
            <p:cNvPr id="99" name="Group 9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0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02" name="Picture 101"/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00" name="TextBox 9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Iraq</a:t>
              </a:r>
            </a:p>
          </p:txBody>
        </p:sp>
      </p:grpSp>
      <p:grpSp>
        <p:nvGrpSpPr>
          <p:cNvPr id="103" name="Group 102"/>
          <p:cNvGrpSpPr/>
          <p:nvPr/>
        </p:nvGrpSpPr>
        <p:grpSpPr>
          <a:xfrm>
            <a:off x="6584187" y="2818981"/>
            <a:ext cx="462946" cy="734109"/>
            <a:chOff x="8056994" y="997563"/>
            <a:chExt cx="779024" cy="1235326"/>
          </a:xfrm>
        </p:grpSpPr>
        <p:grpSp>
          <p:nvGrpSpPr>
            <p:cNvPr id="104" name="Group 10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0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07" name="Picture 106"/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05" name="TextBox 10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Slovakia</a:t>
              </a:r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8374667" y="2818981"/>
            <a:ext cx="462946" cy="734109"/>
            <a:chOff x="8056994" y="997563"/>
            <a:chExt cx="779024" cy="1235326"/>
          </a:xfrm>
        </p:grpSpPr>
        <p:grpSp>
          <p:nvGrpSpPr>
            <p:cNvPr id="109" name="Group 10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1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12" name="Picture 111"/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10" name="TextBox 10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Tunisia</a:t>
              </a: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5688946" y="2818981"/>
            <a:ext cx="462946" cy="734109"/>
            <a:chOff x="8056994" y="997563"/>
            <a:chExt cx="779024" cy="1235326"/>
          </a:xfrm>
        </p:grpSpPr>
        <p:grpSp>
          <p:nvGrpSpPr>
            <p:cNvPr id="114" name="Group 11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1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17" name="Picture 116"/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15" name="TextBox 11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Senegal</a:t>
              </a:r>
            </a:p>
          </p:txBody>
        </p:sp>
      </p:grpSp>
      <p:grpSp>
        <p:nvGrpSpPr>
          <p:cNvPr id="118" name="Group 117"/>
          <p:cNvGrpSpPr/>
          <p:nvPr/>
        </p:nvGrpSpPr>
        <p:grpSpPr>
          <a:xfrm>
            <a:off x="4793705" y="2818981"/>
            <a:ext cx="462946" cy="734109"/>
            <a:chOff x="8056994" y="997563"/>
            <a:chExt cx="779024" cy="1235326"/>
          </a:xfrm>
        </p:grpSpPr>
        <p:grpSp>
          <p:nvGrpSpPr>
            <p:cNvPr id="119" name="Group 11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2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22" name="Picture 121"/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20" name="TextBox 11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Romania</a:t>
              </a:r>
            </a:p>
          </p:txBody>
        </p:sp>
      </p:grpSp>
      <p:grpSp>
        <p:nvGrpSpPr>
          <p:cNvPr id="123" name="Group 122"/>
          <p:cNvGrpSpPr/>
          <p:nvPr/>
        </p:nvGrpSpPr>
        <p:grpSpPr>
          <a:xfrm>
            <a:off x="3898464" y="2818981"/>
            <a:ext cx="462946" cy="734109"/>
            <a:chOff x="8056994" y="997563"/>
            <a:chExt cx="779024" cy="1235326"/>
          </a:xfrm>
        </p:grpSpPr>
        <p:grpSp>
          <p:nvGrpSpPr>
            <p:cNvPr id="124" name="Group 12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2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27" name="Picture 126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25" name="TextBox 12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Portugal</a:t>
              </a:r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3003223" y="2818981"/>
            <a:ext cx="462946" cy="734109"/>
            <a:chOff x="8056994" y="997563"/>
            <a:chExt cx="779024" cy="1235326"/>
          </a:xfrm>
        </p:grpSpPr>
        <p:grpSp>
          <p:nvGrpSpPr>
            <p:cNvPr id="129" name="Group 12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3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32" name="Picture 131"/>
              <p:cNvPicPr>
                <a:picLocks noChangeAspect="1"/>
              </p:cNvPicPr>
              <p:nvPr/>
            </p:nvPicPr>
            <p:blipFill>
              <a:blip r:embed="rId1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30" name="TextBox 12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Poland</a:t>
              </a:r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1212741" y="2818981"/>
            <a:ext cx="462946" cy="734109"/>
            <a:chOff x="8056994" y="997563"/>
            <a:chExt cx="779024" cy="1235326"/>
          </a:xfrm>
        </p:grpSpPr>
        <p:grpSp>
          <p:nvGrpSpPr>
            <p:cNvPr id="134" name="Group 13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3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37" name="Picture 136"/>
              <p:cNvPicPr>
                <a:picLocks noChangeAspect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90" t="6179" r="3089"/>
              <a:stretch/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35" name="TextBox 13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Morocco</a:t>
              </a:r>
            </a:p>
          </p:txBody>
        </p:sp>
      </p:grpSp>
      <p:grpSp>
        <p:nvGrpSpPr>
          <p:cNvPr id="138" name="Group 137"/>
          <p:cNvGrpSpPr/>
          <p:nvPr/>
        </p:nvGrpSpPr>
        <p:grpSpPr>
          <a:xfrm>
            <a:off x="7479428" y="2818981"/>
            <a:ext cx="462946" cy="734109"/>
            <a:chOff x="8056994" y="997563"/>
            <a:chExt cx="779024" cy="1235326"/>
          </a:xfrm>
        </p:grpSpPr>
        <p:grpSp>
          <p:nvGrpSpPr>
            <p:cNvPr id="139" name="Group 13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4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42" name="Picture 141"/>
              <p:cNvPicPr>
                <a:picLocks noChangeAspect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40" name="TextBox 13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Spain</a:t>
              </a:r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317500" y="2818981"/>
            <a:ext cx="462946" cy="734109"/>
            <a:chOff x="8056994" y="997563"/>
            <a:chExt cx="779024" cy="1235326"/>
          </a:xfrm>
        </p:grpSpPr>
        <p:grpSp>
          <p:nvGrpSpPr>
            <p:cNvPr id="144" name="Group 14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4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47" name="Picture 146"/>
              <p:cNvPicPr>
                <a:picLocks noChangeAspect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45" name="TextBox 14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Moldova</a:t>
              </a:r>
            </a:p>
          </p:txBody>
        </p:sp>
      </p:grpSp>
      <p:grpSp>
        <p:nvGrpSpPr>
          <p:cNvPr id="148" name="Group 147"/>
          <p:cNvGrpSpPr/>
          <p:nvPr/>
        </p:nvGrpSpPr>
        <p:grpSpPr>
          <a:xfrm>
            <a:off x="2107982" y="2818981"/>
            <a:ext cx="462946" cy="734109"/>
            <a:chOff x="8056994" y="997563"/>
            <a:chExt cx="779024" cy="1235326"/>
          </a:xfrm>
        </p:grpSpPr>
        <p:grpSp>
          <p:nvGrpSpPr>
            <p:cNvPr id="149" name="Group 14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5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52" name="Picture 151"/>
              <p:cNvPicPr>
                <a:picLocks noChangeAspect="1"/>
              </p:cNvPicPr>
              <p:nvPr/>
            </p:nvPicPr>
            <p:blipFill>
              <a:blip r:embed="rId2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50" name="TextBox 14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Niger</a:t>
              </a:r>
            </a:p>
          </p:txBody>
        </p:sp>
      </p:grpSp>
      <p:grpSp>
        <p:nvGrpSpPr>
          <p:cNvPr id="154" name="Group 153"/>
          <p:cNvGrpSpPr/>
          <p:nvPr/>
        </p:nvGrpSpPr>
        <p:grpSpPr>
          <a:xfrm>
            <a:off x="6584187" y="3811843"/>
            <a:ext cx="462946" cy="609001"/>
            <a:chOff x="7809502" y="2446577"/>
            <a:chExt cx="668940" cy="879985"/>
          </a:xfrm>
          <a:solidFill>
            <a:schemeClr val="tx2"/>
          </a:solidFill>
        </p:grpSpPr>
        <p:sp>
          <p:nvSpPr>
            <p:cNvPr id="156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57" name="Picture 156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  <a:grpFill/>
          </p:spPr>
        </p:pic>
      </p:grpSp>
      <p:grpSp>
        <p:nvGrpSpPr>
          <p:cNvPr id="159" name="Group 158"/>
          <p:cNvGrpSpPr/>
          <p:nvPr/>
        </p:nvGrpSpPr>
        <p:grpSpPr>
          <a:xfrm>
            <a:off x="8374667" y="3811843"/>
            <a:ext cx="462946" cy="609001"/>
            <a:chOff x="7809502" y="2446577"/>
            <a:chExt cx="668940" cy="879985"/>
          </a:xfrm>
          <a:solidFill>
            <a:schemeClr val="tx2"/>
          </a:solidFill>
        </p:grpSpPr>
        <p:sp>
          <p:nvSpPr>
            <p:cNvPr id="161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62" name="Picture 161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  <a:grpFill/>
          </p:spPr>
        </p:pic>
      </p:grpSp>
      <p:grpSp>
        <p:nvGrpSpPr>
          <p:cNvPr id="164" name="Group 163"/>
          <p:cNvGrpSpPr/>
          <p:nvPr/>
        </p:nvGrpSpPr>
        <p:grpSpPr>
          <a:xfrm>
            <a:off x="5688946" y="3811843"/>
            <a:ext cx="462946" cy="609001"/>
            <a:chOff x="7809502" y="2446577"/>
            <a:chExt cx="668940" cy="879985"/>
          </a:xfrm>
          <a:solidFill>
            <a:schemeClr val="tx2"/>
          </a:solidFill>
        </p:grpSpPr>
        <p:sp>
          <p:nvSpPr>
            <p:cNvPr id="166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67" name="Picture 166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  <a:grpFill/>
          </p:spPr>
        </p:pic>
      </p:grpSp>
      <p:grpSp>
        <p:nvGrpSpPr>
          <p:cNvPr id="169" name="Group 168"/>
          <p:cNvGrpSpPr/>
          <p:nvPr/>
        </p:nvGrpSpPr>
        <p:grpSpPr>
          <a:xfrm>
            <a:off x="4793705" y="3811843"/>
            <a:ext cx="462946" cy="609001"/>
            <a:chOff x="7809502" y="2446577"/>
            <a:chExt cx="668940" cy="879985"/>
          </a:xfrm>
          <a:solidFill>
            <a:schemeClr val="tx2"/>
          </a:solidFill>
        </p:grpSpPr>
        <p:sp>
          <p:nvSpPr>
            <p:cNvPr id="171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72" name="Picture 171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  <a:grpFill/>
          </p:spPr>
        </p:pic>
      </p:grpSp>
      <p:grpSp>
        <p:nvGrpSpPr>
          <p:cNvPr id="174" name="Group 173"/>
          <p:cNvGrpSpPr/>
          <p:nvPr/>
        </p:nvGrpSpPr>
        <p:grpSpPr>
          <a:xfrm>
            <a:off x="3898464" y="3811843"/>
            <a:ext cx="462946" cy="609001"/>
            <a:chOff x="7809502" y="2446577"/>
            <a:chExt cx="668940" cy="879985"/>
          </a:xfrm>
          <a:solidFill>
            <a:schemeClr val="tx2"/>
          </a:solidFill>
        </p:grpSpPr>
        <p:sp>
          <p:nvSpPr>
            <p:cNvPr id="176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77" name="Picture 176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  <a:grpFill/>
          </p:spPr>
        </p:pic>
      </p:grpSp>
      <p:grpSp>
        <p:nvGrpSpPr>
          <p:cNvPr id="179" name="Group 178"/>
          <p:cNvGrpSpPr/>
          <p:nvPr/>
        </p:nvGrpSpPr>
        <p:grpSpPr>
          <a:xfrm>
            <a:off x="3003223" y="3811843"/>
            <a:ext cx="462946" cy="609001"/>
            <a:chOff x="7809502" y="2446577"/>
            <a:chExt cx="668940" cy="879985"/>
          </a:xfrm>
        </p:grpSpPr>
        <p:sp>
          <p:nvSpPr>
            <p:cNvPr id="181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82" name="Picture 181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</p:spPr>
        </p:pic>
      </p:grpSp>
      <p:grpSp>
        <p:nvGrpSpPr>
          <p:cNvPr id="183" name="Group 182"/>
          <p:cNvGrpSpPr/>
          <p:nvPr/>
        </p:nvGrpSpPr>
        <p:grpSpPr>
          <a:xfrm>
            <a:off x="1212741" y="3811843"/>
            <a:ext cx="462946" cy="826442"/>
            <a:chOff x="8056994" y="997563"/>
            <a:chExt cx="779024" cy="1390700"/>
          </a:xfrm>
        </p:grpSpPr>
        <p:grpSp>
          <p:nvGrpSpPr>
            <p:cNvPr id="184" name="Group 18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8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87" name="Picture 186"/>
              <p:cNvPicPr>
                <a:picLocks noChangeAspect="1"/>
              </p:cNvPicPr>
              <p:nvPr/>
            </p:nvPicPr>
            <p:blipFill>
              <a:blip r:embed="rId2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1"/>
                <a:ext cx="452011" cy="452012"/>
              </a:xfrm>
              <a:prstGeom prst="ellipse">
                <a:avLst/>
              </a:prstGeom>
            </p:spPr>
          </p:pic>
        </p:grpSp>
        <p:sp>
          <p:nvSpPr>
            <p:cNvPr id="185" name="TextBox 184"/>
            <p:cNvSpPr txBox="1"/>
            <p:nvPr/>
          </p:nvSpPr>
          <p:spPr>
            <a:xfrm>
              <a:off x="8056994" y="2077515"/>
              <a:ext cx="779024" cy="310748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United Kingdom</a:t>
              </a:r>
            </a:p>
          </p:txBody>
        </p:sp>
      </p:grpSp>
      <p:grpSp>
        <p:nvGrpSpPr>
          <p:cNvPr id="189" name="Group 188"/>
          <p:cNvGrpSpPr/>
          <p:nvPr/>
        </p:nvGrpSpPr>
        <p:grpSpPr>
          <a:xfrm>
            <a:off x="7479428" y="3811843"/>
            <a:ext cx="462946" cy="609001"/>
            <a:chOff x="7809502" y="2446577"/>
            <a:chExt cx="668940" cy="879985"/>
          </a:xfrm>
          <a:solidFill>
            <a:schemeClr val="tx2"/>
          </a:solidFill>
        </p:grpSpPr>
        <p:sp>
          <p:nvSpPr>
            <p:cNvPr id="191" name="Freeform 5"/>
            <p:cNvSpPr>
              <a:spLocks/>
            </p:cNvSpPr>
            <p:nvPr/>
          </p:nvSpPr>
          <p:spPr bwMode="auto">
            <a:xfrm>
              <a:off x="7809502" y="2446577"/>
              <a:ext cx="668940" cy="879985"/>
            </a:xfrm>
            <a:custGeom>
              <a:avLst/>
              <a:gdLst>
                <a:gd name="T0" fmla="*/ 1007 w 2014"/>
                <a:gd name="T1" fmla="*/ 2600 h 2600"/>
                <a:gd name="T2" fmla="*/ 1749 w 2014"/>
                <a:gd name="T3" fmla="*/ 1691 h 2600"/>
                <a:gd name="T4" fmla="*/ 2014 w 2014"/>
                <a:gd name="T5" fmla="*/ 1007 h 2600"/>
                <a:gd name="T6" fmla="*/ 1007 w 2014"/>
                <a:gd name="T7" fmla="*/ 0 h 2600"/>
                <a:gd name="T8" fmla="*/ 0 w 2014"/>
                <a:gd name="T9" fmla="*/ 1007 h 2600"/>
                <a:gd name="T10" fmla="*/ 190 w 2014"/>
                <a:gd name="T11" fmla="*/ 1595 h 2600"/>
                <a:gd name="T12" fmla="*/ 190 w 2014"/>
                <a:gd name="T13" fmla="*/ 1595 h 2600"/>
                <a:gd name="T14" fmla="*/ 191 w 2014"/>
                <a:gd name="T15" fmla="*/ 1597 h 2600"/>
                <a:gd name="T16" fmla="*/ 263 w 2014"/>
                <a:gd name="T17" fmla="*/ 1689 h 2600"/>
                <a:gd name="T18" fmla="*/ 1007 w 2014"/>
                <a:gd name="T19" fmla="*/ 2600 h 2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14" h="2600">
                  <a:moveTo>
                    <a:pt x="1007" y="2600"/>
                  </a:moveTo>
                  <a:cubicBezTo>
                    <a:pt x="1749" y="1691"/>
                    <a:pt x="1749" y="1691"/>
                    <a:pt x="1749" y="1691"/>
                  </a:cubicBezTo>
                  <a:cubicBezTo>
                    <a:pt x="1914" y="1512"/>
                    <a:pt x="2014" y="1269"/>
                    <a:pt x="2014" y="1007"/>
                  </a:cubicBezTo>
                  <a:cubicBezTo>
                    <a:pt x="2014" y="451"/>
                    <a:pt x="1563" y="0"/>
                    <a:pt x="1007" y="0"/>
                  </a:cubicBezTo>
                  <a:cubicBezTo>
                    <a:pt x="451" y="0"/>
                    <a:pt x="0" y="451"/>
                    <a:pt x="0" y="1007"/>
                  </a:cubicBezTo>
                  <a:cubicBezTo>
                    <a:pt x="0" y="1226"/>
                    <a:pt x="71" y="1429"/>
                    <a:pt x="190" y="1595"/>
                  </a:cubicBezTo>
                  <a:cubicBezTo>
                    <a:pt x="190" y="1595"/>
                    <a:pt x="190" y="1595"/>
                    <a:pt x="190" y="1595"/>
                  </a:cubicBezTo>
                  <a:cubicBezTo>
                    <a:pt x="191" y="1597"/>
                    <a:pt x="191" y="1597"/>
                    <a:pt x="191" y="1597"/>
                  </a:cubicBezTo>
                  <a:cubicBezTo>
                    <a:pt x="214" y="1628"/>
                    <a:pt x="238" y="1661"/>
                    <a:pt x="263" y="1689"/>
                  </a:cubicBezTo>
                  <a:lnTo>
                    <a:pt x="1007" y="26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900"/>
            </a:p>
          </p:txBody>
        </p:sp>
        <p:pic>
          <p:nvPicPr>
            <p:cNvPr id="192" name="Picture 191"/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7965" y="2555040"/>
              <a:ext cx="452012" cy="452012"/>
            </a:xfrm>
            <a:prstGeom prst="ellipse">
              <a:avLst/>
            </a:prstGeom>
            <a:grpFill/>
          </p:spPr>
        </p:pic>
      </p:grpSp>
      <p:grpSp>
        <p:nvGrpSpPr>
          <p:cNvPr id="193" name="Group 192"/>
          <p:cNvGrpSpPr/>
          <p:nvPr/>
        </p:nvGrpSpPr>
        <p:grpSpPr>
          <a:xfrm>
            <a:off x="317500" y="3811843"/>
            <a:ext cx="462946" cy="734109"/>
            <a:chOff x="8056994" y="997563"/>
            <a:chExt cx="779024" cy="1235326"/>
          </a:xfrm>
        </p:grpSpPr>
        <p:grpSp>
          <p:nvGrpSpPr>
            <p:cNvPr id="194" name="Group 19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19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197" name="Picture 196"/>
              <p:cNvPicPr>
                <a:picLocks noChangeAspect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195" name="TextBox 19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Uganda</a:t>
              </a:r>
            </a:p>
          </p:txBody>
        </p:sp>
      </p:grpSp>
      <p:grpSp>
        <p:nvGrpSpPr>
          <p:cNvPr id="198" name="Group 197"/>
          <p:cNvGrpSpPr/>
          <p:nvPr/>
        </p:nvGrpSpPr>
        <p:grpSpPr>
          <a:xfrm>
            <a:off x="2107982" y="3811843"/>
            <a:ext cx="462946" cy="734109"/>
            <a:chOff x="8056994" y="997563"/>
            <a:chExt cx="779024" cy="1235326"/>
          </a:xfrm>
        </p:grpSpPr>
        <p:grpSp>
          <p:nvGrpSpPr>
            <p:cNvPr id="199" name="Group 19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0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02" name="Picture 201"/>
              <p:cNvPicPr>
                <a:picLocks noChangeAspect="1"/>
              </p:cNvPicPr>
              <p:nvPr/>
            </p:nvPicPr>
            <p:blipFill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00" name="TextBox 19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Vanuatu</a:t>
              </a:r>
            </a:p>
          </p:txBody>
        </p:sp>
      </p:grpSp>
      <p:grpSp>
        <p:nvGrpSpPr>
          <p:cNvPr id="203" name="Group 202"/>
          <p:cNvGrpSpPr/>
          <p:nvPr/>
        </p:nvGrpSpPr>
        <p:grpSpPr>
          <a:xfrm>
            <a:off x="6584187" y="833257"/>
            <a:ext cx="462946" cy="734109"/>
            <a:chOff x="8056994" y="997563"/>
            <a:chExt cx="779024" cy="1235326"/>
          </a:xfrm>
        </p:grpSpPr>
        <p:grpSp>
          <p:nvGrpSpPr>
            <p:cNvPr id="204" name="Group 20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0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07" name="Picture 206"/>
              <p:cNvPicPr>
                <a:picLocks noChangeAspect="1"/>
              </p:cNvPicPr>
              <p:nvPr/>
            </p:nvPicPr>
            <p:blipFill>
              <a:blip r:embed="rId2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05" name="TextBox 20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Egypt</a:t>
              </a:r>
            </a:p>
          </p:txBody>
        </p:sp>
      </p:grpSp>
      <p:grpSp>
        <p:nvGrpSpPr>
          <p:cNvPr id="208" name="Group 207"/>
          <p:cNvGrpSpPr/>
          <p:nvPr/>
        </p:nvGrpSpPr>
        <p:grpSpPr>
          <a:xfrm>
            <a:off x="8374667" y="833257"/>
            <a:ext cx="462946" cy="734109"/>
            <a:chOff x="8056994" y="997563"/>
            <a:chExt cx="779024" cy="1235326"/>
          </a:xfrm>
        </p:grpSpPr>
        <p:grpSp>
          <p:nvGrpSpPr>
            <p:cNvPr id="209" name="Group 20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1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12" name="Picture 211"/>
              <p:cNvPicPr>
                <a:picLocks noChangeAspect="1"/>
              </p:cNvPicPr>
              <p:nvPr/>
            </p:nvPicPr>
            <p:blipFill>
              <a:blip r:embed="rId2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10" name="TextBox 20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France</a:t>
              </a:r>
            </a:p>
          </p:txBody>
        </p:sp>
      </p:grpSp>
      <p:grpSp>
        <p:nvGrpSpPr>
          <p:cNvPr id="213" name="Group 212"/>
          <p:cNvGrpSpPr/>
          <p:nvPr/>
        </p:nvGrpSpPr>
        <p:grpSpPr>
          <a:xfrm>
            <a:off x="5688946" y="833257"/>
            <a:ext cx="462946" cy="826442"/>
            <a:chOff x="8056994" y="997563"/>
            <a:chExt cx="779024" cy="1390700"/>
          </a:xfrm>
        </p:grpSpPr>
        <p:grpSp>
          <p:nvGrpSpPr>
            <p:cNvPr id="214" name="Group 21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1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17" name="Picture 216"/>
              <p:cNvPicPr>
                <a:picLocks noChangeAspect="1"/>
              </p:cNvPicPr>
              <p:nvPr/>
            </p:nvPicPr>
            <p:blipFill>
              <a:blip r:embed="rId2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15" name="TextBox 214"/>
            <p:cNvSpPr txBox="1"/>
            <p:nvPr/>
          </p:nvSpPr>
          <p:spPr>
            <a:xfrm>
              <a:off x="8056994" y="2077515"/>
              <a:ext cx="779024" cy="310748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Dominican Republic</a:t>
              </a:r>
            </a:p>
          </p:txBody>
        </p:sp>
      </p:grpSp>
      <p:grpSp>
        <p:nvGrpSpPr>
          <p:cNvPr id="218" name="Group 217"/>
          <p:cNvGrpSpPr/>
          <p:nvPr/>
        </p:nvGrpSpPr>
        <p:grpSpPr>
          <a:xfrm>
            <a:off x="4793705" y="833257"/>
            <a:ext cx="462946" cy="918775"/>
            <a:chOff x="8056994" y="997563"/>
            <a:chExt cx="779024" cy="1546074"/>
          </a:xfrm>
        </p:grpSpPr>
        <p:grpSp>
          <p:nvGrpSpPr>
            <p:cNvPr id="219" name="Group 21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2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22" name="Picture 221"/>
              <p:cNvPicPr>
                <a:picLocks noChangeAspect="1"/>
              </p:cNvPicPr>
              <p:nvPr/>
            </p:nvPicPr>
            <p:blipFill>
              <a:blip r:embed="rId2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20" name="TextBox 219"/>
            <p:cNvSpPr txBox="1"/>
            <p:nvPr/>
          </p:nvSpPr>
          <p:spPr>
            <a:xfrm>
              <a:off x="8056994" y="2077515"/>
              <a:ext cx="779024" cy="466122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Democratic Republic of the Congo</a:t>
              </a:r>
            </a:p>
          </p:txBody>
        </p:sp>
      </p:grpSp>
      <p:grpSp>
        <p:nvGrpSpPr>
          <p:cNvPr id="223" name="Group 222"/>
          <p:cNvGrpSpPr/>
          <p:nvPr/>
        </p:nvGrpSpPr>
        <p:grpSpPr>
          <a:xfrm>
            <a:off x="3898464" y="833257"/>
            <a:ext cx="462946" cy="826442"/>
            <a:chOff x="8056994" y="997563"/>
            <a:chExt cx="779024" cy="1390700"/>
          </a:xfrm>
        </p:grpSpPr>
        <p:grpSp>
          <p:nvGrpSpPr>
            <p:cNvPr id="224" name="Group 22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2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27" name="Picture 226"/>
              <p:cNvPicPr>
                <a:picLocks noChangeAspect="1"/>
              </p:cNvPicPr>
              <p:nvPr/>
            </p:nvPicPr>
            <p:blipFill>
              <a:blip r:embed="rId3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25" name="TextBox 224"/>
            <p:cNvSpPr txBox="1"/>
            <p:nvPr/>
          </p:nvSpPr>
          <p:spPr>
            <a:xfrm>
              <a:off x="8056994" y="2077515"/>
              <a:ext cx="779024" cy="310748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Centrafrican Republic</a:t>
              </a:r>
            </a:p>
          </p:txBody>
        </p:sp>
      </p:grpSp>
      <p:grpSp>
        <p:nvGrpSpPr>
          <p:cNvPr id="228" name="Group 227"/>
          <p:cNvGrpSpPr/>
          <p:nvPr/>
        </p:nvGrpSpPr>
        <p:grpSpPr>
          <a:xfrm>
            <a:off x="3003223" y="833257"/>
            <a:ext cx="462946" cy="734109"/>
            <a:chOff x="8056994" y="997563"/>
            <a:chExt cx="779024" cy="1235326"/>
          </a:xfrm>
        </p:grpSpPr>
        <p:grpSp>
          <p:nvGrpSpPr>
            <p:cNvPr id="229" name="Group 22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3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32" name="Picture 231"/>
              <p:cNvPicPr>
                <a:picLocks noChangeAspect="1"/>
              </p:cNvPicPr>
              <p:nvPr/>
            </p:nvPicPr>
            <p:blipFill>
              <a:blip r:embed="rId3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30" name="TextBox 22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Cameroon</a:t>
              </a:r>
            </a:p>
          </p:txBody>
        </p:sp>
      </p:grpSp>
      <p:grpSp>
        <p:nvGrpSpPr>
          <p:cNvPr id="233" name="Group 232"/>
          <p:cNvGrpSpPr/>
          <p:nvPr/>
        </p:nvGrpSpPr>
        <p:grpSpPr>
          <a:xfrm>
            <a:off x="1212741" y="833257"/>
            <a:ext cx="462946" cy="734109"/>
            <a:chOff x="8056994" y="997563"/>
            <a:chExt cx="779024" cy="1235326"/>
          </a:xfrm>
        </p:grpSpPr>
        <p:grpSp>
          <p:nvGrpSpPr>
            <p:cNvPr id="234" name="Group 23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3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37" name="Picture 236"/>
              <p:cNvPicPr>
                <a:picLocks noChangeAspect="1"/>
              </p:cNvPicPr>
              <p:nvPr/>
            </p:nvPicPr>
            <p:blipFill>
              <a:blip r:embed="rId3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35" name="TextBox 23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Belgium</a:t>
              </a:r>
            </a:p>
          </p:txBody>
        </p:sp>
      </p:grpSp>
      <p:grpSp>
        <p:nvGrpSpPr>
          <p:cNvPr id="238" name="Group 237"/>
          <p:cNvGrpSpPr/>
          <p:nvPr/>
        </p:nvGrpSpPr>
        <p:grpSpPr>
          <a:xfrm>
            <a:off x="7479428" y="833257"/>
            <a:ext cx="462946" cy="826442"/>
            <a:chOff x="8056994" y="997563"/>
            <a:chExt cx="779024" cy="1390700"/>
          </a:xfrm>
        </p:grpSpPr>
        <p:grpSp>
          <p:nvGrpSpPr>
            <p:cNvPr id="239" name="Group 23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4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42" name="Picture 241"/>
              <p:cNvPicPr>
                <a:picLocks noChangeAspect="1"/>
              </p:cNvPicPr>
              <p:nvPr/>
            </p:nvPicPr>
            <p:blipFill>
              <a:blip r:embed="rId3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40" name="TextBox 239"/>
            <p:cNvSpPr txBox="1"/>
            <p:nvPr/>
          </p:nvSpPr>
          <p:spPr>
            <a:xfrm>
              <a:off x="8056994" y="2077515"/>
              <a:ext cx="779024" cy="310748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Equatorial Guinea</a:t>
              </a:r>
            </a:p>
          </p:txBody>
        </p:sp>
      </p:grpSp>
      <p:grpSp>
        <p:nvGrpSpPr>
          <p:cNvPr id="243" name="Group 242"/>
          <p:cNvGrpSpPr/>
          <p:nvPr/>
        </p:nvGrpSpPr>
        <p:grpSpPr>
          <a:xfrm>
            <a:off x="317500" y="833257"/>
            <a:ext cx="462946" cy="734109"/>
            <a:chOff x="8056994" y="997563"/>
            <a:chExt cx="779024" cy="1235326"/>
          </a:xfrm>
        </p:grpSpPr>
        <p:grpSp>
          <p:nvGrpSpPr>
            <p:cNvPr id="244" name="Group 243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46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47" name="Picture 246"/>
              <p:cNvPicPr>
                <a:picLocks noChangeAspect="1"/>
              </p:cNvPicPr>
              <p:nvPr/>
            </p:nvPicPr>
            <p:blipFill>
              <a:blip r:embed="rId3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45" name="TextBox 244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Armenia</a:t>
              </a:r>
            </a:p>
          </p:txBody>
        </p:sp>
      </p:grpSp>
      <p:grpSp>
        <p:nvGrpSpPr>
          <p:cNvPr id="248" name="Group 247"/>
          <p:cNvGrpSpPr/>
          <p:nvPr/>
        </p:nvGrpSpPr>
        <p:grpSpPr>
          <a:xfrm>
            <a:off x="2107982" y="833257"/>
            <a:ext cx="462946" cy="734109"/>
            <a:chOff x="8056994" y="997563"/>
            <a:chExt cx="779024" cy="1235326"/>
          </a:xfrm>
        </p:grpSpPr>
        <p:grpSp>
          <p:nvGrpSpPr>
            <p:cNvPr id="249" name="Group 248"/>
            <p:cNvGrpSpPr/>
            <p:nvPr/>
          </p:nvGrpSpPr>
          <p:grpSpPr>
            <a:xfrm>
              <a:off x="8056994" y="997563"/>
              <a:ext cx="779024" cy="1024799"/>
              <a:chOff x="7809502" y="2446577"/>
              <a:chExt cx="668940" cy="879985"/>
            </a:xfrm>
          </p:grpSpPr>
          <p:sp>
            <p:nvSpPr>
              <p:cNvPr id="251" name="Freeform 5"/>
              <p:cNvSpPr>
                <a:spLocks/>
              </p:cNvSpPr>
              <p:nvPr/>
            </p:nvSpPr>
            <p:spPr bwMode="auto">
              <a:xfrm>
                <a:off x="7809502" y="2446577"/>
                <a:ext cx="668940" cy="879985"/>
              </a:xfrm>
              <a:custGeom>
                <a:avLst/>
                <a:gdLst>
                  <a:gd name="T0" fmla="*/ 1007 w 2014"/>
                  <a:gd name="T1" fmla="*/ 2600 h 2600"/>
                  <a:gd name="T2" fmla="*/ 1749 w 2014"/>
                  <a:gd name="T3" fmla="*/ 1691 h 2600"/>
                  <a:gd name="T4" fmla="*/ 2014 w 2014"/>
                  <a:gd name="T5" fmla="*/ 1007 h 2600"/>
                  <a:gd name="T6" fmla="*/ 1007 w 2014"/>
                  <a:gd name="T7" fmla="*/ 0 h 2600"/>
                  <a:gd name="T8" fmla="*/ 0 w 2014"/>
                  <a:gd name="T9" fmla="*/ 1007 h 2600"/>
                  <a:gd name="T10" fmla="*/ 190 w 2014"/>
                  <a:gd name="T11" fmla="*/ 1595 h 2600"/>
                  <a:gd name="T12" fmla="*/ 190 w 2014"/>
                  <a:gd name="T13" fmla="*/ 1595 h 2600"/>
                  <a:gd name="T14" fmla="*/ 191 w 2014"/>
                  <a:gd name="T15" fmla="*/ 1597 h 2600"/>
                  <a:gd name="T16" fmla="*/ 263 w 2014"/>
                  <a:gd name="T17" fmla="*/ 1689 h 2600"/>
                  <a:gd name="T18" fmla="*/ 1007 w 2014"/>
                  <a:gd name="T19" fmla="*/ 2600 h 2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14" h="2600">
                    <a:moveTo>
                      <a:pt x="1007" y="2600"/>
                    </a:moveTo>
                    <a:cubicBezTo>
                      <a:pt x="1749" y="1691"/>
                      <a:pt x="1749" y="1691"/>
                      <a:pt x="1749" y="1691"/>
                    </a:cubicBezTo>
                    <a:cubicBezTo>
                      <a:pt x="1914" y="1512"/>
                      <a:pt x="2014" y="1269"/>
                      <a:pt x="2014" y="1007"/>
                    </a:cubicBezTo>
                    <a:cubicBezTo>
                      <a:pt x="2014" y="451"/>
                      <a:pt x="1563" y="0"/>
                      <a:pt x="1007" y="0"/>
                    </a:cubicBezTo>
                    <a:cubicBezTo>
                      <a:pt x="451" y="0"/>
                      <a:pt x="0" y="451"/>
                      <a:pt x="0" y="1007"/>
                    </a:cubicBezTo>
                    <a:cubicBezTo>
                      <a:pt x="0" y="1226"/>
                      <a:pt x="71" y="1429"/>
                      <a:pt x="190" y="1595"/>
                    </a:cubicBezTo>
                    <a:cubicBezTo>
                      <a:pt x="190" y="1595"/>
                      <a:pt x="190" y="1595"/>
                      <a:pt x="190" y="1595"/>
                    </a:cubicBezTo>
                    <a:cubicBezTo>
                      <a:pt x="191" y="1597"/>
                      <a:pt x="191" y="1597"/>
                      <a:pt x="191" y="1597"/>
                    </a:cubicBezTo>
                    <a:cubicBezTo>
                      <a:pt x="214" y="1628"/>
                      <a:pt x="238" y="1661"/>
                      <a:pt x="263" y="1689"/>
                    </a:cubicBezTo>
                    <a:lnTo>
                      <a:pt x="1007" y="260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sz="900"/>
              </a:p>
            </p:txBody>
          </p:sp>
          <p:pic>
            <p:nvPicPr>
              <p:cNvPr id="252" name="Picture 251"/>
              <p:cNvPicPr>
                <a:picLocks noChangeAspect="1"/>
              </p:cNvPicPr>
              <p:nvPr/>
            </p:nvPicPr>
            <p:blipFill>
              <a:blip r:embed="rId3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17965" y="2555040"/>
                <a:ext cx="452012" cy="452012"/>
              </a:xfrm>
              <a:prstGeom prst="ellipse">
                <a:avLst/>
              </a:prstGeom>
            </p:spPr>
          </p:pic>
        </p:grpSp>
        <p:sp>
          <p:nvSpPr>
            <p:cNvPr id="250" name="TextBox 249"/>
            <p:cNvSpPr txBox="1"/>
            <p:nvPr/>
          </p:nvSpPr>
          <p:spPr>
            <a:xfrm>
              <a:off x="8056994" y="2077515"/>
              <a:ext cx="779024" cy="155374"/>
            </a:xfrm>
            <a:prstGeom prst="rect">
              <a:avLst/>
            </a:prstGeom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GB" sz="600" dirty="0"/>
                <a:t>Botswana</a:t>
              </a:r>
            </a:p>
          </p:txBody>
        </p:sp>
      </p:grpSp>
      <p:sp>
        <p:nvSpPr>
          <p:cNvPr id="255" name="TextBox 254"/>
          <p:cNvSpPr txBox="1"/>
          <p:nvPr/>
        </p:nvSpPr>
        <p:spPr>
          <a:xfrm>
            <a:off x="3898464" y="4553442"/>
            <a:ext cx="4043910" cy="27699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600" dirty="0"/>
              <a:t>Additional pins to add other flags – to add a flag: click a blank pin, click again on the white circle.  </a:t>
            </a:r>
            <a:br>
              <a:rPr lang="en-GB" sz="600" dirty="0"/>
            </a:br>
            <a:r>
              <a:rPr lang="en-GB" sz="600" dirty="0"/>
              <a:t>Go to </a:t>
            </a:r>
            <a:r>
              <a:rPr lang="en-GB" sz="600" dirty="0">
                <a:solidFill>
                  <a:schemeClr val="bg2"/>
                </a:solidFill>
              </a:rPr>
              <a:t>PICTURE TOOLS</a:t>
            </a:r>
            <a:r>
              <a:rPr lang="en-GB" sz="600" dirty="0"/>
              <a:t>,</a:t>
            </a:r>
            <a:r>
              <a:rPr lang="en-GB" sz="600" dirty="0">
                <a:solidFill>
                  <a:schemeClr val="bg2"/>
                </a:solidFill>
              </a:rPr>
              <a:t> FORMAT </a:t>
            </a:r>
            <a:r>
              <a:rPr lang="en-GB" sz="600" dirty="0"/>
              <a:t>on the ribbon &gt; click on </a:t>
            </a:r>
            <a:r>
              <a:rPr lang="en-GB" sz="600" dirty="0">
                <a:solidFill>
                  <a:schemeClr val="bg2"/>
                </a:solidFill>
              </a:rPr>
              <a:t>Change Picture </a:t>
            </a:r>
            <a:r>
              <a:rPr lang="en-GB" sz="600" dirty="0"/>
              <a:t>and navigate to the jpg or </a:t>
            </a:r>
            <a:br>
              <a:rPr lang="en-GB" sz="600" dirty="0"/>
            </a:br>
            <a:r>
              <a:rPr lang="en-GB" sz="600" dirty="0" err="1"/>
              <a:t>png</a:t>
            </a:r>
            <a:r>
              <a:rPr lang="en-GB" sz="600" dirty="0"/>
              <a:t> image of the flag you have downloaded. Use the </a:t>
            </a:r>
            <a:r>
              <a:rPr lang="en-GB" sz="600" dirty="0">
                <a:solidFill>
                  <a:schemeClr val="bg2"/>
                </a:solidFill>
              </a:rPr>
              <a:t>Crop</a:t>
            </a:r>
            <a:r>
              <a:rPr lang="en-GB" sz="600" dirty="0"/>
              <a:t> tool to fit the flag to the circle if needed.</a:t>
            </a:r>
          </a:p>
        </p:txBody>
      </p:sp>
      <p:cxnSp>
        <p:nvCxnSpPr>
          <p:cNvPr id="256" name="Straight Connector 255"/>
          <p:cNvCxnSpPr/>
          <p:nvPr/>
        </p:nvCxnSpPr>
        <p:spPr>
          <a:xfrm flipH="1">
            <a:off x="3078286" y="4692906"/>
            <a:ext cx="895241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  <a:miter lim="800000"/>
            <a:headEnd type="none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/>
          <p:cNvCxnSpPr/>
          <p:nvPr/>
        </p:nvCxnSpPr>
        <p:spPr>
          <a:xfrm flipH="1">
            <a:off x="7867310" y="4692906"/>
            <a:ext cx="895241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  <a:miter lim="800000"/>
            <a:headEnd type="arrow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732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RA_Template_Beta_restricted_110816.potx" id="{AEC699ED-3C4A-4928-9EB8-BA9B3008E923}" vid="{93319D55-5D9B-48DD-B897-B32A754BBF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ORA_Template_Beta_restricted_110816</Template>
  <TotalTime>12</TotalTime>
  <Words>232</Words>
  <Application>Microsoft Office PowerPoint</Application>
  <PresentationFormat>Affichage à l'écran (16:9)</PresentationFormat>
  <Paragraphs>70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10" baseType="lpstr">
      <vt:lpstr>Arial</vt:lpstr>
      <vt:lpstr>Calibri</vt:lpstr>
      <vt:lpstr>Century Gothic</vt:lpstr>
      <vt:lpstr>Helvetica 55 Roman</vt:lpstr>
      <vt:lpstr>Helvetica 75</vt:lpstr>
      <vt:lpstr>Helvetica 75 Bold</vt:lpstr>
      <vt:lpstr>Wingdings</vt:lpstr>
      <vt:lpstr>OUK-Template_Beta_220616</vt:lpstr>
      <vt:lpstr>Country flags ― Orange</vt:lpstr>
      <vt:lpstr>Country flags ― Grey</vt:lpstr>
    </vt:vector>
  </TitlesOfParts>
  <Company>Article10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map without country names</dc:title>
  <dc:creator>David Smith</dc:creator>
  <cp:lastModifiedBy>ADAM GUENIN Marie Lesly COMM/MC</cp:lastModifiedBy>
  <cp:revision>25</cp:revision>
  <dcterms:created xsi:type="dcterms:W3CDTF">2016-08-12T12:37:27Z</dcterms:created>
  <dcterms:modified xsi:type="dcterms:W3CDTF">2021-12-08T09:09:30Z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c818a6-e1a0-4a6e-a969-20d857c5dc62_Enabled">
    <vt:lpwstr>true</vt:lpwstr>
  </property>
  <property fmtid="{D5CDD505-2E9C-101B-9397-08002B2CF9AE}" pid="3" name="MSIP_Label_e6c818a6-e1a0-4a6e-a969-20d857c5dc62_SetDate">
    <vt:lpwstr>2021-12-08T09:09:30Z</vt:lpwstr>
  </property>
  <property fmtid="{D5CDD505-2E9C-101B-9397-08002B2CF9AE}" pid="4" name="MSIP_Label_e6c818a6-e1a0-4a6e-a969-20d857c5dc62_Method">
    <vt:lpwstr>Standard</vt:lpwstr>
  </property>
  <property fmtid="{D5CDD505-2E9C-101B-9397-08002B2CF9AE}" pid="5" name="MSIP_Label_e6c818a6-e1a0-4a6e-a969-20d857c5dc62_Name">
    <vt:lpwstr>Orange_restricted_internal.2</vt:lpwstr>
  </property>
  <property fmtid="{D5CDD505-2E9C-101B-9397-08002B2CF9AE}" pid="6" name="MSIP_Label_e6c818a6-e1a0-4a6e-a969-20d857c5dc62_SiteId">
    <vt:lpwstr>90c7a20a-f34b-40bf-bc48-b9253b6f5d20</vt:lpwstr>
  </property>
  <property fmtid="{D5CDD505-2E9C-101B-9397-08002B2CF9AE}" pid="7" name="MSIP_Label_e6c818a6-e1a0-4a6e-a969-20d857c5dc62_ActionId">
    <vt:lpwstr>6cd52cdc-48d4-4cd7-8665-0950ee5cb9eb</vt:lpwstr>
  </property>
  <property fmtid="{D5CDD505-2E9C-101B-9397-08002B2CF9AE}" pid="8" name="MSIP_Label_e6c818a6-e1a0-4a6e-a969-20d857c5dc62_ContentBits">
    <vt:lpwstr>2</vt:lpwstr>
  </property>
</Properties>
</file>